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6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7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8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9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10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11.xml" ContentType="application/vnd.openxmlformats-officedocument.theme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12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57483774" r:id="rId1"/>
    <p:sldMasterId id="2157483780" r:id="rId2"/>
    <p:sldMasterId id="2157483792" r:id="rId3"/>
    <p:sldMasterId id="2157483798" r:id="rId4"/>
    <p:sldMasterId id="2157483810" r:id="rId5"/>
    <p:sldMasterId id="2157483822" r:id="rId6"/>
    <p:sldMasterId id="2157483828" r:id="rId7"/>
    <p:sldMasterId id="2157483841" r:id="rId8"/>
    <p:sldMasterId id="2157483847" r:id="rId9"/>
    <p:sldMasterId id="2157483860" r:id="rId10"/>
    <p:sldMasterId id="2157483865" r:id="rId11"/>
    <p:sldMasterId id="2157483878" r:id="rId12"/>
    <p:sldMasterId id="2157483883" r:id="rId13"/>
  </p:sldMasterIdLst>
  <p:notesMasterIdLst>
    <p:notesMasterId r:id="rId31"/>
  </p:notesMasterIdLst>
  <p:sldIdLst>
    <p:sldId id="256" r:id="rId14"/>
    <p:sldId id="257" r:id="rId15"/>
    <p:sldId id="258" r:id="rId16"/>
    <p:sldId id="261" r:id="rId17"/>
    <p:sldId id="263" r:id="rId18"/>
    <p:sldId id="264" r:id="rId19"/>
    <p:sldId id="265" r:id="rId20"/>
    <p:sldId id="266" r:id="rId21"/>
    <p:sldId id="267" r:id="rId22"/>
    <p:sldId id="271" r:id="rId23"/>
    <p:sldId id="272" r:id="rId24"/>
    <p:sldId id="273" r:id="rId25"/>
    <p:sldId id="274" r:id="rId26"/>
    <p:sldId id="275" r:id="rId27"/>
    <p:sldId id="268" r:id="rId28"/>
    <p:sldId id="269" r:id="rId29"/>
    <p:sldId id="270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5" autoAdjust="0"/>
    <p:restoredTop sz="77532" autoAdjust="0"/>
  </p:normalViewPr>
  <p:slideViewPr>
    <p:cSldViewPr snapToGrid="0">
      <p:cViewPr varScale="1">
        <p:scale>
          <a:sx n="66" d="100"/>
          <a:sy n="66" d="100"/>
        </p:scale>
        <p:origin x="59" y="2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8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6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各位老师好，我是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6476A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超级无敌雷霆暴龙战士组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的</a:t>
            </a:r>
            <a:r>
              <a:rPr lang="zh-CN" altLang="en-US" sz="1200" b="0" dirty="0">
                <a:solidFill>
                  <a:srgbClr val="26476A"/>
                </a:solidFill>
                <a:latin typeface="Noto Sans SC"/>
                <a:ea typeface="Noto Sans SC"/>
                <a:sym typeface="Noto Sans SC"/>
              </a:rPr>
              <a:t>钟翌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。今天汇报的是我的数据分析实训项目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——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音乐专辑数据分析，基于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10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万条音乐专辑数据，分析音乐行业的发行规律和市场趋势。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汇报分七个部分。先说实训成果，再讲项目背景，然后介绍小组成员分工、数据和分析维度。核心部分是分析结果和五张图表，之后分享技术亮点，最后是实训心得。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两周实训分四个阶段。前三天学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Python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基础，做了学生管理系统、计算器。进阶阶段学了装饰器、生成器，做了课程资料整理器。第三阶段是数据分析三件套：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NumPy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、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Pandas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、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Matplotlib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。最后用爬虫技术和前面学的所有内容，完成了这次音乐专辑项目。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数据分析核心库这块，我学了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NumPy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向量化计算、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Pandas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数据处理、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Matplotlib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Seaborn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可视化。通过多个案例练习，掌握了数据清洗、转换、分析和可视化的完整流程。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为什么选音乐数据？音乐行业每年产生大量专辑、销量、评分数据。我想回答几个问题：哪种类型最受欢迎？销量和发行量有什么关系？近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20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年趋势怎样？专业评分和大众评分标准有何不同？用数据揭示这些规律。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本次项目由三人小组合作完成。我负责数据清洗，刁英东负责任务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1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、任务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2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和数据处理，李晨负责任务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3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到任务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5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的可视化。我们通过代码整合和联调，共同完成了整个项目。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数据来自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Kaggle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10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万条专辑记录。选了类型、年份、销量、评分等核心字段。设了五个分析维度：各类型数量、各类型销量、近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20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年趋势、前五类型年份销量、前五类型评分对比。技术用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Python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Pandas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处理数据，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Matplotlib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Seaborn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画图。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这一页是五个分析任务的说明。任务一统计各类型专辑数量，画柱状图。任务二统计各类型销量，也是柱状图。任务三看近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年趋势，用双轴图，柱状图加折线图。任务四筛选销量前五的类型，看它们各年份的变化，画多折线图。任务五对比三种评分体系，用分组柱状图。下一页会展示这五张图。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这一页先说明五个分析任务。任务一是各类型专辑数量统计，任务二是各类型销量统计，任务三是近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20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年专辑与单曲趋势，任务四是前五类型各年份销量，任务五是前五类型评分对比。每一张图都对应一个具体问题，下一页会展示这五张图表。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这五张图就是前面分析任务的可视化结果。对应五个维度的核心发现，从数量和销量到时间趋势再到评分对比，完整呈现了整个分析过程。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782438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2646E-525C-0EED-F4FA-FF94BEE7E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0594AA-AFA3-6E15-0A96-F7EC1BEC5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48CDF5-8CE7-8EF1-A10C-3F5E0167D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这五张图就是前面分析任务的可视化结果。对应五个维度的核心发现，从数量和销量到时间趋势再到评分对比，完整呈现了整个分析过程。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5B934A-3075-89EC-E6AF-BA172D19E3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69428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2E4FC-681B-088A-3B06-17FB08B04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34EEBB-5ECE-1E96-828E-96832A0B2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C59E59-2C4C-949C-334A-BCEB27536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这五张图就是前面分析任务的可视化结果。对应五个维度的核心发现，从数量和销量到时间趋势再到评分对比，完整呈现了整个分析过程。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0A6876-130E-321A-61CB-EB72E69D67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904762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7F0E2-169B-316C-DDAF-5E9C7C71B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3D5C6D-9970-3CCD-00A5-8C9D95A6B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8580BD-CC1D-3952-74B8-9477E34CB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这五张图就是前面分析任务的可视化结果。对应五个维度的核心发现，从数量和销量到时间趋势再到评分对比，完整呈现了整个分析过程。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C1A418-2401-6365-7D16-750AB592C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7165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707EB-A5ED-2D47-BF52-C02D51ED4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491DAC-60BB-C839-C260-7EA3AE33C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624CEE-C066-938F-EEE0-B7CAE835D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这五张图就是前面分析任务的可视化结果。对应五个维度的核心发现，从数量和销量到时间趋势再到评分对比，完整呈现了整个分析过程。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B3B59C-5A19-63AF-F389-18F4E73AF0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51324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技术上有三个点。第一，向量化计算。用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Pandas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NumPy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内置函数，不用循环，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10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万条数据几秒就处理完。第二，多维度交叉分析。用</a:t>
            </a:r>
            <a:r>
              <a:rPr lang="en-US" altLang="zh-CN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groupby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unstack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，从多个角度挖数据。第三，双轴图。用</a:t>
            </a:r>
            <a:r>
              <a:rPr lang="en-US" altLang="zh-CN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twinx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把专辑数量和单曲数量放在同一张图里，两种指标一起看。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另外，分组柱状图用来对比评分差异。代码上分了五个模块，各自独立，方便改。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Seaborn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简化了画图代码，配色也好看。五个任务，五张图，十万条数据。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总结一下。技术上，掌握了从数据到可视化的完整流程。思维上，学会了用数据回答问题。协作上，三人分工配合，代码整合。不足的地方，可以加更多数据源，或做交互看板。感谢指导老师和助教的帮助。汇报结束，谢谢各位老师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1"/>
          <p:cNvSpPr/>
          <p:nvPr/>
        </p:nvSpPr>
        <p:spPr>
          <a:xfrm>
            <a:off x="2339341" y="1828800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7" name="矩形 1"/>
          <p:cNvSpPr/>
          <p:nvPr/>
        </p:nvSpPr>
        <p:spPr>
          <a:xfrm flipV="1">
            <a:off x="2339341" y="3975538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9" name="直角三角形 38"/>
          <p:cNvSpPr/>
          <p:nvPr/>
        </p:nvSpPr>
        <p:spPr>
          <a:xfrm>
            <a:off x="2339339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9623384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570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/>
          <p:cNvSpPr/>
          <p:nvPr/>
        </p:nvSpPr>
        <p:spPr>
          <a:xfrm>
            <a:off x="1804988" y="1238249"/>
            <a:ext cx="8582025" cy="4381502"/>
          </a:xfrm>
          <a:prstGeom prst="roundRect">
            <a:avLst>
              <a:gd name="adj" fmla="val 10270"/>
            </a:avLst>
          </a:prstGeom>
          <a:solidFill>
            <a:srgbClr val="083B5E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7" name="矩形 46"/>
          <p:cNvSpPr/>
          <p:nvPr/>
        </p:nvSpPr>
        <p:spPr>
          <a:xfrm>
            <a:off x="2382811" y="1236586"/>
            <a:ext cx="1041400" cy="234964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8" name="箭头: V 形 47"/>
          <p:cNvSpPr/>
          <p:nvPr/>
        </p:nvSpPr>
        <p:spPr>
          <a:xfrm rot="16200000">
            <a:off x="2346397" y="3081437"/>
            <a:ext cx="1114224" cy="1041399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29808" y="1806775"/>
            <a:ext cx="923330" cy="1538883"/>
          </a:xfrm>
          <a:prstGeom prst="rect">
            <a:avLst/>
          </a:prstGeom>
          <a:noFill/>
        </p:spPr>
        <p:txBody>
          <a:bodyPr vert="eaVert" wrap="none" lIns="0" tIns="0" rIns="0" bIns="0" rtlCol="0" anchor="t">
            <a:spAutoFit/>
          </a:bodyPr>
          <a:lstStyle/>
          <a:p>
            <a:pPr algn="l"/>
            <a:r>
              <a:rPr lang="zh-CN" altLang="en-US" sz="6000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2374986" y="4412874"/>
            <a:ext cx="1075615" cy="246221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CONTENTS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20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423533" y="1111885"/>
            <a:ext cx="1292800" cy="551590"/>
            <a:chOff x="1678849" y="4526839"/>
            <a:chExt cx="1924050" cy="905586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2456" y="4805814"/>
              <a:ext cx="841321" cy="626611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1678849" y="4526839"/>
              <a:ext cx="1924050" cy="870092"/>
              <a:chOff x="-2243" y="91934"/>
              <a:chExt cx="1924050" cy="870092"/>
            </a:xfrm>
          </p:grpSpPr>
          <p:sp>
            <p:nvSpPr>
              <p:cNvPr id="14" name="Rectangle 40"/>
              <p:cNvSpPr/>
              <p:nvPr/>
            </p:nvSpPr>
            <p:spPr>
              <a:xfrm>
                <a:off x="1622424" y="901700"/>
                <a:ext cx="60327" cy="60326"/>
              </a:xfrm>
              <a:prstGeom prst="rect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5" name="Rectangle 43"/>
              <p:cNvSpPr/>
              <p:nvPr/>
            </p:nvSpPr>
            <p:spPr>
              <a:xfrm>
                <a:off x="1622424" y="422273"/>
                <a:ext cx="60327" cy="479427"/>
              </a:xfrm>
              <a:prstGeom prst="rect">
                <a:avLst/>
              </a:prstGeom>
              <a:solidFill>
                <a:srgbClr val="F05F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6" name="Freeform 44"/>
              <p:cNvSpPr/>
              <p:nvPr/>
            </p:nvSpPr>
            <p:spPr>
              <a:xfrm>
                <a:off x="-2243" y="91934"/>
                <a:ext cx="1924050" cy="6193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lnTo>
                      <a:pt x="0" y="10848"/>
                    </a:lnTo>
                    <a:lnTo>
                      <a:pt x="10800" y="0"/>
                    </a:lnTo>
                    <a:lnTo>
                      <a:pt x="21600" y="10848"/>
                    </a:lnTo>
                    <a:lnTo>
                      <a:pt x="10800" y="21600"/>
                    </a:lnTo>
                    <a:close/>
                  </a:path>
                </a:pathLst>
              </a:custGeom>
              <a:solidFill>
                <a:srgbClr val="647A8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7" name="Oval 45"/>
              <p:cNvSpPr/>
              <p:nvPr/>
            </p:nvSpPr>
            <p:spPr>
              <a:xfrm>
                <a:off x="901700" y="330200"/>
                <a:ext cx="120652" cy="60329"/>
              </a:xfrm>
              <a:prstGeom prst="ellipse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</p:grpSp>
      </p:grpSp>
      <p:cxnSp>
        <p:nvCxnSpPr>
          <p:cNvPr id="20" name="直接连接符 19"/>
          <p:cNvCxnSpPr/>
          <p:nvPr/>
        </p:nvCxnSpPr>
        <p:spPr>
          <a:xfrm flipH="1">
            <a:off x="2501900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284464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393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16">
            <a:extLst>
              <a:ext uri="{FF2B5EF4-FFF2-40B4-BE49-F238E27FC236}">
                <a16:creationId xmlns:a16="http://schemas.microsoft.com/office/drawing/2014/main" id="{2BA872FF-D57A-E66F-A590-0DD2972C1AD3}"/>
              </a:ext>
            </a:extLst>
          </p:cNvPr>
          <p:cNvCxnSpPr/>
          <p:nvPr/>
        </p:nvCxnSpPr>
        <p:spPr>
          <a:xfrm rot="10739157">
            <a:off x="25018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17">
            <a:extLst>
              <a:ext uri="{FF2B5EF4-FFF2-40B4-BE49-F238E27FC236}">
                <a16:creationId xmlns:a16="http://schemas.microsoft.com/office/drawing/2014/main" id="{B72F5999-8D01-F5EB-4497-20EED7FFC857}"/>
              </a:ext>
            </a:extLst>
          </p:cNvPr>
          <p:cNvCxnSpPr/>
          <p:nvPr/>
        </p:nvCxnSpPr>
        <p:spPr>
          <a:xfrm rot="10739157">
            <a:off x="82803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8">
            <a:extLst>
              <a:ext uri="{FF2B5EF4-FFF2-40B4-BE49-F238E27FC236}">
                <a16:creationId xmlns:a16="http://schemas.microsoft.com/office/drawing/2014/main" id="{DB27A922-6DC8-7216-5DBF-0CE92AB2F1D4}"/>
              </a:ext>
            </a:extLst>
          </p:cNvPr>
          <p:cNvSpPr/>
          <p:nvPr/>
        </p:nvSpPr>
        <p:spPr>
          <a:xfrm>
            <a:off x="2794000" y="2616200"/>
            <a:ext cx="66040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6" name="AutoShape 19">
            <a:extLst>
              <a:ext uri="{FF2B5EF4-FFF2-40B4-BE49-F238E27FC236}">
                <a16:creationId xmlns:a16="http://schemas.microsoft.com/office/drawing/2014/main" id="{00902952-820D-3028-5E3B-6BA7398D1C82}"/>
              </a:ext>
            </a:extLst>
          </p:cNvPr>
          <p:cNvSpPr/>
          <p:nvPr/>
        </p:nvSpPr>
        <p:spPr>
          <a:xfrm>
            <a:off x="5168900" y="3810000"/>
            <a:ext cx="1841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100"/>
          </a:p>
        </p:txBody>
      </p:sp>
      <p:sp>
        <p:nvSpPr>
          <p:cNvPr id="7" name="AutoShape 20">
            <a:extLst>
              <a:ext uri="{FF2B5EF4-FFF2-40B4-BE49-F238E27FC236}">
                <a16:creationId xmlns:a16="http://schemas.microsoft.com/office/drawing/2014/main" id="{EAB3F337-91A1-1454-6295-E0EFC812B30E}"/>
              </a:ext>
            </a:extLst>
          </p:cNvPr>
          <p:cNvSpPr/>
          <p:nvPr/>
        </p:nvSpPr>
        <p:spPr>
          <a:xfrm>
            <a:off x="4330700" y="46355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21">
            <a:extLst>
              <a:ext uri="{FF2B5EF4-FFF2-40B4-BE49-F238E27FC236}">
                <a16:creationId xmlns:a16="http://schemas.microsoft.com/office/drawing/2014/main" id="{A376A097-1993-C3DF-435B-74D640349EF8}"/>
              </a:ext>
            </a:extLst>
          </p:cNvPr>
          <p:cNvSpPr/>
          <p:nvPr/>
        </p:nvSpPr>
        <p:spPr>
          <a:xfrm>
            <a:off x="4648200" y="4584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9" name="AutoShape 22">
            <a:extLst>
              <a:ext uri="{FF2B5EF4-FFF2-40B4-BE49-F238E27FC236}">
                <a16:creationId xmlns:a16="http://schemas.microsoft.com/office/drawing/2014/main" id="{87165766-B8A9-85BE-BC61-27AE8BE9000D}"/>
              </a:ext>
            </a:extLst>
          </p:cNvPr>
          <p:cNvSpPr/>
          <p:nvPr/>
        </p:nvSpPr>
        <p:spPr>
          <a:xfrm>
            <a:off x="4330700" y="50800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23">
            <a:extLst>
              <a:ext uri="{FF2B5EF4-FFF2-40B4-BE49-F238E27FC236}">
                <a16:creationId xmlns:a16="http://schemas.microsoft.com/office/drawing/2014/main" id="{ECAE423B-7C55-6B5A-1BD9-8BA7DBCAA443}"/>
              </a:ext>
            </a:extLst>
          </p:cNvPr>
          <p:cNvSpPr/>
          <p:nvPr/>
        </p:nvSpPr>
        <p:spPr>
          <a:xfrm>
            <a:off x="4648200" y="50292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1" name="AutoShape 24">
            <a:extLst>
              <a:ext uri="{FF2B5EF4-FFF2-40B4-BE49-F238E27FC236}">
                <a16:creationId xmlns:a16="http://schemas.microsoft.com/office/drawing/2014/main" id="{E34DD8FC-1247-63F1-7FF1-941D322F8D15}"/>
              </a:ext>
            </a:extLst>
          </p:cNvPr>
          <p:cNvSpPr/>
          <p:nvPr/>
        </p:nvSpPr>
        <p:spPr>
          <a:xfrm>
            <a:off x="4330700" y="55245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5">
            <a:extLst>
              <a:ext uri="{FF2B5EF4-FFF2-40B4-BE49-F238E27FC236}">
                <a16:creationId xmlns:a16="http://schemas.microsoft.com/office/drawing/2014/main" id="{8CEA0E75-24CC-3010-F5C4-BC9963791E7F}"/>
              </a:ext>
            </a:extLst>
          </p:cNvPr>
          <p:cNvSpPr/>
          <p:nvPr/>
        </p:nvSpPr>
        <p:spPr>
          <a:xfrm>
            <a:off x="4648200" y="5473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16773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083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 userDrawn="1"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 userDrawn="1"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/>
          <p:cNvSpPr/>
          <p:nvPr userDrawn="1"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 userDrawn="1"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 userDrawn="1"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1"/>
          <p:cNvSpPr/>
          <p:nvPr userDrawn="1"/>
        </p:nvSpPr>
        <p:spPr>
          <a:xfrm>
            <a:off x="2339341" y="1828800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7" name="矩形 1"/>
          <p:cNvSpPr/>
          <p:nvPr userDrawn="1"/>
        </p:nvSpPr>
        <p:spPr>
          <a:xfrm flipV="1">
            <a:off x="2339341" y="3975538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9" name="直角三角形 38"/>
          <p:cNvSpPr/>
          <p:nvPr userDrawn="1"/>
        </p:nvSpPr>
        <p:spPr>
          <a:xfrm>
            <a:off x="2339339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40" name="直角三角形 39"/>
          <p:cNvSpPr/>
          <p:nvPr userDrawn="1"/>
        </p:nvSpPr>
        <p:spPr>
          <a:xfrm flipH="1">
            <a:off x="9623384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965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 userDrawn="1"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 userDrawn="1"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/>
          <p:cNvSpPr/>
          <p:nvPr userDrawn="1"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 userDrawn="1"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 userDrawn="1"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/>
          <p:cNvSpPr/>
          <p:nvPr/>
        </p:nvSpPr>
        <p:spPr>
          <a:xfrm>
            <a:off x="1804988" y="1238249"/>
            <a:ext cx="8582025" cy="4381502"/>
          </a:xfrm>
          <a:prstGeom prst="roundRect">
            <a:avLst>
              <a:gd name="adj" fmla="val 10270"/>
            </a:avLst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7" name="矩形 46"/>
          <p:cNvSpPr/>
          <p:nvPr/>
        </p:nvSpPr>
        <p:spPr>
          <a:xfrm>
            <a:off x="2382811" y="1236586"/>
            <a:ext cx="1041400" cy="23496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8" name="箭头: V 形 47"/>
          <p:cNvSpPr/>
          <p:nvPr/>
        </p:nvSpPr>
        <p:spPr>
          <a:xfrm rot="16200000">
            <a:off x="2346397" y="3081437"/>
            <a:ext cx="1114224" cy="1041399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29808" y="1806775"/>
            <a:ext cx="923330" cy="1538883"/>
          </a:xfrm>
          <a:prstGeom prst="rect">
            <a:avLst/>
          </a:prstGeom>
          <a:noFill/>
        </p:spPr>
        <p:txBody>
          <a:bodyPr vert="eaVert" wrap="none" lIns="0" tIns="0" rIns="0" bIns="0" rtlCol="0" anchor="t">
            <a:spAutoFit/>
          </a:bodyPr>
          <a:lstStyle/>
          <a:p>
            <a:pPr algn="l"/>
            <a:r>
              <a:rPr lang="zh-CN" altLang="en-US" sz="6000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2374986" y="4412874"/>
            <a:ext cx="1075615" cy="246221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CONTENTS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05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 userDrawn="1"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 userDrawn="1"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/>
          <p:cNvSpPr/>
          <p:nvPr userDrawn="1"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 userDrawn="1"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 userDrawn="1"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5423533" y="1111885"/>
            <a:ext cx="1292800" cy="551590"/>
            <a:chOff x="1678849" y="4526839"/>
            <a:chExt cx="1924050" cy="905586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2456" y="4805814"/>
              <a:ext cx="841321" cy="626611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1678849" y="4526839"/>
              <a:ext cx="1924050" cy="870092"/>
              <a:chOff x="-2243" y="91934"/>
              <a:chExt cx="1924050" cy="870092"/>
            </a:xfrm>
          </p:grpSpPr>
          <p:sp>
            <p:nvSpPr>
              <p:cNvPr id="14" name="Rectangle 40"/>
              <p:cNvSpPr/>
              <p:nvPr/>
            </p:nvSpPr>
            <p:spPr>
              <a:xfrm>
                <a:off x="1622424" y="901700"/>
                <a:ext cx="60327" cy="60326"/>
              </a:xfrm>
              <a:prstGeom prst="rect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5" name="Rectangle 43"/>
              <p:cNvSpPr/>
              <p:nvPr/>
            </p:nvSpPr>
            <p:spPr>
              <a:xfrm>
                <a:off x="1622424" y="422273"/>
                <a:ext cx="60327" cy="479427"/>
              </a:xfrm>
              <a:prstGeom prst="rect">
                <a:avLst/>
              </a:prstGeom>
              <a:solidFill>
                <a:srgbClr val="F05F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6" name="Freeform 44"/>
              <p:cNvSpPr/>
              <p:nvPr/>
            </p:nvSpPr>
            <p:spPr>
              <a:xfrm>
                <a:off x="-2243" y="91934"/>
                <a:ext cx="1924050" cy="6193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lnTo>
                      <a:pt x="0" y="10848"/>
                    </a:lnTo>
                    <a:lnTo>
                      <a:pt x="10800" y="0"/>
                    </a:lnTo>
                    <a:lnTo>
                      <a:pt x="21600" y="10848"/>
                    </a:lnTo>
                    <a:lnTo>
                      <a:pt x="10800" y="21600"/>
                    </a:lnTo>
                    <a:close/>
                  </a:path>
                </a:pathLst>
              </a:custGeom>
              <a:solidFill>
                <a:srgbClr val="647A8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7" name="Oval 45"/>
              <p:cNvSpPr/>
              <p:nvPr/>
            </p:nvSpPr>
            <p:spPr>
              <a:xfrm>
                <a:off x="901700" y="330200"/>
                <a:ext cx="120652" cy="60329"/>
              </a:xfrm>
              <a:prstGeom prst="ellipse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</p:grpSp>
      </p:grpSp>
      <p:cxnSp>
        <p:nvCxnSpPr>
          <p:cNvPr id="20" name="直接连接符 19"/>
          <p:cNvCxnSpPr/>
          <p:nvPr userDrawn="1"/>
        </p:nvCxnSpPr>
        <p:spPr>
          <a:xfrm flipH="1">
            <a:off x="2501900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 flipH="1">
            <a:off x="8284464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21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 userDrawn="1"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 userDrawn="1"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/>
          <p:cNvSpPr/>
          <p:nvPr userDrawn="1"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8" name="任意多边形: 形状 7"/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1" name="组合 10"/>
          <p:cNvGrpSpPr/>
          <p:nvPr userDrawn="1"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2" name="任意多边形: 形状 11"/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173008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4621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1">
            <a:extLst>
              <a:ext uri="{FF2B5EF4-FFF2-40B4-BE49-F238E27FC236}">
                <a16:creationId xmlns:a16="http://schemas.microsoft.com/office/drawing/2014/main" id="{777F70BD-4E4B-2EF1-27AA-1DF5A4C1665F}"/>
              </a:ext>
            </a:extLst>
          </p:cNvPr>
          <p:cNvSpPr/>
          <p:nvPr/>
        </p:nvSpPr>
        <p:spPr>
          <a:xfrm>
            <a:off x="1917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EED6143E-96A9-84C4-F8F8-91BBF291BF6E}"/>
              </a:ext>
            </a:extLst>
          </p:cNvPr>
          <p:cNvSpPr/>
          <p:nvPr/>
        </p:nvSpPr>
        <p:spPr>
          <a:xfrm>
            <a:off x="13335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C4CCE2D0-7F92-2E3A-F775-376A9EE8B703}"/>
              </a:ext>
            </a:extLst>
          </p:cNvPr>
          <p:cNvSpPr/>
          <p:nvPr/>
        </p:nvSpPr>
        <p:spPr>
          <a:xfrm>
            <a:off x="13335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0DEEF6A3-776F-76F2-0C90-E0106FE24BD5}"/>
              </a:ext>
            </a:extLst>
          </p:cNvPr>
          <p:cNvSpPr/>
          <p:nvPr/>
        </p:nvSpPr>
        <p:spPr>
          <a:xfrm>
            <a:off x="43942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15">
            <a:extLst>
              <a:ext uri="{FF2B5EF4-FFF2-40B4-BE49-F238E27FC236}">
                <a16:creationId xmlns:a16="http://schemas.microsoft.com/office/drawing/2014/main" id="{A3FBDAB0-A31A-CC72-8FDD-6336DBE22D99}"/>
              </a:ext>
            </a:extLst>
          </p:cNvPr>
          <p:cNvSpPr/>
          <p:nvPr/>
        </p:nvSpPr>
        <p:spPr>
          <a:xfrm>
            <a:off x="38100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C7AD95B7-C8FB-F636-D520-ADBAF4BC96A1}"/>
              </a:ext>
            </a:extLst>
          </p:cNvPr>
          <p:cNvSpPr/>
          <p:nvPr/>
        </p:nvSpPr>
        <p:spPr>
          <a:xfrm>
            <a:off x="38100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B98BD100-8E6C-E393-4828-AC699115079E}"/>
              </a:ext>
            </a:extLst>
          </p:cNvPr>
          <p:cNvSpPr/>
          <p:nvPr/>
        </p:nvSpPr>
        <p:spPr>
          <a:xfrm>
            <a:off x="6870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626A40E-E729-C60B-448F-96058EE6936D}"/>
              </a:ext>
            </a:extLst>
          </p:cNvPr>
          <p:cNvSpPr/>
          <p:nvPr/>
        </p:nvSpPr>
        <p:spPr>
          <a:xfrm>
            <a:off x="62992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9">
            <a:extLst>
              <a:ext uri="{FF2B5EF4-FFF2-40B4-BE49-F238E27FC236}">
                <a16:creationId xmlns:a16="http://schemas.microsoft.com/office/drawing/2014/main" id="{DD2FA33B-F1B4-F0F3-6C16-93712B192CB8}"/>
              </a:ext>
            </a:extLst>
          </p:cNvPr>
          <p:cNvSpPr/>
          <p:nvPr/>
        </p:nvSpPr>
        <p:spPr>
          <a:xfrm>
            <a:off x="62992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01C81C89-FBBE-D01B-0EEF-15DB16FE0C28}"/>
              </a:ext>
            </a:extLst>
          </p:cNvPr>
          <p:cNvSpPr/>
          <p:nvPr/>
        </p:nvSpPr>
        <p:spPr>
          <a:xfrm>
            <a:off x="93599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21">
            <a:extLst>
              <a:ext uri="{FF2B5EF4-FFF2-40B4-BE49-F238E27FC236}">
                <a16:creationId xmlns:a16="http://schemas.microsoft.com/office/drawing/2014/main" id="{0E9827E6-630D-19EE-F0FE-73626FB2EDDA}"/>
              </a:ext>
            </a:extLst>
          </p:cNvPr>
          <p:cNvSpPr/>
          <p:nvPr/>
        </p:nvSpPr>
        <p:spPr>
          <a:xfrm>
            <a:off x="87757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22">
            <a:extLst>
              <a:ext uri="{FF2B5EF4-FFF2-40B4-BE49-F238E27FC236}">
                <a16:creationId xmlns:a16="http://schemas.microsoft.com/office/drawing/2014/main" id="{BAEF8623-1D15-BDAC-1583-183584CFEA1A}"/>
              </a:ext>
            </a:extLst>
          </p:cNvPr>
          <p:cNvSpPr/>
          <p:nvPr/>
        </p:nvSpPr>
        <p:spPr>
          <a:xfrm>
            <a:off x="87757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4" name="Connector 23">
            <a:extLst>
              <a:ext uri="{FF2B5EF4-FFF2-40B4-BE49-F238E27FC236}">
                <a16:creationId xmlns:a16="http://schemas.microsoft.com/office/drawing/2014/main" id="{06F4D476-40EE-C2CF-3CE3-7B43AC852482}"/>
              </a:ext>
            </a:extLst>
          </p:cNvPr>
          <p:cNvCxnSpPr/>
          <p:nvPr/>
        </p:nvCxnSpPr>
        <p:spPr>
          <a:xfrm>
            <a:off x="2374900" y="2019300"/>
            <a:ext cx="74422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5" name="AutoShape 24">
            <a:extLst>
              <a:ext uri="{FF2B5EF4-FFF2-40B4-BE49-F238E27FC236}">
                <a16:creationId xmlns:a16="http://schemas.microsoft.com/office/drawing/2014/main" id="{516F39C7-22F4-4A60-46AE-95E999A6693A}"/>
              </a:ext>
            </a:extLst>
          </p:cNvPr>
          <p:cNvSpPr/>
          <p:nvPr/>
        </p:nvSpPr>
        <p:spPr>
          <a:xfrm>
            <a:off x="1524000" y="3771900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6" name="AutoShape 25">
            <a:extLst>
              <a:ext uri="{FF2B5EF4-FFF2-40B4-BE49-F238E27FC236}">
                <a16:creationId xmlns:a16="http://schemas.microsoft.com/office/drawing/2014/main" id="{D6F5603A-9C05-D62F-34CF-35766B53B9DE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26">
            <a:extLst>
              <a:ext uri="{FF2B5EF4-FFF2-40B4-BE49-F238E27FC236}">
                <a16:creationId xmlns:a16="http://schemas.microsoft.com/office/drawing/2014/main" id="{78BDF310-BF23-5AFA-C0C4-636823C464AB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8B9EDDAF-9CB2-2E90-8449-1AC9D613EDF2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28">
            <a:extLst>
              <a:ext uri="{FF2B5EF4-FFF2-40B4-BE49-F238E27FC236}">
                <a16:creationId xmlns:a16="http://schemas.microsoft.com/office/drawing/2014/main" id="{C8A72F0E-4944-93DF-455E-DCF83C396F34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29">
            <a:extLst>
              <a:ext uri="{FF2B5EF4-FFF2-40B4-BE49-F238E27FC236}">
                <a16:creationId xmlns:a16="http://schemas.microsoft.com/office/drawing/2014/main" id="{95BEB450-3522-D794-9195-AB69412C4282}"/>
              </a:ext>
            </a:extLst>
          </p:cNvPr>
          <p:cNvSpPr/>
          <p:nvPr/>
        </p:nvSpPr>
        <p:spPr>
          <a:xfrm>
            <a:off x="39878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1" name="AutoShape 30">
            <a:extLst>
              <a:ext uri="{FF2B5EF4-FFF2-40B4-BE49-F238E27FC236}">
                <a16:creationId xmlns:a16="http://schemas.microsoft.com/office/drawing/2014/main" id="{A1AEA079-7095-A8D3-6CE6-3CCA8F7F873D}"/>
              </a:ext>
            </a:extLst>
          </p:cNvPr>
          <p:cNvSpPr/>
          <p:nvPr/>
        </p:nvSpPr>
        <p:spPr>
          <a:xfrm>
            <a:off x="4762500" y="3378200"/>
            <a:ext cx="190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31">
            <a:extLst>
              <a:ext uri="{FF2B5EF4-FFF2-40B4-BE49-F238E27FC236}">
                <a16:creationId xmlns:a16="http://schemas.microsoft.com/office/drawing/2014/main" id="{F2B62CF2-7090-28E9-C86A-FB598A9052D6}"/>
              </a:ext>
            </a:extLst>
          </p:cNvPr>
          <p:cNvSpPr/>
          <p:nvPr/>
        </p:nvSpPr>
        <p:spPr>
          <a:xfrm>
            <a:off x="6426200" y="37846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3" name="AutoShape 32">
            <a:extLst>
              <a:ext uri="{FF2B5EF4-FFF2-40B4-BE49-F238E27FC236}">
                <a16:creationId xmlns:a16="http://schemas.microsoft.com/office/drawing/2014/main" id="{93FCF18E-2706-2849-FBB2-76EB68E51891}"/>
              </a:ext>
            </a:extLst>
          </p:cNvPr>
          <p:cNvSpPr/>
          <p:nvPr/>
        </p:nvSpPr>
        <p:spPr>
          <a:xfrm>
            <a:off x="89154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4" name="Freeform 33">
            <a:extLst>
              <a:ext uri="{FF2B5EF4-FFF2-40B4-BE49-F238E27FC236}">
                <a16:creationId xmlns:a16="http://schemas.microsoft.com/office/drawing/2014/main" id="{D93EA3E8-9BAE-159E-D678-E6A8B18BB649}"/>
              </a:ext>
            </a:extLst>
          </p:cNvPr>
          <p:cNvSpPr/>
          <p:nvPr/>
        </p:nvSpPr>
        <p:spPr>
          <a:xfrm>
            <a:off x="7148897" y="2362200"/>
            <a:ext cx="209551" cy="124764"/>
          </a:xfrm>
          <a:custGeom>
            <a:avLst/>
            <a:gdLst/>
            <a:ahLst/>
            <a:cxnLst/>
            <a:rect l="l" t="t" r="r" b="b"/>
            <a:pathLst>
              <a:path w="209551" h="124764">
                <a:moveTo>
                  <a:pt x="166196" y="124764"/>
                </a:moveTo>
                <a:cubicBezTo>
                  <a:pt x="190284" y="124764"/>
                  <a:pt x="209552" y="105570"/>
                  <a:pt x="209552" y="81576"/>
                </a:cubicBezTo>
                <a:cubicBezTo>
                  <a:pt x="209552" y="57582"/>
                  <a:pt x="209552" y="57582"/>
                  <a:pt x="209552" y="57582"/>
                </a:cubicBezTo>
                <a:cubicBezTo>
                  <a:pt x="204731" y="47988"/>
                  <a:pt x="195096" y="43188"/>
                  <a:pt x="185463" y="43188"/>
                </a:cubicBezTo>
                <a:cubicBezTo>
                  <a:pt x="146929" y="43188"/>
                  <a:pt x="146929" y="43188"/>
                  <a:pt x="146929" y="43188"/>
                </a:cubicBezTo>
                <a:cubicBezTo>
                  <a:pt x="146929" y="40791"/>
                  <a:pt x="146929" y="40791"/>
                  <a:pt x="146929" y="40791"/>
                </a:cubicBezTo>
                <a:cubicBezTo>
                  <a:pt x="146929" y="19194"/>
                  <a:pt x="130067" y="0"/>
                  <a:pt x="108385" y="0"/>
                </a:cubicBezTo>
                <a:cubicBezTo>
                  <a:pt x="55395" y="0"/>
                  <a:pt x="55395" y="0"/>
                  <a:pt x="55395" y="0"/>
                </a:cubicBezTo>
                <a:cubicBezTo>
                  <a:pt x="33723" y="0"/>
                  <a:pt x="16861" y="19194"/>
                  <a:pt x="16861" y="40791"/>
                </a:cubicBezTo>
                <a:cubicBezTo>
                  <a:pt x="16861" y="43188"/>
                  <a:pt x="16861" y="43188"/>
                  <a:pt x="16861" y="43188"/>
                </a:cubicBezTo>
                <a:cubicBezTo>
                  <a:pt x="4821" y="43188"/>
                  <a:pt x="4821" y="43188"/>
                  <a:pt x="4821" y="43188"/>
                </a:cubicBezTo>
                <a:cubicBezTo>
                  <a:pt x="0" y="62382"/>
                  <a:pt x="0" y="81576"/>
                  <a:pt x="4821" y="100769"/>
                </a:cubicBezTo>
                <a:cubicBezTo>
                  <a:pt x="7228" y="110369"/>
                  <a:pt x="9633" y="117566"/>
                  <a:pt x="14455" y="124764"/>
                </a:cubicBezTo>
                <a:cubicBezTo>
                  <a:pt x="74673" y="124764"/>
                  <a:pt x="74673" y="124764"/>
                  <a:pt x="74673" y="124764"/>
                </a:cubicBezTo>
                <a:cubicBezTo>
                  <a:pt x="74673" y="119964"/>
                  <a:pt x="74673" y="119964"/>
                  <a:pt x="74673" y="119964"/>
                </a:cubicBezTo>
                <a:cubicBezTo>
                  <a:pt x="74673" y="115164"/>
                  <a:pt x="77078" y="112767"/>
                  <a:pt x="79485" y="112767"/>
                </a:cubicBezTo>
                <a:cubicBezTo>
                  <a:pt x="86712" y="112767"/>
                  <a:pt x="86712" y="112767"/>
                  <a:pt x="86712" y="112767"/>
                </a:cubicBezTo>
                <a:cubicBezTo>
                  <a:pt x="89117" y="112767"/>
                  <a:pt x="91524" y="115164"/>
                  <a:pt x="91524" y="119964"/>
                </a:cubicBezTo>
                <a:cubicBezTo>
                  <a:pt x="91524" y="124764"/>
                  <a:pt x="91524" y="124764"/>
                  <a:pt x="91524" y="124764"/>
                </a:cubicBezTo>
                <a:lnTo>
                  <a:pt x="166196" y="124764"/>
                </a:lnTo>
                <a:close/>
                <a:moveTo>
                  <a:pt x="38535" y="43188"/>
                </a:moveTo>
                <a:cubicBezTo>
                  <a:pt x="38535" y="40791"/>
                  <a:pt x="38535" y="40791"/>
                  <a:pt x="38535" y="40791"/>
                </a:cubicBezTo>
                <a:cubicBezTo>
                  <a:pt x="38535" y="28793"/>
                  <a:pt x="45762" y="21591"/>
                  <a:pt x="55395" y="21591"/>
                </a:cubicBezTo>
                <a:cubicBezTo>
                  <a:pt x="108385" y="21591"/>
                  <a:pt x="108385" y="21591"/>
                  <a:pt x="108385" y="21591"/>
                </a:cubicBezTo>
                <a:cubicBezTo>
                  <a:pt x="118028" y="21591"/>
                  <a:pt x="127662" y="28793"/>
                  <a:pt x="127662" y="40791"/>
                </a:cubicBezTo>
                <a:cubicBezTo>
                  <a:pt x="127662" y="43188"/>
                  <a:pt x="127662" y="43188"/>
                  <a:pt x="127662" y="43188"/>
                </a:cubicBezTo>
                <a:lnTo>
                  <a:pt x="38535" y="4318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34">
            <a:extLst>
              <a:ext uri="{FF2B5EF4-FFF2-40B4-BE49-F238E27FC236}">
                <a16:creationId xmlns:a16="http://schemas.microsoft.com/office/drawing/2014/main" id="{9F21A119-C7F2-6FD7-4B78-658660C41FBA}"/>
              </a:ext>
            </a:extLst>
          </p:cNvPr>
          <p:cNvSpPr/>
          <p:nvPr/>
        </p:nvSpPr>
        <p:spPr>
          <a:xfrm>
            <a:off x="7162800" y="2476500"/>
            <a:ext cx="192595" cy="82368"/>
          </a:xfrm>
          <a:custGeom>
            <a:avLst/>
            <a:gdLst/>
            <a:ahLst/>
            <a:cxnLst/>
            <a:rect l="l" t="t" r="r" b="b"/>
            <a:pathLst>
              <a:path w="192595" h="82368">
                <a:moveTo>
                  <a:pt x="122780" y="79948"/>
                </a:moveTo>
                <a:cubicBezTo>
                  <a:pt x="154076" y="72680"/>
                  <a:pt x="178151" y="53296"/>
                  <a:pt x="192596" y="29073"/>
                </a:cubicBezTo>
                <a:cubicBezTo>
                  <a:pt x="192596" y="0"/>
                  <a:pt x="192596" y="0"/>
                  <a:pt x="192596" y="0"/>
                </a:cubicBezTo>
                <a:cubicBezTo>
                  <a:pt x="185373" y="19380"/>
                  <a:pt x="166113" y="31495"/>
                  <a:pt x="144446" y="31495"/>
                </a:cubicBezTo>
                <a:cubicBezTo>
                  <a:pt x="69816" y="31495"/>
                  <a:pt x="69816" y="31495"/>
                  <a:pt x="69816" y="31495"/>
                </a:cubicBezTo>
                <a:cubicBezTo>
                  <a:pt x="69816" y="38763"/>
                  <a:pt x="69816" y="38763"/>
                  <a:pt x="69816" y="38763"/>
                </a:cubicBezTo>
                <a:cubicBezTo>
                  <a:pt x="69816" y="41185"/>
                  <a:pt x="67408" y="43605"/>
                  <a:pt x="65001" y="43605"/>
                </a:cubicBezTo>
                <a:cubicBezTo>
                  <a:pt x="57779" y="43605"/>
                  <a:pt x="57779" y="43605"/>
                  <a:pt x="57779" y="43605"/>
                </a:cubicBezTo>
                <a:cubicBezTo>
                  <a:pt x="55371" y="43605"/>
                  <a:pt x="52964" y="41185"/>
                  <a:pt x="52964" y="38763"/>
                </a:cubicBezTo>
                <a:cubicBezTo>
                  <a:pt x="52964" y="31495"/>
                  <a:pt x="52964" y="31495"/>
                  <a:pt x="52964" y="31495"/>
                </a:cubicBezTo>
                <a:cubicBezTo>
                  <a:pt x="0" y="31495"/>
                  <a:pt x="0" y="31495"/>
                  <a:pt x="0" y="31495"/>
                </a:cubicBezTo>
                <a:cubicBezTo>
                  <a:pt x="21667" y="62989"/>
                  <a:pt x="55371" y="82368"/>
                  <a:pt x="96298" y="82368"/>
                </a:cubicBezTo>
                <a:cubicBezTo>
                  <a:pt x="105927" y="82368"/>
                  <a:pt x="113149" y="82368"/>
                  <a:pt x="122780" y="799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35">
            <a:extLst>
              <a:ext uri="{FF2B5EF4-FFF2-40B4-BE49-F238E27FC236}">
                <a16:creationId xmlns:a16="http://schemas.microsoft.com/office/drawing/2014/main" id="{0E7FF4EF-D77D-CC7D-1811-A97E0D0A5295}"/>
              </a:ext>
            </a:extLst>
          </p:cNvPr>
          <p:cNvSpPr/>
          <p:nvPr/>
        </p:nvSpPr>
        <p:spPr>
          <a:xfrm>
            <a:off x="7069658" y="2256373"/>
            <a:ext cx="502683" cy="405793"/>
          </a:xfrm>
          <a:custGeom>
            <a:avLst/>
            <a:gdLst/>
            <a:ahLst/>
            <a:cxnLst/>
            <a:rect l="l" t="t" r="r" b="b"/>
            <a:pathLst>
              <a:path w="502683" h="405793">
                <a:moveTo>
                  <a:pt x="481039" y="338556"/>
                </a:moveTo>
                <a:cubicBezTo>
                  <a:pt x="384832" y="273722"/>
                  <a:pt x="384832" y="273722"/>
                  <a:pt x="384832" y="273722"/>
                </a:cubicBezTo>
                <a:cubicBezTo>
                  <a:pt x="375196" y="268932"/>
                  <a:pt x="365585" y="268932"/>
                  <a:pt x="355974" y="268932"/>
                </a:cubicBezTo>
                <a:cubicBezTo>
                  <a:pt x="353553" y="271337"/>
                  <a:pt x="348759" y="271337"/>
                  <a:pt x="346339" y="273722"/>
                </a:cubicBezTo>
                <a:cubicBezTo>
                  <a:pt x="331910" y="264122"/>
                  <a:pt x="331910" y="264122"/>
                  <a:pt x="331910" y="264122"/>
                </a:cubicBezTo>
                <a:cubicBezTo>
                  <a:pt x="351156" y="228109"/>
                  <a:pt x="355974" y="187285"/>
                  <a:pt x="346339" y="144076"/>
                </a:cubicBezTo>
                <a:cubicBezTo>
                  <a:pt x="324696" y="55233"/>
                  <a:pt x="235702" y="0"/>
                  <a:pt x="144312" y="21604"/>
                </a:cubicBezTo>
                <a:cubicBezTo>
                  <a:pt x="55318" y="43229"/>
                  <a:pt x="0" y="134457"/>
                  <a:pt x="21644" y="223299"/>
                </a:cubicBezTo>
                <a:cubicBezTo>
                  <a:pt x="43287" y="312141"/>
                  <a:pt x="134700" y="367375"/>
                  <a:pt x="223670" y="345769"/>
                </a:cubicBezTo>
                <a:cubicBezTo>
                  <a:pt x="259766" y="336150"/>
                  <a:pt x="288623" y="316951"/>
                  <a:pt x="310266" y="292941"/>
                </a:cubicBezTo>
                <a:cubicBezTo>
                  <a:pt x="327115" y="302541"/>
                  <a:pt x="327115" y="302541"/>
                  <a:pt x="327115" y="302541"/>
                </a:cubicBezTo>
                <a:cubicBezTo>
                  <a:pt x="327115" y="314546"/>
                  <a:pt x="331910" y="328956"/>
                  <a:pt x="343942" y="336150"/>
                </a:cubicBezTo>
                <a:cubicBezTo>
                  <a:pt x="440150" y="398598"/>
                  <a:pt x="440150" y="398598"/>
                  <a:pt x="440150" y="398598"/>
                </a:cubicBezTo>
                <a:cubicBezTo>
                  <a:pt x="449762" y="403389"/>
                  <a:pt x="459396" y="405793"/>
                  <a:pt x="469007" y="403389"/>
                </a:cubicBezTo>
                <a:cubicBezTo>
                  <a:pt x="478643" y="400984"/>
                  <a:pt x="485856" y="396193"/>
                  <a:pt x="490651" y="386594"/>
                </a:cubicBezTo>
                <a:cubicBezTo>
                  <a:pt x="502683" y="369779"/>
                  <a:pt x="497866" y="348175"/>
                  <a:pt x="481039" y="338556"/>
                </a:cubicBezTo>
                <a:close/>
                <a:moveTo>
                  <a:pt x="216456" y="314546"/>
                </a:moveTo>
                <a:cubicBezTo>
                  <a:pt x="144312" y="333765"/>
                  <a:pt x="69747" y="288132"/>
                  <a:pt x="52921" y="216104"/>
                </a:cubicBezTo>
                <a:cubicBezTo>
                  <a:pt x="36072" y="144076"/>
                  <a:pt x="79382" y="69642"/>
                  <a:pt x="151526" y="52829"/>
                </a:cubicBezTo>
                <a:cubicBezTo>
                  <a:pt x="226091" y="33610"/>
                  <a:pt x="298236" y="79242"/>
                  <a:pt x="317481" y="151271"/>
                </a:cubicBezTo>
                <a:cubicBezTo>
                  <a:pt x="334330" y="225704"/>
                  <a:pt x="288623" y="297751"/>
                  <a:pt x="216456" y="31454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Freeform 36">
            <a:extLst>
              <a:ext uri="{FF2B5EF4-FFF2-40B4-BE49-F238E27FC236}">
                <a16:creationId xmlns:a16="http://schemas.microsoft.com/office/drawing/2014/main" id="{455E703C-5770-9777-3516-468A37C18A73}"/>
              </a:ext>
            </a:extLst>
          </p:cNvPr>
          <p:cNvSpPr/>
          <p:nvPr/>
        </p:nvSpPr>
        <p:spPr>
          <a:xfrm>
            <a:off x="9626600" y="2286000"/>
            <a:ext cx="443266" cy="399807"/>
          </a:xfrm>
          <a:custGeom>
            <a:avLst/>
            <a:gdLst/>
            <a:ahLst/>
            <a:cxnLst/>
            <a:rect l="l" t="t" r="r" b="b"/>
            <a:pathLst>
              <a:path w="443266" h="399807">
                <a:moveTo>
                  <a:pt x="379691" y="136305"/>
                </a:moveTo>
                <a:cubicBezTo>
                  <a:pt x="346979" y="119943"/>
                  <a:pt x="346979" y="119943"/>
                  <a:pt x="346979" y="119943"/>
                </a:cubicBezTo>
                <a:cubicBezTo>
                  <a:pt x="332449" y="129031"/>
                  <a:pt x="332449" y="129031"/>
                  <a:pt x="332449" y="129031"/>
                </a:cubicBezTo>
                <a:cubicBezTo>
                  <a:pt x="345173" y="149021"/>
                  <a:pt x="352438" y="174454"/>
                  <a:pt x="352438" y="199904"/>
                </a:cubicBezTo>
                <a:cubicBezTo>
                  <a:pt x="352438" y="283493"/>
                  <a:pt x="283403" y="352553"/>
                  <a:pt x="199840" y="352553"/>
                </a:cubicBezTo>
                <a:cubicBezTo>
                  <a:pt x="118081" y="352553"/>
                  <a:pt x="49046" y="283493"/>
                  <a:pt x="49046" y="199904"/>
                </a:cubicBezTo>
                <a:cubicBezTo>
                  <a:pt x="49046" y="116314"/>
                  <a:pt x="118081" y="49069"/>
                  <a:pt x="199840" y="49069"/>
                </a:cubicBezTo>
                <a:cubicBezTo>
                  <a:pt x="248886" y="49069"/>
                  <a:pt x="290667" y="70874"/>
                  <a:pt x="317920" y="105413"/>
                </a:cubicBezTo>
                <a:cubicBezTo>
                  <a:pt x="294300" y="121756"/>
                  <a:pt x="294300" y="121756"/>
                  <a:pt x="294300" y="121756"/>
                </a:cubicBezTo>
                <a:cubicBezTo>
                  <a:pt x="272506" y="94492"/>
                  <a:pt x="237989" y="76333"/>
                  <a:pt x="199840" y="76333"/>
                </a:cubicBezTo>
                <a:cubicBezTo>
                  <a:pt x="132611" y="76333"/>
                  <a:pt x="78125" y="132659"/>
                  <a:pt x="78125" y="199904"/>
                </a:cubicBezTo>
                <a:cubicBezTo>
                  <a:pt x="78125" y="268963"/>
                  <a:pt x="132611" y="323474"/>
                  <a:pt x="199840" y="323474"/>
                </a:cubicBezTo>
                <a:cubicBezTo>
                  <a:pt x="268874" y="323474"/>
                  <a:pt x="323359" y="268963"/>
                  <a:pt x="323359" y="199904"/>
                </a:cubicBezTo>
                <a:cubicBezTo>
                  <a:pt x="323359" y="179913"/>
                  <a:pt x="319726" y="159923"/>
                  <a:pt x="310656" y="143561"/>
                </a:cubicBezTo>
                <a:cubicBezTo>
                  <a:pt x="270680" y="169012"/>
                  <a:pt x="270680" y="169012"/>
                  <a:pt x="270680" y="169012"/>
                </a:cubicBezTo>
                <a:cubicBezTo>
                  <a:pt x="274312" y="178100"/>
                  <a:pt x="277945" y="189001"/>
                  <a:pt x="277945" y="199904"/>
                </a:cubicBezTo>
                <a:cubicBezTo>
                  <a:pt x="277945" y="243512"/>
                  <a:pt x="243427" y="278051"/>
                  <a:pt x="199840" y="278051"/>
                </a:cubicBezTo>
                <a:cubicBezTo>
                  <a:pt x="158057" y="278051"/>
                  <a:pt x="123539" y="243512"/>
                  <a:pt x="123539" y="199904"/>
                </a:cubicBezTo>
                <a:cubicBezTo>
                  <a:pt x="123539" y="158109"/>
                  <a:pt x="158057" y="123570"/>
                  <a:pt x="199840" y="123570"/>
                </a:cubicBezTo>
                <a:cubicBezTo>
                  <a:pt x="221633" y="123570"/>
                  <a:pt x="241621" y="132659"/>
                  <a:pt x="256150" y="147207"/>
                </a:cubicBezTo>
                <a:cubicBezTo>
                  <a:pt x="228897" y="163551"/>
                  <a:pt x="228897" y="163551"/>
                  <a:pt x="228897" y="163551"/>
                </a:cubicBezTo>
                <a:cubicBezTo>
                  <a:pt x="221633" y="158109"/>
                  <a:pt x="210736" y="154462"/>
                  <a:pt x="199840" y="154462"/>
                </a:cubicBezTo>
                <a:cubicBezTo>
                  <a:pt x="174393" y="154462"/>
                  <a:pt x="154424" y="174454"/>
                  <a:pt x="154424" y="199904"/>
                </a:cubicBezTo>
                <a:cubicBezTo>
                  <a:pt x="154424" y="225355"/>
                  <a:pt x="174393" y="247159"/>
                  <a:pt x="199840" y="247159"/>
                </a:cubicBezTo>
                <a:cubicBezTo>
                  <a:pt x="227091" y="247159"/>
                  <a:pt x="247059" y="225355"/>
                  <a:pt x="247059" y="199904"/>
                </a:cubicBezTo>
                <a:cubicBezTo>
                  <a:pt x="247059" y="196276"/>
                  <a:pt x="245254" y="190816"/>
                  <a:pt x="245254" y="187188"/>
                </a:cubicBezTo>
                <a:cubicBezTo>
                  <a:pt x="207104" y="210806"/>
                  <a:pt x="207104" y="210806"/>
                  <a:pt x="207104" y="210806"/>
                </a:cubicBezTo>
                <a:cubicBezTo>
                  <a:pt x="201646" y="203531"/>
                  <a:pt x="201646" y="203531"/>
                  <a:pt x="201646" y="203531"/>
                </a:cubicBezTo>
                <a:cubicBezTo>
                  <a:pt x="348806" y="105413"/>
                  <a:pt x="348806" y="105413"/>
                  <a:pt x="348806" y="105413"/>
                </a:cubicBezTo>
                <a:cubicBezTo>
                  <a:pt x="385129" y="121756"/>
                  <a:pt x="385129" y="121756"/>
                  <a:pt x="385129" y="121756"/>
                </a:cubicBezTo>
                <a:cubicBezTo>
                  <a:pt x="443266" y="83589"/>
                  <a:pt x="443266" y="83589"/>
                  <a:pt x="443266" y="83589"/>
                </a:cubicBezTo>
                <a:cubicBezTo>
                  <a:pt x="406942" y="67245"/>
                  <a:pt x="406942" y="67245"/>
                  <a:pt x="406942" y="67245"/>
                </a:cubicBezTo>
                <a:cubicBezTo>
                  <a:pt x="417840" y="61786"/>
                  <a:pt x="417840" y="61786"/>
                  <a:pt x="417840" y="61786"/>
                </a:cubicBezTo>
                <a:cubicBezTo>
                  <a:pt x="408748" y="47255"/>
                  <a:pt x="408748" y="47255"/>
                  <a:pt x="408748" y="47255"/>
                </a:cubicBezTo>
                <a:cubicBezTo>
                  <a:pt x="397852" y="52697"/>
                  <a:pt x="397852" y="52697"/>
                  <a:pt x="397852" y="52697"/>
                </a:cubicBezTo>
                <a:cubicBezTo>
                  <a:pt x="397852" y="14530"/>
                  <a:pt x="397852" y="14530"/>
                  <a:pt x="397852" y="14530"/>
                </a:cubicBezTo>
                <a:cubicBezTo>
                  <a:pt x="339714" y="52697"/>
                  <a:pt x="339714" y="52697"/>
                  <a:pt x="339714" y="52697"/>
                </a:cubicBezTo>
                <a:cubicBezTo>
                  <a:pt x="339714" y="90863"/>
                  <a:pt x="339714" y="90863"/>
                  <a:pt x="339714" y="90863"/>
                </a:cubicBezTo>
                <a:cubicBezTo>
                  <a:pt x="326991" y="99952"/>
                  <a:pt x="326991" y="99952"/>
                  <a:pt x="326991" y="99952"/>
                </a:cubicBezTo>
                <a:cubicBezTo>
                  <a:pt x="326991" y="56344"/>
                  <a:pt x="326991" y="56344"/>
                  <a:pt x="326991" y="56344"/>
                </a:cubicBezTo>
                <a:cubicBezTo>
                  <a:pt x="332449" y="50883"/>
                  <a:pt x="332449" y="50883"/>
                  <a:pt x="332449" y="50883"/>
                </a:cubicBezTo>
                <a:cubicBezTo>
                  <a:pt x="297932" y="19990"/>
                  <a:pt x="250692" y="0"/>
                  <a:pt x="199840" y="0"/>
                </a:cubicBezTo>
                <a:cubicBezTo>
                  <a:pt x="90828" y="0"/>
                  <a:pt x="0" y="90863"/>
                  <a:pt x="0" y="199904"/>
                </a:cubicBezTo>
                <a:cubicBezTo>
                  <a:pt x="0" y="310758"/>
                  <a:pt x="90828" y="399807"/>
                  <a:pt x="199840" y="399807"/>
                </a:cubicBezTo>
                <a:cubicBezTo>
                  <a:pt x="310656" y="399807"/>
                  <a:pt x="399658" y="310758"/>
                  <a:pt x="399658" y="199904"/>
                </a:cubicBezTo>
                <a:cubicBezTo>
                  <a:pt x="399658" y="176286"/>
                  <a:pt x="396025" y="152649"/>
                  <a:pt x="386955" y="130844"/>
                </a:cubicBezTo>
                <a:lnTo>
                  <a:pt x="379691" y="13630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37">
            <a:extLst>
              <a:ext uri="{FF2B5EF4-FFF2-40B4-BE49-F238E27FC236}">
                <a16:creationId xmlns:a16="http://schemas.microsoft.com/office/drawing/2014/main" id="{835F28A2-720B-7AF5-EBBD-69C57D4F785A}"/>
              </a:ext>
            </a:extLst>
          </p:cNvPr>
          <p:cNvSpPr/>
          <p:nvPr/>
        </p:nvSpPr>
        <p:spPr>
          <a:xfrm>
            <a:off x="4800600" y="2273300"/>
            <a:ext cx="311617" cy="278232"/>
          </a:xfrm>
          <a:custGeom>
            <a:avLst/>
            <a:gdLst/>
            <a:ahLst/>
            <a:cxnLst/>
            <a:rect l="l" t="t" r="r" b="b"/>
            <a:pathLst>
              <a:path w="311617" h="278232">
                <a:moveTo>
                  <a:pt x="17413" y="278232"/>
                </a:moveTo>
                <a:cubicBezTo>
                  <a:pt x="43525" y="202980"/>
                  <a:pt x="43525" y="202980"/>
                  <a:pt x="43525" y="202980"/>
                </a:cubicBezTo>
                <a:cubicBezTo>
                  <a:pt x="15668" y="180232"/>
                  <a:pt x="0" y="150490"/>
                  <a:pt x="0" y="120747"/>
                </a:cubicBezTo>
                <a:cubicBezTo>
                  <a:pt x="0" y="54242"/>
                  <a:pt x="69638" y="0"/>
                  <a:pt x="156674" y="0"/>
                </a:cubicBezTo>
                <a:cubicBezTo>
                  <a:pt x="241979" y="0"/>
                  <a:pt x="311617" y="54242"/>
                  <a:pt x="311617" y="120747"/>
                </a:cubicBezTo>
                <a:cubicBezTo>
                  <a:pt x="311617" y="185487"/>
                  <a:pt x="241979" y="239729"/>
                  <a:pt x="156674" y="239729"/>
                </a:cubicBezTo>
                <a:cubicBezTo>
                  <a:pt x="137530" y="239729"/>
                  <a:pt x="118386" y="237978"/>
                  <a:pt x="100973" y="232735"/>
                </a:cubicBezTo>
                <a:cubicBezTo>
                  <a:pt x="94004" y="236239"/>
                  <a:pt x="67892" y="248488"/>
                  <a:pt x="48748" y="260739"/>
                </a:cubicBezTo>
                <a:cubicBezTo>
                  <a:pt x="17413" y="278232"/>
                  <a:pt x="17413" y="278232"/>
                  <a:pt x="17413" y="278232"/>
                </a:cubicBezTo>
                <a:close/>
                <a:moveTo>
                  <a:pt x="156674" y="26252"/>
                </a:moveTo>
                <a:cubicBezTo>
                  <a:pt x="83560" y="26252"/>
                  <a:pt x="26112" y="68243"/>
                  <a:pt x="26112" y="120747"/>
                </a:cubicBezTo>
                <a:cubicBezTo>
                  <a:pt x="26112" y="145233"/>
                  <a:pt x="40034" y="169734"/>
                  <a:pt x="66147" y="187239"/>
                </a:cubicBezTo>
                <a:cubicBezTo>
                  <a:pt x="74860" y="192481"/>
                  <a:pt x="74860" y="192481"/>
                  <a:pt x="74860" y="192481"/>
                </a:cubicBezTo>
                <a:cubicBezTo>
                  <a:pt x="66147" y="220485"/>
                  <a:pt x="66147" y="220485"/>
                  <a:pt x="66147" y="220485"/>
                </a:cubicBezTo>
                <a:cubicBezTo>
                  <a:pt x="94004" y="204732"/>
                  <a:pt x="99226" y="204732"/>
                  <a:pt x="100973" y="204732"/>
                </a:cubicBezTo>
                <a:cubicBezTo>
                  <a:pt x="104450" y="204732"/>
                  <a:pt x="104450" y="204732"/>
                  <a:pt x="104450" y="204732"/>
                </a:cubicBezTo>
                <a:cubicBezTo>
                  <a:pt x="106195" y="206483"/>
                  <a:pt x="106195" y="206483"/>
                  <a:pt x="106195" y="206483"/>
                </a:cubicBezTo>
                <a:cubicBezTo>
                  <a:pt x="121863" y="209987"/>
                  <a:pt x="139276" y="213491"/>
                  <a:pt x="156674" y="213491"/>
                </a:cubicBezTo>
                <a:cubicBezTo>
                  <a:pt x="228058" y="213491"/>
                  <a:pt x="285505" y="171486"/>
                  <a:pt x="285505" y="120747"/>
                </a:cubicBezTo>
                <a:cubicBezTo>
                  <a:pt x="285505" y="68243"/>
                  <a:pt x="228058" y="26252"/>
                  <a:pt x="156674" y="2625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38">
            <a:extLst>
              <a:ext uri="{FF2B5EF4-FFF2-40B4-BE49-F238E27FC236}">
                <a16:creationId xmlns:a16="http://schemas.microsoft.com/office/drawing/2014/main" id="{A3A1C825-7423-A62A-99C6-BBBE7B09AB13}"/>
              </a:ext>
            </a:extLst>
          </p:cNvPr>
          <p:cNvSpPr/>
          <p:nvPr/>
        </p:nvSpPr>
        <p:spPr>
          <a:xfrm>
            <a:off x="4876800" y="23495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FB9EBB77-0209-65EC-D8AA-ECE000B6CEAC}"/>
              </a:ext>
            </a:extLst>
          </p:cNvPr>
          <p:cNvSpPr/>
          <p:nvPr/>
        </p:nvSpPr>
        <p:spPr>
          <a:xfrm>
            <a:off x="4876800" y="23876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40">
            <a:extLst>
              <a:ext uri="{FF2B5EF4-FFF2-40B4-BE49-F238E27FC236}">
                <a16:creationId xmlns:a16="http://schemas.microsoft.com/office/drawing/2014/main" id="{385F520C-B127-1568-0511-8D481B81B2A4}"/>
              </a:ext>
            </a:extLst>
          </p:cNvPr>
          <p:cNvSpPr/>
          <p:nvPr/>
        </p:nvSpPr>
        <p:spPr>
          <a:xfrm>
            <a:off x="4876800" y="24130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Freeform 41">
            <a:extLst>
              <a:ext uri="{FF2B5EF4-FFF2-40B4-BE49-F238E27FC236}">
                <a16:creationId xmlns:a16="http://schemas.microsoft.com/office/drawing/2014/main" id="{A30BC8CB-DC67-3B54-DD6F-CBB3DC865199}"/>
              </a:ext>
            </a:extLst>
          </p:cNvPr>
          <p:cNvSpPr/>
          <p:nvPr/>
        </p:nvSpPr>
        <p:spPr>
          <a:xfrm>
            <a:off x="4635500" y="2434044"/>
            <a:ext cx="221192" cy="240669"/>
          </a:xfrm>
          <a:custGeom>
            <a:avLst/>
            <a:gdLst/>
            <a:ahLst/>
            <a:cxnLst/>
            <a:rect l="l" t="t" r="r" b="b"/>
            <a:pathLst>
              <a:path w="221192" h="240669">
                <a:moveTo>
                  <a:pt x="208996" y="165682"/>
                </a:moveTo>
                <a:cubicBezTo>
                  <a:pt x="186355" y="155209"/>
                  <a:pt x="161972" y="148234"/>
                  <a:pt x="137589" y="146496"/>
                </a:cubicBezTo>
                <a:cubicBezTo>
                  <a:pt x="139330" y="139521"/>
                  <a:pt x="139330" y="134283"/>
                  <a:pt x="141072" y="129059"/>
                </a:cubicBezTo>
                <a:cubicBezTo>
                  <a:pt x="146304" y="125571"/>
                  <a:pt x="149786" y="120334"/>
                  <a:pt x="149786" y="115097"/>
                </a:cubicBezTo>
                <a:cubicBezTo>
                  <a:pt x="149786" y="109871"/>
                  <a:pt x="151526" y="104635"/>
                  <a:pt x="151526" y="99409"/>
                </a:cubicBezTo>
                <a:cubicBezTo>
                  <a:pt x="153267" y="101148"/>
                  <a:pt x="153267" y="101148"/>
                  <a:pt x="155009" y="101148"/>
                </a:cubicBezTo>
                <a:cubicBezTo>
                  <a:pt x="156750" y="101148"/>
                  <a:pt x="160231" y="99409"/>
                  <a:pt x="160231" y="97660"/>
                </a:cubicBezTo>
                <a:cubicBezTo>
                  <a:pt x="161972" y="71498"/>
                  <a:pt x="161972" y="71498"/>
                  <a:pt x="161972" y="71498"/>
                </a:cubicBezTo>
                <a:cubicBezTo>
                  <a:pt x="161972" y="69760"/>
                  <a:pt x="160231" y="66272"/>
                  <a:pt x="158490" y="66272"/>
                </a:cubicBezTo>
                <a:cubicBezTo>
                  <a:pt x="156750" y="66272"/>
                  <a:pt x="156750" y="66272"/>
                  <a:pt x="155009" y="68011"/>
                </a:cubicBezTo>
                <a:cubicBezTo>
                  <a:pt x="156750" y="62785"/>
                  <a:pt x="156750" y="57549"/>
                  <a:pt x="156750" y="52323"/>
                </a:cubicBezTo>
                <a:cubicBezTo>
                  <a:pt x="158490" y="47086"/>
                  <a:pt x="160231" y="29648"/>
                  <a:pt x="148045" y="17437"/>
                </a:cubicBezTo>
                <a:cubicBezTo>
                  <a:pt x="130626" y="0"/>
                  <a:pt x="90566" y="0"/>
                  <a:pt x="73147" y="17437"/>
                </a:cubicBezTo>
                <a:cubicBezTo>
                  <a:pt x="59220" y="29648"/>
                  <a:pt x="62701" y="47086"/>
                  <a:pt x="64442" y="52323"/>
                </a:cubicBezTo>
                <a:cubicBezTo>
                  <a:pt x="64442" y="57549"/>
                  <a:pt x="64442" y="62785"/>
                  <a:pt x="64442" y="68011"/>
                </a:cubicBezTo>
                <a:cubicBezTo>
                  <a:pt x="64442" y="66272"/>
                  <a:pt x="62701" y="66272"/>
                  <a:pt x="62701" y="66272"/>
                </a:cubicBezTo>
                <a:cubicBezTo>
                  <a:pt x="59220" y="66272"/>
                  <a:pt x="57479" y="69760"/>
                  <a:pt x="59220" y="71498"/>
                </a:cubicBezTo>
                <a:cubicBezTo>
                  <a:pt x="60961" y="97660"/>
                  <a:pt x="60961" y="97660"/>
                  <a:pt x="60961" y="97660"/>
                </a:cubicBezTo>
                <a:cubicBezTo>
                  <a:pt x="60961" y="99409"/>
                  <a:pt x="62701" y="101148"/>
                  <a:pt x="66184" y="101148"/>
                </a:cubicBezTo>
                <a:cubicBezTo>
                  <a:pt x="67925" y="101148"/>
                  <a:pt x="67925" y="101148"/>
                  <a:pt x="69666" y="99409"/>
                </a:cubicBezTo>
                <a:cubicBezTo>
                  <a:pt x="69666" y="104635"/>
                  <a:pt x="69666" y="109871"/>
                  <a:pt x="71406" y="115097"/>
                </a:cubicBezTo>
                <a:cubicBezTo>
                  <a:pt x="71406" y="120334"/>
                  <a:pt x="74888" y="125571"/>
                  <a:pt x="80120" y="129059"/>
                </a:cubicBezTo>
                <a:cubicBezTo>
                  <a:pt x="81862" y="134283"/>
                  <a:pt x="81862" y="139521"/>
                  <a:pt x="83603" y="146496"/>
                </a:cubicBezTo>
                <a:cubicBezTo>
                  <a:pt x="59220" y="148234"/>
                  <a:pt x="34837" y="155209"/>
                  <a:pt x="12196" y="165682"/>
                </a:cubicBezTo>
                <a:cubicBezTo>
                  <a:pt x="5222" y="170908"/>
                  <a:pt x="0" y="179633"/>
                  <a:pt x="0" y="188345"/>
                </a:cubicBezTo>
                <a:cubicBezTo>
                  <a:pt x="1741" y="197070"/>
                  <a:pt x="1741" y="205793"/>
                  <a:pt x="3482" y="214507"/>
                </a:cubicBezTo>
                <a:cubicBezTo>
                  <a:pt x="3482" y="221482"/>
                  <a:pt x="10446" y="228456"/>
                  <a:pt x="17419" y="230206"/>
                </a:cubicBezTo>
                <a:cubicBezTo>
                  <a:pt x="80120" y="240669"/>
                  <a:pt x="141072" y="240669"/>
                  <a:pt x="203773" y="230206"/>
                </a:cubicBezTo>
                <a:cubicBezTo>
                  <a:pt x="210746" y="228456"/>
                  <a:pt x="217710" y="221482"/>
                  <a:pt x="217710" y="214507"/>
                </a:cubicBezTo>
                <a:cubicBezTo>
                  <a:pt x="217710" y="205793"/>
                  <a:pt x="219451" y="197070"/>
                  <a:pt x="219451" y="188345"/>
                </a:cubicBezTo>
                <a:cubicBezTo>
                  <a:pt x="221192" y="179633"/>
                  <a:pt x="215970" y="170908"/>
                  <a:pt x="208996" y="16568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Freeform 42">
            <a:extLst>
              <a:ext uri="{FF2B5EF4-FFF2-40B4-BE49-F238E27FC236}">
                <a16:creationId xmlns:a16="http://schemas.microsoft.com/office/drawing/2014/main" id="{A52BC4D1-8C2D-4263-C388-5C64EE40BA91}"/>
              </a:ext>
            </a:extLst>
          </p:cNvPr>
          <p:cNvSpPr/>
          <p:nvPr/>
        </p:nvSpPr>
        <p:spPr>
          <a:xfrm>
            <a:off x="2362200" y="2260600"/>
            <a:ext cx="25706" cy="63586"/>
          </a:xfrm>
          <a:custGeom>
            <a:avLst/>
            <a:gdLst/>
            <a:ahLst/>
            <a:cxnLst/>
            <a:rect l="l" t="t" r="r" b="b"/>
            <a:pathLst>
              <a:path w="25706" h="63586">
                <a:moveTo>
                  <a:pt x="13710" y="63586"/>
                </a:moveTo>
                <a:cubicBezTo>
                  <a:pt x="6855" y="63586"/>
                  <a:pt x="0" y="56892"/>
                  <a:pt x="0" y="50201"/>
                </a:cubicBezTo>
                <a:cubicBezTo>
                  <a:pt x="0" y="11713"/>
                  <a:pt x="0" y="11713"/>
                  <a:pt x="0" y="11713"/>
                </a:cubicBezTo>
                <a:cubicBezTo>
                  <a:pt x="0" y="5019"/>
                  <a:pt x="6855" y="0"/>
                  <a:pt x="13710" y="0"/>
                </a:cubicBezTo>
                <a:cubicBezTo>
                  <a:pt x="20565" y="0"/>
                  <a:pt x="25706" y="5019"/>
                  <a:pt x="25706" y="11713"/>
                </a:cubicBezTo>
                <a:cubicBezTo>
                  <a:pt x="25706" y="50201"/>
                  <a:pt x="25706" y="50201"/>
                  <a:pt x="25706" y="50201"/>
                </a:cubicBezTo>
                <a:cubicBezTo>
                  <a:pt x="25706" y="56892"/>
                  <a:pt x="20565" y="63586"/>
                  <a:pt x="13710" y="635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Freeform 43">
            <a:extLst>
              <a:ext uri="{FF2B5EF4-FFF2-40B4-BE49-F238E27FC236}">
                <a16:creationId xmlns:a16="http://schemas.microsoft.com/office/drawing/2014/main" id="{9B0B4C7B-BB97-02D8-33C7-3C718F3BACB8}"/>
              </a:ext>
            </a:extLst>
          </p:cNvPr>
          <p:cNvSpPr/>
          <p:nvPr/>
        </p:nvSpPr>
        <p:spPr>
          <a:xfrm>
            <a:off x="2258978" y="2271599"/>
            <a:ext cx="47352" cy="59527"/>
          </a:xfrm>
          <a:custGeom>
            <a:avLst/>
            <a:gdLst/>
            <a:ahLst/>
            <a:cxnLst/>
            <a:rect l="l" t="t" r="r" b="b"/>
            <a:pathLst>
              <a:path w="47352" h="59527">
                <a:moveTo>
                  <a:pt x="33824" y="59528"/>
                </a:moveTo>
                <a:cubicBezTo>
                  <a:pt x="28749" y="59528"/>
                  <a:pt x="25366" y="57827"/>
                  <a:pt x="21986" y="54426"/>
                </a:cubicBezTo>
                <a:cubicBezTo>
                  <a:pt x="3382" y="20411"/>
                  <a:pt x="3382" y="20411"/>
                  <a:pt x="3382" y="20411"/>
                </a:cubicBezTo>
                <a:cubicBezTo>
                  <a:pt x="0" y="13606"/>
                  <a:pt x="1691" y="6805"/>
                  <a:pt x="6766" y="3402"/>
                </a:cubicBezTo>
                <a:cubicBezTo>
                  <a:pt x="13528" y="0"/>
                  <a:pt x="20294" y="1701"/>
                  <a:pt x="23676" y="8506"/>
                </a:cubicBezTo>
                <a:cubicBezTo>
                  <a:pt x="43970" y="42521"/>
                  <a:pt x="43970" y="42521"/>
                  <a:pt x="43970" y="42521"/>
                </a:cubicBezTo>
                <a:cubicBezTo>
                  <a:pt x="47352" y="47623"/>
                  <a:pt x="45662" y="56127"/>
                  <a:pt x="38896" y="59528"/>
                </a:cubicBezTo>
                <a:cubicBezTo>
                  <a:pt x="37205" y="59528"/>
                  <a:pt x="35514" y="59528"/>
                  <a:pt x="33824" y="595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Freeform 44">
            <a:extLst>
              <a:ext uri="{FF2B5EF4-FFF2-40B4-BE49-F238E27FC236}">
                <a16:creationId xmlns:a16="http://schemas.microsoft.com/office/drawing/2014/main" id="{88E159D1-E204-7C76-81CE-D83A54D58A79}"/>
              </a:ext>
            </a:extLst>
          </p:cNvPr>
          <p:cNvSpPr/>
          <p:nvPr/>
        </p:nvSpPr>
        <p:spPr>
          <a:xfrm>
            <a:off x="2195417" y="23477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47096" y="45997"/>
                </a:moveTo>
                <a:cubicBezTo>
                  <a:pt x="45413" y="45997"/>
                  <a:pt x="43730" y="45997"/>
                  <a:pt x="42051" y="44294"/>
                </a:cubicBezTo>
                <a:cubicBezTo>
                  <a:pt x="8410" y="23851"/>
                  <a:pt x="8410" y="23851"/>
                  <a:pt x="8410" y="23851"/>
                </a:cubicBezTo>
                <a:cubicBezTo>
                  <a:pt x="1683" y="20443"/>
                  <a:pt x="0" y="13628"/>
                  <a:pt x="3366" y="8518"/>
                </a:cubicBezTo>
                <a:cubicBezTo>
                  <a:pt x="6727" y="1703"/>
                  <a:pt x="15137" y="0"/>
                  <a:pt x="20183" y="3406"/>
                </a:cubicBezTo>
                <a:cubicBezTo>
                  <a:pt x="53823" y="23851"/>
                  <a:pt x="53823" y="23851"/>
                  <a:pt x="53823" y="23851"/>
                </a:cubicBezTo>
                <a:cubicBezTo>
                  <a:pt x="58869" y="27257"/>
                  <a:pt x="62233" y="34071"/>
                  <a:pt x="58869" y="39182"/>
                </a:cubicBezTo>
                <a:cubicBezTo>
                  <a:pt x="55506" y="44294"/>
                  <a:pt x="52140" y="45997"/>
                  <a:pt x="4709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Freeform 45">
            <a:extLst>
              <a:ext uri="{FF2B5EF4-FFF2-40B4-BE49-F238E27FC236}">
                <a16:creationId xmlns:a16="http://schemas.microsoft.com/office/drawing/2014/main" id="{5BC79689-18A2-D5FF-B2C2-70E6F90DED15}"/>
              </a:ext>
            </a:extLst>
          </p:cNvPr>
          <p:cNvSpPr/>
          <p:nvPr/>
        </p:nvSpPr>
        <p:spPr>
          <a:xfrm>
            <a:off x="2159000" y="2451100"/>
            <a:ext cx="63588" cy="22998"/>
          </a:xfrm>
          <a:custGeom>
            <a:avLst/>
            <a:gdLst/>
            <a:ahLst/>
            <a:cxnLst/>
            <a:rect l="l" t="t" r="r" b="b"/>
            <a:pathLst>
              <a:path w="63588" h="22998">
                <a:moveTo>
                  <a:pt x="51873" y="22998"/>
                </a:moveTo>
                <a:cubicBezTo>
                  <a:pt x="13386" y="22998"/>
                  <a:pt x="13386" y="22998"/>
                  <a:pt x="13386" y="22998"/>
                </a:cubicBezTo>
                <a:cubicBezTo>
                  <a:pt x="6694" y="22998"/>
                  <a:pt x="0" y="18070"/>
                  <a:pt x="0" y="11500"/>
                </a:cubicBezTo>
                <a:cubicBezTo>
                  <a:pt x="0" y="4929"/>
                  <a:pt x="6694" y="0"/>
                  <a:pt x="13386" y="0"/>
                </a:cubicBezTo>
                <a:cubicBezTo>
                  <a:pt x="51873" y="0"/>
                  <a:pt x="51873" y="0"/>
                  <a:pt x="51873" y="0"/>
                </a:cubicBezTo>
                <a:cubicBezTo>
                  <a:pt x="58567" y="0"/>
                  <a:pt x="63588" y="4929"/>
                  <a:pt x="63588" y="11500"/>
                </a:cubicBezTo>
                <a:cubicBezTo>
                  <a:pt x="63588" y="18070"/>
                  <a:pt x="58567" y="22998"/>
                  <a:pt x="51873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Freeform 46">
            <a:extLst>
              <a:ext uri="{FF2B5EF4-FFF2-40B4-BE49-F238E27FC236}">
                <a16:creationId xmlns:a16="http://schemas.microsoft.com/office/drawing/2014/main" id="{6A96BFDD-92D8-2BD0-18BD-C600C71DE98D}"/>
              </a:ext>
            </a:extLst>
          </p:cNvPr>
          <p:cNvSpPr/>
          <p:nvPr/>
        </p:nvSpPr>
        <p:spPr>
          <a:xfrm>
            <a:off x="2182390" y="2525664"/>
            <a:ext cx="62233" cy="45998"/>
          </a:xfrm>
          <a:custGeom>
            <a:avLst/>
            <a:gdLst/>
            <a:ahLst/>
            <a:cxnLst/>
            <a:rect l="l" t="t" r="r" b="b"/>
            <a:pathLst>
              <a:path w="62233" h="45998">
                <a:moveTo>
                  <a:pt x="15137" y="45998"/>
                </a:moveTo>
                <a:cubicBezTo>
                  <a:pt x="10091" y="45998"/>
                  <a:pt x="6727" y="42592"/>
                  <a:pt x="3364" y="39185"/>
                </a:cubicBezTo>
                <a:cubicBezTo>
                  <a:pt x="0" y="34073"/>
                  <a:pt x="3364" y="25555"/>
                  <a:pt x="8410" y="22148"/>
                </a:cubicBezTo>
                <a:cubicBezTo>
                  <a:pt x="42049" y="3408"/>
                  <a:pt x="42049" y="3408"/>
                  <a:pt x="42049" y="3408"/>
                </a:cubicBezTo>
                <a:cubicBezTo>
                  <a:pt x="48776" y="0"/>
                  <a:pt x="55504" y="1705"/>
                  <a:pt x="58867" y="6815"/>
                </a:cubicBezTo>
                <a:cubicBezTo>
                  <a:pt x="62232" y="13630"/>
                  <a:pt x="60549" y="20445"/>
                  <a:pt x="53822" y="23852"/>
                </a:cubicBezTo>
                <a:cubicBezTo>
                  <a:pt x="20181" y="44295"/>
                  <a:pt x="20181" y="44295"/>
                  <a:pt x="20181" y="44295"/>
                </a:cubicBezTo>
                <a:cubicBezTo>
                  <a:pt x="18502" y="44295"/>
                  <a:pt x="16819" y="45998"/>
                  <a:pt x="15137" y="45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Freeform 47">
            <a:extLst>
              <a:ext uri="{FF2B5EF4-FFF2-40B4-BE49-F238E27FC236}">
                <a16:creationId xmlns:a16="http://schemas.microsoft.com/office/drawing/2014/main" id="{8F783BDC-3B95-4352-99DF-5D7E16BC892E}"/>
              </a:ext>
            </a:extLst>
          </p:cNvPr>
          <p:cNvSpPr/>
          <p:nvPr/>
        </p:nvSpPr>
        <p:spPr>
          <a:xfrm>
            <a:off x="2500217" y="2538297"/>
            <a:ext cx="62235" cy="45997"/>
          </a:xfrm>
          <a:custGeom>
            <a:avLst/>
            <a:gdLst/>
            <a:ahLst/>
            <a:cxnLst/>
            <a:rect l="l" t="t" r="r" b="b"/>
            <a:pathLst>
              <a:path w="62235" h="45997">
                <a:moveTo>
                  <a:pt x="48780" y="45997"/>
                </a:moveTo>
                <a:cubicBezTo>
                  <a:pt x="45415" y="45997"/>
                  <a:pt x="43733" y="45997"/>
                  <a:pt x="42052" y="44294"/>
                </a:cubicBezTo>
                <a:cubicBezTo>
                  <a:pt x="8410" y="25554"/>
                  <a:pt x="8410" y="25554"/>
                  <a:pt x="8410" y="25554"/>
                </a:cubicBezTo>
                <a:cubicBezTo>
                  <a:pt x="1683" y="22146"/>
                  <a:pt x="0" y="13628"/>
                  <a:pt x="3366" y="8518"/>
                </a:cubicBezTo>
                <a:cubicBezTo>
                  <a:pt x="6729" y="1703"/>
                  <a:pt x="15139" y="0"/>
                  <a:pt x="20183" y="3406"/>
                </a:cubicBezTo>
                <a:cubicBezTo>
                  <a:pt x="53825" y="23851"/>
                  <a:pt x="53825" y="23851"/>
                  <a:pt x="53825" y="23851"/>
                </a:cubicBezTo>
                <a:cubicBezTo>
                  <a:pt x="60553" y="27257"/>
                  <a:pt x="62235" y="34071"/>
                  <a:pt x="58870" y="39182"/>
                </a:cubicBezTo>
                <a:cubicBezTo>
                  <a:pt x="57191" y="44294"/>
                  <a:pt x="52143" y="45997"/>
                  <a:pt x="48780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Freeform 48">
            <a:extLst>
              <a:ext uri="{FF2B5EF4-FFF2-40B4-BE49-F238E27FC236}">
                <a16:creationId xmlns:a16="http://schemas.microsoft.com/office/drawing/2014/main" id="{5FD30585-1182-1E87-DBED-249A98131618}"/>
              </a:ext>
            </a:extLst>
          </p:cNvPr>
          <p:cNvSpPr/>
          <p:nvPr/>
        </p:nvSpPr>
        <p:spPr>
          <a:xfrm>
            <a:off x="2527300" y="2463800"/>
            <a:ext cx="62234" cy="22998"/>
          </a:xfrm>
          <a:custGeom>
            <a:avLst/>
            <a:gdLst/>
            <a:ahLst/>
            <a:cxnLst/>
            <a:rect l="l" t="t" r="r" b="b"/>
            <a:pathLst>
              <a:path w="62234" h="22998">
                <a:moveTo>
                  <a:pt x="50461" y="22998"/>
                </a:moveTo>
                <a:cubicBezTo>
                  <a:pt x="11773" y="22998"/>
                  <a:pt x="11773" y="22998"/>
                  <a:pt x="11773" y="22998"/>
                </a:cubicBezTo>
                <a:cubicBezTo>
                  <a:pt x="5044" y="22998"/>
                  <a:pt x="0" y="18070"/>
                  <a:pt x="0" y="11500"/>
                </a:cubicBezTo>
                <a:cubicBezTo>
                  <a:pt x="0" y="4929"/>
                  <a:pt x="5044" y="0"/>
                  <a:pt x="11773" y="0"/>
                </a:cubicBezTo>
                <a:cubicBezTo>
                  <a:pt x="50461" y="0"/>
                  <a:pt x="50461" y="0"/>
                  <a:pt x="50461" y="0"/>
                </a:cubicBezTo>
                <a:cubicBezTo>
                  <a:pt x="57189" y="0"/>
                  <a:pt x="62234" y="4929"/>
                  <a:pt x="62234" y="11500"/>
                </a:cubicBezTo>
                <a:cubicBezTo>
                  <a:pt x="62234" y="18070"/>
                  <a:pt x="57189" y="22998"/>
                  <a:pt x="50461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Freeform 49">
            <a:extLst>
              <a:ext uri="{FF2B5EF4-FFF2-40B4-BE49-F238E27FC236}">
                <a16:creationId xmlns:a16="http://schemas.microsoft.com/office/drawing/2014/main" id="{3957F574-629D-1D0F-C4CB-1A4F6EC922D2}"/>
              </a:ext>
            </a:extLst>
          </p:cNvPr>
          <p:cNvSpPr/>
          <p:nvPr/>
        </p:nvSpPr>
        <p:spPr>
          <a:xfrm>
            <a:off x="2500217" y="23604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13456" y="45997"/>
                </a:moveTo>
                <a:cubicBezTo>
                  <a:pt x="10093" y="45997"/>
                  <a:pt x="5045" y="44294"/>
                  <a:pt x="3366" y="40886"/>
                </a:cubicBezTo>
                <a:cubicBezTo>
                  <a:pt x="0" y="34071"/>
                  <a:pt x="1683" y="27257"/>
                  <a:pt x="8410" y="23851"/>
                </a:cubicBezTo>
                <a:cubicBezTo>
                  <a:pt x="42051" y="3406"/>
                  <a:pt x="42051" y="3406"/>
                  <a:pt x="42051" y="3406"/>
                </a:cubicBezTo>
                <a:cubicBezTo>
                  <a:pt x="47096" y="0"/>
                  <a:pt x="55506" y="1703"/>
                  <a:pt x="58869" y="8518"/>
                </a:cubicBezTo>
                <a:cubicBezTo>
                  <a:pt x="62233" y="13628"/>
                  <a:pt x="58869" y="22146"/>
                  <a:pt x="53823" y="25554"/>
                </a:cubicBezTo>
                <a:cubicBezTo>
                  <a:pt x="20183" y="44294"/>
                  <a:pt x="20183" y="44294"/>
                  <a:pt x="20183" y="44294"/>
                </a:cubicBezTo>
                <a:cubicBezTo>
                  <a:pt x="18503" y="45997"/>
                  <a:pt x="15137" y="45997"/>
                  <a:pt x="1345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Freeform 50">
            <a:extLst>
              <a:ext uri="{FF2B5EF4-FFF2-40B4-BE49-F238E27FC236}">
                <a16:creationId xmlns:a16="http://schemas.microsoft.com/office/drawing/2014/main" id="{4A9A299C-F477-027A-74D7-6CA3D55F16EC}"/>
              </a:ext>
            </a:extLst>
          </p:cNvPr>
          <p:cNvSpPr/>
          <p:nvPr/>
        </p:nvSpPr>
        <p:spPr>
          <a:xfrm>
            <a:off x="2449431" y="2284368"/>
            <a:ext cx="48705" cy="59527"/>
          </a:xfrm>
          <a:custGeom>
            <a:avLst/>
            <a:gdLst/>
            <a:ahLst/>
            <a:cxnLst/>
            <a:rect l="l" t="t" r="r" b="b"/>
            <a:pathLst>
              <a:path w="48705" h="59527">
                <a:moveTo>
                  <a:pt x="13916" y="59527"/>
                </a:moveTo>
                <a:cubicBezTo>
                  <a:pt x="12177" y="59527"/>
                  <a:pt x="8697" y="59527"/>
                  <a:pt x="6959" y="57827"/>
                </a:cubicBezTo>
                <a:cubicBezTo>
                  <a:pt x="1739" y="54426"/>
                  <a:pt x="0" y="47621"/>
                  <a:pt x="3480" y="40818"/>
                </a:cubicBezTo>
                <a:cubicBezTo>
                  <a:pt x="22614" y="6805"/>
                  <a:pt x="22614" y="6805"/>
                  <a:pt x="22614" y="6805"/>
                </a:cubicBezTo>
                <a:cubicBezTo>
                  <a:pt x="26091" y="1701"/>
                  <a:pt x="33049" y="0"/>
                  <a:pt x="40008" y="3401"/>
                </a:cubicBezTo>
                <a:cubicBezTo>
                  <a:pt x="45226" y="6805"/>
                  <a:pt x="48705" y="13606"/>
                  <a:pt x="45226" y="18710"/>
                </a:cubicBezTo>
                <a:cubicBezTo>
                  <a:pt x="24352" y="54426"/>
                  <a:pt x="24352" y="54426"/>
                  <a:pt x="24352" y="54426"/>
                </a:cubicBezTo>
                <a:cubicBezTo>
                  <a:pt x="22614" y="57827"/>
                  <a:pt x="17394" y="59527"/>
                  <a:pt x="13916" y="595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Freeform 51">
            <a:extLst>
              <a:ext uri="{FF2B5EF4-FFF2-40B4-BE49-F238E27FC236}">
                <a16:creationId xmlns:a16="http://schemas.microsoft.com/office/drawing/2014/main" id="{6E688BC9-B9EF-28A1-0AF7-4D0ACD5AC80B}"/>
              </a:ext>
            </a:extLst>
          </p:cNvPr>
          <p:cNvSpPr/>
          <p:nvPr/>
        </p:nvSpPr>
        <p:spPr>
          <a:xfrm>
            <a:off x="2260600" y="2362200"/>
            <a:ext cx="228639" cy="274634"/>
          </a:xfrm>
          <a:custGeom>
            <a:avLst/>
            <a:gdLst/>
            <a:ahLst/>
            <a:cxnLst/>
            <a:rect l="l" t="t" r="r" b="b"/>
            <a:pathLst>
              <a:path w="228639" h="274634">
                <a:moveTo>
                  <a:pt x="228639" y="113579"/>
                </a:moveTo>
                <a:cubicBezTo>
                  <a:pt x="228639" y="50858"/>
                  <a:pt x="177449" y="0"/>
                  <a:pt x="114319" y="0"/>
                </a:cubicBezTo>
                <a:cubicBezTo>
                  <a:pt x="51190" y="0"/>
                  <a:pt x="0" y="50858"/>
                  <a:pt x="0" y="113579"/>
                </a:cubicBezTo>
                <a:cubicBezTo>
                  <a:pt x="0" y="116973"/>
                  <a:pt x="0" y="120368"/>
                  <a:pt x="0" y="123750"/>
                </a:cubicBezTo>
                <a:cubicBezTo>
                  <a:pt x="0" y="125454"/>
                  <a:pt x="1704" y="169523"/>
                  <a:pt x="44362" y="223775"/>
                </a:cubicBezTo>
                <a:cubicBezTo>
                  <a:pt x="58017" y="240725"/>
                  <a:pt x="52894" y="274634"/>
                  <a:pt x="52894" y="274634"/>
                </a:cubicBezTo>
                <a:cubicBezTo>
                  <a:pt x="69957" y="274634"/>
                  <a:pt x="87020" y="274634"/>
                  <a:pt x="105788" y="274634"/>
                </a:cubicBezTo>
                <a:cubicBezTo>
                  <a:pt x="110912" y="274634"/>
                  <a:pt x="116023" y="274634"/>
                  <a:pt x="121147" y="274634"/>
                </a:cubicBezTo>
                <a:cubicBezTo>
                  <a:pt x="139915" y="274634"/>
                  <a:pt x="156977" y="274634"/>
                  <a:pt x="174041" y="274634"/>
                </a:cubicBezTo>
                <a:cubicBezTo>
                  <a:pt x="174041" y="274634"/>
                  <a:pt x="168918" y="240725"/>
                  <a:pt x="182573" y="223775"/>
                </a:cubicBezTo>
                <a:cubicBezTo>
                  <a:pt x="225231" y="169523"/>
                  <a:pt x="228639" y="125454"/>
                  <a:pt x="226935" y="123750"/>
                </a:cubicBezTo>
                <a:cubicBezTo>
                  <a:pt x="226935" y="120368"/>
                  <a:pt x="228639" y="116973"/>
                  <a:pt x="228639" y="113579"/>
                </a:cubicBezTo>
                <a:close/>
                <a:moveTo>
                  <a:pt x="100665" y="254291"/>
                </a:moveTo>
                <a:cubicBezTo>
                  <a:pt x="100665" y="200038"/>
                  <a:pt x="100665" y="200038"/>
                  <a:pt x="100665" y="200038"/>
                </a:cubicBezTo>
                <a:cubicBezTo>
                  <a:pt x="100665" y="198347"/>
                  <a:pt x="100665" y="198347"/>
                  <a:pt x="98961" y="196656"/>
                </a:cubicBezTo>
                <a:cubicBezTo>
                  <a:pt x="76784" y="154266"/>
                  <a:pt x="76784" y="154266"/>
                  <a:pt x="76784" y="154266"/>
                </a:cubicBezTo>
                <a:cubicBezTo>
                  <a:pt x="78489" y="154266"/>
                  <a:pt x="80193" y="154266"/>
                  <a:pt x="81897" y="152574"/>
                </a:cubicBezTo>
                <a:cubicBezTo>
                  <a:pt x="85316" y="152574"/>
                  <a:pt x="88725" y="149179"/>
                  <a:pt x="92133" y="147489"/>
                </a:cubicBezTo>
                <a:cubicBezTo>
                  <a:pt x="95552" y="150884"/>
                  <a:pt x="100665" y="154266"/>
                  <a:pt x="104084" y="154266"/>
                </a:cubicBezTo>
                <a:cubicBezTo>
                  <a:pt x="110912" y="155969"/>
                  <a:pt x="117728" y="152574"/>
                  <a:pt x="124555" y="147489"/>
                </a:cubicBezTo>
                <a:cubicBezTo>
                  <a:pt x="124555" y="147489"/>
                  <a:pt x="124555" y="147489"/>
                  <a:pt x="124555" y="149179"/>
                </a:cubicBezTo>
                <a:cubicBezTo>
                  <a:pt x="127974" y="154266"/>
                  <a:pt x="133087" y="155969"/>
                  <a:pt x="136506" y="155969"/>
                </a:cubicBezTo>
                <a:cubicBezTo>
                  <a:pt x="138210" y="155969"/>
                  <a:pt x="138210" y="155969"/>
                  <a:pt x="138210" y="155969"/>
                </a:cubicBezTo>
                <a:cubicBezTo>
                  <a:pt x="139915" y="155969"/>
                  <a:pt x="141619" y="155969"/>
                  <a:pt x="143323" y="154266"/>
                </a:cubicBezTo>
                <a:cubicBezTo>
                  <a:pt x="121147" y="196656"/>
                  <a:pt x="121147" y="196656"/>
                  <a:pt x="121147" y="196656"/>
                </a:cubicBezTo>
                <a:cubicBezTo>
                  <a:pt x="121147" y="198347"/>
                  <a:pt x="121147" y="198347"/>
                  <a:pt x="121147" y="200038"/>
                </a:cubicBezTo>
                <a:cubicBezTo>
                  <a:pt x="121147" y="254291"/>
                  <a:pt x="121147" y="254291"/>
                  <a:pt x="121147" y="254291"/>
                </a:cubicBezTo>
                <a:lnTo>
                  <a:pt x="100665" y="254291"/>
                </a:lnTo>
                <a:close/>
                <a:moveTo>
                  <a:pt x="93848" y="122060"/>
                </a:moveTo>
                <a:cubicBezTo>
                  <a:pt x="93848" y="122060"/>
                  <a:pt x="93848" y="122060"/>
                  <a:pt x="93848" y="122060"/>
                </a:cubicBezTo>
                <a:cubicBezTo>
                  <a:pt x="93848" y="122060"/>
                  <a:pt x="93848" y="122060"/>
                  <a:pt x="95552" y="122060"/>
                </a:cubicBezTo>
                <a:cubicBezTo>
                  <a:pt x="97257" y="122060"/>
                  <a:pt x="97257" y="122060"/>
                  <a:pt x="97257" y="125454"/>
                </a:cubicBezTo>
                <a:cubicBezTo>
                  <a:pt x="97257" y="127145"/>
                  <a:pt x="95552" y="130541"/>
                  <a:pt x="93848" y="135626"/>
                </a:cubicBezTo>
                <a:cubicBezTo>
                  <a:pt x="92133" y="128836"/>
                  <a:pt x="92133" y="123750"/>
                  <a:pt x="93848" y="122060"/>
                </a:cubicBezTo>
                <a:close/>
                <a:moveTo>
                  <a:pt x="126260" y="120368"/>
                </a:moveTo>
                <a:cubicBezTo>
                  <a:pt x="126260" y="118665"/>
                  <a:pt x="127974" y="118665"/>
                  <a:pt x="127974" y="118665"/>
                </a:cubicBezTo>
                <a:cubicBezTo>
                  <a:pt x="127974" y="118665"/>
                  <a:pt x="127974" y="118665"/>
                  <a:pt x="127974" y="118665"/>
                </a:cubicBezTo>
                <a:cubicBezTo>
                  <a:pt x="129678" y="118665"/>
                  <a:pt x="129678" y="118665"/>
                  <a:pt x="129678" y="118665"/>
                </a:cubicBezTo>
                <a:cubicBezTo>
                  <a:pt x="129678" y="120368"/>
                  <a:pt x="129678" y="125454"/>
                  <a:pt x="126260" y="132231"/>
                </a:cubicBezTo>
                <a:cubicBezTo>
                  <a:pt x="124555" y="127145"/>
                  <a:pt x="124555" y="122060"/>
                  <a:pt x="126260" y="120368"/>
                </a:cubicBezTo>
                <a:close/>
                <a:moveTo>
                  <a:pt x="208167" y="116973"/>
                </a:moveTo>
                <a:cubicBezTo>
                  <a:pt x="206452" y="130541"/>
                  <a:pt x="206452" y="130541"/>
                  <a:pt x="206452" y="130541"/>
                </a:cubicBezTo>
                <a:cubicBezTo>
                  <a:pt x="206452" y="130541"/>
                  <a:pt x="206452" y="130541"/>
                  <a:pt x="206452" y="130541"/>
                </a:cubicBezTo>
                <a:cubicBezTo>
                  <a:pt x="204748" y="142403"/>
                  <a:pt x="196216" y="174608"/>
                  <a:pt x="167213" y="211913"/>
                </a:cubicBezTo>
                <a:cubicBezTo>
                  <a:pt x="156977" y="223775"/>
                  <a:pt x="153558" y="240725"/>
                  <a:pt x="153558" y="254291"/>
                </a:cubicBezTo>
                <a:cubicBezTo>
                  <a:pt x="134791" y="254291"/>
                  <a:pt x="134791" y="254291"/>
                  <a:pt x="134791" y="254291"/>
                </a:cubicBezTo>
                <a:cubicBezTo>
                  <a:pt x="134791" y="201742"/>
                  <a:pt x="134791" y="201742"/>
                  <a:pt x="134791" y="201742"/>
                </a:cubicBezTo>
                <a:cubicBezTo>
                  <a:pt x="160386" y="152574"/>
                  <a:pt x="160386" y="152574"/>
                  <a:pt x="160386" y="152574"/>
                </a:cubicBezTo>
                <a:cubicBezTo>
                  <a:pt x="162090" y="149179"/>
                  <a:pt x="160386" y="144094"/>
                  <a:pt x="156977" y="142403"/>
                </a:cubicBezTo>
                <a:cubicBezTo>
                  <a:pt x="153558" y="140712"/>
                  <a:pt x="150151" y="142403"/>
                  <a:pt x="148446" y="145797"/>
                </a:cubicBezTo>
                <a:cubicBezTo>
                  <a:pt x="145026" y="147489"/>
                  <a:pt x="141619" y="149179"/>
                  <a:pt x="138210" y="149179"/>
                </a:cubicBezTo>
                <a:cubicBezTo>
                  <a:pt x="134791" y="149179"/>
                  <a:pt x="133087" y="147489"/>
                  <a:pt x="131383" y="144094"/>
                </a:cubicBezTo>
                <a:cubicBezTo>
                  <a:pt x="129678" y="144094"/>
                  <a:pt x="129678" y="142403"/>
                  <a:pt x="127974" y="140712"/>
                </a:cubicBezTo>
                <a:cubicBezTo>
                  <a:pt x="127974" y="140712"/>
                  <a:pt x="127974" y="140712"/>
                  <a:pt x="127974" y="140712"/>
                </a:cubicBezTo>
                <a:cubicBezTo>
                  <a:pt x="134791" y="132231"/>
                  <a:pt x="138210" y="122060"/>
                  <a:pt x="134791" y="115283"/>
                </a:cubicBezTo>
                <a:cubicBezTo>
                  <a:pt x="134791" y="111888"/>
                  <a:pt x="131383" y="110197"/>
                  <a:pt x="127974" y="111888"/>
                </a:cubicBezTo>
                <a:cubicBezTo>
                  <a:pt x="124555" y="111888"/>
                  <a:pt x="121147" y="113579"/>
                  <a:pt x="119442" y="116973"/>
                </a:cubicBezTo>
                <a:cubicBezTo>
                  <a:pt x="117728" y="122060"/>
                  <a:pt x="117728" y="132231"/>
                  <a:pt x="121147" y="139008"/>
                </a:cubicBezTo>
                <a:cubicBezTo>
                  <a:pt x="116023" y="144094"/>
                  <a:pt x="110912" y="149179"/>
                  <a:pt x="105788" y="147489"/>
                </a:cubicBezTo>
                <a:cubicBezTo>
                  <a:pt x="102380" y="147489"/>
                  <a:pt x="98961" y="145797"/>
                  <a:pt x="97257" y="142403"/>
                </a:cubicBezTo>
                <a:cubicBezTo>
                  <a:pt x="102380" y="135626"/>
                  <a:pt x="104084" y="130541"/>
                  <a:pt x="104084" y="123750"/>
                </a:cubicBezTo>
                <a:cubicBezTo>
                  <a:pt x="104084" y="120368"/>
                  <a:pt x="102380" y="115283"/>
                  <a:pt x="97257" y="115283"/>
                </a:cubicBezTo>
                <a:cubicBezTo>
                  <a:pt x="93848" y="113579"/>
                  <a:pt x="90429" y="115283"/>
                  <a:pt x="88725" y="116973"/>
                </a:cubicBezTo>
                <a:cubicBezTo>
                  <a:pt x="83612" y="122060"/>
                  <a:pt x="85316" y="130541"/>
                  <a:pt x="87020" y="137317"/>
                </a:cubicBezTo>
                <a:cubicBezTo>
                  <a:pt x="87020" y="139008"/>
                  <a:pt x="87020" y="140712"/>
                  <a:pt x="88725" y="140712"/>
                </a:cubicBezTo>
                <a:cubicBezTo>
                  <a:pt x="85316" y="144094"/>
                  <a:pt x="81897" y="145797"/>
                  <a:pt x="80193" y="147489"/>
                </a:cubicBezTo>
                <a:cubicBezTo>
                  <a:pt x="76784" y="147489"/>
                  <a:pt x="75080" y="147489"/>
                  <a:pt x="73365" y="147489"/>
                </a:cubicBezTo>
                <a:cubicBezTo>
                  <a:pt x="73365" y="145797"/>
                  <a:pt x="73365" y="145797"/>
                  <a:pt x="73365" y="145797"/>
                </a:cubicBezTo>
                <a:cubicBezTo>
                  <a:pt x="71661" y="142403"/>
                  <a:pt x="68254" y="140712"/>
                  <a:pt x="64834" y="142403"/>
                </a:cubicBezTo>
                <a:cubicBezTo>
                  <a:pt x="64834" y="142403"/>
                  <a:pt x="64834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59722" y="144094"/>
                  <a:pt x="59722" y="149179"/>
                  <a:pt x="61426" y="152574"/>
                </a:cubicBezTo>
                <a:cubicBezTo>
                  <a:pt x="87020" y="201742"/>
                  <a:pt x="87020" y="201742"/>
                  <a:pt x="87020" y="201742"/>
                </a:cubicBezTo>
                <a:cubicBezTo>
                  <a:pt x="87020" y="254291"/>
                  <a:pt x="87020" y="254291"/>
                  <a:pt x="87020" y="254291"/>
                </a:cubicBezTo>
                <a:cubicBezTo>
                  <a:pt x="73365" y="254291"/>
                  <a:pt x="73365" y="254291"/>
                  <a:pt x="73365" y="254291"/>
                </a:cubicBezTo>
                <a:cubicBezTo>
                  <a:pt x="73365" y="240725"/>
                  <a:pt x="69957" y="223775"/>
                  <a:pt x="61426" y="211913"/>
                </a:cubicBezTo>
                <a:cubicBezTo>
                  <a:pt x="30707" y="174608"/>
                  <a:pt x="22187" y="142403"/>
                  <a:pt x="20471" y="130541"/>
                </a:cubicBezTo>
                <a:cubicBezTo>
                  <a:pt x="20471" y="130541"/>
                  <a:pt x="20471" y="130541"/>
                  <a:pt x="20471" y="130541"/>
                </a:cubicBezTo>
                <a:cubicBezTo>
                  <a:pt x="18768" y="116973"/>
                  <a:pt x="18768" y="116973"/>
                  <a:pt x="18768" y="116973"/>
                </a:cubicBezTo>
                <a:cubicBezTo>
                  <a:pt x="18768" y="115283"/>
                  <a:pt x="18768" y="113579"/>
                  <a:pt x="18768" y="113579"/>
                </a:cubicBezTo>
                <a:cubicBezTo>
                  <a:pt x="18768" y="61030"/>
                  <a:pt x="61426" y="18652"/>
                  <a:pt x="114319" y="18652"/>
                </a:cubicBezTo>
                <a:cubicBezTo>
                  <a:pt x="165509" y="18652"/>
                  <a:pt x="208167" y="61030"/>
                  <a:pt x="208167" y="113579"/>
                </a:cubicBezTo>
                <a:cubicBezTo>
                  <a:pt x="208167" y="113579"/>
                  <a:pt x="208167" y="115283"/>
                  <a:pt x="208167" y="11697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Freeform 52">
            <a:extLst>
              <a:ext uri="{FF2B5EF4-FFF2-40B4-BE49-F238E27FC236}">
                <a16:creationId xmlns:a16="http://schemas.microsoft.com/office/drawing/2014/main" id="{2B629E9A-7805-74F1-F217-3E50B0D814D9}"/>
              </a:ext>
            </a:extLst>
          </p:cNvPr>
          <p:cNvSpPr/>
          <p:nvPr/>
        </p:nvSpPr>
        <p:spPr>
          <a:xfrm>
            <a:off x="2311400" y="2641600"/>
            <a:ext cx="120409" cy="68998"/>
          </a:xfrm>
          <a:custGeom>
            <a:avLst/>
            <a:gdLst/>
            <a:ahLst/>
            <a:cxnLst/>
            <a:rect l="l" t="t" r="r" b="b"/>
            <a:pathLst>
              <a:path w="120409" h="68998">
                <a:moveTo>
                  <a:pt x="0" y="10349"/>
                </a:moveTo>
                <a:cubicBezTo>
                  <a:pt x="5089" y="10349"/>
                  <a:pt x="5089" y="10349"/>
                  <a:pt x="5089" y="10349"/>
                </a:cubicBezTo>
                <a:cubicBezTo>
                  <a:pt x="5089" y="18975"/>
                  <a:pt x="5089" y="18975"/>
                  <a:pt x="5089" y="18975"/>
                </a:cubicBezTo>
                <a:cubicBezTo>
                  <a:pt x="0" y="18975"/>
                  <a:pt x="0" y="18975"/>
                  <a:pt x="0" y="18975"/>
                </a:cubicBezTo>
                <a:cubicBezTo>
                  <a:pt x="0" y="29324"/>
                  <a:pt x="0" y="29324"/>
                  <a:pt x="0" y="29324"/>
                </a:cubicBezTo>
                <a:cubicBezTo>
                  <a:pt x="5089" y="29324"/>
                  <a:pt x="5089" y="29324"/>
                  <a:pt x="5089" y="29324"/>
                </a:cubicBezTo>
                <a:cubicBezTo>
                  <a:pt x="5089" y="37949"/>
                  <a:pt x="5089" y="37949"/>
                  <a:pt x="5089" y="37949"/>
                </a:cubicBezTo>
                <a:cubicBezTo>
                  <a:pt x="0" y="37949"/>
                  <a:pt x="0" y="37949"/>
                  <a:pt x="0" y="37949"/>
                </a:cubicBezTo>
                <a:cubicBezTo>
                  <a:pt x="1694" y="48298"/>
                  <a:pt x="11873" y="58649"/>
                  <a:pt x="27136" y="58649"/>
                </a:cubicBezTo>
                <a:cubicBezTo>
                  <a:pt x="28832" y="65549"/>
                  <a:pt x="33920" y="68998"/>
                  <a:pt x="40700" y="68998"/>
                </a:cubicBezTo>
                <a:cubicBezTo>
                  <a:pt x="79709" y="68998"/>
                  <a:pt x="79709" y="68998"/>
                  <a:pt x="79709" y="68998"/>
                </a:cubicBezTo>
                <a:cubicBezTo>
                  <a:pt x="86488" y="68998"/>
                  <a:pt x="91577" y="65549"/>
                  <a:pt x="94973" y="58649"/>
                </a:cubicBezTo>
                <a:cubicBezTo>
                  <a:pt x="108535" y="58649"/>
                  <a:pt x="118715" y="48298"/>
                  <a:pt x="120409" y="37949"/>
                </a:cubicBezTo>
                <a:cubicBezTo>
                  <a:pt x="115320" y="37949"/>
                  <a:pt x="115320" y="37949"/>
                  <a:pt x="115320" y="37949"/>
                </a:cubicBezTo>
                <a:cubicBezTo>
                  <a:pt x="115320" y="29324"/>
                  <a:pt x="115320" y="29324"/>
                  <a:pt x="115320" y="29324"/>
                </a:cubicBezTo>
                <a:cubicBezTo>
                  <a:pt x="120409" y="29324"/>
                  <a:pt x="120409" y="29324"/>
                  <a:pt x="120409" y="29324"/>
                </a:cubicBezTo>
                <a:cubicBezTo>
                  <a:pt x="120409" y="18975"/>
                  <a:pt x="120409" y="18975"/>
                  <a:pt x="120409" y="18975"/>
                </a:cubicBezTo>
                <a:cubicBezTo>
                  <a:pt x="115320" y="18975"/>
                  <a:pt x="115320" y="18975"/>
                  <a:pt x="115320" y="18975"/>
                </a:cubicBezTo>
                <a:cubicBezTo>
                  <a:pt x="115320" y="10349"/>
                  <a:pt x="115320" y="10349"/>
                  <a:pt x="115320" y="10349"/>
                </a:cubicBezTo>
                <a:cubicBezTo>
                  <a:pt x="120409" y="10349"/>
                  <a:pt x="120409" y="10349"/>
                  <a:pt x="120409" y="10349"/>
                </a:cubicBezTo>
                <a:cubicBezTo>
                  <a:pt x="120409" y="0"/>
                  <a:pt x="120409" y="0"/>
                  <a:pt x="12040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3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0226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FDE90AF-D06B-A0A7-4121-3791C83777E6}"/>
              </a:ext>
            </a:extLst>
          </p:cNvPr>
          <p:cNvSpPr/>
          <p:nvPr/>
        </p:nvSpPr>
        <p:spPr>
          <a:xfrm>
            <a:off x="666750" y="2740061"/>
            <a:ext cx="10858500" cy="13441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6557337C-E8A3-E738-19B1-E705B4956512}"/>
              </a:ext>
            </a:extLst>
          </p:cNvPr>
          <p:cNvSpPr/>
          <p:nvPr/>
        </p:nvSpPr>
        <p:spPr>
          <a:xfrm>
            <a:off x="45656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DB99849A-52EA-95E5-FCAF-524325A70610}"/>
              </a:ext>
            </a:extLst>
          </p:cNvPr>
          <p:cNvSpPr/>
          <p:nvPr/>
        </p:nvSpPr>
        <p:spPr>
          <a:xfrm>
            <a:off x="82613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4BAC272A-A091-BEDC-9631-7449FE6F123F}"/>
              </a:ext>
            </a:extLst>
          </p:cNvPr>
          <p:cNvSpPr/>
          <p:nvPr/>
        </p:nvSpPr>
        <p:spPr>
          <a:xfrm>
            <a:off x="45783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8598B6D2-3046-F8D8-FBB0-F4647994D27E}"/>
              </a:ext>
            </a:extLst>
          </p:cNvPr>
          <p:cNvSpPr/>
          <p:nvPr/>
        </p:nvSpPr>
        <p:spPr>
          <a:xfrm>
            <a:off x="82740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" name="Connector 25">
            <a:extLst>
              <a:ext uri="{FF2B5EF4-FFF2-40B4-BE49-F238E27FC236}">
                <a16:creationId xmlns:a16="http://schemas.microsoft.com/office/drawing/2014/main" id="{08384863-0AF4-D3D8-13D8-FF039DBB945B}"/>
              </a:ext>
            </a:extLst>
          </p:cNvPr>
          <p:cNvCxnSpPr/>
          <p:nvPr/>
        </p:nvCxnSpPr>
        <p:spPr>
          <a:xfrm rot="5">
            <a:off x="5657850" y="2319926"/>
            <a:ext cx="8890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1" name="Connector 26">
            <a:extLst>
              <a:ext uri="{FF2B5EF4-FFF2-40B4-BE49-F238E27FC236}">
                <a16:creationId xmlns:a16="http://schemas.microsoft.com/office/drawing/2014/main" id="{5CF3A5FD-E24F-F5D6-E620-A9FECD69AAC0}"/>
              </a:ext>
            </a:extLst>
          </p:cNvPr>
          <p:cNvCxnSpPr/>
          <p:nvPr/>
        </p:nvCxnSpPr>
        <p:spPr>
          <a:xfrm rot="4">
            <a:off x="93408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2">
            <a:extLst>
              <a:ext uri="{FF2B5EF4-FFF2-40B4-BE49-F238E27FC236}">
                <a16:creationId xmlns:a16="http://schemas.microsoft.com/office/drawing/2014/main" id="{148892B6-CD71-F624-A4BE-77AC8FBAAB95}"/>
              </a:ext>
            </a:extLst>
          </p:cNvPr>
          <p:cNvSpPr/>
          <p:nvPr/>
        </p:nvSpPr>
        <p:spPr>
          <a:xfrm>
            <a:off x="8699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F5B0D683-35DA-8DD7-6794-57E57B657050}"/>
              </a:ext>
            </a:extLst>
          </p:cNvPr>
          <p:cNvSpPr/>
          <p:nvPr/>
        </p:nvSpPr>
        <p:spPr>
          <a:xfrm>
            <a:off x="875362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" name="Connector 23">
            <a:extLst>
              <a:ext uri="{FF2B5EF4-FFF2-40B4-BE49-F238E27FC236}">
                <a16:creationId xmlns:a16="http://schemas.microsoft.com/office/drawing/2014/main" id="{6D27593A-F22D-88F9-C79C-97F432C7A2F8}"/>
              </a:ext>
            </a:extLst>
          </p:cNvPr>
          <p:cNvCxnSpPr/>
          <p:nvPr/>
        </p:nvCxnSpPr>
        <p:spPr>
          <a:xfrm rot="4">
            <a:off x="19621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913499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>
            <a:extLst>
              <a:ext uri="{FF2B5EF4-FFF2-40B4-BE49-F238E27FC236}">
                <a16:creationId xmlns:a16="http://schemas.microsoft.com/office/drawing/2014/main" id="{D67635CD-646D-7B00-FCB3-502BC52D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15" b="28415"/>
          <a:stretch>
            <a:fillRect/>
          </a:stretch>
        </p:blipFill>
        <p:spPr>
          <a:xfrm>
            <a:off x="2895600" y="1727200"/>
            <a:ext cx="8623300" cy="200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12">
            <a:extLst>
              <a:ext uri="{FF2B5EF4-FFF2-40B4-BE49-F238E27FC236}">
                <a16:creationId xmlns:a16="http://schemas.microsoft.com/office/drawing/2014/main" id="{9CF639FF-1518-D6A9-E84A-E75D4DA37251}"/>
              </a:ext>
            </a:extLst>
          </p:cNvPr>
          <p:cNvSpPr/>
          <p:nvPr/>
        </p:nvSpPr>
        <p:spPr>
          <a:xfrm>
            <a:off x="673100" y="1739900"/>
            <a:ext cx="10845800" cy="2006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2F6FA">
                  <a:alpha val="53000"/>
                </a:srgbClr>
              </a:gs>
              <a:gs pos="74000">
                <a:srgbClr val="26476A">
                  <a:alpha val="100000"/>
                </a:srgbClr>
              </a:gs>
              <a:gs pos="83000">
                <a:srgbClr val="26476A">
                  <a:alpha val="100000"/>
                </a:srgbClr>
              </a:gs>
              <a:gs pos="100000">
                <a:srgbClr val="26476A">
                  <a:alpha val="100000"/>
                </a:srgbClr>
              </a:gs>
            </a:gsLst>
            <a:lin ang="108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818FDEA-2A9D-C31B-55EA-2C411CE9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6900" y="2273300"/>
            <a:ext cx="7493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4">
            <a:extLst>
              <a:ext uri="{FF2B5EF4-FFF2-40B4-BE49-F238E27FC236}">
                <a16:creationId xmlns:a16="http://schemas.microsoft.com/office/drawing/2014/main" id="{34D927B9-7D42-4BA5-B690-F733FA82FBB2}"/>
              </a:ext>
            </a:extLst>
          </p:cNvPr>
          <p:cNvSpPr/>
          <p:nvPr/>
        </p:nvSpPr>
        <p:spPr>
          <a:xfrm>
            <a:off x="1574800" y="2070100"/>
            <a:ext cx="7137400" cy="1155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4DA18B41-8979-5166-98A7-8E7C79B88FE6}"/>
              </a:ext>
            </a:extLst>
          </p:cNvPr>
          <p:cNvSpPr/>
          <p:nvPr/>
        </p:nvSpPr>
        <p:spPr>
          <a:xfrm rot="5400000">
            <a:off x="1257300" y="2578100"/>
            <a:ext cx="254000" cy="1270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A0AA7D50-A1E0-D31C-9673-874898DD7A2C}"/>
              </a:ext>
            </a:extLst>
          </p:cNvPr>
          <p:cNvSpPr/>
          <p:nvPr/>
        </p:nvSpPr>
        <p:spPr>
          <a:xfrm>
            <a:off x="10160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C8B75C00-2E7F-7A98-39B6-F78DAED698A6}"/>
              </a:ext>
            </a:extLst>
          </p:cNvPr>
          <p:cNvSpPr/>
          <p:nvPr/>
        </p:nvSpPr>
        <p:spPr>
          <a:xfrm>
            <a:off x="4559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DF8ACAC-F5D3-1791-834A-57AB480033ED}"/>
              </a:ext>
            </a:extLst>
          </p:cNvPr>
          <p:cNvSpPr/>
          <p:nvPr/>
        </p:nvSpPr>
        <p:spPr>
          <a:xfrm>
            <a:off x="8115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A389D54C-1E28-ACA2-8067-2F7E43CB2966}"/>
              </a:ext>
            </a:extLst>
          </p:cNvPr>
          <p:cNvSpPr/>
          <p:nvPr/>
        </p:nvSpPr>
        <p:spPr>
          <a:xfrm>
            <a:off x="1219200" y="4533900"/>
            <a:ext cx="27559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420DDB25-6659-9E49-231E-EB244D98E151}"/>
              </a:ext>
            </a:extLst>
          </p:cNvPr>
          <p:cNvSpPr/>
          <p:nvPr/>
        </p:nvSpPr>
        <p:spPr>
          <a:xfrm>
            <a:off x="13208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5FF928F7-2E1B-69BE-B570-5AD5304AD93E}"/>
              </a:ext>
            </a:extLst>
          </p:cNvPr>
          <p:cNvSpPr/>
          <p:nvPr/>
        </p:nvSpPr>
        <p:spPr>
          <a:xfrm>
            <a:off x="18669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6EE6E1BE-923D-18CE-6D5E-B179186DF5F9}"/>
              </a:ext>
            </a:extLst>
          </p:cNvPr>
          <p:cNvSpPr/>
          <p:nvPr/>
        </p:nvSpPr>
        <p:spPr>
          <a:xfrm>
            <a:off x="5410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E21A4340-6557-91FD-BB02-DBE3EED720AB}"/>
              </a:ext>
            </a:extLst>
          </p:cNvPr>
          <p:cNvSpPr/>
          <p:nvPr/>
        </p:nvSpPr>
        <p:spPr>
          <a:xfrm>
            <a:off x="8966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2BEF0DF9-E39D-63C2-364A-FBA037F34491}"/>
              </a:ext>
            </a:extLst>
          </p:cNvPr>
          <p:cNvSpPr/>
          <p:nvPr/>
        </p:nvSpPr>
        <p:spPr>
          <a:xfrm>
            <a:off x="4762500" y="4533900"/>
            <a:ext cx="27813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BE0A1C4A-DA1B-BA9C-E658-4D2F4E7C8F55}"/>
              </a:ext>
            </a:extLst>
          </p:cNvPr>
          <p:cNvSpPr/>
          <p:nvPr/>
        </p:nvSpPr>
        <p:spPr>
          <a:xfrm>
            <a:off x="48641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4" name="AutoShape 26">
            <a:extLst>
              <a:ext uri="{FF2B5EF4-FFF2-40B4-BE49-F238E27FC236}">
                <a16:creationId xmlns:a16="http://schemas.microsoft.com/office/drawing/2014/main" id="{EF639CB7-C0C6-78BE-90A2-F36E36BFFE05}"/>
              </a:ext>
            </a:extLst>
          </p:cNvPr>
          <p:cNvSpPr/>
          <p:nvPr/>
        </p:nvSpPr>
        <p:spPr>
          <a:xfrm>
            <a:off x="8293100" y="4533900"/>
            <a:ext cx="2768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281FBB5F-C6A6-9A45-8DEF-466E1DDE6AB4}"/>
              </a:ext>
            </a:extLst>
          </p:cNvPr>
          <p:cNvSpPr/>
          <p:nvPr/>
        </p:nvSpPr>
        <p:spPr>
          <a:xfrm>
            <a:off x="84074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Freeform 28">
            <a:extLst>
              <a:ext uri="{FF2B5EF4-FFF2-40B4-BE49-F238E27FC236}">
                <a16:creationId xmlns:a16="http://schemas.microsoft.com/office/drawing/2014/main" id="{88F219D0-E60E-7B40-921E-FFEA251AE664}"/>
              </a:ext>
            </a:extLst>
          </p:cNvPr>
          <p:cNvSpPr/>
          <p:nvPr/>
        </p:nvSpPr>
        <p:spPr>
          <a:xfrm>
            <a:off x="2247900" y="3810000"/>
            <a:ext cx="609685" cy="568123"/>
          </a:xfrm>
          <a:custGeom>
            <a:avLst/>
            <a:gdLst/>
            <a:ahLst/>
            <a:cxnLst/>
            <a:rect l="l" t="t" r="r" b="b"/>
            <a:pathLst>
              <a:path w="609685" h="568123">
                <a:moveTo>
                  <a:pt x="261931" y="446413"/>
                </a:moveTo>
                <a:lnTo>
                  <a:pt x="246750" y="507224"/>
                </a:lnTo>
                <a:lnTo>
                  <a:pt x="362936" y="507224"/>
                </a:lnTo>
                <a:lnTo>
                  <a:pt x="347665" y="446413"/>
                </a:lnTo>
                <a:close/>
                <a:moveTo>
                  <a:pt x="0" y="365272"/>
                </a:moveTo>
                <a:lnTo>
                  <a:pt x="609685" y="365272"/>
                </a:lnTo>
                <a:lnTo>
                  <a:pt x="609685" y="400760"/>
                </a:lnTo>
                <a:cubicBezTo>
                  <a:pt x="609685" y="425905"/>
                  <a:pt x="589145" y="446413"/>
                  <a:pt x="563960" y="446413"/>
                </a:cubicBezTo>
                <a:lnTo>
                  <a:pt x="368651" y="446413"/>
                </a:lnTo>
                <a:lnTo>
                  <a:pt x="383922" y="507224"/>
                </a:lnTo>
                <a:lnTo>
                  <a:pt x="386155" y="507224"/>
                </a:lnTo>
                <a:cubicBezTo>
                  <a:pt x="414106" y="507224"/>
                  <a:pt x="436880" y="530050"/>
                  <a:pt x="436880" y="557958"/>
                </a:cubicBezTo>
                <a:cubicBezTo>
                  <a:pt x="436880" y="563575"/>
                  <a:pt x="432326" y="568123"/>
                  <a:pt x="426789" y="568123"/>
                </a:cubicBezTo>
                <a:lnTo>
                  <a:pt x="182897" y="568123"/>
                </a:lnTo>
                <a:cubicBezTo>
                  <a:pt x="177270" y="568123"/>
                  <a:pt x="172716" y="563575"/>
                  <a:pt x="172716" y="557958"/>
                </a:cubicBezTo>
                <a:cubicBezTo>
                  <a:pt x="172716" y="530050"/>
                  <a:pt x="195489" y="507224"/>
                  <a:pt x="223530" y="507224"/>
                </a:cubicBezTo>
                <a:lnTo>
                  <a:pt x="225763" y="507224"/>
                </a:lnTo>
                <a:lnTo>
                  <a:pt x="241033" y="446413"/>
                </a:lnTo>
                <a:lnTo>
                  <a:pt x="45724" y="446413"/>
                </a:lnTo>
                <a:cubicBezTo>
                  <a:pt x="20540" y="446413"/>
                  <a:pt x="0" y="425905"/>
                  <a:pt x="0" y="400760"/>
                </a:cubicBezTo>
                <a:close/>
                <a:moveTo>
                  <a:pt x="101629" y="284042"/>
                </a:moveTo>
                <a:cubicBezTo>
                  <a:pt x="96003" y="284042"/>
                  <a:pt x="91448" y="288590"/>
                  <a:pt x="91448" y="294208"/>
                </a:cubicBezTo>
                <a:cubicBezTo>
                  <a:pt x="91448" y="299827"/>
                  <a:pt x="96003" y="304375"/>
                  <a:pt x="101629" y="304375"/>
                </a:cubicBezTo>
                <a:lnTo>
                  <a:pt x="142263" y="304375"/>
                </a:lnTo>
                <a:cubicBezTo>
                  <a:pt x="147889" y="304375"/>
                  <a:pt x="152443" y="299827"/>
                  <a:pt x="152443" y="294208"/>
                </a:cubicBezTo>
                <a:cubicBezTo>
                  <a:pt x="152443" y="288590"/>
                  <a:pt x="147889" y="284042"/>
                  <a:pt x="142263" y="284042"/>
                </a:cubicBezTo>
                <a:close/>
                <a:moveTo>
                  <a:pt x="101629" y="243464"/>
                </a:moveTo>
                <a:cubicBezTo>
                  <a:pt x="96003" y="243464"/>
                  <a:pt x="91448" y="248012"/>
                  <a:pt x="91448" y="253630"/>
                </a:cubicBezTo>
                <a:cubicBezTo>
                  <a:pt x="91448" y="259249"/>
                  <a:pt x="96003" y="263797"/>
                  <a:pt x="101629" y="263797"/>
                </a:cubicBezTo>
                <a:lnTo>
                  <a:pt x="121901" y="263797"/>
                </a:lnTo>
                <a:cubicBezTo>
                  <a:pt x="127528" y="263797"/>
                  <a:pt x="132083" y="259249"/>
                  <a:pt x="132083" y="253630"/>
                </a:cubicBezTo>
                <a:cubicBezTo>
                  <a:pt x="132083" y="248012"/>
                  <a:pt x="127528" y="243464"/>
                  <a:pt x="121901" y="243464"/>
                </a:cubicBezTo>
                <a:close/>
                <a:moveTo>
                  <a:pt x="101629" y="202886"/>
                </a:moveTo>
                <a:cubicBezTo>
                  <a:pt x="96003" y="202886"/>
                  <a:pt x="91448" y="207435"/>
                  <a:pt x="91448" y="213054"/>
                </a:cubicBezTo>
                <a:cubicBezTo>
                  <a:pt x="91448" y="218671"/>
                  <a:pt x="96003" y="223220"/>
                  <a:pt x="101629" y="223220"/>
                </a:cubicBezTo>
                <a:lnTo>
                  <a:pt x="142263" y="223220"/>
                </a:lnTo>
                <a:cubicBezTo>
                  <a:pt x="147889" y="223220"/>
                  <a:pt x="152443" y="218671"/>
                  <a:pt x="152443" y="213054"/>
                </a:cubicBezTo>
                <a:cubicBezTo>
                  <a:pt x="152443" y="207435"/>
                  <a:pt x="147889" y="202886"/>
                  <a:pt x="142263" y="202886"/>
                </a:cubicBezTo>
                <a:close/>
                <a:moveTo>
                  <a:pt x="101629" y="162310"/>
                </a:moveTo>
                <a:cubicBezTo>
                  <a:pt x="96003" y="162310"/>
                  <a:pt x="91448" y="166858"/>
                  <a:pt x="91448" y="172476"/>
                </a:cubicBezTo>
                <a:cubicBezTo>
                  <a:pt x="91448" y="178095"/>
                  <a:pt x="96003" y="182643"/>
                  <a:pt x="101629" y="182643"/>
                </a:cubicBezTo>
                <a:lnTo>
                  <a:pt x="121901" y="182643"/>
                </a:lnTo>
                <a:cubicBezTo>
                  <a:pt x="127528" y="182643"/>
                  <a:pt x="132083" y="178095"/>
                  <a:pt x="132083" y="172476"/>
                </a:cubicBezTo>
                <a:cubicBezTo>
                  <a:pt x="132083" y="166858"/>
                  <a:pt x="127528" y="162310"/>
                  <a:pt x="121901" y="162310"/>
                </a:cubicBezTo>
                <a:close/>
                <a:moveTo>
                  <a:pt x="101629" y="121732"/>
                </a:moveTo>
                <a:cubicBezTo>
                  <a:pt x="96003" y="121732"/>
                  <a:pt x="91448" y="126281"/>
                  <a:pt x="91448" y="131898"/>
                </a:cubicBezTo>
                <a:cubicBezTo>
                  <a:pt x="91448" y="137428"/>
                  <a:pt x="96003" y="141976"/>
                  <a:pt x="101629" y="141976"/>
                </a:cubicBezTo>
                <a:lnTo>
                  <a:pt x="142263" y="141976"/>
                </a:lnTo>
                <a:cubicBezTo>
                  <a:pt x="147889" y="141976"/>
                  <a:pt x="152443" y="137428"/>
                  <a:pt x="152443" y="131898"/>
                </a:cubicBezTo>
                <a:cubicBezTo>
                  <a:pt x="152443" y="126281"/>
                  <a:pt x="147889" y="121732"/>
                  <a:pt x="142263" y="121732"/>
                </a:cubicBezTo>
                <a:close/>
                <a:moveTo>
                  <a:pt x="477603" y="101399"/>
                </a:moveTo>
                <a:cubicBezTo>
                  <a:pt x="471976" y="101399"/>
                  <a:pt x="467422" y="105947"/>
                  <a:pt x="467422" y="111566"/>
                </a:cubicBezTo>
                <a:cubicBezTo>
                  <a:pt x="467422" y="117184"/>
                  <a:pt x="471976" y="121732"/>
                  <a:pt x="477603" y="121732"/>
                </a:cubicBezTo>
                <a:lnTo>
                  <a:pt x="524130" y="121732"/>
                </a:lnTo>
                <a:lnTo>
                  <a:pt x="402408" y="243375"/>
                </a:lnTo>
                <a:lnTo>
                  <a:pt x="318105" y="159188"/>
                </a:lnTo>
                <a:cubicBezTo>
                  <a:pt x="318016" y="159099"/>
                  <a:pt x="318016" y="159099"/>
                  <a:pt x="317925" y="159099"/>
                </a:cubicBezTo>
                <a:cubicBezTo>
                  <a:pt x="317925" y="159009"/>
                  <a:pt x="317837" y="158920"/>
                  <a:pt x="317837" y="158920"/>
                </a:cubicBezTo>
                <a:cubicBezTo>
                  <a:pt x="317301" y="158474"/>
                  <a:pt x="316765" y="158297"/>
                  <a:pt x="316229" y="157940"/>
                </a:cubicBezTo>
                <a:cubicBezTo>
                  <a:pt x="315693" y="157583"/>
                  <a:pt x="315158" y="157137"/>
                  <a:pt x="314532" y="156958"/>
                </a:cubicBezTo>
                <a:cubicBezTo>
                  <a:pt x="313907" y="156690"/>
                  <a:pt x="313282" y="156690"/>
                  <a:pt x="312656" y="156514"/>
                </a:cubicBezTo>
                <a:cubicBezTo>
                  <a:pt x="312031" y="156423"/>
                  <a:pt x="311407" y="156246"/>
                  <a:pt x="310692" y="156246"/>
                </a:cubicBezTo>
                <a:cubicBezTo>
                  <a:pt x="310067" y="156246"/>
                  <a:pt x="309442" y="156514"/>
                  <a:pt x="308906" y="156601"/>
                </a:cubicBezTo>
                <a:cubicBezTo>
                  <a:pt x="308191" y="156780"/>
                  <a:pt x="307566" y="156780"/>
                  <a:pt x="306941" y="157048"/>
                </a:cubicBezTo>
                <a:cubicBezTo>
                  <a:pt x="306316" y="157316"/>
                  <a:pt x="305780" y="157851"/>
                  <a:pt x="305244" y="158206"/>
                </a:cubicBezTo>
                <a:cubicBezTo>
                  <a:pt x="304709" y="158565"/>
                  <a:pt x="304173" y="158742"/>
                  <a:pt x="303727" y="159188"/>
                </a:cubicBezTo>
                <a:cubicBezTo>
                  <a:pt x="303727" y="159277"/>
                  <a:pt x="303637" y="159277"/>
                  <a:pt x="303637" y="159367"/>
                </a:cubicBezTo>
                <a:cubicBezTo>
                  <a:pt x="303548" y="159456"/>
                  <a:pt x="303459" y="159456"/>
                  <a:pt x="303459" y="159456"/>
                </a:cubicBezTo>
                <a:lnTo>
                  <a:pt x="185576" y="287341"/>
                </a:lnTo>
                <a:cubicBezTo>
                  <a:pt x="181736" y="291443"/>
                  <a:pt x="182093" y="297865"/>
                  <a:pt x="186201" y="301699"/>
                </a:cubicBezTo>
                <a:cubicBezTo>
                  <a:pt x="188166" y="303483"/>
                  <a:pt x="190576" y="304375"/>
                  <a:pt x="193077" y="304375"/>
                </a:cubicBezTo>
                <a:cubicBezTo>
                  <a:pt x="195757" y="304375"/>
                  <a:pt x="198525" y="303304"/>
                  <a:pt x="200579" y="301075"/>
                </a:cubicBezTo>
                <a:lnTo>
                  <a:pt x="311227" y="181037"/>
                </a:lnTo>
                <a:lnTo>
                  <a:pt x="395174" y="264867"/>
                </a:lnTo>
                <a:cubicBezTo>
                  <a:pt x="397139" y="266830"/>
                  <a:pt x="399730" y="267810"/>
                  <a:pt x="402408" y="267810"/>
                </a:cubicBezTo>
                <a:cubicBezTo>
                  <a:pt x="404998" y="267810"/>
                  <a:pt x="407587" y="266830"/>
                  <a:pt x="409552" y="264867"/>
                </a:cubicBezTo>
                <a:lnTo>
                  <a:pt x="538509" y="136091"/>
                </a:lnTo>
                <a:lnTo>
                  <a:pt x="538509" y="182643"/>
                </a:lnTo>
                <a:cubicBezTo>
                  <a:pt x="538509" y="188172"/>
                  <a:pt x="543063" y="192720"/>
                  <a:pt x="548690" y="192720"/>
                </a:cubicBezTo>
                <a:cubicBezTo>
                  <a:pt x="554316" y="192720"/>
                  <a:pt x="558870" y="188172"/>
                  <a:pt x="558870" y="182643"/>
                </a:cubicBezTo>
                <a:lnTo>
                  <a:pt x="558870" y="111566"/>
                </a:lnTo>
                <a:cubicBezTo>
                  <a:pt x="558870" y="110228"/>
                  <a:pt x="558603" y="108980"/>
                  <a:pt x="558067" y="107730"/>
                </a:cubicBezTo>
                <a:cubicBezTo>
                  <a:pt x="556995" y="105233"/>
                  <a:pt x="555031" y="103271"/>
                  <a:pt x="552530" y="102202"/>
                </a:cubicBezTo>
                <a:cubicBezTo>
                  <a:pt x="551369" y="101666"/>
                  <a:pt x="550029" y="101399"/>
                  <a:pt x="548690" y="101399"/>
                </a:cubicBezTo>
                <a:close/>
                <a:moveTo>
                  <a:pt x="101629" y="81154"/>
                </a:moveTo>
                <a:cubicBezTo>
                  <a:pt x="96003" y="81154"/>
                  <a:pt x="91448" y="85702"/>
                  <a:pt x="91448" y="91322"/>
                </a:cubicBezTo>
                <a:cubicBezTo>
                  <a:pt x="91448" y="96851"/>
                  <a:pt x="96003" y="101399"/>
                  <a:pt x="101629" y="101399"/>
                </a:cubicBezTo>
                <a:lnTo>
                  <a:pt x="121901" y="101399"/>
                </a:lnTo>
                <a:cubicBezTo>
                  <a:pt x="127528" y="101399"/>
                  <a:pt x="132083" y="96851"/>
                  <a:pt x="132083" y="91322"/>
                </a:cubicBezTo>
                <a:cubicBezTo>
                  <a:pt x="132083" y="85702"/>
                  <a:pt x="127528" y="81154"/>
                  <a:pt x="121901" y="81154"/>
                </a:cubicBezTo>
                <a:close/>
                <a:moveTo>
                  <a:pt x="60996" y="70988"/>
                </a:moveTo>
                <a:cubicBezTo>
                  <a:pt x="55368" y="70988"/>
                  <a:pt x="50814" y="75536"/>
                  <a:pt x="50814" y="81154"/>
                </a:cubicBezTo>
                <a:lnTo>
                  <a:pt x="50814" y="304375"/>
                </a:lnTo>
                <a:cubicBezTo>
                  <a:pt x="50814" y="309993"/>
                  <a:pt x="55368" y="314541"/>
                  <a:pt x="60996" y="314541"/>
                </a:cubicBezTo>
                <a:cubicBezTo>
                  <a:pt x="66533" y="314541"/>
                  <a:pt x="71087" y="309993"/>
                  <a:pt x="71087" y="304375"/>
                </a:cubicBezTo>
                <a:lnTo>
                  <a:pt x="71087" y="81154"/>
                </a:lnTo>
                <a:cubicBezTo>
                  <a:pt x="71087" y="75536"/>
                  <a:pt x="66533" y="70988"/>
                  <a:pt x="60996" y="70988"/>
                </a:cubicBezTo>
                <a:close/>
                <a:moveTo>
                  <a:pt x="45724" y="0"/>
                </a:moveTo>
                <a:lnTo>
                  <a:pt x="563960" y="0"/>
                </a:lnTo>
                <a:cubicBezTo>
                  <a:pt x="589145" y="0"/>
                  <a:pt x="609685" y="20423"/>
                  <a:pt x="609685" y="45660"/>
                </a:cubicBezTo>
                <a:lnTo>
                  <a:pt x="609685" y="344952"/>
                </a:lnTo>
                <a:lnTo>
                  <a:pt x="0" y="344952"/>
                </a:lnTo>
                <a:lnTo>
                  <a:pt x="0" y="45660"/>
                </a:lnTo>
                <a:cubicBezTo>
                  <a:pt x="0" y="20423"/>
                  <a:pt x="20540" y="0"/>
                  <a:pt x="45724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29">
            <a:extLst>
              <a:ext uri="{FF2B5EF4-FFF2-40B4-BE49-F238E27FC236}">
                <a16:creationId xmlns:a16="http://schemas.microsoft.com/office/drawing/2014/main" id="{4B23951E-527C-B3DD-38D7-E5357D859195}"/>
              </a:ext>
            </a:extLst>
          </p:cNvPr>
          <p:cNvSpPr/>
          <p:nvPr/>
        </p:nvSpPr>
        <p:spPr>
          <a:xfrm>
            <a:off x="5803900" y="3797300"/>
            <a:ext cx="575113" cy="609685"/>
          </a:xfrm>
          <a:custGeom>
            <a:avLst/>
            <a:gdLst/>
            <a:ahLst/>
            <a:cxnLst/>
            <a:rect l="l" t="t" r="r" b="b"/>
            <a:pathLst>
              <a:path w="575113" h="609685">
                <a:moveTo>
                  <a:pt x="164238" y="420007"/>
                </a:moveTo>
                <a:cubicBezTo>
                  <a:pt x="186046" y="443031"/>
                  <a:pt x="213065" y="457672"/>
                  <a:pt x="243655" y="457672"/>
                </a:cubicBezTo>
                <a:cubicBezTo>
                  <a:pt x="274244" y="457672"/>
                  <a:pt x="301263" y="443031"/>
                  <a:pt x="323071" y="420007"/>
                </a:cubicBezTo>
                <a:cubicBezTo>
                  <a:pt x="388304" y="425787"/>
                  <a:pt x="444657" y="468944"/>
                  <a:pt x="466080" y="531753"/>
                </a:cubicBezTo>
                <a:lnTo>
                  <a:pt x="477851" y="566431"/>
                </a:lnTo>
                <a:cubicBezTo>
                  <a:pt x="481230" y="576450"/>
                  <a:pt x="479589" y="587432"/>
                  <a:pt x="473511" y="596006"/>
                </a:cubicBezTo>
                <a:cubicBezTo>
                  <a:pt x="467333" y="604580"/>
                  <a:pt x="457396" y="609685"/>
                  <a:pt x="446876" y="609685"/>
                </a:cubicBezTo>
                <a:lnTo>
                  <a:pt x="40433" y="609685"/>
                </a:lnTo>
                <a:cubicBezTo>
                  <a:pt x="29915" y="609685"/>
                  <a:pt x="19976" y="604580"/>
                  <a:pt x="13896" y="596006"/>
                </a:cubicBezTo>
                <a:cubicBezTo>
                  <a:pt x="7720" y="587432"/>
                  <a:pt x="6081" y="576450"/>
                  <a:pt x="9458" y="566431"/>
                </a:cubicBezTo>
                <a:lnTo>
                  <a:pt x="21231" y="531753"/>
                </a:lnTo>
                <a:cubicBezTo>
                  <a:pt x="42652" y="468944"/>
                  <a:pt x="99102" y="425787"/>
                  <a:pt x="164238" y="420007"/>
                </a:cubicBezTo>
                <a:close/>
                <a:moveTo>
                  <a:pt x="407384" y="314457"/>
                </a:moveTo>
                <a:cubicBezTo>
                  <a:pt x="443678" y="314457"/>
                  <a:pt x="473311" y="343945"/>
                  <a:pt x="473311" y="380177"/>
                </a:cubicBezTo>
                <a:cubicBezTo>
                  <a:pt x="473311" y="405039"/>
                  <a:pt x="459218" y="426432"/>
                  <a:pt x="438852" y="437610"/>
                </a:cubicBezTo>
                <a:cubicBezTo>
                  <a:pt x="412405" y="414291"/>
                  <a:pt x="379973" y="398294"/>
                  <a:pt x="344644" y="391645"/>
                </a:cubicBezTo>
                <a:cubicBezTo>
                  <a:pt x="357096" y="371601"/>
                  <a:pt x="366652" y="348571"/>
                  <a:pt x="372636" y="324575"/>
                </a:cubicBezTo>
                <a:cubicBezTo>
                  <a:pt x="382772" y="318215"/>
                  <a:pt x="394644" y="314457"/>
                  <a:pt x="407384" y="314457"/>
                </a:cubicBezTo>
                <a:close/>
                <a:moveTo>
                  <a:pt x="382525" y="212866"/>
                </a:moveTo>
                <a:lnTo>
                  <a:pt x="432312" y="212866"/>
                </a:lnTo>
                <a:cubicBezTo>
                  <a:pt x="439934" y="212866"/>
                  <a:pt x="446109" y="218935"/>
                  <a:pt x="446109" y="226546"/>
                </a:cubicBezTo>
                <a:lnTo>
                  <a:pt x="446109" y="254772"/>
                </a:lnTo>
                <a:cubicBezTo>
                  <a:pt x="454022" y="257181"/>
                  <a:pt x="461644" y="260361"/>
                  <a:pt x="468880" y="264215"/>
                </a:cubicBezTo>
                <a:lnTo>
                  <a:pt x="488950" y="244272"/>
                </a:lnTo>
                <a:cubicBezTo>
                  <a:pt x="491651" y="241574"/>
                  <a:pt x="495125" y="240226"/>
                  <a:pt x="498696" y="240226"/>
                </a:cubicBezTo>
                <a:cubicBezTo>
                  <a:pt x="502169" y="240226"/>
                  <a:pt x="505738" y="241574"/>
                  <a:pt x="508343" y="244272"/>
                </a:cubicBezTo>
                <a:lnTo>
                  <a:pt x="543561" y="279436"/>
                </a:lnTo>
                <a:cubicBezTo>
                  <a:pt x="546167" y="282037"/>
                  <a:pt x="547614" y="285505"/>
                  <a:pt x="547614" y="289165"/>
                </a:cubicBezTo>
                <a:cubicBezTo>
                  <a:pt x="547614" y="292730"/>
                  <a:pt x="546167" y="296295"/>
                  <a:pt x="543561" y="298799"/>
                </a:cubicBezTo>
                <a:lnTo>
                  <a:pt x="523589" y="318837"/>
                </a:lnTo>
                <a:cubicBezTo>
                  <a:pt x="527449" y="326062"/>
                  <a:pt x="530633" y="333673"/>
                  <a:pt x="533141" y="341574"/>
                </a:cubicBezTo>
                <a:lnTo>
                  <a:pt x="561316" y="341574"/>
                </a:lnTo>
                <a:cubicBezTo>
                  <a:pt x="568937" y="341574"/>
                  <a:pt x="575113" y="347739"/>
                  <a:pt x="575113" y="355350"/>
                </a:cubicBezTo>
                <a:lnTo>
                  <a:pt x="575113" y="405060"/>
                </a:lnTo>
                <a:cubicBezTo>
                  <a:pt x="575113" y="408720"/>
                  <a:pt x="573667" y="412189"/>
                  <a:pt x="571061" y="414790"/>
                </a:cubicBezTo>
                <a:cubicBezTo>
                  <a:pt x="568552" y="417391"/>
                  <a:pt x="564982" y="418836"/>
                  <a:pt x="561316" y="418836"/>
                </a:cubicBezTo>
                <a:lnTo>
                  <a:pt x="533141" y="418836"/>
                </a:lnTo>
                <a:cubicBezTo>
                  <a:pt x="530633" y="426737"/>
                  <a:pt x="527449" y="434346"/>
                  <a:pt x="523589" y="441571"/>
                </a:cubicBezTo>
                <a:lnTo>
                  <a:pt x="543658" y="461609"/>
                </a:lnTo>
                <a:cubicBezTo>
                  <a:pt x="546167" y="464114"/>
                  <a:pt x="547614" y="467679"/>
                  <a:pt x="547614" y="471244"/>
                </a:cubicBezTo>
                <a:cubicBezTo>
                  <a:pt x="547614" y="474904"/>
                  <a:pt x="546167" y="478373"/>
                  <a:pt x="543658" y="480973"/>
                </a:cubicBezTo>
                <a:lnTo>
                  <a:pt x="508441" y="516137"/>
                </a:lnTo>
                <a:cubicBezTo>
                  <a:pt x="505738" y="518834"/>
                  <a:pt x="502169" y="520183"/>
                  <a:pt x="498696" y="520183"/>
                </a:cubicBezTo>
                <a:cubicBezTo>
                  <a:pt x="497152" y="520183"/>
                  <a:pt x="495607" y="519797"/>
                  <a:pt x="494161" y="519317"/>
                </a:cubicBezTo>
                <a:cubicBezTo>
                  <a:pt x="485187" y="494076"/>
                  <a:pt x="471390" y="471533"/>
                  <a:pt x="454022" y="452554"/>
                </a:cubicBezTo>
                <a:cubicBezTo>
                  <a:pt x="477854" y="437140"/>
                  <a:pt x="493775" y="410552"/>
                  <a:pt x="493775" y="380205"/>
                </a:cubicBezTo>
                <a:cubicBezTo>
                  <a:pt x="493775" y="332710"/>
                  <a:pt x="454986" y="294079"/>
                  <a:pt x="407419" y="294079"/>
                </a:cubicBezTo>
                <a:cubicBezTo>
                  <a:pt x="396997" y="294079"/>
                  <a:pt x="387156" y="296198"/>
                  <a:pt x="377797" y="299570"/>
                </a:cubicBezTo>
                <a:cubicBezTo>
                  <a:pt x="379437" y="288299"/>
                  <a:pt x="380402" y="276931"/>
                  <a:pt x="380402" y="265659"/>
                </a:cubicBezTo>
                <a:cubicBezTo>
                  <a:pt x="380402" y="248030"/>
                  <a:pt x="378087" y="231460"/>
                  <a:pt x="373841" y="216141"/>
                </a:cubicBezTo>
                <a:cubicBezTo>
                  <a:pt x="376253" y="214215"/>
                  <a:pt x="379244" y="212866"/>
                  <a:pt x="382525" y="212866"/>
                </a:cubicBezTo>
                <a:close/>
                <a:moveTo>
                  <a:pt x="243677" y="144489"/>
                </a:moveTo>
                <a:cubicBezTo>
                  <a:pt x="296652" y="144537"/>
                  <a:pt x="349614" y="184959"/>
                  <a:pt x="349566" y="265609"/>
                </a:cubicBezTo>
                <a:cubicBezTo>
                  <a:pt x="349566" y="343465"/>
                  <a:pt x="302199" y="427006"/>
                  <a:pt x="243641" y="427006"/>
                </a:cubicBezTo>
                <a:cubicBezTo>
                  <a:pt x="185180" y="427006"/>
                  <a:pt x="137716" y="343465"/>
                  <a:pt x="137716" y="265609"/>
                </a:cubicBezTo>
                <a:cubicBezTo>
                  <a:pt x="137716" y="184766"/>
                  <a:pt x="190703" y="144441"/>
                  <a:pt x="243677" y="144489"/>
                </a:cubicBezTo>
                <a:close/>
                <a:moveTo>
                  <a:pt x="280380" y="119369"/>
                </a:moveTo>
                <a:cubicBezTo>
                  <a:pt x="294881" y="119369"/>
                  <a:pt x="309865" y="116862"/>
                  <a:pt x="310638" y="131425"/>
                </a:cubicBezTo>
                <a:cubicBezTo>
                  <a:pt x="301262" y="126216"/>
                  <a:pt x="291112" y="122166"/>
                  <a:pt x="280380" y="119369"/>
                </a:cubicBezTo>
                <a:close/>
                <a:moveTo>
                  <a:pt x="155368" y="95016"/>
                </a:moveTo>
                <a:cubicBezTo>
                  <a:pt x="175439" y="95016"/>
                  <a:pt x="193195" y="104939"/>
                  <a:pt x="204099" y="120065"/>
                </a:cubicBezTo>
                <a:cubicBezTo>
                  <a:pt x="164052" y="131722"/>
                  <a:pt x="133463" y="161106"/>
                  <a:pt x="118022" y="202051"/>
                </a:cubicBezTo>
                <a:cubicBezTo>
                  <a:pt x="72958" y="166211"/>
                  <a:pt x="98916" y="95016"/>
                  <a:pt x="155368" y="95016"/>
                </a:cubicBezTo>
                <a:close/>
                <a:moveTo>
                  <a:pt x="132207" y="0"/>
                </a:moveTo>
                <a:lnTo>
                  <a:pt x="178431" y="0"/>
                </a:lnTo>
                <a:cubicBezTo>
                  <a:pt x="185476" y="0"/>
                  <a:pt x="191169" y="5685"/>
                  <a:pt x="191169" y="12719"/>
                </a:cubicBezTo>
                <a:lnTo>
                  <a:pt x="191169" y="38829"/>
                </a:lnTo>
                <a:cubicBezTo>
                  <a:pt x="198600" y="41142"/>
                  <a:pt x="205646" y="44129"/>
                  <a:pt x="212303" y="47597"/>
                </a:cubicBezTo>
                <a:lnTo>
                  <a:pt x="230928" y="29098"/>
                </a:lnTo>
                <a:cubicBezTo>
                  <a:pt x="233341" y="26593"/>
                  <a:pt x="236621" y="25436"/>
                  <a:pt x="239903" y="25436"/>
                </a:cubicBezTo>
                <a:cubicBezTo>
                  <a:pt x="243183" y="25436"/>
                  <a:pt x="246369" y="26593"/>
                  <a:pt x="248877" y="29098"/>
                </a:cubicBezTo>
                <a:lnTo>
                  <a:pt x="281496" y="61760"/>
                </a:lnTo>
                <a:cubicBezTo>
                  <a:pt x="283908" y="64073"/>
                  <a:pt x="285259" y="67348"/>
                  <a:pt x="285259" y="70721"/>
                </a:cubicBezTo>
                <a:cubicBezTo>
                  <a:pt x="285259" y="74093"/>
                  <a:pt x="283908" y="77370"/>
                  <a:pt x="281496" y="79681"/>
                </a:cubicBezTo>
                <a:lnTo>
                  <a:pt x="262967" y="98181"/>
                </a:lnTo>
                <a:cubicBezTo>
                  <a:pt x="266151" y="104154"/>
                  <a:pt x="268757" y="110609"/>
                  <a:pt x="270880" y="117065"/>
                </a:cubicBezTo>
                <a:cubicBezTo>
                  <a:pt x="254089" y="113886"/>
                  <a:pt x="240193" y="113886"/>
                  <a:pt x="225332" y="115716"/>
                </a:cubicBezTo>
                <a:cubicBezTo>
                  <a:pt x="211435" y="91340"/>
                  <a:pt x="185476" y="74576"/>
                  <a:pt x="155368" y="74576"/>
                </a:cubicBezTo>
                <a:cubicBezTo>
                  <a:pt x="110880" y="74576"/>
                  <a:pt x="74596" y="110706"/>
                  <a:pt x="74596" y="155123"/>
                </a:cubicBezTo>
                <a:cubicBezTo>
                  <a:pt x="74596" y="183547"/>
                  <a:pt x="89554" y="208501"/>
                  <a:pt x="111845" y="222857"/>
                </a:cubicBezTo>
                <a:cubicBezTo>
                  <a:pt x="108758" y="236249"/>
                  <a:pt x="107020" y="250510"/>
                  <a:pt x="107020" y="265637"/>
                </a:cubicBezTo>
                <a:cubicBezTo>
                  <a:pt x="107020" y="265829"/>
                  <a:pt x="107020" y="266118"/>
                  <a:pt x="107020" y="266311"/>
                </a:cubicBezTo>
                <a:cubicBezTo>
                  <a:pt x="104221" y="265059"/>
                  <a:pt x="101133" y="264095"/>
                  <a:pt x="98335" y="262650"/>
                </a:cubicBezTo>
                <a:lnTo>
                  <a:pt x="79807" y="281149"/>
                </a:lnTo>
                <a:cubicBezTo>
                  <a:pt x="77394" y="283558"/>
                  <a:pt x="74210" y="284907"/>
                  <a:pt x="70832" y="284907"/>
                </a:cubicBezTo>
                <a:cubicBezTo>
                  <a:pt x="67455" y="284907"/>
                  <a:pt x="64173" y="283558"/>
                  <a:pt x="61761" y="281149"/>
                </a:cubicBezTo>
                <a:lnTo>
                  <a:pt x="29143" y="248582"/>
                </a:lnTo>
                <a:cubicBezTo>
                  <a:pt x="24126" y="243572"/>
                  <a:pt x="24126" y="235480"/>
                  <a:pt x="29143" y="230565"/>
                </a:cubicBezTo>
                <a:lnTo>
                  <a:pt x="47671" y="212066"/>
                </a:lnTo>
                <a:cubicBezTo>
                  <a:pt x="44102" y="205321"/>
                  <a:pt x="41110" y="198288"/>
                  <a:pt x="38793" y="190966"/>
                </a:cubicBezTo>
                <a:lnTo>
                  <a:pt x="12738" y="190966"/>
                </a:lnTo>
                <a:cubicBezTo>
                  <a:pt x="5693" y="190966"/>
                  <a:pt x="0" y="185185"/>
                  <a:pt x="0" y="178151"/>
                </a:cubicBezTo>
                <a:lnTo>
                  <a:pt x="0" y="132095"/>
                </a:lnTo>
                <a:cubicBezTo>
                  <a:pt x="0" y="125062"/>
                  <a:pt x="5693" y="119377"/>
                  <a:pt x="12738" y="119377"/>
                </a:cubicBezTo>
                <a:lnTo>
                  <a:pt x="38890" y="119377"/>
                </a:lnTo>
                <a:cubicBezTo>
                  <a:pt x="41110" y="111958"/>
                  <a:pt x="44102" y="104925"/>
                  <a:pt x="47671" y="98276"/>
                </a:cubicBezTo>
                <a:lnTo>
                  <a:pt x="29143" y="79778"/>
                </a:lnTo>
                <a:cubicBezTo>
                  <a:pt x="26731" y="77370"/>
                  <a:pt x="25380" y="74093"/>
                  <a:pt x="25380" y="70721"/>
                </a:cubicBezTo>
                <a:cubicBezTo>
                  <a:pt x="25380" y="67348"/>
                  <a:pt x="26731" y="64073"/>
                  <a:pt x="29143" y="61760"/>
                </a:cubicBezTo>
                <a:lnTo>
                  <a:pt x="61761" y="29098"/>
                </a:lnTo>
                <a:cubicBezTo>
                  <a:pt x="64270" y="26689"/>
                  <a:pt x="67551" y="25436"/>
                  <a:pt x="70832" y="25436"/>
                </a:cubicBezTo>
                <a:cubicBezTo>
                  <a:pt x="74113" y="25436"/>
                  <a:pt x="77299" y="26689"/>
                  <a:pt x="79807" y="29193"/>
                </a:cubicBezTo>
                <a:lnTo>
                  <a:pt x="98335" y="47597"/>
                </a:lnTo>
                <a:cubicBezTo>
                  <a:pt x="105090" y="44129"/>
                  <a:pt x="112135" y="41142"/>
                  <a:pt x="119469" y="38829"/>
                </a:cubicBezTo>
                <a:lnTo>
                  <a:pt x="119469" y="12719"/>
                </a:lnTo>
                <a:cubicBezTo>
                  <a:pt x="119469" y="5685"/>
                  <a:pt x="125259" y="0"/>
                  <a:pt x="132207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30">
            <a:extLst>
              <a:ext uri="{FF2B5EF4-FFF2-40B4-BE49-F238E27FC236}">
                <a16:creationId xmlns:a16="http://schemas.microsoft.com/office/drawing/2014/main" id="{EA9EE65B-6053-F139-8FAB-B6BAF565DE59}"/>
              </a:ext>
            </a:extLst>
          </p:cNvPr>
          <p:cNvSpPr/>
          <p:nvPr/>
        </p:nvSpPr>
        <p:spPr>
          <a:xfrm>
            <a:off x="9347200" y="3797300"/>
            <a:ext cx="609685" cy="608764"/>
          </a:xfrm>
          <a:custGeom>
            <a:avLst/>
            <a:gdLst/>
            <a:ahLst/>
            <a:cxnLst/>
            <a:rect l="l" t="t" r="r" b="b"/>
            <a:pathLst>
              <a:path w="609685" h="608764">
                <a:moveTo>
                  <a:pt x="304843" y="279036"/>
                </a:moveTo>
                <a:cubicBezTo>
                  <a:pt x="318861" y="279036"/>
                  <a:pt x="330227" y="290384"/>
                  <a:pt x="330227" y="304383"/>
                </a:cubicBezTo>
                <a:cubicBezTo>
                  <a:pt x="330227" y="318381"/>
                  <a:pt x="318861" y="329731"/>
                  <a:pt x="304843" y="329731"/>
                </a:cubicBezTo>
                <a:cubicBezTo>
                  <a:pt x="290824" y="329731"/>
                  <a:pt x="279460" y="318381"/>
                  <a:pt x="279460" y="304383"/>
                </a:cubicBezTo>
                <a:cubicBezTo>
                  <a:pt x="279460" y="290384"/>
                  <a:pt x="290824" y="279036"/>
                  <a:pt x="304843" y="279036"/>
                </a:cubicBezTo>
                <a:close/>
                <a:moveTo>
                  <a:pt x="304797" y="253586"/>
                </a:moveTo>
                <a:cubicBezTo>
                  <a:pt x="276850" y="253586"/>
                  <a:pt x="253992" y="276419"/>
                  <a:pt x="253992" y="304338"/>
                </a:cubicBezTo>
                <a:cubicBezTo>
                  <a:pt x="253992" y="332346"/>
                  <a:pt x="276850" y="355091"/>
                  <a:pt x="304797" y="355091"/>
                </a:cubicBezTo>
                <a:cubicBezTo>
                  <a:pt x="332835" y="355091"/>
                  <a:pt x="355604" y="332346"/>
                  <a:pt x="355604" y="304338"/>
                </a:cubicBezTo>
                <a:cubicBezTo>
                  <a:pt x="355604" y="276419"/>
                  <a:pt x="332835" y="253586"/>
                  <a:pt x="304797" y="253586"/>
                </a:cubicBezTo>
                <a:close/>
                <a:moveTo>
                  <a:pt x="304797" y="202922"/>
                </a:moveTo>
                <a:cubicBezTo>
                  <a:pt x="360870" y="202922"/>
                  <a:pt x="406409" y="248412"/>
                  <a:pt x="406409" y="304338"/>
                </a:cubicBezTo>
                <a:cubicBezTo>
                  <a:pt x="406409" y="360352"/>
                  <a:pt x="360870" y="405844"/>
                  <a:pt x="304797" y="405844"/>
                </a:cubicBezTo>
                <a:cubicBezTo>
                  <a:pt x="248813" y="405844"/>
                  <a:pt x="203275" y="360352"/>
                  <a:pt x="203275" y="304338"/>
                </a:cubicBezTo>
                <a:cubicBezTo>
                  <a:pt x="203275" y="248412"/>
                  <a:pt x="248813" y="202922"/>
                  <a:pt x="304797" y="202922"/>
                </a:cubicBezTo>
                <a:close/>
                <a:moveTo>
                  <a:pt x="304797" y="152213"/>
                </a:moveTo>
                <a:cubicBezTo>
                  <a:pt x="220762" y="152213"/>
                  <a:pt x="152443" y="220429"/>
                  <a:pt x="152443" y="304338"/>
                </a:cubicBezTo>
                <a:cubicBezTo>
                  <a:pt x="152443" y="388336"/>
                  <a:pt x="220762" y="456551"/>
                  <a:pt x="304797" y="456551"/>
                </a:cubicBezTo>
                <a:cubicBezTo>
                  <a:pt x="388924" y="456551"/>
                  <a:pt x="457242" y="388336"/>
                  <a:pt x="457242" y="304338"/>
                </a:cubicBezTo>
                <a:cubicBezTo>
                  <a:pt x="457242" y="220429"/>
                  <a:pt x="388924" y="152213"/>
                  <a:pt x="304797" y="152213"/>
                </a:cubicBezTo>
                <a:close/>
                <a:moveTo>
                  <a:pt x="253983" y="0"/>
                </a:moveTo>
                <a:lnTo>
                  <a:pt x="355613" y="0"/>
                </a:lnTo>
                <a:cubicBezTo>
                  <a:pt x="369722" y="0"/>
                  <a:pt x="381065" y="11325"/>
                  <a:pt x="381065" y="25324"/>
                </a:cubicBezTo>
                <a:lnTo>
                  <a:pt x="381065" y="62597"/>
                </a:lnTo>
                <a:cubicBezTo>
                  <a:pt x="395176" y="67056"/>
                  <a:pt x="408927" y="72763"/>
                  <a:pt x="422055" y="79718"/>
                </a:cubicBezTo>
                <a:lnTo>
                  <a:pt x="448490" y="53323"/>
                </a:lnTo>
                <a:cubicBezTo>
                  <a:pt x="458492" y="43336"/>
                  <a:pt x="474566" y="43336"/>
                  <a:pt x="484480" y="53323"/>
                </a:cubicBezTo>
                <a:lnTo>
                  <a:pt x="556280" y="125016"/>
                </a:lnTo>
                <a:cubicBezTo>
                  <a:pt x="566194" y="134915"/>
                  <a:pt x="566194" y="150965"/>
                  <a:pt x="556280" y="160862"/>
                </a:cubicBezTo>
                <a:lnTo>
                  <a:pt x="529847" y="187258"/>
                </a:lnTo>
                <a:cubicBezTo>
                  <a:pt x="536812" y="200454"/>
                  <a:pt x="542527" y="214187"/>
                  <a:pt x="546994" y="228276"/>
                </a:cubicBezTo>
                <a:lnTo>
                  <a:pt x="584233" y="228276"/>
                </a:lnTo>
                <a:cubicBezTo>
                  <a:pt x="598344" y="228276"/>
                  <a:pt x="609685" y="239599"/>
                  <a:pt x="609685" y="253600"/>
                </a:cubicBezTo>
                <a:lnTo>
                  <a:pt x="609685" y="355075"/>
                </a:lnTo>
                <a:cubicBezTo>
                  <a:pt x="609685" y="369165"/>
                  <a:pt x="598255" y="380488"/>
                  <a:pt x="584233" y="380488"/>
                </a:cubicBezTo>
                <a:lnTo>
                  <a:pt x="546994" y="380488"/>
                </a:lnTo>
                <a:cubicBezTo>
                  <a:pt x="542527" y="394578"/>
                  <a:pt x="536812" y="408310"/>
                  <a:pt x="529847" y="421418"/>
                </a:cubicBezTo>
                <a:lnTo>
                  <a:pt x="556280" y="447812"/>
                </a:lnTo>
                <a:cubicBezTo>
                  <a:pt x="566194" y="457798"/>
                  <a:pt x="566194" y="473850"/>
                  <a:pt x="556280" y="483748"/>
                </a:cubicBezTo>
                <a:lnTo>
                  <a:pt x="484480" y="555440"/>
                </a:lnTo>
                <a:cubicBezTo>
                  <a:pt x="474566" y="565338"/>
                  <a:pt x="458492" y="565338"/>
                  <a:pt x="448490" y="555440"/>
                </a:cubicBezTo>
                <a:lnTo>
                  <a:pt x="422055" y="529045"/>
                </a:lnTo>
                <a:cubicBezTo>
                  <a:pt x="408927" y="536001"/>
                  <a:pt x="395176" y="541618"/>
                  <a:pt x="381065" y="546077"/>
                </a:cubicBezTo>
                <a:lnTo>
                  <a:pt x="381065" y="583350"/>
                </a:lnTo>
                <a:cubicBezTo>
                  <a:pt x="381065" y="597438"/>
                  <a:pt x="369634" y="608764"/>
                  <a:pt x="355613" y="608764"/>
                </a:cubicBezTo>
                <a:lnTo>
                  <a:pt x="253983" y="608764"/>
                </a:lnTo>
                <a:cubicBezTo>
                  <a:pt x="239963" y="608764"/>
                  <a:pt x="228622" y="597438"/>
                  <a:pt x="228622" y="583350"/>
                </a:cubicBezTo>
                <a:lnTo>
                  <a:pt x="228622" y="546077"/>
                </a:lnTo>
                <a:cubicBezTo>
                  <a:pt x="214511" y="541618"/>
                  <a:pt x="200758" y="536001"/>
                  <a:pt x="187541" y="529045"/>
                </a:cubicBezTo>
                <a:lnTo>
                  <a:pt x="161107" y="555440"/>
                </a:lnTo>
                <a:cubicBezTo>
                  <a:pt x="151194" y="565338"/>
                  <a:pt x="135118" y="565338"/>
                  <a:pt x="125207" y="555440"/>
                </a:cubicBezTo>
                <a:lnTo>
                  <a:pt x="53405" y="483748"/>
                </a:lnTo>
                <a:cubicBezTo>
                  <a:pt x="43402" y="473850"/>
                  <a:pt x="43402" y="457798"/>
                  <a:pt x="53405" y="447812"/>
                </a:cubicBezTo>
                <a:lnTo>
                  <a:pt x="79750" y="421418"/>
                </a:lnTo>
                <a:cubicBezTo>
                  <a:pt x="72874" y="408310"/>
                  <a:pt x="67158" y="394578"/>
                  <a:pt x="62692" y="380488"/>
                </a:cubicBezTo>
                <a:lnTo>
                  <a:pt x="25363" y="380488"/>
                </a:lnTo>
                <a:cubicBezTo>
                  <a:pt x="11342" y="380488"/>
                  <a:pt x="0" y="369165"/>
                  <a:pt x="0" y="355075"/>
                </a:cubicBezTo>
                <a:lnTo>
                  <a:pt x="0" y="253600"/>
                </a:lnTo>
                <a:cubicBezTo>
                  <a:pt x="0" y="239599"/>
                  <a:pt x="11342" y="228276"/>
                  <a:pt x="25363" y="228276"/>
                </a:cubicBezTo>
                <a:lnTo>
                  <a:pt x="62692" y="228276"/>
                </a:lnTo>
                <a:cubicBezTo>
                  <a:pt x="67158" y="214187"/>
                  <a:pt x="72874" y="200454"/>
                  <a:pt x="79750" y="187258"/>
                </a:cubicBezTo>
                <a:lnTo>
                  <a:pt x="53405" y="160862"/>
                </a:lnTo>
                <a:cubicBezTo>
                  <a:pt x="43402" y="150965"/>
                  <a:pt x="43402" y="134915"/>
                  <a:pt x="53405" y="125016"/>
                </a:cubicBezTo>
                <a:lnTo>
                  <a:pt x="125207" y="53323"/>
                </a:lnTo>
                <a:cubicBezTo>
                  <a:pt x="135118" y="43336"/>
                  <a:pt x="151194" y="43336"/>
                  <a:pt x="161107" y="53323"/>
                </a:cubicBezTo>
                <a:lnTo>
                  <a:pt x="187541" y="79718"/>
                </a:lnTo>
                <a:cubicBezTo>
                  <a:pt x="200758" y="72763"/>
                  <a:pt x="214511" y="67056"/>
                  <a:pt x="228622" y="62597"/>
                </a:cubicBezTo>
                <a:lnTo>
                  <a:pt x="228622" y="25324"/>
                </a:lnTo>
                <a:cubicBezTo>
                  <a:pt x="228622" y="11325"/>
                  <a:pt x="239963" y="0"/>
                  <a:pt x="253983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4235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1">
            <a:extLst>
              <a:ext uri="{FF2B5EF4-FFF2-40B4-BE49-F238E27FC236}">
                <a16:creationId xmlns:a16="http://schemas.microsoft.com/office/drawing/2014/main" id="{FFB01D0F-41AE-6544-D85A-0FE79166A571}"/>
              </a:ext>
            </a:extLst>
          </p:cNvPr>
          <p:cNvSpPr/>
          <p:nvPr/>
        </p:nvSpPr>
        <p:spPr>
          <a:xfrm>
            <a:off x="1155700" y="1574800"/>
            <a:ext cx="10147300" cy="4178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617299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1759F09C-A9EC-9BDF-4FA8-03B1CCE6E393}"/>
              </a:ext>
            </a:extLst>
          </p:cNvPr>
          <p:cNvSpPr/>
          <p:nvPr/>
        </p:nvSpPr>
        <p:spPr>
          <a:xfrm>
            <a:off x="1727200" y="2679700"/>
            <a:ext cx="762000" cy="762000"/>
          </a:xfrm>
          <a:prstGeom prst="ellipse">
            <a:avLst/>
          </a:prstGeom>
          <a:solidFill>
            <a:srgbClr val="297F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C1018B04-3DCF-D6D4-4DAF-3D4ED589DEB6}"/>
              </a:ext>
            </a:extLst>
          </p:cNvPr>
          <p:cNvSpPr/>
          <p:nvPr/>
        </p:nvSpPr>
        <p:spPr>
          <a:xfrm>
            <a:off x="1625600" y="28067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B55D8007-F72B-0FED-4319-139F319041FB}"/>
              </a:ext>
            </a:extLst>
          </p:cNvPr>
          <p:cNvSpPr/>
          <p:nvPr/>
        </p:nvSpPr>
        <p:spPr>
          <a:xfrm>
            <a:off x="1727200" y="3898900"/>
            <a:ext cx="762000" cy="762000"/>
          </a:xfrm>
          <a:prstGeom prst="ellipse">
            <a:avLst/>
          </a:prstGeom>
          <a:solidFill>
            <a:srgbClr val="629D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852D9BA8-46BC-14E0-580E-5CD0209B3424}"/>
              </a:ext>
            </a:extLst>
          </p:cNvPr>
          <p:cNvSpPr/>
          <p:nvPr/>
        </p:nvSpPr>
        <p:spPr>
          <a:xfrm>
            <a:off x="1625600" y="40259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18F99D92-8B3B-F39D-3749-0EFA45A5ED45}"/>
              </a:ext>
            </a:extLst>
          </p:cNvPr>
          <p:cNvSpPr/>
          <p:nvPr/>
        </p:nvSpPr>
        <p:spPr>
          <a:xfrm>
            <a:off x="12446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4287BEF4-C035-C1A9-16FE-03BE163731CF}"/>
              </a:ext>
            </a:extLst>
          </p:cNvPr>
          <p:cNvSpPr/>
          <p:nvPr/>
        </p:nvSpPr>
        <p:spPr>
          <a:xfrm>
            <a:off x="8890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8E8C2DB4-317B-3656-3FB9-D50A6721B959}"/>
              </a:ext>
            </a:extLst>
          </p:cNvPr>
          <p:cNvSpPr/>
          <p:nvPr/>
        </p:nvSpPr>
        <p:spPr>
          <a:xfrm>
            <a:off x="939800" y="1905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9">
            <a:extLst>
              <a:ext uri="{FF2B5EF4-FFF2-40B4-BE49-F238E27FC236}">
                <a16:creationId xmlns:a16="http://schemas.microsoft.com/office/drawing/2014/main" id="{46F2B86F-3C1E-680E-D21F-8B96569A6B26}"/>
              </a:ext>
            </a:extLst>
          </p:cNvPr>
          <p:cNvSpPr/>
          <p:nvPr/>
        </p:nvSpPr>
        <p:spPr>
          <a:xfrm>
            <a:off x="12446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0">
            <a:extLst>
              <a:ext uri="{FF2B5EF4-FFF2-40B4-BE49-F238E27FC236}">
                <a16:creationId xmlns:a16="http://schemas.microsoft.com/office/drawing/2014/main" id="{AE8EF55D-F9E4-8AC0-711E-BDC372122321}"/>
              </a:ext>
            </a:extLst>
          </p:cNvPr>
          <p:cNvSpPr/>
          <p:nvPr/>
        </p:nvSpPr>
        <p:spPr>
          <a:xfrm>
            <a:off x="8890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21">
            <a:extLst>
              <a:ext uri="{FF2B5EF4-FFF2-40B4-BE49-F238E27FC236}">
                <a16:creationId xmlns:a16="http://schemas.microsoft.com/office/drawing/2014/main" id="{31676453-E036-FCB6-0740-E77ECDDF9C11}"/>
              </a:ext>
            </a:extLst>
          </p:cNvPr>
          <p:cNvSpPr/>
          <p:nvPr/>
        </p:nvSpPr>
        <p:spPr>
          <a:xfrm>
            <a:off x="939800" y="24765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22">
            <a:extLst>
              <a:ext uri="{FF2B5EF4-FFF2-40B4-BE49-F238E27FC236}">
                <a16:creationId xmlns:a16="http://schemas.microsoft.com/office/drawing/2014/main" id="{DB91BAEC-8889-1B31-4F47-538BDC224A1A}"/>
              </a:ext>
            </a:extLst>
          </p:cNvPr>
          <p:cNvSpPr/>
          <p:nvPr/>
        </p:nvSpPr>
        <p:spPr>
          <a:xfrm>
            <a:off x="12446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2169DC52-9902-E7E1-60A1-074A2C1A39A9}"/>
              </a:ext>
            </a:extLst>
          </p:cNvPr>
          <p:cNvSpPr/>
          <p:nvPr/>
        </p:nvSpPr>
        <p:spPr>
          <a:xfrm>
            <a:off x="8890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424EEBE2-330D-E44F-FF20-6ADA4F955D71}"/>
              </a:ext>
            </a:extLst>
          </p:cNvPr>
          <p:cNvSpPr/>
          <p:nvPr/>
        </p:nvSpPr>
        <p:spPr>
          <a:xfrm>
            <a:off x="939800" y="3048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A87317F5-727E-EEB3-8F35-73F62370587D}"/>
              </a:ext>
            </a:extLst>
          </p:cNvPr>
          <p:cNvSpPr/>
          <p:nvPr/>
        </p:nvSpPr>
        <p:spPr>
          <a:xfrm>
            <a:off x="12446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7369034C-57C7-C540-00C7-182D66713411}"/>
              </a:ext>
            </a:extLst>
          </p:cNvPr>
          <p:cNvSpPr/>
          <p:nvPr/>
        </p:nvSpPr>
        <p:spPr>
          <a:xfrm>
            <a:off x="8890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D86DA17D-FABF-0DA0-5145-C700FE8DBF05}"/>
              </a:ext>
            </a:extLst>
          </p:cNvPr>
          <p:cNvSpPr/>
          <p:nvPr/>
        </p:nvSpPr>
        <p:spPr>
          <a:xfrm>
            <a:off x="939800" y="3632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ADA088B-4436-5500-D9C8-A115B487C0AC}"/>
              </a:ext>
            </a:extLst>
          </p:cNvPr>
          <p:cNvSpPr/>
          <p:nvPr/>
        </p:nvSpPr>
        <p:spPr>
          <a:xfrm>
            <a:off x="12446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4D16C78C-6CD0-B424-4A21-EF3BEAF452B1}"/>
              </a:ext>
            </a:extLst>
          </p:cNvPr>
          <p:cNvSpPr/>
          <p:nvPr/>
        </p:nvSpPr>
        <p:spPr>
          <a:xfrm>
            <a:off x="8890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AC28B12C-639E-9CF3-F73C-1228F7271D79}"/>
              </a:ext>
            </a:extLst>
          </p:cNvPr>
          <p:cNvSpPr/>
          <p:nvPr/>
        </p:nvSpPr>
        <p:spPr>
          <a:xfrm>
            <a:off x="939800" y="4203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31">
            <a:extLst>
              <a:ext uri="{FF2B5EF4-FFF2-40B4-BE49-F238E27FC236}">
                <a16:creationId xmlns:a16="http://schemas.microsoft.com/office/drawing/2014/main" id="{37743A3E-0088-EC55-685E-8F46626AB9A2}"/>
              </a:ext>
            </a:extLst>
          </p:cNvPr>
          <p:cNvSpPr/>
          <p:nvPr/>
        </p:nvSpPr>
        <p:spPr>
          <a:xfrm>
            <a:off x="12446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2">
            <a:extLst>
              <a:ext uri="{FF2B5EF4-FFF2-40B4-BE49-F238E27FC236}">
                <a16:creationId xmlns:a16="http://schemas.microsoft.com/office/drawing/2014/main" id="{6EF4D42B-2B05-8A11-CFAF-EEBD7DB22727}"/>
              </a:ext>
            </a:extLst>
          </p:cNvPr>
          <p:cNvSpPr/>
          <p:nvPr/>
        </p:nvSpPr>
        <p:spPr>
          <a:xfrm>
            <a:off x="8890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A73DC5E0-A810-CDE5-9092-1F479592771A}"/>
              </a:ext>
            </a:extLst>
          </p:cNvPr>
          <p:cNvSpPr/>
          <p:nvPr/>
        </p:nvSpPr>
        <p:spPr>
          <a:xfrm>
            <a:off x="939800" y="4775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2FDC18C0-4835-FCFB-436A-DDAFED40DB86}"/>
              </a:ext>
            </a:extLst>
          </p:cNvPr>
          <p:cNvSpPr/>
          <p:nvPr/>
        </p:nvSpPr>
        <p:spPr>
          <a:xfrm>
            <a:off x="12446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8A3D8BBA-F389-3EBF-F2F0-CEEA1FE71E61}"/>
              </a:ext>
            </a:extLst>
          </p:cNvPr>
          <p:cNvSpPr/>
          <p:nvPr/>
        </p:nvSpPr>
        <p:spPr>
          <a:xfrm>
            <a:off x="8890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AE7238FF-42C4-E09D-0999-D91C9F1940DF}"/>
              </a:ext>
            </a:extLst>
          </p:cNvPr>
          <p:cNvSpPr/>
          <p:nvPr/>
        </p:nvSpPr>
        <p:spPr>
          <a:xfrm>
            <a:off x="939800" y="5346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7">
            <a:extLst>
              <a:ext uri="{FF2B5EF4-FFF2-40B4-BE49-F238E27FC236}">
                <a16:creationId xmlns:a16="http://schemas.microsoft.com/office/drawing/2014/main" id="{5D4DD1C1-7615-7967-7FCC-1CF737AC059B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0" name="AutoShape 38">
            <a:extLst>
              <a:ext uri="{FF2B5EF4-FFF2-40B4-BE49-F238E27FC236}">
                <a16:creationId xmlns:a16="http://schemas.microsoft.com/office/drawing/2014/main" id="{6D9AEE91-BEB8-BFA1-A2AF-3800CEA2377A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1" name="AutoShape 39">
            <a:extLst>
              <a:ext uri="{FF2B5EF4-FFF2-40B4-BE49-F238E27FC236}">
                <a16:creationId xmlns:a16="http://schemas.microsoft.com/office/drawing/2014/main" id="{2E679C30-5DB3-CAD4-CE18-EAE2388A1949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32" name="Connector 40">
            <a:extLst>
              <a:ext uri="{FF2B5EF4-FFF2-40B4-BE49-F238E27FC236}">
                <a16:creationId xmlns:a16="http://schemas.microsoft.com/office/drawing/2014/main" id="{0F23ADE6-5341-8DDB-A020-EB0917A539C5}"/>
              </a:ext>
            </a:extLst>
          </p:cNvPr>
          <p:cNvCxnSpPr/>
          <p:nvPr/>
        </p:nvCxnSpPr>
        <p:spPr>
          <a:xfrm>
            <a:off x="2806700" y="30353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33" name="Connector 41">
            <a:extLst>
              <a:ext uri="{FF2B5EF4-FFF2-40B4-BE49-F238E27FC236}">
                <a16:creationId xmlns:a16="http://schemas.microsoft.com/office/drawing/2014/main" id="{D2BC8812-EFF3-9FC5-2C66-649566C9D751}"/>
              </a:ext>
            </a:extLst>
          </p:cNvPr>
          <p:cNvCxnSpPr/>
          <p:nvPr/>
        </p:nvCxnSpPr>
        <p:spPr>
          <a:xfrm>
            <a:off x="2806700" y="42926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17756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777666A5-E308-86CE-DB68-04FFD47C8F01}"/>
              </a:ext>
            </a:extLst>
          </p:cNvPr>
          <p:cNvSpPr/>
          <p:nvPr/>
        </p:nvSpPr>
        <p:spPr>
          <a:xfrm>
            <a:off x="7239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337FB9E3-E239-1B90-EBCD-5F7FC9294357}"/>
              </a:ext>
            </a:extLst>
          </p:cNvPr>
          <p:cNvSpPr/>
          <p:nvPr/>
        </p:nvSpPr>
        <p:spPr>
          <a:xfrm>
            <a:off x="8509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B1A6A787-0ADD-6E7E-0BC4-6263E3623362}"/>
              </a:ext>
            </a:extLst>
          </p:cNvPr>
          <p:cNvSpPr/>
          <p:nvPr/>
        </p:nvSpPr>
        <p:spPr>
          <a:xfrm>
            <a:off x="19050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3A838E8-0B3E-7CC4-4A80-B195DB077401}"/>
              </a:ext>
            </a:extLst>
          </p:cNvPr>
          <p:cNvSpPr/>
          <p:nvPr/>
        </p:nvSpPr>
        <p:spPr>
          <a:xfrm>
            <a:off x="12573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FF78B2-2499-AFB2-6E70-925A1C36DC00}"/>
              </a:ext>
            </a:extLst>
          </p:cNvPr>
          <p:cNvSpPr/>
          <p:nvPr/>
        </p:nvSpPr>
        <p:spPr>
          <a:xfrm>
            <a:off x="63627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D3793847-702C-7BA1-103F-7EE22A8334BF}"/>
              </a:ext>
            </a:extLst>
          </p:cNvPr>
          <p:cNvSpPr/>
          <p:nvPr/>
        </p:nvSpPr>
        <p:spPr>
          <a:xfrm>
            <a:off x="64897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6BFC270F-646B-4252-442B-2C561115A40A}"/>
              </a:ext>
            </a:extLst>
          </p:cNvPr>
          <p:cNvSpPr/>
          <p:nvPr/>
        </p:nvSpPr>
        <p:spPr>
          <a:xfrm>
            <a:off x="75438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4CA4FF0-7961-EA3C-3962-CA3D0214682D}"/>
              </a:ext>
            </a:extLst>
          </p:cNvPr>
          <p:cNvSpPr/>
          <p:nvPr/>
        </p:nvSpPr>
        <p:spPr>
          <a:xfrm>
            <a:off x="68961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90088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3DA67CB2-74D5-95D4-E4C5-300370DF0582}"/>
              </a:ext>
            </a:extLst>
          </p:cNvPr>
          <p:cNvSpPr/>
          <p:nvPr/>
        </p:nvSpPr>
        <p:spPr>
          <a:xfrm>
            <a:off x="6146800" y="1866900"/>
            <a:ext cx="1795729" cy="1795725"/>
          </a:xfrm>
          <a:custGeom>
            <a:avLst/>
            <a:gdLst/>
            <a:ahLst/>
            <a:cxnLst/>
            <a:rect l="l" t="t" r="r" b="b"/>
            <a:pathLst>
              <a:path w="1795729" h="1795725">
                <a:moveTo>
                  <a:pt x="0" y="0"/>
                </a:moveTo>
                <a:lnTo>
                  <a:pt x="88795" y="4483"/>
                </a:lnTo>
                <a:cubicBezTo>
                  <a:pt x="986448" y="95645"/>
                  <a:pt x="1700083" y="809280"/>
                  <a:pt x="1791245" y="1706935"/>
                </a:cubicBezTo>
                <a:lnTo>
                  <a:pt x="1795729" y="1795725"/>
                </a:lnTo>
                <a:lnTo>
                  <a:pt x="1210380" y="1795725"/>
                </a:lnTo>
                <a:lnTo>
                  <a:pt x="1208742" y="1763292"/>
                </a:lnTo>
                <a:cubicBezTo>
                  <a:pt x="1144880" y="1134455"/>
                  <a:pt x="644954" y="634528"/>
                  <a:pt x="16116" y="570666"/>
                </a:cubicBezTo>
                <a:lnTo>
                  <a:pt x="0" y="569852"/>
                </a:ln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95CB6475-C771-37E2-17B0-99975A140F6B}"/>
              </a:ext>
            </a:extLst>
          </p:cNvPr>
          <p:cNvSpPr/>
          <p:nvPr/>
        </p:nvSpPr>
        <p:spPr>
          <a:xfrm>
            <a:off x="4140200" y="1866900"/>
            <a:ext cx="1795725" cy="1795725"/>
          </a:xfrm>
          <a:custGeom>
            <a:avLst/>
            <a:gdLst/>
            <a:ahLst/>
            <a:cxnLst/>
            <a:rect l="l" t="t" r="r" b="b"/>
            <a:pathLst>
              <a:path w="1795725" h="1795725">
                <a:moveTo>
                  <a:pt x="1795725" y="0"/>
                </a:moveTo>
                <a:lnTo>
                  <a:pt x="1795725" y="568411"/>
                </a:lnTo>
                <a:lnTo>
                  <a:pt x="1751054" y="570666"/>
                </a:lnTo>
                <a:cubicBezTo>
                  <a:pt x="1122216" y="634528"/>
                  <a:pt x="622290" y="1134455"/>
                  <a:pt x="558428" y="1763292"/>
                </a:cubicBezTo>
                <a:lnTo>
                  <a:pt x="556791" y="1795725"/>
                </a:lnTo>
                <a:lnTo>
                  <a:pt x="0" y="1795725"/>
                </a:lnTo>
                <a:lnTo>
                  <a:pt x="4483" y="1706935"/>
                </a:lnTo>
                <a:cubicBezTo>
                  <a:pt x="95645" y="809280"/>
                  <a:pt x="809281" y="95645"/>
                  <a:pt x="1706935" y="4483"/>
                </a:cubicBezTo>
                <a:lnTo>
                  <a:pt x="1795725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94CBADAD-25F7-840F-69A7-EE69DF79A74C}"/>
              </a:ext>
            </a:extLst>
          </p:cNvPr>
          <p:cNvSpPr/>
          <p:nvPr/>
        </p:nvSpPr>
        <p:spPr>
          <a:xfrm>
            <a:off x="4140200" y="3873500"/>
            <a:ext cx="1795725" cy="1795728"/>
          </a:xfrm>
          <a:custGeom>
            <a:avLst/>
            <a:gdLst/>
            <a:ahLst/>
            <a:cxnLst/>
            <a:rect l="l" t="t" r="r" b="b"/>
            <a:pathLst>
              <a:path w="1795725" h="1795728">
                <a:moveTo>
                  <a:pt x="0" y="0"/>
                </a:moveTo>
                <a:lnTo>
                  <a:pt x="556997" y="0"/>
                </a:lnTo>
                <a:lnTo>
                  <a:pt x="558428" y="28353"/>
                </a:lnTo>
                <a:cubicBezTo>
                  <a:pt x="622290" y="657191"/>
                  <a:pt x="1122216" y="1157117"/>
                  <a:pt x="1751054" y="1220979"/>
                </a:cubicBezTo>
                <a:lnTo>
                  <a:pt x="1795725" y="1223235"/>
                </a:lnTo>
                <a:lnTo>
                  <a:pt x="1795725" y="1795728"/>
                </a:lnTo>
                <a:lnTo>
                  <a:pt x="1706935" y="1791244"/>
                </a:lnTo>
                <a:cubicBezTo>
                  <a:pt x="809281" y="1700082"/>
                  <a:pt x="95645" y="986448"/>
                  <a:pt x="4483" y="88793"/>
                </a:cubicBez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DBD16696-4C93-46B5-ACA4-21F917533263}"/>
              </a:ext>
            </a:extLst>
          </p:cNvPr>
          <p:cNvSpPr/>
          <p:nvPr/>
        </p:nvSpPr>
        <p:spPr>
          <a:xfrm>
            <a:off x="6146800" y="3873500"/>
            <a:ext cx="1795729" cy="1795728"/>
          </a:xfrm>
          <a:custGeom>
            <a:avLst/>
            <a:gdLst/>
            <a:ahLst/>
            <a:cxnLst/>
            <a:rect l="l" t="t" r="r" b="b"/>
            <a:pathLst>
              <a:path w="1795729" h="1795728">
                <a:moveTo>
                  <a:pt x="1210174" y="0"/>
                </a:moveTo>
                <a:lnTo>
                  <a:pt x="1795729" y="0"/>
                </a:lnTo>
                <a:lnTo>
                  <a:pt x="1791245" y="88793"/>
                </a:lnTo>
                <a:cubicBezTo>
                  <a:pt x="1700083" y="986448"/>
                  <a:pt x="986448" y="1700082"/>
                  <a:pt x="88795" y="1791244"/>
                </a:cubicBezTo>
                <a:lnTo>
                  <a:pt x="0" y="1795728"/>
                </a:lnTo>
                <a:lnTo>
                  <a:pt x="0" y="1221793"/>
                </a:lnTo>
                <a:lnTo>
                  <a:pt x="16116" y="1220979"/>
                </a:lnTo>
                <a:cubicBezTo>
                  <a:pt x="644954" y="1157117"/>
                  <a:pt x="1144880" y="657191"/>
                  <a:pt x="1208742" y="28353"/>
                </a:cubicBezTo>
                <a:lnTo>
                  <a:pt x="1210174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D4096B83-C640-E964-FDD1-11C9A0A61157}"/>
              </a:ext>
            </a:extLst>
          </p:cNvPr>
          <p:cNvSpPr/>
          <p:nvPr/>
        </p:nvSpPr>
        <p:spPr>
          <a:xfrm>
            <a:off x="4445000" y="307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5563BAA9-F7C7-3106-A9C9-E972856FCBB2}"/>
              </a:ext>
            </a:extLst>
          </p:cNvPr>
          <p:cNvSpPr/>
          <p:nvPr/>
        </p:nvSpPr>
        <p:spPr>
          <a:xfrm>
            <a:off x="5727700" y="3873500"/>
            <a:ext cx="631999" cy="627784"/>
          </a:xfrm>
          <a:custGeom>
            <a:avLst/>
            <a:gdLst/>
            <a:ahLst/>
            <a:cxnLst/>
            <a:rect l="l" t="t" r="r" b="b"/>
            <a:pathLst>
              <a:path w="631999" h="627784">
                <a:moveTo>
                  <a:pt x="59280" y="0"/>
                </a:moveTo>
                <a:cubicBezTo>
                  <a:pt x="23905" y="0"/>
                  <a:pt x="0" y="29790"/>
                  <a:pt x="0" y="64261"/>
                </a:cubicBezTo>
                <a:lnTo>
                  <a:pt x="0" y="340224"/>
                </a:lnTo>
                <a:cubicBezTo>
                  <a:pt x="0" y="377339"/>
                  <a:pt x="37686" y="386203"/>
                  <a:pt x="37686" y="386203"/>
                </a:cubicBezTo>
                <a:cubicBezTo>
                  <a:pt x="37686" y="386203"/>
                  <a:pt x="37686" y="103090"/>
                  <a:pt x="37686" y="74811"/>
                </a:cubicBezTo>
                <a:cubicBezTo>
                  <a:pt x="37686" y="46502"/>
                  <a:pt x="53047" y="41562"/>
                  <a:pt x="83125" y="41562"/>
                </a:cubicBezTo>
                <a:cubicBezTo>
                  <a:pt x="113175" y="41562"/>
                  <a:pt x="547996" y="41562"/>
                  <a:pt x="547996" y="41562"/>
                </a:cubicBezTo>
                <a:cubicBezTo>
                  <a:pt x="547996" y="41562"/>
                  <a:pt x="533864" y="0"/>
                  <a:pt x="506419" y="0"/>
                </a:cubicBezTo>
                <a:lnTo>
                  <a:pt x="59280" y="0"/>
                </a:lnTo>
                <a:close/>
                <a:moveTo>
                  <a:pt x="108610" y="70917"/>
                </a:moveTo>
                <a:cubicBezTo>
                  <a:pt x="67940" y="70917"/>
                  <a:pt x="70924" y="105270"/>
                  <a:pt x="70924" y="105270"/>
                </a:cubicBezTo>
                <a:cubicBezTo>
                  <a:pt x="70924" y="105270"/>
                  <a:pt x="70924" y="415529"/>
                  <a:pt x="70924" y="439391"/>
                </a:cubicBezTo>
                <a:cubicBezTo>
                  <a:pt x="70924" y="463281"/>
                  <a:pt x="85057" y="480953"/>
                  <a:pt x="108054" y="480953"/>
                </a:cubicBezTo>
                <a:cubicBezTo>
                  <a:pt x="131053" y="480953"/>
                  <a:pt x="262631" y="480953"/>
                  <a:pt x="262631" y="480953"/>
                </a:cubicBezTo>
                <a:lnTo>
                  <a:pt x="344089" y="627784"/>
                </a:lnTo>
                <a:lnTo>
                  <a:pt x="436051" y="478192"/>
                </a:lnTo>
                <a:cubicBezTo>
                  <a:pt x="436051" y="478192"/>
                  <a:pt x="559027" y="478192"/>
                  <a:pt x="587320" y="478192"/>
                </a:cubicBezTo>
                <a:cubicBezTo>
                  <a:pt x="615615" y="478192"/>
                  <a:pt x="629425" y="478046"/>
                  <a:pt x="629425" y="433840"/>
                </a:cubicBezTo>
                <a:lnTo>
                  <a:pt x="629425" y="121895"/>
                </a:lnTo>
                <a:cubicBezTo>
                  <a:pt x="629425" y="92714"/>
                  <a:pt x="631999" y="70917"/>
                  <a:pt x="593962" y="70917"/>
                </a:cubicBezTo>
                <a:lnTo>
                  <a:pt x="108610" y="70917"/>
                </a:lnTo>
                <a:close/>
              </a:path>
            </a:pathLst>
          </a:custGeom>
          <a:solidFill>
            <a:srgbClr val="284E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7">
            <a:extLst>
              <a:ext uri="{FF2B5EF4-FFF2-40B4-BE49-F238E27FC236}">
                <a16:creationId xmlns:a16="http://schemas.microsoft.com/office/drawing/2014/main" id="{1755CC42-AF77-37AB-D2FB-D3878D85654C}"/>
              </a:ext>
            </a:extLst>
          </p:cNvPr>
          <p:cNvCxnSpPr/>
          <p:nvPr/>
        </p:nvCxnSpPr>
        <p:spPr>
          <a:xfrm rot="3">
            <a:off x="3543300" y="2057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0" name="Connector 18">
            <a:extLst>
              <a:ext uri="{FF2B5EF4-FFF2-40B4-BE49-F238E27FC236}">
                <a16:creationId xmlns:a16="http://schemas.microsoft.com/office/drawing/2014/main" id="{4B272935-1530-FF7E-4523-541C8ECB743B}"/>
              </a:ext>
            </a:extLst>
          </p:cNvPr>
          <p:cNvCxnSpPr/>
          <p:nvPr/>
        </p:nvCxnSpPr>
        <p:spPr>
          <a:xfrm rot="5223772">
            <a:off x="43306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1" name="Connector 19">
            <a:extLst>
              <a:ext uri="{FF2B5EF4-FFF2-40B4-BE49-F238E27FC236}">
                <a16:creationId xmlns:a16="http://schemas.microsoft.com/office/drawing/2014/main" id="{01E825D4-C761-C3A5-C8B7-F31EC43E5484}"/>
              </a:ext>
            </a:extLst>
          </p:cNvPr>
          <p:cNvCxnSpPr/>
          <p:nvPr/>
        </p:nvCxnSpPr>
        <p:spPr>
          <a:xfrm rot="3">
            <a:off x="7505700" y="2057400"/>
            <a:ext cx="101607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2" name="Connector 20">
            <a:extLst>
              <a:ext uri="{FF2B5EF4-FFF2-40B4-BE49-F238E27FC236}">
                <a16:creationId xmlns:a16="http://schemas.microsoft.com/office/drawing/2014/main" id="{E5D6AE73-5266-42FA-1FBF-80556DCBC3E4}"/>
              </a:ext>
            </a:extLst>
          </p:cNvPr>
          <p:cNvCxnSpPr/>
          <p:nvPr/>
        </p:nvCxnSpPr>
        <p:spPr>
          <a:xfrm rot="5223772">
            <a:off x="72389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8C9C02C5-5F20-329C-ED7A-1527C8BFEA2F}"/>
              </a:ext>
            </a:extLst>
          </p:cNvPr>
          <p:cNvCxnSpPr/>
          <p:nvPr/>
        </p:nvCxnSpPr>
        <p:spPr>
          <a:xfrm rot="3">
            <a:off x="3543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4" name="Connector 22">
            <a:extLst>
              <a:ext uri="{FF2B5EF4-FFF2-40B4-BE49-F238E27FC236}">
                <a16:creationId xmlns:a16="http://schemas.microsoft.com/office/drawing/2014/main" id="{A2C5BB72-C508-3A04-AF55-46C8B3E76327}"/>
              </a:ext>
            </a:extLst>
          </p:cNvPr>
          <p:cNvCxnSpPr/>
          <p:nvPr/>
        </p:nvCxnSpPr>
        <p:spPr>
          <a:xfrm rot="5223772">
            <a:off x="4330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5" name="Connector 23">
            <a:extLst>
              <a:ext uri="{FF2B5EF4-FFF2-40B4-BE49-F238E27FC236}">
                <a16:creationId xmlns:a16="http://schemas.microsoft.com/office/drawing/2014/main" id="{CE10274B-30FF-9A07-C8A9-53BDD470907A}"/>
              </a:ext>
            </a:extLst>
          </p:cNvPr>
          <p:cNvCxnSpPr/>
          <p:nvPr/>
        </p:nvCxnSpPr>
        <p:spPr>
          <a:xfrm rot="3">
            <a:off x="7480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6" name="Connector 24">
            <a:extLst>
              <a:ext uri="{FF2B5EF4-FFF2-40B4-BE49-F238E27FC236}">
                <a16:creationId xmlns:a16="http://schemas.microsoft.com/office/drawing/2014/main" id="{AB4321F1-92DA-11D2-83F1-93B60EA127DB}"/>
              </a:ext>
            </a:extLst>
          </p:cNvPr>
          <p:cNvCxnSpPr/>
          <p:nvPr/>
        </p:nvCxnSpPr>
        <p:spPr>
          <a:xfrm rot="5223772">
            <a:off x="7251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7" name="AutoShape 25">
            <a:extLst>
              <a:ext uri="{FF2B5EF4-FFF2-40B4-BE49-F238E27FC236}">
                <a16:creationId xmlns:a16="http://schemas.microsoft.com/office/drawing/2014/main" id="{93008BEA-E94D-1DEC-55C8-A0D57986AE54}"/>
              </a:ext>
            </a:extLst>
          </p:cNvPr>
          <p:cNvSpPr/>
          <p:nvPr/>
        </p:nvSpPr>
        <p:spPr>
          <a:xfrm>
            <a:off x="3302000" y="19304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3A88A187-F5DD-4281-7B2A-748351EB4A6B}"/>
              </a:ext>
            </a:extLst>
          </p:cNvPr>
          <p:cNvSpPr/>
          <p:nvPr/>
        </p:nvSpPr>
        <p:spPr>
          <a:xfrm>
            <a:off x="3289300" y="53721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181862E4-B5C0-89B6-CA49-3FAAFC7A3062}"/>
              </a:ext>
            </a:extLst>
          </p:cNvPr>
          <p:cNvSpPr/>
          <p:nvPr/>
        </p:nvSpPr>
        <p:spPr>
          <a:xfrm>
            <a:off x="8521700" y="19304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BBF3AD1D-EE2F-D470-E13A-B497CC424F61}"/>
              </a:ext>
            </a:extLst>
          </p:cNvPr>
          <p:cNvSpPr/>
          <p:nvPr/>
        </p:nvSpPr>
        <p:spPr>
          <a:xfrm>
            <a:off x="8470900" y="53721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0982D153-4420-00C6-DE2E-FB9371D4B6AA}"/>
              </a:ext>
            </a:extLst>
          </p:cNvPr>
          <p:cNvSpPr/>
          <p:nvPr/>
        </p:nvSpPr>
        <p:spPr>
          <a:xfrm>
            <a:off x="2283941" y="1646933"/>
            <a:ext cx="542149" cy="631850"/>
          </a:xfrm>
          <a:custGeom>
            <a:avLst/>
            <a:gdLst/>
            <a:ahLst/>
            <a:cxnLst/>
            <a:rect l="l" t="t" r="r" b="b"/>
            <a:pathLst>
              <a:path w="542149" h="631850">
                <a:moveTo>
                  <a:pt x="301044" y="452505"/>
                </a:moveTo>
                <a:lnTo>
                  <a:pt x="301044" y="303055"/>
                </a:lnTo>
                <a:cubicBezTo>
                  <a:pt x="301044" y="286498"/>
                  <a:pt x="287616" y="273100"/>
                  <a:pt x="271075" y="273100"/>
                </a:cubicBezTo>
                <a:cubicBezTo>
                  <a:pt x="254585" y="273100"/>
                  <a:pt x="241206" y="286498"/>
                  <a:pt x="241206" y="303055"/>
                </a:cubicBezTo>
                <a:lnTo>
                  <a:pt x="241206" y="452505"/>
                </a:lnTo>
                <a:lnTo>
                  <a:pt x="94149" y="452505"/>
                </a:lnTo>
                <a:lnTo>
                  <a:pt x="174869" y="351585"/>
                </a:lnTo>
                <a:cubicBezTo>
                  <a:pt x="182022" y="342546"/>
                  <a:pt x="183503" y="330319"/>
                  <a:pt x="178559" y="319992"/>
                </a:cubicBezTo>
                <a:cubicBezTo>
                  <a:pt x="173614" y="309520"/>
                  <a:pt x="163072" y="303055"/>
                  <a:pt x="151527" y="303055"/>
                </a:cubicBezTo>
                <a:lnTo>
                  <a:pt x="119324" y="303055"/>
                </a:lnTo>
                <a:lnTo>
                  <a:pt x="271075" y="86119"/>
                </a:lnTo>
                <a:lnTo>
                  <a:pt x="423053" y="303055"/>
                </a:lnTo>
                <a:lnTo>
                  <a:pt x="390674" y="303055"/>
                </a:lnTo>
                <a:cubicBezTo>
                  <a:pt x="379305" y="303055"/>
                  <a:pt x="368712" y="309520"/>
                  <a:pt x="363742" y="319992"/>
                </a:cubicBezTo>
                <a:cubicBezTo>
                  <a:pt x="358773" y="330319"/>
                  <a:pt x="360153" y="342546"/>
                  <a:pt x="367433" y="351585"/>
                </a:cubicBezTo>
                <a:lnTo>
                  <a:pt x="448177" y="452505"/>
                </a:lnTo>
                <a:cubicBezTo>
                  <a:pt x="448177" y="452505"/>
                  <a:pt x="301044" y="452505"/>
                  <a:pt x="301044" y="452505"/>
                </a:cubicBezTo>
                <a:close/>
                <a:moveTo>
                  <a:pt x="533666" y="463680"/>
                </a:moveTo>
                <a:lnTo>
                  <a:pt x="452946" y="362701"/>
                </a:lnTo>
                <a:lnTo>
                  <a:pt x="480380" y="362701"/>
                </a:lnTo>
                <a:cubicBezTo>
                  <a:pt x="491525" y="362701"/>
                  <a:pt x="501739" y="356528"/>
                  <a:pt x="506960" y="346641"/>
                </a:cubicBezTo>
                <a:cubicBezTo>
                  <a:pt x="512055" y="336724"/>
                  <a:pt x="511202" y="324877"/>
                  <a:pt x="504978" y="315721"/>
                </a:cubicBezTo>
                <a:lnTo>
                  <a:pt x="295598" y="16733"/>
                </a:lnTo>
                <a:cubicBezTo>
                  <a:pt x="286110" y="3335"/>
                  <a:pt x="267410" y="0"/>
                  <a:pt x="254033" y="9478"/>
                </a:cubicBezTo>
                <a:cubicBezTo>
                  <a:pt x="251222" y="11409"/>
                  <a:pt x="249214" y="13866"/>
                  <a:pt x="247306" y="16382"/>
                </a:cubicBezTo>
                <a:cubicBezTo>
                  <a:pt x="246578" y="16733"/>
                  <a:pt x="37374" y="315721"/>
                  <a:pt x="37374" y="315721"/>
                </a:cubicBezTo>
                <a:cubicBezTo>
                  <a:pt x="30973" y="324877"/>
                  <a:pt x="30271" y="336724"/>
                  <a:pt x="35366" y="346641"/>
                </a:cubicBezTo>
                <a:cubicBezTo>
                  <a:pt x="40461" y="356528"/>
                  <a:pt x="50652" y="362701"/>
                  <a:pt x="61896" y="362701"/>
                </a:cubicBezTo>
                <a:lnTo>
                  <a:pt x="89380" y="362701"/>
                </a:lnTo>
                <a:lnTo>
                  <a:pt x="8686" y="463680"/>
                </a:lnTo>
                <a:cubicBezTo>
                  <a:pt x="1457" y="472602"/>
                  <a:pt x="0" y="484917"/>
                  <a:pt x="4995" y="495360"/>
                </a:cubicBezTo>
                <a:cubicBezTo>
                  <a:pt x="9941" y="505568"/>
                  <a:pt x="20482" y="512180"/>
                  <a:pt x="32027" y="512180"/>
                </a:cubicBezTo>
                <a:lnTo>
                  <a:pt x="241206" y="512180"/>
                </a:lnTo>
                <a:lnTo>
                  <a:pt x="241206" y="601955"/>
                </a:lnTo>
                <a:cubicBezTo>
                  <a:pt x="241206" y="618395"/>
                  <a:pt x="254585" y="631851"/>
                  <a:pt x="271075" y="631851"/>
                </a:cubicBezTo>
                <a:cubicBezTo>
                  <a:pt x="287616" y="631851"/>
                  <a:pt x="301044" y="618395"/>
                  <a:pt x="301044" y="601955"/>
                </a:cubicBezTo>
                <a:lnTo>
                  <a:pt x="301044" y="512180"/>
                </a:lnTo>
                <a:lnTo>
                  <a:pt x="510349" y="512180"/>
                </a:lnTo>
                <a:cubicBezTo>
                  <a:pt x="521719" y="512180"/>
                  <a:pt x="532236" y="505568"/>
                  <a:pt x="537180" y="495360"/>
                </a:cubicBezTo>
                <a:cubicBezTo>
                  <a:pt x="542149" y="484917"/>
                  <a:pt x="540845" y="472602"/>
                  <a:pt x="533666" y="463680"/>
                </a:cubicBezTo>
                <a:cubicBezTo>
                  <a:pt x="533666" y="463680"/>
                  <a:pt x="533666" y="463680"/>
                  <a:pt x="533666" y="46368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30">
            <a:extLst>
              <a:ext uri="{FF2B5EF4-FFF2-40B4-BE49-F238E27FC236}">
                <a16:creationId xmlns:a16="http://schemas.microsoft.com/office/drawing/2014/main" id="{FDFA3E8F-FEE3-C21C-6025-D0F7094C4977}"/>
              </a:ext>
            </a:extLst>
          </p:cNvPr>
          <p:cNvSpPr/>
          <p:nvPr/>
        </p:nvSpPr>
        <p:spPr>
          <a:xfrm>
            <a:off x="9182100" y="1651000"/>
            <a:ext cx="630241" cy="627784"/>
          </a:xfrm>
          <a:custGeom>
            <a:avLst/>
            <a:gdLst/>
            <a:ahLst/>
            <a:cxnLst/>
            <a:rect l="l" t="t" r="r" b="b"/>
            <a:pathLst>
              <a:path w="630241" h="627784">
                <a:moveTo>
                  <a:pt x="154175" y="0"/>
                </a:moveTo>
                <a:cubicBezTo>
                  <a:pt x="143584" y="0"/>
                  <a:pt x="137603" y="6656"/>
                  <a:pt x="137603" y="17206"/>
                </a:cubicBezTo>
                <a:lnTo>
                  <a:pt x="137603" y="75566"/>
                </a:lnTo>
                <a:cubicBezTo>
                  <a:pt x="135969" y="66672"/>
                  <a:pt x="129170" y="59581"/>
                  <a:pt x="119775" y="59581"/>
                </a:cubicBezTo>
                <a:cubicBezTo>
                  <a:pt x="112277" y="59581"/>
                  <a:pt x="104719" y="59204"/>
                  <a:pt x="97658" y="58971"/>
                </a:cubicBezTo>
                <a:cubicBezTo>
                  <a:pt x="67022" y="58042"/>
                  <a:pt x="37960" y="57198"/>
                  <a:pt x="18440" y="76177"/>
                </a:cubicBezTo>
                <a:cubicBezTo>
                  <a:pt x="5777" y="88412"/>
                  <a:pt x="0" y="106723"/>
                  <a:pt x="0" y="132067"/>
                </a:cubicBezTo>
                <a:cubicBezTo>
                  <a:pt x="0" y="201530"/>
                  <a:pt x="46568" y="334150"/>
                  <a:pt x="119775" y="334150"/>
                </a:cubicBezTo>
                <a:cubicBezTo>
                  <a:pt x="130367" y="334150"/>
                  <a:pt x="138828" y="325692"/>
                  <a:pt x="138828" y="315112"/>
                </a:cubicBezTo>
                <a:cubicBezTo>
                  <a:pt x="138828" y="304563"/>
                  <a:pt x="130367" y="296075"/>
                  <a:pt x="119775" y="296075"/>
                </a:cubicBezTo>
                <a:cubicBezTo>
                  <a:pt x="81902" y="296075"/>
                  <a:pt x="38077" y="196851"/>
                  <a:pt x="38077" y="132067"/>
                </a:cubicBezTo>
                <a:cubicBezTo>
                  <a:pt x="38077" y="122273"/>
                  <a:pt x="38952" y="109572"/>
                  <a:pt x="44846" y="103817"/>
                </a:cubicBezTo>
                <a:cubicBezTo>
                  <a:pt x="52812" y="96115"/>
                  <a:pt x="73995" y="96347"/>
                  <a:pt x="96432" y="97045"/>
                </a:cubicBezTo>
                <a:cubicBezTo>
                  <a:pt x="103844" y="97306"/>
                  <a:pt x="111868" y="97655"/>
                  <a:pt x="119775" y="97655"/>
                </a:cubicBezTo>
                <a:cubicBezTo>
                  <a:pt x="129170" y="97655"/>
                  <a:pt x="135969" y="90564"/>
                  <a:pt x="137603" y="81699"/>
                </a:cubicBezTo>
                <a:lnTo>
                  <a:pt x="137603" y="299767"/>
                </a:lnTo>
                <a:cubicBezTo>
                  <a:pt x="137603" y="395300"/>
                  <a:pt x="207192" y="478452"/>
                  <a:pt x="294842" y="498159"/>
                </a:cubicBezTo>
                <a:lnTo>
                  <a:pt x="294842" y="589711"/>
                </a:lnTo>
                <a:lnTo>
                  <a:pt x="195958" y="589711"/>
                </a:lnTo>
                <a:cubicBezTo>
                  <a:pt x="185425" y="589711"/>
                  <a:pt x="176905" y="598197"/>
                  <a:pt x="176905" y="608747"/>
                </a:cubicBezTo>
                <a:cubicBezTo>
                  <a:pt x="176905" y="619269"/>
                  <a:pt x="185425" y="627784"/>
                  <a:pt x="195958" y="627784"/>
                </a:cubicBezTo>
                <a:lnTo>
                  <a:pt x="473001" y="627784"/>
                </a:lnTo>
                <a:cubicBezTo>
                  <a:pt x="483593" y="627784"/>
                  <a:pt x="492026" y="619269"/>
                  <a:pt x="492026" y="608747"/>
                </a:cubicBezTo>
                <a:cubicBezTo>
                  <a:pt x="492026" y="598197"/>
                  <a:pt x="483535" y="589711"/>
                  <a:pt x="473001" y="589711"/>
                </a:cubicBezTo>
                <a:lnTo>
                  <a:pt x="332948" y="589711"/>
                </a:lnTo>
                <a:lnTo>
                  <a:pt x="332948" y="506151"/>
                </a:lnTo>
                <a:lnTo>
                  <a:pt x="340302" y="506151"/>
                </a:lnTo>
                <a:cubicBezTo>
                  <a:pt x="434924" y="506151"/>
                  <a:pt x="517294" y="425237"/>
                  <a:pt x="532583" y="329237"/>
                </a:cubicBezTo>
                <a:cubicBezTo>
                  <a:pt x="592630" y="305812"/>
                  <a:pt x="630241" y="194061"/>
                  <a:pt x="630241" y="132067"/>
                </a:cubicBezTo>
                <a:cubicBezTo>
                  <a:pt x="630241" y="106665"/>
                  <a:pt x="623792" y="88412"/>
                  <a:pt x="611188" y="76177"/>
                </a:cubicBezTo>
                <a:cubicBezTo>
                  <a:pt x="593098" y="58651"/>
                  <a:pt x="566809" y="58216"/>
                  <a:pt x="538710" y="58971"/>
                </a:cubicBezTo>
                <a:lnTo>
                  <a:pt x="538710" y="17206"/>
                </a:lnTo>
                <a:cubicBezTo>
                  <a:pt x="538710" y="6656"/>
                  <a:pt x="527740" y="0"/>
                  <a:pt x="517206" y="0"/>
                </a:cubicBezTo>
                <a:lnTo>
                  <a:pt x="154175" y="0"/>
                </a:lnTo>
                <a:close/>
                <a:moveTo>
                  <a:pt x="175679" y="38073"/>
                </a:moveTo>
                <a:cubicBezTo>
                  <a:pt x="175679" y="38073"/>
                  <a:pt x="500633" y="38073"/>
                  <a:pt x="500633" y="38073"/>
                </a:cubicBezTo>
                <a:lnTo>
                  <a:pt x="500633" y="63882"/>
                </a:lnTo>
                <a:cubicBezTo>
                  <a:pt x="495440" y="67313"/>
                  <a:pt x="491413" y="71963"/>
                  <a:pt x="491413" y="78618"/>
                </a:cubicBezTo>
                <a:cubicBezTo>
                  <a:pt x="491413" y="85303"/>
                  <a:pt x="495440" y="89953"/>
                  <a:pt x="500633" y="93383"/>
                </a:cubicBezTo>
                <a:lnTo>
                  <a:pt x="500633" y="299767"/>
                </a:lnTo>
                <a:cubicBezTo>
                  <a:pt x="500633" y="299970"/>
                  <a:pt x="500633" y="300173"/>
                  <a:pt x="500633" y="300377"/>
                </a:cubicBezTo>
                <a:cubicBezTo>
                  <a:pt x="495440" y="303807"/>
                  <a:pt x="491413" y="308428"/>
                  <a:pt x="491413" y="315112"/>
                </a:cubicBezTo>
                <a:cubicBezTo>
                  <a:pt x="491413" y="318920"/>
                  <a:pt x="493193" y="321972"/>
                  <a:pt x="495089" y="324936"/>
                </a:cubicBezTo>
                <a:cubicBezTo>
                  <a:pt x="481843" y="401462"/>
                  <a:pt x="414617" y="468076"/>
                  <a:pt x="340302" y="468076"/>
                </a:cubicBezTo>
                <a:lnTo>
                  <a:pt x="331081" y="468076"/>
                </a:lnTo>
                <a:cubicBezTo>
                  <a:pt x="248303" y="468076"/>
                  <a:pt x="175679" y="386639"/>
                  <a:pt x="175679" y="299767"/>
                </a:cubicBezTo>
                <a:lnTo>
                  <a:pt x="175679" y="38073"/>
                </a:lnTo>
                <a:close/>
                <a:moveTo>
                  <a:pt x="538710" y="97045"/>
                </a:moveTo>
                <a:cubicBezTo>
                  <a:pt x="558872" y="96493"/>
                  <a:pt x="577517" y="96783"/>
                  <a:pt x="584782" y="103817"/>
                </a:cubicBezTo>
                <a:cubicBezTo>
                  <a:pt x="590647" y="109572"/>
                  <a:pt x="592164" y="122273"/>
                  <a:pt x="592164" y="132067"/>
                </a:cubicBezTo>
                <a:cubicBezTo>
                  <a:pt x="592164" y="181069"/>
                  <a:pt x="567304" y="249516"/>
                  <a:pt x="538710" y="280120"/>
                </a:cubicBezTo>
                <a:lnTo>
                  <a:pt x="538710" y="97045"/>
                </a:lnTo>
                <a:close/>
                <a:moveTo>
                  <a:pt x="225428" y="216237"/>
                </a:moveTo>
                <a:cubicBezTo>
                  <a:pt x="220205" y="216237"/>
                  <a:pt x="216237" y="220102"/>
                  <a:pt x="216237" y="225450"/>
                </a:cubicBezTo>
                <a:lnTo>
                  <a:pt x="216237" y="280120"/>
                </a:lnTo>
                <a:cubicBezTo>
                  <a:pt x="216237" y="355802"/>
                  <a:pt x="245678" y="397626"/>
                  <a:pt x="308964" y="409106"/>
                </a:cubicBezTo>
                <a:cubicBezTo>
                  <a:pt x="309576" y="409193"/>
                  <a:pt x="309023" y="409716"/>
                  <a:pt x="309606" y="409716"/>
                </a:cubicBezTo>
                <a:cubicBezTo>
                  <a:pt x="314187" y="409716"/>
                  <a:pt x="318621" y="406345"/>
                  <a:pt x="319410" y="401724"/>
                </a:cubicBezTo>
                <a:cubicBezTo>
                  <a:pt x="320344" y="396521"/>
                  <a:pt x="317222" y="391639"/>
                  <a:pt x="312057" y="390679"/>
                </a:cubicBezTo>
                <a:cubicBezTo>
                  <a:pt x="257874" y="380884"/>
                  <a:pt x="235261" y="346822"/>
                  <a:pt x="235261" y="280120"/>
                </a:cubicBezTo>
                <a:lnTo>
                  <a:pt x="235261" y="225450"/>
                </a:lnTo>
                <a:cubicBezTo>
                  <a:pt x="235261" y="220102"/>
                  <a:pt x="230709" y="216237"/>
                  <a:pt x="225428" y="216237"/>
                </a:cubicBezTo>
                <a:close/>
                <a:moveTo>
                  <a:pt x="323728" y="412797"/>
                </a:moveTo>
                <a:cubicBezTo>
                  <a:pt x="318446" y="412797"/>
                  <a:pt x="314508" y="416721"/>
                  <a:pt x="314508" y="422011"/>
                </a:cubicBezTo>
                <a:cubicBezTo>
                  <a:pt x="314508" y="427271"/>
                  <a:pt x="318446" y="431834"/>
                  <a:pt x="323728" y="431834"/>
                </a:cubicBezTo>
                <a:lnTo>
                  <a:pt x="333560" y="431834"/>
                </a:lnTo>
                <a:cubicBezTo>
                  <a:pt x="338842" y="431834"/>
                  <a:pt x="342751" y="427271"/>
                  <a:pt x="342751" y="422011"/>
                </a:cubicBezTo>
                <a:cubicBezTo>
                  <a:pt x="342751" y="416721"/>
                  <a:pt x="338842" y="412797"/>
                  <a:pt x="333560" y="412797"/>
                </a:cubicBezTo>
                <a:lnTo>
                  <a:pt x="323728" y="412797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59AFF46-CC10-4EA7-C5E3-979BE4E20DAE}"/>
              </a:ext>
            </a:extLst>
          </p:cNvPr>
          <p:cNvSpPr/>
          <p:nvPr/>
        </p:nvSpPr>
        <p:spPr>
          <a:xfrm>
            <a:off x="9182100" y="5295900"/>
            <a:ext cx="627784" cy="627784"/>
          </a:xfrm>
          <a:custGeom>
            <a:avLst/>
            <a:gdLst/>
            <a:ahLst/>
            <a:cxnLst/>
            <a:rect l="l" t="t" r="r" b="b"/>
            <a:pathLst>
              <a:path w="627784" h="627784">
                <a:moveTo>
                  <a:pt x="313892" y="448429"/>
                </a:moveTo>
                <a:cubicBezTo>
                  <a:pt x="239663" y="448429"/>
                  <a:pt x="179354" y="388093"/>
                  <a:pt x="179354" y="313892"/>
                </a:cubicBezTo>
                <a:cubicBezTo>
                  <a:pt x="179354" y="239720"/>
                  <a:pt x="239663" y="179384"/>
                  <a:pt x="313892" y="179384"/>
                </a:cubicBezTo>
                <a:cubicBezTo>
                  <a:pt x="388035" y="179384"/>
                  <a:pt x="448400" y="239720"/>
                  <a:pt x="448400" y="313892"/>
                </a:cubicBezTo>
                <a:cubicBezTo>
                  <a:pt x="448400" y="388093"/>
                  <a:pt x="388035" y="448429"/>
                  <a:pt x="313892" y="448429"/>
                </a:cubicBezTo>
                <a:cubicBezTo>
                  <a:pt x="313892" y="448429"/>
                  <a:pt x="313892" y="448429"/>
                  <a:pt x="313892" y="448429"/>
                </a:cubicBezTo>
                <a:close/>
                <a:moveTo>
                  <a:pt x="313892" y="125586"/>
                </a:moveTo>
                <a:cubicBezTo>
                  <a:pt x="210017" y="125586"/>
                  <a:pt x="125586" y="210047"/>
                  <a:pt x="125586" y="313892"/>
                </a:cubicBezTo>
                <a:cubicBezTo>
                  <a:pt x="125586" y="417766"/>
                  <a:pt x="210017" y="502199"/>
                  <a:pt x="313892" y="502199"/>
                </a:cubicBezTo>
                <a:cubicBezTo>
                  <a:pt x="417739" y="502199"/>
                  <a:pt x="502169" y="417766"/>
                  <a:pt x="502169" y="313892"/>
                </a:cubicBezTo>
                <a:cubicBezTo>
                  <a:pt x="502169" y="210047"/>
                  <a:pt x="417739" y="125586"/>
                  <a:pt x="313892" y="125586"/>
                </a:cubicBezTo>
                <a:cubicBezTo>
                  <a:pt x="313892" y="125586"/>
                  <a:pt x="313892" y="125586"/>
                  <a:pt x="313892" y="125586"/>
                </a:cubicBezTo>
                <a:close/>
                <a:moveTo>
                  <a:pt x="313892" y="520131"/>
                </a:moveTo>
                <a:cubicBezTo>
                  <a:pt x="298953" y="520131"/>
                  <a:pt x="287007" y="532251"/>
                  <a:pt x="287007" y="547014"/>
                </a:cubicBezTo>
                <a:lnTo>
                  <a:pt x="287007" y="600899"/>
                </a:lnTo>
                <a:cubicBezTo>
                  <a:pt x="287007" y="615693"/>
                  <a:pt x="298953" y="627784"/>
                  <a:pt x="313892" y="627784"/>
                </a:cubicBezTo>
                <a:cubicBezTo>
                  <a:pt x="328773" y="627784"/>
                  <a:pt x="340777" y="615693"/>
                  <a:pt x="340777" y="600899"/>
                </a:cubicBezTo>
                <a:lnTo>
                  <a:pt x="340777" y="547014"/>
                </a:lnTo>
                <a:cubicBezTo>
                  <a:pt x="340777" y="532251"/>
                  <a:pt x="328773" y="520131"/>
                  <a:pt x="313892" y="520131"/>
                </a:cubicBezTo>
                <a:cubicBezTo>
                  <a:pt x="313892" y="520131"/>
                  <a:pt x="313892" y="520131"/>
                  <a:pt x="313892" y="520131"/>
                </a:cubicBezTo>
                <a:close/>
                <a:moveTo>
                  <a:pt x="512225" y="474268"/>
                </a:moveTo>
                <a:cubicBezTo>
                  <a:pt x="507430" y="469355"/>
                  <a:pt x="500658" y="466362"/>
                  <a:pt x="493246" y="466362"/>
                </a:cubicBezTo>
                <a:cubicBezTo>
                  <a:pt x="478366" y="466362"/>
                  <a:pt x="466362" y="478395"/>
                  <a:pt x="466362" y="493246"/>
                </a:cubicBezTo>
                <a:cubicBezTo>
                  <a:pt x="466362" y="500687"/>
                  <a:pt x="469327" y="507459"/>
                  <a:pt x="474268" y="512284"/>
                </a:cubicBezTo>
                <a:lnTo>
                  <a:pt x="510017" y="548178"/>
                </a:lnTo>
                <a:cubicBezTo>
                  <a:pt x="514957" y="553002"/>
                  <a:pt x="521729" y="556054"/>
                  <a:pt x="529170" y="556054"/>
                </a:cubicBezTo>
                <a:cubicBezTo>
                  <a:pt x="543935" y="556054"/>
                  <a:pt x="556025" y="543963"/>
                  <a:pt x="556025" y="529170"/>
                </a:cubicBezTo>
                <a:cubicBezTo>
                  <a:pt x="556025" y="521729"/>
                  <a:pt x="553002" y="514986"/>
                  <a:pt x="548178" y="510103"/>
                </a:cubicBezTo>
                <a:cubicBezTo>
                  <a:pt x="548178" y="510103"/>
                  <a:pt x="512225" y="474268"/>
                  <a:pt x="512225" y="474268"/>
                </a:cubicBezTo>
                <a:close/>
                <a:moveTo>
                  <a:pt x="600842" y="287007"/>
                </a:moveTo>
                <a:lnTo>
                  <a:pt x="547014" y="287007"/>
                </a:lnTo>
                <a:cubicBezTo>
                  <a:pt x="532192" y="287007"/>
                  <a:pt x="520131" y="299011"/>
                  <a:pt x="520131" y="313892"/>
                </a:cubicBezTo>
                <a:cubicBezTo>
                  <a:pt x="520131" y="328773"/>
                  <a:pt x="532192" y="340777"/>
                  <a:pt x="547014" y="340777"/>
                </a:cubicBezTo>
                <a:lnTo>
                  <a:pt x="600842" y="340777"/>
                </a:lnTo>
                <a:cubicBezTo>
                  <a:pt x="615635" y="340777"/>
                  <a:pt x="627784" y="328773"/>
                  <a:pt x="627784" y="313892"/>
                </a:cubicBezTo>
                <a:cubicBezTo>
                  <a:pt x="627784" y="299011"/>
                  <a:pt x="615635" y="287007"/>
                  <a:pt x="600842" y="287007"/>
                </a:cubicBezTo>
                <a:cubicBezTo>
                  <a:pt x="600842" y="287007"/>
                  <a:pt x="600842" y="287007"/>
                  <a:pt x="600842" y="287007"/>
                </a:cubicBezTo>
                <a:close/>
                <a:moveTo>
                  <a:pt x="115500" y="153546"/>
                </a:moveTo>
                <a:cubicBezTo>
                  <a:pt x="120296" y="158399"/>
                  <a:pt x="127069" y="161422"/>
                  <a:pt x="134537" y="161422"/>
                </a:cubicBezTo>
                <a:cubicBezTo>
                  <a:pt x="149418" y="161422"/>
                  <a:pt x="161393" y="149389"/>
                  <a:pt x="161393" y="134537"/>
                </a:cubicBezTo>
                <a:cubicBezTo>
                  <a:pt x="161393" y="127069"/>
                  <a:pt x="158370" y="120354"/>
                  <a:pt x="153516" y="115500"/>
                </a:cubicBezTo>
                <a:lnTo>
                  <a:pt x="117681" y="79635"/>
                </a:lnTo>
                <a:cubicBezTo>
                  <a:pt x="112798" y="74811"/>
                  <a:pt x="106055" y="71730"/>
                  <a:pt x="98614" y="71730"/>
                </a:cubicBezTo>
                <a:cubicBezTo>
                  <a:pt x="83792" y="71730"/>
                  <a:pt x="71702" y="83821"/>
                  <a:pt x="71702" y="98585"/>
                </a:cubicBezTo>
                <a:cubicBezTo>
                  <a:pt x="71702" y="106055"/>
                  <a:pt x="74752" y="112827"/>
                  <a:pt x="79606" y="117652"/>
                </a:cubicBezTo>
                <a:cubicBezTo>
                  <a:pt x="79606" y="117652"/>
                  <a:pt x="115500" y="153546"/>
                  <a:pt x="115500" y="153546"/>
                </a:cubicBezTo>
                <a:close/>
                <a:moveTo>
                  <a:pt x="493246" y="161422"/>
                </a:moveTo>
                <a:cubicBezTo>
                  <a:pt x="500658" y="161422"/>
                  <a:pt x="507430" y="158399"/>
                  <a:pt x="512225" y="153546"/>
                </a:cubicBezTo>
                <a:lnTo>
                  <a:pt x="548178" y="117710"/>
                </a:lnTo>
                <a:cubicBezTo>
                  <a:pt x="553002" y="112798"/>
                  <a:pt x="556025" y="106055"/>
                  <a:pt x="556025" y="98585"/>
                </a:cubicBezTo>
                <a:cubicBezTo>
                  <a:pt x="556025" y="83821"/>
                  <a:pt x="543935" y="71730"/>
                  <a:pt x="529170" y="71730"/>
                </a:cubicBezTo>
                <a:cubicBezTo>
                  <a:pt x="521729" y="71730"/>
                  <a:pt x="514957" y="74781"/>
                  <a:pt x="510017" y="79606"/>
                </a:cubicBezTo>
                <a:lnTo>
                  <a:pt x="474268" y="115500"/>
                </a:lnTo>
                <a:cubicBezTo>
                  <a:pt x="469327" y="120354"/>
                  <a:pt x="466362" y="127069"/>
                  <a:pt x="466362" y="134537"/>
                </a:cubicBezTo>
                <a:cubicBezTo>
                  <a:pt x="466362" y="149389"/>
                  <a:pt x="478366" y="161422"/>
                  <a:pt x="493246" y="161422"/>
                </a:cubicBezTo>
                <a:cubicBezTo>
                  <a:pt x="493246" y="161422"/>
                  <a:pt x="493246" y="161422"/>
                  <a:pt x="493246" y="161422"/>
                </a:cubicBezTo>
                <a:close/>
                <a:moveTo>
                  <a:pt x="313892" y="107653"/>
                </a:moveTo>
                <a:cubicBezTo>
                  <a:pt x="328773" y="107653"/>
                  <a:pt x="340777" y="95592"/>
                  <a:pt x="340777" y="80769"/>
                </a:cubicBezTo>
                <a:lnTo>
                  <a:pt x="340777" y="26885"/>
                </a:lnTo>
                <a:cubicBezTo>
                  <a:pt x="340777" y="12090"/>
                  <a:pt x="328773" y="0"/>
                  <a:pt x="313892" y="0"/>
                </a:cubicBezTo>
                <a:cubicBezTo>
                  <a:pt x="298953" y="0"/>
                  <a:pt x="287007" y="12090"/>
                  <a:pt x="287007" y="26885"/>
                </a:cubicBezTo>
                <a:lnTo>
                  <a:pt x="287007" y="80769"/>
                </a:lnTo>
                <a:cubicBezTo>
                  <a:pt x="287007" y="95592"/>
                  <a:pt x="298953" y="107653"/>
                  <a:pt x="313892" y="107653"/>
                </a:cubicBezTo>
                <a:cubicBezTo>
                  <a:pt x="313892" y="107653"/>
                  <a:pt x="313892" y="107653"/>
                  <a:pt x="313892" y="107653"/>
                </a:cubicBezTo>
                <a:close/>
                <a:moveTo>
                  <a:pt x="134537" y="466362"/>
                </a:moveTo>
                <a:cubicBezTo>
                  <a:pt x="127069" y="466362"/>
                  <a:pt x="120296" y="469355"/>
                  <a:pt x="115500" y="474268"/>
                </a:cubicBezTo>
                <a:lnTo>
                  <a:pt x="79606" y="510103"/>
                </a:lnTo>
                <a:cubicBezTo>
                  <a:pt x="74752" y="514986"/>
                  <a:pt x="71702" y="521729"/>
                  <a:pt x="71702" y="529170"/>
                </a:cubicBezTo>
                <a:cubicBezTo>
                  <a:pt x="71702" y="543992"/>
                  <a:pt x="83792" y="556054"/>
                  <a:pt x="98614" y="556054"/>
                </a:cubicBezTo>
                <a:cubicBezTo>
                  <a:pt x="106055" y="556054"/>
                  <a:pt x="112798" y="553002"/>
                  <a:pt x="117593" y="548178"/>
                </a:cubicBezTo>
                <a:lnTo>
                  <a:pt x="153516" y="512284"/>
                </a:lnTo>
                <a:cubicBezTo>
                  <a:pt x="158370" y="507459"/>
                  <a:pt x="161393" y="500687"/>
                  <a:pt x="161393" y="493246"/>
                </a:cubicBezTo>
                <a:cubicBezTo>
                  <a:pt x="161393" y="478395"/>
                  <a:pt x="149418" y="466362"/>
                  <a:pt x="134537" y="466362"/>
                </a:cubicBezTo>
                <a:cubicBezTo>
                  <a:pt x="134537" y="466362"/>
                  <a:pt x="134537" y="466362"/>
                  <a:pt x="134537" y="466362"/>
                </a:cubicBezTo>
                <a:close/>
                <a:moveTo>
                  <a:pt x="107596" y="313921"/>
                </a:moveTo>
                <a:cubicBezTo>
                  <a:pt x="107596" y="299011"/>
                  <a:pt x="95533" y="287037"/>
                  <a:pt x="80740" y="287037"/>
                </a:cubicBezTo>
                <a:lnTo>
                  <a:pt x="26855" y="287037"/>
                </a:lnTo>
                <a:cubicBezTo>
                  <a:pt x="12090" y="287037"/>
                  <a:pt x="0" y="299011"/>
                  <a:pt x="0" y="313921"/>
                </a:cubicBezTo>
                <a:cubicBezTo>
                  <a:pt x="0" y="328773"/>
                  <a:pt x="12090" y="340806"/>
                  <a:pt x="26855" y="340806"/>
                </a:cubicBezTo>
                <a:lnTo>
                  <a:pt x="80740" y="340806"/>
                </a:lnTo>
                <a:cubicBezTo>
                  <a:pt x="95533" y="340806"/>
                  <a:pt x="107596" y="328773"/>
                  <a:pt x="107596" y="313921"/>
                </a:cubicBezTo>
                <a:cubicBezTo>
                  <a:pt x="107596" y="313921"/>
                  <a:pt x="107596" y="313921"/>
                  <a:pt x="107596" y="313921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FA3B6DC7-A2E3-52AE-0C9E-CE07FD529609}"/>
              </a:ext>
            </a:extLst>
          </p:cNvPr>
          <p:cNvSpPr/>
          <p:nvPr/>
        </p:nvSpPr>
        <p:spPr>
          <a:xfrm>
            <a:off x="2336800" y="5280603"/>
            <a:ext cx="431869" cy="630381"/>
          </a:xfrm>
          <a:custGeom>
            <a:avLst/>
            <a:gdLst/>
            <a:ahLst/>
            <a:cxnLst/>
            <a:rect l="l" t="t" r="r" b="b"/>
            <a:pathLst>
              <a:path w="431869" h="630381">
                <a:moveTo>
                  <a:pt x="159851" y="3443"/>
                </a:moveTo>
                <a:cubicBezTo>
                  <a:pt x="146876" y="0"/>
                  <a:pt x="134019" y="7296"/>
                  <a:pt x="130580" y="20225"/>
                </a:cubicBezTo>
                <a:lnTo>
                  <a:pt x="122462" y="51656"/>
                </a:lnTo>
                <a:cubicBezTo>
                  <a:pt x="119103" y="64584"/>
                  <a:pt x="126322" y="77542"/>
                  <a:pt x="139258" y="80928"/>
                </a:cubicBezTo>
                <a:cubicBezTo>
                  <a:pt x="141317" y="81628"/>
                  <a:pt x="143676" y="82008"/>
                  <a:pt x="145755" y="82008"/>
                </a:cubicBezTo>
                <a:cubicBezTo>
                  <a:pt x="155952" y="82008"/>
                  <a:pt x="165769" y="75033"/>
                  <a:pt x="168529" y="64117"/>
                </a:cubicBezTo>
                <a:lnTo>
                  <a:pt x="176646" y="32686"/>
                </a:lnTo>
                <a:cubicBezTo>
                  <a:pt x="180045" y="19757"/>
                  <a:pt x="172747" y="6829"/>
                  <a:pt x="159851" y="3443"/>
                </a:cubicBezTo>
                <a:close/>
                <a:moveTo>
                  <a:pt x="333238" y="3443"/>
                </a:moveTo>
                <a:cubicBezTo>
                  <a:pt x="320302" y="0"/>
                  <a:pt x="307406" y="7296"/>
                  <a:pt x="303987" y="20225"/>
                </a:cubicBezTo>
                <a:lnTo>
                  <a:pt x="295849" y="51656"/>
                </a:lnTo>
                <a:cubicBezTo>
                  <a:pt x="292430" y="64584"/>
                  <a:pt x="299688" y="77542"/>
                  <a:pt x="312664" y="80928"/>
                </a:cubicBezTo>
                <a:cubicBezTo>
                  <a:pt x="314664" y="81628"/>
                  <a:pt x="317102" y="82008"/>
                  <a:pt x="319162" y="82008"/>
                </a:cubicBezTo>
                <a:cubicBezTo>
                  <a:pt x="329339" y="82008"/>
                  <a:pt x="339216" y="75033"/>
                  <a:pt x="341916" y="64117"/>
                </a:cubicBezTo>
                <a:lnTo>
                  <a:pt x="350053" y="32686"/>
                </a:lnTo>
                <a:cubicBezTo>
                  <a:pt x="353432" y="19757"/>
                  <a:pt x="346194" y="6829"/>
                  <a:pt x="333238" y="3443"/>
                </a:cubicBezTo>
                <a:close/>
                <a:moveTo>
                  <a:pt x="246545" y="55449"/>
                </a:moveTo>
                <a:cubicBezTo>
                  <a:pt x="233609" y="52065"/>
                  <a:pt x="220712" y="59332"/>
                  <a:pt x="217293" y="72260"/>
                </a:cubicBezTo>
                <a:lnTo>
                  <a:pt x="209156" y="103662"/>
                </a:lnTo>
                <a:cubicBezTo>
                  <a:pt x="205737" y="116591"/>
                  <a:pt x="213035" y="129520"/>
                  <a:pt x="225951" y="132935"/>
                </a:cubicBezTo>
                <a:cubicBezTo>
                  <a:pt x="227990" y="133634"/>
                  <a:pt x="230430" y="134014"/>
                  <a:pt x="232468" y="134014"/>
                </a:cubicBezTo>
                <a:cubicBezTo>
                  <a:pt x="243365" y="134014"/>
                  <a:pt x="252523" y="127039"/>
                  <a:pt x="255222" y="116153"/>
                </a:cubicBezTo>
                <a:lnTo>
                  <a:pt x="263340" y="84722"/>
                </a:lnTo>
                <a:cubicBezTo>
                  <a:pt x="266779" y="71764"/>
                  <a:pt x="259500" y="58864"/>
                  <a:pt x="246545" y="55449"/>
                </a:cubicBezTo>
                <a:close/>
                <a:moveTo>
                  <a:pt x="73157" y="90120"/>
                </a:moveTo>
                <a:cubicBezTo>
                  <a:pt x="60241" y="86736"/>
                  <a:pt x="47245" y="94003"/>
                  <a:pt x="43886" y="106931"/>
                </a:cubicBezTo>
                <a:lnTo>
                  <a:pt x="35770" y="138363"/>
                </a:lnTo>
                <a:cubicBezTo>
                  <a:pt x="32351" y="151291"/>
                  <a:pt x="39607" y="164191"/>
                  <a:pt x="52564" y="167606"/>
                </a:cubicBezTo>
                <a:cubicBezTo>
                  <a:pt x="54563" y="168276"/>
                  <a:pt x="57023" y="168714"/>
                  <a:pt x="59061" y="168714"/>
                </a:cubicBezTo>
                <a:cubicBezTo>
                  <a:pt x="69338" y="168714"/>
                  <a:pt x="79136" y="161710"/>
                  <a:pt x="81815" y="150824"/>
                </a:cubicBezTo>
                <a:lnTo>
                  <a:pt x="89953" y="119393"/>
                </a:lnTo>
                <a:cubicBezTo>
                  <a:pt x="93372" y="106464"/>
                  <a:pt x="86114" y="93506"/>
                  <a:pt x="73157" y="90120"/>
                </a:cubicBezTo>
                <a:close/>
                <a:moveTo>
                  <a:pt x="402617" y="90120"/>
                </a:moveTo>
                <a:cubicBezTo>
                  <a:pt x="389661" y="86736"/>
                  <a:pt x="376765" y="94003"/>
                  <a:pt x="373346" y="106931"/>
                </a:cubicBezTo>
                <a:lnTo>
                  <a:pt x="365209" y="138363"/>
                </a:lnTo>
                <a:cubicBezTo>
                  <a:pt x="361850" y="151291"/>
                  <a:pt x="369087" y="164191"/>
                  <a:pt x="382024" y="167606"/>
                </a:cubicBezTo>
                <a:cubicBezTo>
                  <a:pt x="384082" y="168276"/>
                  <a:pt x="386462" y="168714"/>
                  <a:pt x="388521" y="168714"/>
                </a:cubicBezTo>
                <a:cubicBezTo>
                  <a:pt x="398738" y="168714"/>
                  <a:pt x="407895" y="161710"/>
                  <a:pt x="411274" y="150824"/>
                </a:cubicBezTo>
                <a:lnTo>
                  <a:pt x="419412" y="119393"/>
                </a:lnTo>
                <a:cubicBezTo>
                  <a:pt x="422791" y="106464"/>
                  <a:pt x="415553" y="93506"/>
                  <a:pt x="402617" y="90120"/>
                </a:cubicBezTo>
                <a:close/>
                <a:moveTo>
                  <a:pt x="216214" y="176303"/>
                </a:moveTo>
                <a:cubicBezTo>
                  <a:pt x="167209" y="176303"/>
                  <a:pt x="118904" y="191711"/>
                  <a:pt x="80735" y="219641"/>
                </a:cubicBezTo>
                <a:cubicBezTo>
                  <a:pt x="29671" y="256413"/>
                  <a:pt x="0" y="312126"/>
                  <a:pt x="0" y="371371"/>
                </a:cubicBezTo>
                <a:cubicBezTo>
                  <a:pt x="0" y="384270"/>
                  <a:pt x="10897" y="395214"/>
                  <a:pt x="23833" y="395214"/>
                </a:cubicBezTo>
                <a:cubicBezTo>
                  <a:pt x="34050" y="395214"/>
                  <a:pt x="43207" y="390107"/>
                  <a:pt x="46605" y="380563"/>
                </a:cubicBezTo>
                <a:cubicBezTo>
                  <a:pt x="47266" y="378521"/>
                  <a:pt x="55523" y="359988"/>
                  <a:pt x="83454" y="359988"/>
                </a:cubicBezTo>
                <a:cubicBezTo>
                  <a:pt x="108627" y="359988"/>
                  <a:pt x="118284" y="374697"/>
                  <a:pt x="120303" y="379483"/>
                </a:cubicBezTo>
                <a:cubicBezTo>
                  <a:pt x="120983" y="381527"/>
                  <a:pt x="121623" y="383598"/>
                  <a:pt x="123002" y="384911"/>
                </a:cubicBezTo>
                <a:cubicBezTo>
                  <a:pt x="127820" y="391740"/>
                  <a:pt x="134879" y="395739"/>
                  <a:pt x="143057" y="395739"/>
                </a:cubicBezTo>
                <a:cubicBezTo>
                  <a:pt x="152613" y="395739"/>
                  <a:pt x="161351" y="389961"/>
                  <a:pt x="164729" y="381118"/>
                </a:cubicBezTo>
                <a:cubicBezTo>
                  <a:pt x="168209" y="376331"/>
                  <a:pt x="182145" y="359988"/>
                  <a:pt x="216214" y="359988"/>
                </a:cubicBezTo>
                <a:cubicBezTo>
                  <a:pt x="251604" y="359988"/>
                  <a:pt x="264939" y="377557"/>
                  <a:pt x="267678" y="381672"/>
                </a:cubicBezTo>
                <a:lnTo>
                  <a:pt x="269857" y="385991"/>
                </a:lnTo>
                <a:cubicBezTo>
                  <a:pt x="274616" y="392120"/>
                  <a:pt x="281894" y="395739"/>
                  <a:pt x="289352" y="395739"/>
                </a:cubicBezTo>
                <a:cubicBezTo>
                  <a:pt x="300269" y="395739"/>
                  <a:pt x="309965" y="388473"/>
                  <a:pt x="312664" y="378958"/>
                </a:cubicBezTo>
                <a:cubicBezTo>
                  <a:pt x="315403" y="373501"/>
                  <a:pt x="325140" y="359988"/>
                  <a:pt x="348953" y="359988"/>
                </a:cubicBezTo>
                <a:cubicBezTo>
                  <a:pt x="376185" y="359988"/>
                  <a:pt x="385102" y="379221"/>
                  <a:pt x="385802" y="380563"/>
                </a:cubicBezTo>
                <a:cubicBezTo>
                  <a:pt x="389161" y="390107"/>
                  <a:pt x="397759" y="395739"/>
                  <a:pt x="408036" y="395739"/>
                </a:cubicBezTo>
                <a:cubicBezTo>
                  <a:pt x="420952" y="395739"/>
                  <a:pt x="431869" y="384941"/>
                  <a:pt x="431869" y="371371"/>
                </a:cubicBezTo>
                <a:cubicBezTo>
                  <a:pt x="431869" y="312126"/>
                  <a:pt x="402737" y="257055"/>
                  <a:pt x="351672" y="219641"/>
                </a:cubicBezTo>
                <a:cubicBezTo>
                  <a:pt x="313544" y="191711"/>
                  <a:pt x="265219" y="176303"/>
                  <a:pt x="216214" y="176303"/>
                </a:cubicBezTo>
                <a:close/>
                <a:moveTo>
                  <a:pt x="216214" y="224514"/>
                </a:moveTo>
                <a:cubicBezTo>
                  <a:pt x="255702" y="224514"/>
                  <a:pt x="293530" y="236860"/>
                  <a:pt x="323501" y="258661"/>
                </a:cubicBezTo>
                <a:cubicBezTo>
                  <a:pt x="344614" y="274303"/>
                  <a:pt x="360930" y="293244"/>
                  <a:pt x="371187" y="315016"/>
                </a:cubicBezTo>
                <a:cubicBezTo>
                  <a:pt x="364368" y="312972"/>
                  <a:pt x="357151" y="312300"/>
                  <a:pt x="348953" y="312300"/>
                </a:cubicBezTo>
                <a:cubicBezTo>
                  <a:pt x="319663" y="312300"/>
                  <a:pt x="300648" y="322953"/>
                  <a:pt x="287732" y="334510"/>
                </a:cubicBezTo>
                <a:cubicBezTo>
                  <a:pt x="272736" y="322953"/>
                  <a:pt x="250243" y="312300"/>
                  <a:pt x="216214" y="312300"/>
                </a:cubicBezTo>
                <a:cubicBezTo>
                  <a:pt x="182145" y="312300"/>
                  <a:pt x="159631" y="322953"/>
                  <a:pt x="144676" y="334510"/>
                </a:cubicBezTo>
                <a:cubicBezTo>
                  <a:pt x="131719" y="322953"/>
                  <a:pt x="112046" y="312300"/>
                  <a:pt x="83454" y="312300"/>
                </a:cubicBezTo>
                <a:cubicBezTo>
                  <a:pt x="75297" y="312300"/>
                  <a:pt x="67520" y="313673"/>
                  <a:pt x="60682" y="315016"/>
                </a:cubicBezTo>
                <a:cubicBezTo>
                  <a:pt x="70879" y="293244"/>
                  <a:pt x="87273" y="274303"/>
                  <a:pt x="108367" y="258661"/>
                </a:cubicBezTo>
                <a:cubicBezTo>
                  <a:pt x="138337" y="236860"/>
                  <a:pt x="176707" y="224514"/>
                  <a:pt x="216214" y="224514"/>
                </a:cubicBezTo>
                <a:close/>
                <a:moveTo>
                  <a:pt x="214574" y="401722"/>
                </a:moveTo>
                <a:cubicBezTo>
                  <a:pt x="201638" y="401722"/>
                  <a:pt x="190741" y="412578"/>
                  <a:pt x="190741" y="425565"/>
                </a:cubicBezTo>
                <a:lnTo>
                  <a:pt x="190741" y="556690"/>
                </a:lnTo>
                <a:cubicBezTo>
                  <a:pt x="190741" y="597549"/>
                  <a:pt x="223572" y="630381"/>
                  <a:pt x="264439" y="630381"/>
                </a:cubicBezTo>
                <a:cubicBezTo>
                  <a:pt x="305266" y="630381"/>
                  <a:pt x="338117" y="596994"/>
                  <a:pt x="338117" y="556137"/>
                </a:cubicBezTo>
                <a:cubicBezTo>
                  <a:pt x="338117" y="543207"/>
                  <a:pt x="327221" y="532292"/>
                  <a:pt x="314284" y="532292"/>
                </a:cubicBezTo>
                <a:cubicBezTo>
                  <a:pt x="301328" y="532292"/>
                  <a:pt x="290431" y="543207"/>
                  <a:pt x="290431" y="556137"/>
                </a:cubicBezTo>
                <a:cubicBezTo>
                  <a:pt x="290431" y="570437"/>
                  <a:pt x="278714" y="582169"/>
                  <a:pt x="264439" y="582169"/>
                </a:cubicBezTo>
                <a:cubicBezTo>
                  <a:pt x="250124" y="582140"/>
                  <a:pt x="238427" y="570437"/>
                  <a:pt x="238427" y="556137"/>
                </a:cubicBezTo>
                <a:lnTo>
                  <a:pt x="238427" y="425565"/>
                </a:lnTo>
                <a:cubicBezTo>
                  <a:pt x="238427" y="412578"/>
                  <a:pt x="227510" y="401722"/>
                  <a:pt x="214574" y="40172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EAB323E1-1B5B-9C75-5A6A-894C871D7780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5FE067AE-055C-0FF7-F903-7214B5604250}"/>
              </a:ext>
            </a:extLst>
          </p:cNvPr>
          <p:cNvSpPr/>
          <p:nvPr/>
        </p:nvSpPr>
        <p:spPr>
          <a:xfrm>
            <a:off x="1435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2180B7F8-3DFA-2C97-92AE-185B8A9622B8}"/>
              </a:ext>
            </a:extLst>
          </p:cNvPr>
          <p:cNvSpPr/>
          <p:nvPr/>
        </p:nvSpPr>
        <p:spPr>
          <a:xfrm>
            <a:off x="8039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37CEF1AC-AA83-80DF-A536-631B770D1FFB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2069363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FBF16A7B-58F2-97AB-32FE-C0AED742F73C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E4257F3E-DD8A-C668-498A-58512791D1B2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0ED34B00-B0D1-3914-51F3-0D1813072B61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AD5E7D8-3065-BE2B-0589-6B7023273604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0F70A29F-AC20-9DFF-BDB3-3AEF1F4AFEAE}"/>
              </a:ext>
            </a:extLst>
          </p:cNvPr>
          <p:cNvSpPr/>
          <p:nvPr/>
        </p:nvSpPr>
        <p:spPr>
          <a:xfrm>
            <a:off x="5575300" y="19685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C0E1B826-D779-CC29-79E4-F8FA59168F72}"/>
              </a:ext>
            </a:extLst>
          </p:cNvPr>
          <p:cNvSpPr/>
          <p:nvPr/>
        </p:nvSpPr>
        <p:spPr>
          <a:xfrm>
            <a:off x="5638800" y="20574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67ACC2A3-6E12-3E81-1853-D9CBBB92D8FE}"/>
              </a:ext>
            </a:extLst>
          </p:cNvPr>
          <p:cNvSpPr/>
          <p:nvPr/>
        </p:nvSpPr>
        <p:spPr>
          <a:xfrm>
            <a:off x="5575300" y="41783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916DB8AA-EE32-AE66-FBF7-F3FA103B4930}"/>
              </a:ext>
            </a:extLst>
          </p:cNvPr>
          <p:cNvSpPr/>
          <p:nvPr/>
        </p:nvSpPr>
        <p:spPr>
          <a:xfrm>
            <a:off x="5664200" y="42672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287DCE6D-D1AF-1CA7-0BDC-91BCF6839734}"/>
              </a:ext>
            </a:extLst>
          </p:cNvPr>
          <p:cNvSpPr/>
          <p:nvPr/>
        </p:nvSpPr>
        <p:spPr>
          <a:xfrm>
            <a:off x="5575300" y="3073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9B45316D-66A0-3175-D3E4-1C0BC2434989}"/>
              </a:ext>
            </a:extLst>
          </p:cNvPr>
          <p:cNvSpPr/>
          <p:nvPr/>
        </p:nvSpPr>
        <p:spPr>
          <a:xfrm>
            <a:off x="5715000" y="31242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F02A35E7-1C85-3160-DD30-C6C27BD30C2F}"/>
              </a:ext>
            </a:extLst>
          </p:cNvPr>
          <p:cNvCxnSpPr/>
          <p:nvPr/>
        </p:nvCxnSpPr>
        <p:spPr>
          <a:xfrm rot="5377383">
            <a:off x="3117840" y="3752860"/>
            <a:ext cx="38608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00C0BB">
                <a:alpha val="100000"/>
              </a:srgbClr>
            </a:solidFill>
            <a:prstDash val="solid"/>
            <a:round/>
            <a:headEnd type="oval" w="sm" len="sm"/>
            <a:tailEnd type="oval" w="sm" len="sm"/>
          </a:ln>
        </p:spPr>
      </p:cxnSp>
      <p:sp>
        <p:nvSpPr>
          <p:cNvPr id="14" name="AutoShape 22">
            <a:extLst>
              <a:ext uri="{FF2B5EF4-FFF2-40B4-BE49-F238E27FC236}">
                <a16:creationId xmlns:a16="http://schemas.microsoft.com/office/drawing/2014/main" id="{AC3CA4BD-81ED-B316-2EA5-D04A361F56CC}"/>
              </a:ext>
            </a:extLst>
          </p:cNvPr>
          <p:cNvSpPr/>
          <p:nvPr/>
        </p:nvSpPr>
        <p:spPr>
          <a:xfrm>
            <a:off x="1676400" y="23241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595FF08A-E306-B665-3213-30891E2E71FF}"/>
              </a:ext>
            </a:extLst>
          </p:cNvPr>
          <p:cNvSpPr/>
          <p:nvPr/>
        </p:nvSpPr>
        <p:spPr>
          <a:xfrm>
            <a:off x="3098800" y="23241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1677D183-94BC-1738-83F9-1DE3A3D0A32C}"/>
              </a:ext>
            </a:extLst>
          </p:cNvPr>
          <p:cNvSpPr/>
          <p:nvPr/>
        </p:nvSpPr>
        <p:spPr>
          <a:xfrm>
            <a:off x="1676400" y="37592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F4B290E6-3BAD-D5BD-BCB0-9DEEB679F09C}"/>
              </a:ext>
            </a:extLst>
          </p:cNvPr>
          <p:cNvSpPr/>
          <p:nvPr/>
        </p:nvSpPr>
        <p:spPr>
          <a:xfrm>
            <a:off x="3098800" y="37719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CE630ED2-7284-E2DE-213F-8E68EBC0FAAF}"/>
              </a:ext>
            </a:extLst>
          </p:cNvPr>
          <p:cNvSpPr/>
          <p:nvPr/>
        </p:nvSpPr>
        <p:spPr>
          <a:xfrm>
            <a:off x="2387600" y="30480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547799D4-A8EE-D90D-0B3D-4AABCE4201F6}"/>
              </a:ext>
            </a:extLst>
          </p:cNvPr>
          <p:cNvSpPr/>
          <p:nvPr/>
        </p:nvSpPr>
        <p:spPr>
          <a:xfrm>
            <a:off x="3022600" y="30480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8CFED0F-BC8A-06D1-41BD-1F0F97283360}"/>
              </a:ext>
            </a:extLst>
          </p:cNvPr>
          <p:cNvSpPr/>
          <p:nvPr/>
        </p:nvSpPr>
        <p:spPr>
          <a:xfrm>
            <a:off x="2387600" y="36449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00640663-BD6D-2742-A272-59EF4E769BC4}"/>
              </a:ext>
            </a:extLst>
          </p:cNvPr>
          <p:cNvSpPr/>
          <p:nvPr/>
        </p:nvSpPr>
        <p:spPr>
          <a:xfrm>
            <a:off x="3022600" y="36449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E19C12EB-063E-6529-E48B-6E5D45C64D60}"/>
              </a:ext>
            </a:extLst>
          </p:cNvPr>
          <p:cNvSpPr/>
          <p:nvPr/>
        </p:nvSpPr>
        <p:spPr>
          <a:xfrm>
            <a:off x="1841500" y="26797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2623A36D-1138-14F9-0B49-000FCCF7B734}"/>
              </a:ext>
            </a:extLst>
          </p:cNvPr>
          <p:cNvSpPr/>
          <p:nvPr/>
        </p:nvSpPr>
        <p:spPr>
          <a:xfrm>
            <a:off x="26035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22962014-1931-ADC8-DC9F-AEEC6D4CB34F}"/>
              </a:ext>
            </a:extLst>
          </p:cNvPr>
          <p:cNvSpPr/>
          <p:nvPr/>
        </p:nvSpPr>
        <p:spPr>
          <a:xfrm>
            <a:off x="2679700" y="33528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B2406F23-8EFB-F2A1-1967-2CF0C09D7FEB}"/>
              </a:ext>
            </a:extLst>
          </p:cNvPr>
          <p:cNvSpPr/>
          <p:nvPr/>
        </p:nvSpPr>
        <p:spPr>
          <a:xfrm>
            <a:off x="3619500" y="26670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AF7A49D3-6FC8-448B-72CD-530F6C1C4DB0}"/>
              </a:ext>
            </a:extLst>
          </p:cNvPr>
          <p:cNvSpPr/>
          <p:nvPr/>
        </p:nvSpPr>
        <p:spPr>
          <a:xfrm>
            <a:off x="32258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78BE89B1-5092-DBFC-8B3A-170C49BA72F8}"/>
              </a:ext>
            </a:extLst>
          </p:cNvPr>
          <p:cNvSpPr/>
          <p:nvPr/>
        </p:nvSpPr>
        <p:spPr>
          <a:xfrm>
            <a:off x="3365500" y="33147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49284F50-B66C-AC09-4E23-B223604A1CB8}"/>
              </a:ext>
            </a:extLst>
          </p:cNvPr>
          <p:cNvSpPr/>
          <p:nvPr/>
        </p:nvSpPr>
        <p:spPr>
          <a:xfrm>
            <a:off x="3175000" y="38862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EA9AB64E-D2B2-2F4B-74DD-A93F8072538C}"/>
              </a:ext>
            </a:extLst>
          </p:cNvPr>
          <p:cNvSpPr/>
          <p:nvPr/>
        </p:nvSpPr>
        <p:spPr>
          <a:xfrm>
            <a:off x="3263900" y="39751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8">
            <a:extLst>
              <a:ext uri="{FF2B5EF4-FFF2-40B4-BE49-F238E27FC236}">
                <a16:creationId xmlns:a16="http://schemas.microsoft.com/office/drawing/2014/main" id="{3FE1B40B-62BF-1F70-1887-CE36819F885B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9">
            <a:extLst>
              <a:ext uri="{FF2B5EF4-FFF2-40B4-BE49-F238E27FC236}">
                <a16:creationId xmlns:a16="http://schemas.microsoft.com/office/drawing/2014/main" id="{BB5A7E2E-A941-21E6-5D1D-8950A974F179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C2A5642B-99BA-62AC-D53F-402FF1F6BC03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41">
            <a:extLst>
              <a:ext uri="{FF2B5EF4-FFF2-40B4-BE49-F238E27FC236}">
                <a16:creationId xmlns:a16="http://schemas.microsoft.com/office/drawing/2014/main" id="{275D9F2E-8B01-07D1-851E-60D1B3177B86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42">
            <a:extLst>
              <a:ext uri="{FF2B5EF4-FFF2-40B4-BE49-F238E27FC236}">
                <a16:creationId xmlns:a16="http://schemas.microsoft.com/office/drawing/2014/main" id="{E39FBD9A-9E5C-A777-130D-0E139A6E52C9}"/>
              </a:ext>
            </a:extLst>
          </p:cNvPr>
          <p:cNvSpPr/>
          <p:nvPr/>
        </p:nvSpPr>
        <p:spPr>
          <a:xfrm>
            <a:off x="1816100" y="42926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5" name="AutoShape 43">
            <a:extLst>
              <a:ext uri="{FF2B5EF4-FFF2-40B4-BE49-F238E27FC236}">
                <a16:creationId xmlns:a16="http://schemas.microsoft.com/office/drawing/2014/main" id="{6C1BED2E-A20D-9643-FE5D-838BDCB97DC9}"/>
              </a:ext>
            </a:extLst>
          </p:cNvPr>
          <p:cNvSpPr/>
          <p:nvPr/>
        </p:nvSpPr>
        <p:spPr>
          <a:xfrm>
            <a:off x="3606800" y="42672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6" name="AutoShape 44">
            <a:extLst>
              <a:ext uri="{FF2B5EF4-FFF2-40B4-BE49-F238E27FC236}">
                <a16:creationId xmlns:a16="http://schemas.microsoft.com/office/drawing/2014/main" id="{FA6A42CB-BC59-040E-6D8A-7C9CC4BA19DC}"/>
              </a:ext>
            </a:extLst>
          </p:cNvPr>
          <p:cNvSpPr/>
          <p:nvPr/>
        </p:nvSpPr>
        <p:spPr>
          <a:xfrm>
            <a:off x="6400800" y="1549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7" name="AutoShape 45">
            <a:extLst>
              <a:ext uri="{FF2B5EF4-FFF2-40B4-BE49-F238E27FC236}">
                <a16:creationId xmlns:a16="http://schemas.microsoft.com/office/drawing/2014/main" id="{55B81F03-20DC-ADF2-5015-5BA16B51045C}"/>
              </a:ext>
            </a:extLst>
          </p:cNvPr>
          <p:cNvSpPr/>
          <p:nvPr/>
        </p:nvSpPr>
        <p:spPr>
          <a:xfrm>
            <a:off x="6413500" y="2692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AutoShape 46">
            <a:extLst>
              <a:ext uri="{FF2B5EF4-FFF2-40B4-BE49-F238E27FC236}">
                <a16:creationId xmlns:a16="http://schemas.microsoft.com/office/drawing/2014/main" id="{04C36F31-131A-5570-A5AF-10B0DE508F5D}"/>
              </a:ext>
            </a:extLst>
          </p:cNvPr>
          <p:cNvSpPr/>
          <p:nvPr/>
        </p:nvSpPr>
        <p:spPr>
          <a:xfrm>
            <a:off x="6438900" y="38227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9" name="AutoShape 47">
            <a:extLst>
              <a:ext uri="{FF2B5EF4-FFF2-40B4-BE49-F238E27FC236}">
                <a16:creationId xmlns:a16="http://schemas.microsoft.com/office/drawing/2014/main" id="{46EC8251-9567-95BF-E045-7BF6DC8FAF40}"/>
              </a:ext>
            </a:extLst>
          </p:cNvPr>
          <p:cNvSpPr/>
          <p:nvPr/>
        </p:nvSpPr>
        <p:spPr>
          <a:xfrm>
            <a:off x="6451600" y="49911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256380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3CB35F4C-268A-AF59-EE72-9D03EE282EAB}"/>
              </a:ext>
            </a:extLst>
          </p:cNvPr>
          <p:cNvSpPr/>
          <p:nvPr/>
        </p:nvSpPr>
        <p:spPr>
          <a:xfrm>
            <a:off x="16764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5B1C1C04-4538-56D7-F2A1-425A9558629D}"/>
              </a:ext>
            </a:extLst>
          </p:cNvPr>
          <p:cNvSpPr/>
          <p:nvPr/>
        </p:nvSpPr>
        <p:spPr>
          <a:xfrm>
            <a:off x="92456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A59B2510-F421-CEDE-3FDF-3633D0185974}"/>
              </a:ext>
            </a:extLst>
          </p:cNvPr>
          <p:cNvSpPr/>
          <p:nvPr/>
        </p:nvSpPr>
        <p:spPr>
          <a:xfrm>
            <a:off x="673100" y="1587500"/>
            <a:ext cx="10845800" cy="1775293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306826D7-CA97-FEE1-665C-C40E7B68E70C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3F6934-A6F9-C35D-FAE4-1795520E8F16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F8C2B705-8395-13AD-EB66-BC2A3E463CD5}"/>
              </a:ext>
            </a:extLst>
          </p:cNvPr>
          <p:cNvSpPr/>
          <p:nvPr/>
        </p:nvSpPr>
        <p:spPr>
          <a:xfrm>
            <a:off x="9779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AE47F250-6DBB-9684-E439-30F204BB13A7}"/>
              </a:ext>
            </a:extLst>
          </p:cNvPr>
          <p:cNvSpPr/>
          <p:nvPr/>
        </p:nvSpPr>
        <p:spPr>
          <a:xfrm>
            <a:off x="12954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12A82319-67C4-1759-5B5F-9F024B7917B6}"/>
              </a:ext>
            </a:extLst>
          </p:cNvPr>
          <p:cNvSpPr/>
          <p:nvPr/>
        </p:nvSpPr>
        <p:spPr>
          <a:xfrm>
            <a:off x="54610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D3668D57-E8D8-5890-17F9-93BCB1F4A640}"/>
              </a:ext>
            </a:extLst>
          </p:cNvPr>
          <p:cNvSpPr/>
          <p:nvPr/>
        </p:nvSpPr>
        <p:spPr>
          <a:xfrm>
            <a:off x="47752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100" dirty="0"/>
              <a:t>	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CD29A42C-4226-AD18-AEAD-027BFC1EED55}"/>
              </a:ext>
            </a:extLst>
          </p:cNvPr>
          <p:cNvSpPr/>
          <p:nvPr/>
        </p:nvSpPr>
        <p:spPr>
          <a:xfrm>
            <a:off x="50927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E6B4029C-16E1-5F77-2A1C-2C3F8461A86B}"/>
              </a:ext>
            </a:extLst>
          </p:cNvPr>
          <p:cNvSpPr/>
          <p:nvPr/>
        </p:nvSpPr>
        <p:spPr>
          <a:xfrm>
            <a:off x="85598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9BD53BFA-7837-01CC-30D1-F7C5720977D6}"/>
              </a:ext>
            </a:extLst>
          </p:cNvPr>
          <p:cNvSpPr/>
          <p:nvPr/>
        </p:nvSpPr>
        <p:spPr>
          <a:xfrm>
            <a:off x="8877300" y="43434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314378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A9CEBC97-BF41-AB8E-2EB5-73A22334FB3E}"/>
              </a:ext>
            </a:extLst>
          </p:cNvPr>
          <p:cNvSpPr/>
          <p:nvPr/>
        </p:nvSpPr>
        <p:spPr>
          <a:xfrm rot="5400000">
            <a:off x="17526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45868A40-A3B6-4F0F-B7F8-1E17216769AB}"/>
              </a:ext>
            </a:extLst>
          </p:cNvPr>
          <p:cNvSpPr/>
          <p:nvPr/>
        </p:nvSpPr>
        <p:spPr>
          <a:xfrm>
            <a:off x="25527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552640" y="235430"/>
                </a:moveTo>
                <a:cubicBezTo>
                  <a:pt x="485729" y="223039"/>
                  <a:pt x="485729" y="223039"/>
                  <a:pt x="485729" y="223039"/>
                </a:cubicBezTo>
                <a:cubicBezTo>
                  <a:pt x="480772" y="208170"/>
                  <a:pt x="475817" y="195778"/>
                  <a:pt x="468382" y="183388"/>
                </a:cubicBezTo>
                <a:cubicBezTo>
                  <a:pt x="508033" y="123910"/>
                  <a:pt x="508033" y="123910"/>
                  <a:pt x="508033" y="123910"/>
                </a:cubicBezTo>
                <a:cubicBezTo>
                  <a:pt x="512990" y="118955"/>
                  <a:pt x="510511" y="111520"/>
                  <a:pt x="508033" y="106563"/>
                </a:cubicBezTo>
                <a:cubicBezTo>
                  <a:pt x="458469" y="59477"/>
                  <a:pt x="458469" y="59477"/>
                  <a:pt x="458469" y="59477"/>
                </a:cubicBezTo>
                <a:cubicBezTo>
                  <a:pt x="453512" y="54521"/>
                  <a:pt x="446077" y="52042"/>
                  <a:pt x="441122" y="56999"/>
                </a:cubicBezTo>
                <a:cubicBezTo>
                  <a:pt x="384123" y="96651"/>
                  <a:pt x="384123" y="96651"/>
                  <a:pt x="384123" y="96651"/>
                </a:cubicBezTo>
                <a:cubicBezTo>
                  <a:pt x="369254" y="89215"/>
                  <a:pt x="356862" y="84259"/>
                  <a:pt x="341993" y="79303"/>
                </a:cubicBezTo>
                <a:cubicBezTo>
                  <a:pt x="329602" y="12391"/>
                  <a:pt x="329602" y="12391"/>
                  <a:pt x="329602" y="12391"/>
                </a:cubicBezTo>
                <a:cubicBezTo>
                  <a:pt x="329602" y="4957"/>
                  <a:pt x="322167" y="0"/>
                  <a:pt x="314733" y="0"/>
                </a:cubicBezTo>
                <a:cubicBezTo>
                  <a:pt x="247821" y="0"/>
                  <a:pt x="247821" y="0"/>
                  <a:pt x="247821" y="0"/>
                </a:cubicBezTo>
                <a:cubicBezTo>
                  <a:pt x="240387" y="0"/>
                  <a:pt x="235430" y="4957"/>
                  <a:pt x="232952" y="12391"/>
                </a:cubicBezTo>
                <a:cubicBezTo>
                  <a:pt x="220561" y="79303"/>
                  <a:pt x="220561" y="79303"/>
                  <a:pt x="220561" y="79303"/>
                </a:cubicBezTo>
                <a:cubicBezTo>
                  <a:pt x="205692" y="84259"/>
                  <a:pt x="193300" y="89215"/>
                  <a:pt x="180909" y="96651"/>
                </a:cubicBezTo>
                <a:cubicBezTo>
                  <a:pt x="123910" y="56999"/>
                  <a:pt x="123910" y="56999"/>
                  <a:pt x="123910" y="56999"/>
                </a:cubicBezTo>
                <a:cubicBezTo>
                  <a:pt x="118955" y="54521"/>
                  <a:pt x="111520" y="54521"/>
                  <a:pt x="106563" y="59477"/>
                </a:cubicBezTo>
                <a:cubicBezTo>
                  <a:pt x="56999" y="106563"/>
                  <a:pt x="56999" y="106563"/>
                  <a:pt x="56999" y="106563"/>
                </a:cubicBezTo>
                <a:cubicBezTo>
                  <a:pt x="54521" y="111520"/>
                  <a:pt x="52042" y="121432"/>
                  <a:pt x="56999" y="126389"/>
                </a:cubicBezTo>
                <a:cubicBezTo>
                  <a:pt x="96651" y="183388"/>
                  <a:pt x="96651" y="183388"/>
                  <a:pt x="96651" y="183388"/>
                </a:cubicBezTo>
                <a:cubicBezTo>
                  <a:pt x="89215" y="195778"/>
                  <a:pt x="84259" y="208170"/>
                  <a:pt x="79303" y="223039"/>
                </a:cubicBezTo>
                <a:cubicBezTo>
                  <a:pt x="12391" y="235430"/>
                  <a:pt x="12391" y="235430"/>
                  <a:pt x="12391" y="235430"/>
                </a:cubicBezTo>
                <a:cubicBezTo>
                  <a:pt x="4957" y="235430"/>
                  <a:pt x="0" y="242865"/>
                  <a:pt x="0" y="247821"/>
                </a:cubicBezTo>
                <a:cubicBezTo>
                  <a:pt x="0" y="317210"/>
                  <a:pt x="0" y="317210"/>
                  <a:pt x="0" y="317210"/>
                </a:cubicBezTo>
                <a:cubicBezTo>
                  <a:pt x="0" y="324645"/>
                  <a:pt x="4957" y="329602"/>
                  <a:pt x="12391" y="332080"/>
                </a:cubicBezTo>
                <a:cubicBezTo>
                  <a:pt x="79303" y="344471"/>
                  <a:pt x="79303" y="344471"/>
                  <a:pt x="79303" y="344471"/>
                </a:cubicBezTo>
                <a:cubicBezTo>
                  <a:pt x="84259" y="356862"/>
                  <a:pt x="89215" y="371732"/>
                  <a:pt x="96651" y="384123"/>
                </a:cubicBezTo>
                <a:cubicBezTo>
                  <a:pt x="56999" y="441122"/>
                  <a:pt x="56999" y="441122"/>
                  <a:pt x="56999" y="441122"/>
                </a:cubicBezTo>
                <a:cubicBezTo>
                  <a:pt x="54521" y="446077"/>
                  <a:pt x="54521" y="453512"/>
                  <a:pt x="59477" y="458469"/>
                </a:cubicBezTo>
                <a:cubicBezTo>
                  <a:pt x="106563" y="505555"/>
                  <a:pt x="106563" y="505555"/>
                  <a:pt x="106563" y="505555"/>
                </a:cubicBezTo>
                <a:cubicBezTo>
                  <a:pt x="111520" y="510511"/>
                  <a:pt x="118955" y="512990"/>
                  <a:pt x="126389" y="508033"/>
                </a:cubicBezTo>
                <a:cubicBezTo>
                  <a:pt x="180909" y="468382"/>
                  <a:pt x="180909" y="468382"/>
                  <a:pt x="180909" y="468382"/>
                </a:cubicBezTo>
                <a:cubicBezTo>
                  <a:pt x="193300" y="475817"/>
                  <a:pt x="208170" y="480772"/>
                  <a:pt x="220561" y="485729"/>
                </a:cubicBezTo>
                <a:cubicBezTo>
                  <a:pt x="232952" y="552640"/>
                  <a:pt x="232952" y="552640"/>
                  <a:pt x="232952" y="552640"/>
                </a:cubicBezTo>
                <a:cubicBezTo>
                  <a:pt x="235430" y="560075"/>
                  <a:pt x="240387" y="565032"/>
                  <a:pt x="247821" y="565032"/>
                </a:cubicBezTo>
                <a:cubicBezTo>
                  <a:pt x="314733" y="565032"/>
                  <a:pt x="314733" y="565032"/>
                  <a:pt x="314733" y="565032"/>
                </a:cubicBezTo>
                <a:cubicBezTo>
                  <a:pt x="322167" y="565032"/>
                  <a:pt x="329602" y="560075"/>
                  <a:pt x="329602" y="552640"/>
                </a:cubicBezTo>
                <a:cubicBezTo>
                  <a:pt x="341993" y="485729"/>
                  <a:pt x="341993" y="485729"/>
                  <a:pt x="341993" y="485729"/>
                </a:cubicBezTo>
                <a:cubicBezTo>
                  <a:pt x="356862" y="480772"/>
                  <a:pt x="369254" y="475817"/>
                  <a:pt x="381644" y="470860"/>
                </a:cubicBezTo>
                <a:cubicBezTo>
                  <a:pt x="438643" y="508033"/>
                  <a:pt x="438643" y="508033"/>
                  <a:pt x="438643" y="508033"/>
                </a:cubicBezTo>
                <a:cubicBezTo>
                  <a:pt x="446077" y="512990"/>
                  <a:pt x="453512" y="512990"/>
                  <a:pt x="458469" y="508033"/>
                </a:cubicBezTo>
                <a:cubicBezTo>
                  <a:pt x="505555" y="458469"/>
                  <a:pt x="505555" y="458469"/>
                  <a:pt x="505555" y="458469"/>
                </a:cubicBezTo>
                <a:cubicBezTo>
                  <a:pt x="510511" y="453512"/>
                  <a:pt x="510511" y="446077"/>
                  <a:pt x="508033" y="441122"/>
                </a:cubicBezTo>
                <a:cubicBezTo>
                  <a:pt x="468382" y="384123"/>
                  <a:pt x="468382" y="384123"/>
                  <a:pt x="468382" y="384123"/>
                </a:cubicBezTo>
                <a:cubicBezTo>
                  <a:pt x="475817" y="371732"/>
                  <a:pt x="480772" y="356862"/>
                  <a:pt x="485729" y="344471"/>
                </a:cubicBezTo>
                <a:cubicBezTo>
                  <a:pt x="552640" y="332080"/>
                  <a:pt x="552640" y="332080"/>
                  <a:pt x="552640" y="332080"/>
                </a:cubicBezTo>
                <a:cubicBezTo>
                  <a:pt x="560075" y="329602"/>
                  <a:pt x="565032" y="324645"/>
                  <a:pt x="565032" y="317210"/>
                </a:cubicBezTo>
                <a:cubicBezTo>
                  <a:pt x="565032" y="247821"/>
                  <a:pt x="565032" y="247821"/>
                  <a:pt x="565032" y="247821"/>
                </a:cubicBezTo>
                <a:cubicBezTo>
                  <a:pt x="565032" y="242865"/>
                  <a:pt x="560075" y="235430"/>
                  <a:pt x="552640" y="235430"/>
                </a:cubicBezTo>
                <a:close/>
                <a:moveTo>
                  <a:pt x="282517" y="369254"/>
                </a:moveTo>
                <a:cubicBezTo>
                  <a:pt x="235430" y="369254"/>
                  <a:pt x="195778" y="329602"/>
                  <a:pt x="195778" y="282517"/>
                </a:cubicBezTo>
                <a:cubicBezTo>
                  <a:pt x="195778" y="235430"/>
                  <a:pt x="235430" y="195778"/>
                  <a:pt x="282517" y="195778"/>
                </a:cubicBezTo>
                <a:cubicBezTo>
                  <a:pt x="329602" y="195778"/>
                  <a:pt x="369254" y="235430"/>
                  <a:pt x="369254" y="282517"/>
                </a:cubicBezTo>
                <a:cubicBezTo>
                  <a:pt x="369254" y="329602"/>
                  <a:pt x="329602" y="369254"/>
                  <a:pt x="282517" y="36925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2883F5DA-48AC-1BD0-72C7-08E0EC1803C4}"/>
              </a:ext>
            </a:extLst>
          </p:cNvPr>
          <p:cNvSpPr/>
          <p:nvPr/>
        </p:nvSpPr>
        <p:spPr>
          <a:xfrm>
            <a:off x="14351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8E60BF4B-C75B-48EF-FF90-54A6B9A290A5}"/>
              </a:ext>
            </a:extLst>
          </p:cNvPr>
          <p:cNvSpPr/>
          <p:nvPr/>
        </p:nvSpPr>
        <p:spPr>
          <a:xfrm>
            <a:off x="1714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C033B28F-DC0E-2DBC-AC71-699BD730A50F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BAC4252F-89E2-7976-0446-FA391568F9C6}"/>
              </a:ext>
            </a:extLst>
          </p:cNvPr>
          <p:cNvSpPr/>
          <p:nvPr/>
        </p:nvSpPr>
        <p:spPr>
          <a:xfrm rot="5400000">
            <a:off x="50165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448A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B13DA7AB-840C-1374-65B8-9CF900B31E7E}"/>
              </a:ext>
            </a:extLst>
          </p:cNvPr>
          <p:cNvSpPr/>
          <p:nvPr/>
        </p:nvSpPr>
        <p:spPr>
          <a:xfrm>
            <a:off x="58293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311247" y="2394"/>
                </a:moveTo>
                <a:cubicBezTo>
                  <a:pt x="301669" y="0"/>
                  <a:pt x="292092" y="0"/>
                  <a:pt x="282517" y="0"/>
                </a:cubicBezTo>
                <a:cubicBezTo>
                  <a:pt x="198719" y="0"/>
                  <a:pt x="122104" y="38307"/>
                  <a:pt x="71826" y="95768"/>
                </a:cubicBezTo>
                <a:cubicBezTo>
                  <a:pt x="162806" y="251391"/>
                  <a:pt x="162806" y="251391"/>
                  <a:pt x="162806" y="251391"/>
                </a:cubicBezTo>
                <a:lnTo>
                  <a:pt x="311247" y="2394"/>
                </a:lnTo>
                <a:close/>
                <a:moveTo>
                  <a:pt x="47884" y="124498"/>
                </a:moveTo>
                <a:cubicBezTo>
                  <a:pt x="16759" y="169988"/>
                  <a:pt x="0" y="225055"/>
                  <a:pt x="0" y="282517"/>
                </a:cubicBezTo>
                <a:cubicBezTo>
                  <a:pt x="0" y="311247"/>
                  <a:pt x="4788" y="339976"/>
                  <a:pt x="11971" y="366314"/>
                </a:cubicBezTo>
                <a:cubicBezTo>
                  <a:pt x="193930" y="366314"/>
                  <a:pt x="193930" y="366314"/>
                  <a:pt x="193930" y="366314"/>
                </a:cubicBezTo>
                <a:lnTo>
                  <a:pt x="47884" y="124498"/>
                </a:lnTo>
                <a:close/>
                <a:moveTo>
                  <a:pt x="538696" y="162806"/>
                </a:moveTo>
                <a:cubicBezTo>
                  <a:pt x="502783" y="86191"/>
                  <a:pt x="430957" y="26336"/>
                  <a:pt x="347160" y="7183"/>
                </a:cubicBezTo>
                <a:cubicBezTo>
                  <a:pt x="253785" y="162806"/>
                  <a:pt x="253785" y="162806"/>
                  <a:pt x="253785" y="162806"/>
                </a:cubicBezTo>
                <a:lnTo>
                  <a:pt x="538696" y="162806"/>
                </a:lnTo>
                <a:close/>
                <a:moveTo>
                  <a:pt x="311247" y="399832"/>
                </a:moveTo>
                <a:cubicBezTo>
                  <a:pt x="26336" y="399832"/>
                  <a:pt x="26336" y="399832"/>
                  <a:pt x="26336" y="399832"/>
                </a:cubicBezTo>
                <a:cubicBezTo>
                  <a:pt x="62249" y="481235"/>
                  <a:pt x="138864" y="543484"/>
                  <a:pt x="229843" y="560244"/>
                </a:cubicBezTo>
                <a:cubicBezTo>
                  <a:pt x="222661" y="555455"/>
                  <a:pt x="222661" y="555455"/>
                  <a:pt x="222661" y="555455"/>
                </a:cubicBezTo>
                <a:lnTo>
                  <a:pt x="311247" y="399832"/>
                </a:lnTo>
                <a:close/>
                <a:moveTo>
                  <a:pt x="550667" y="196324"/>
                </a:moveTo>
                <a:cubicBezTo>
                  <a:pt x="371102" y="196324"/>
                  <a:pt x="371102" y="196324"/>
                  <a:pt x="371102" y="196324"/>
                </a:cubicBezTo>
                <a:cubicBezTo>
                  <a:pt x="514754" y="445322"/>
                  <a:pt x="514754" y="445322"/>
                  <a:pt x="514754" y="445322"/>
                </a:cubicBezTo>
                <a:cubicBezTo>
                  <a:pt x="545878" y="399832"/>
                  <a:pt x="565032" y="342372"/>
                  <a:pt x="565032" y="282517"/>
                </a:cubicBezTo>
                <a:cubicBezTo>
                  <a:pt x="565032" y="253785"/>
                  <a:pt x="560244" y="225055"/>
                  <a:pt x="550667" y="196324"/>
                </a:cubicBezTo>
                <a:close/>
                <a:moveTo>
                  <a:pt x="258575" y="565032"/>
                </a:moveTo>
                <a:cubicBezTo>
                  <a:pt x="265756" y="565032"/>
                  <a:pt x="275333" y="565032"/>
                  <a:pt x="282517" y="565032"/>
                </a:cubicBezTo>
                <a:cubicBezTo>
                  <a:pt x="363918" y="565032"/>
                  <a:pt x="438140" y="529119"/>
                  <a:pt x="490812" y="474053"/>
                </a:cubicBezTo>
                <a:cubicBezTo>
                  <a:pt x="399832" y="316034"/>
                  <a:pt x="399832" y="316034"/>
                  <a:pt x="399832" y="316034"/>
                </a:cubicBezTo>
                <a:lnTo>
                  <a:pt x="258575" y="5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F73CAF8-F4AB-6DFF-753D-6B8059FEC75A}"/>
              </a:ext>
            </a:extLst>
          </p:cNvPr>
          <p:cNvSpPr/>
          <p:nvPr/>
        </p:nvSpPr>
        <p:spPr>
          <a:xfrm>
            <a:off x="46990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3801955C-EB39-EB20-EC17-C7DE07CE0B73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50B799EE-E599-ABAB-0ADA-C185A45B9E28}"/>
              </a:ext>
            </a:extLst>
          </p:cNvPr>
          <p:cNvSpPr/>
          <p:nvPr/>
        </p:nvSpPr>
        <p:spPr>
          <a:xfrm>
            <a:off x="49784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4411208B-4DE0-5584-AA90-166B2070B570}"/>
              </a:ext>
            </a:extLst>
          </p:cNvPr>
          <p:cNvSpPr/>
          <p:nvPr/>
        </p:nvSpPr>
        <p:spPr>
          <a:xfrm rot="5400000">
            <a:off x="82804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5D90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51F336C0-D055-2568-FC78-5DE5B76F5126}"/>
              </a:ext>
            </a:extLst>
          </p:cNvPr>
          <p:cNvSpPr/>
          <p:nvPr/>
        </p:nvSpPr>
        <p:spPr>
          <a:xfrm>
            <a:off x="90805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282517" y="0"/>
                </a:moveTo>
                <a:cubicBezTo>
                  <a:pt x="126893" y="0"/>
                  <a:pt x="0" y="126893"/>
                  <a:pt x="0" y="282517"/>
                </a:cubicBezTo>
                <a:cubicBezTo>
                  <a:pt x="0" y="438140"/>
                  <a:pt x="126893" y="565032"/>
                  <a:pt x="282517" y="565032"/>
                </a:cubicBezTo>
                <a:cubicBezTo>
                  <a:pt x="438140" y="565032"/>
                  <a:pt x="565032" y="438140"/>
                  <a:pt x="565032" y="282517"/>
                </a:cubicBezTo>
                <a:cubicBezTo>
                  <a:pt x="565032" y="126893"/>
                  <a:pt x="438140" y="0"/>
                  <a:pt x="282517" y="0"/>
                </a:cubicBezTo>
                <a:close/>
                <a:moveTo>
                  <a:pt x="253785" y="409409"/>
                </a:moveTo>
                <a:cubicBezTo>
                  <a:pt x="129287" y="390256"/>
                  <a:pt x="129287" y="390256"/>
                  <a:pt x="129287" y="390256"/>
                </a:cubicBezTo>
                <a:cubicBezTo>
                  <a:pt x="129287" y="289698"/>
                  <a:pt x="129287" y="289698"/>
                  <a:pt x="129287" y="289698"/>
                </a:cubicBezTo>
                <a:cubicBezTo>
                  <a:pt x="253785" y="289698"/>
                  <a:pt x="253785" y="289698"/>
                  <a:pt x="253785" y="289698"/>
                </a:cubicBezTo>
                <a:lnTo>
                  <a:pt x="253785" y="409409"/>
                </a:lnTo>
                <a:close/>
                <a:moveTo>
                  <a:pt x="253785" y="272940"/>
                </a:moveTo>
                <a:cubicBezTo>
                  <a:pt x="129287" y="272940"/>
                  <a:pt x="129287" y="272940"/>
                  <a:pt x="129287" y="272940"/>
                </a:cubicBezTo>
                <a:cubicBezTo>
                  <a:pt x="129287" y="172382"/>
                  <a:pt x="129287" y="172382"/>
                  <a:pt x="129287" y="172382"/>
                </a:cubicBezTo>
                <a:cubicBezTo>
                  <a:pt x="253785" y="153229"/>
                  <a:pt x="253785" y="153229"/>
                  <a:pt x="253785" y="153229"/>
                </a:cubicBezTo>
                <a:lnTo>
                  <a:pt x="253785" y="272940"/>
                </a:lnTo>
                <a:close/>
                <a:moveTo>
                  <a:pt x="435745" y="435745"/>
                </a:moveTo>
                <a:cubicBezTo>
                  <a:pt x="270546" y="411803"/>
                  <a:pt x="270546" y="411803"/>
                  <a:pt x="270546" y="411803"/>
                </a:cubicBezTo>
                <a:cubicBezTo>
                  <a:pt x="270546" y="289698"/>
                  <a:pt x="270546" y="289698"/>
                  <a:pt x="270546" y="289698"/>
                </a:cubicBezTo>
                <a:cubicBezTo>
                  <a:pt x="435745" y="289698"/>
                  <a:pt x="435745" y="289698"/>
                  <a:pt x="435745" y="289698"/>
                </a:cubicBezTo>
                <a:lnTo>
                  <a:pt x="435745" y="435745"/>
                </a:lnTo>
                <a:close/>
                <a:moveTo>
                  <a:pt x="435745" y="272940"/>
                </a:moveTo>
                <a:cubicBezTo>
                  <a:pt x="270546" y="272940"/>
                  <a:pt x="270546" y="272940"/>
                  <a:pt x="270546" y="272940"/>
                </a:cubicBezTo>
                <a:cubicBezTo>
                  <a:pt x="270546" y="150835"/>
                  <a:pt x="270546" y="150835"/>
                  <a:pt x="270546" y="150835"/>
                </a:cubicBezTo>
                <a:cubicBezTo>
                  <a:pt x="435745" y="126893"/>
                  <a:pt x="435745" y="126893"/>
                  <a:pt x="435745" y="126893"/>
                </a:cubicBezTo>
                <a:lnTo>
                  <a:pt x="435745" y="2729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52C3F0F6-5389-8853-F6E6-46C93F4CA46D}"/>
              </a:ext>
            </a:extLst>
          </p:cNvPr>
          <p:cNvSpPr/>
          <p:nvPr/>
        </p:nvSpPr>
        <p:spPr>
          <a:xfrm>
            <a:off x="79629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BD0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5D2158F1-D1C5-BF4F-76FF-6C8D43C46FDF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DBFA3E45-57BB-6CC2-FC04-9F2BAA84BF73}"/>
              </a:ext>
            </a:extLst>
          </p:cNvPr>
          <p:cNvSpPr/>
          <p:nvPr/>
        </p:nvSpPr>
        <p:spPr>
          <a:xfrm>
            <a:off x="8318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849147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6145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1"/>
          <p:cNvSpPr/>
          <p:nvPr/>
        </p:nvSpPr>
        <p:spPr>
          <a:xfrm>
            <a:off x="2339341" y="1828800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7" name="矩形 1"/>
          <p:cNvSpPr/>
          <p:nvPr/>
        </p:nvSpPr>
        <p:spPr>
          <a:xfrm flipV="1">
            <a:off x="2339341" y="3975538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9" name="直角三角形 38"/>
          <p:cNvSpPr/>
          <p:nvPr/>
        </p:nvSpPr>
        <p:spPr>
          <a:xfrm>
            <a:off x="2339339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9623384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9315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/>
          <p:cNvSpPr/>
          <p:nvPr/>
        </p:nvSpPr>
        <p:spPr>
          <a:xfrm>
            <a:off x="1804988" y="1238249"/>
            <a:ext cx="8582025" cy="4381502"/>
          </a:xfrm>
          <a:prstGeom prst="roundRect">
            <a:avLst>
              <a:gd name="adj" fmla="val 10270"/>
            </a:avLst>
          </a:prstGeom>
          <a:solidFill>
            <a:srgbClr val="083B5E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7" name="矩形 46"/>
          <p:cNvSpPr/>
          <p:nvPr/>
        </p:nvSpPr>
        <p:spPr>
          <a:xfrm>
            <a:off x="2382811" y="1236586"/>
            <a:ext cx="1041400" cy="234964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8" name="箭头: V 形 47"/>
          <p:cNvSpPr/>
          <p:nvPr/>
        </p:nvSpPr>
        <p:spPr>
          <a:xfrm rot="16200000">
            <a:off x="2346397" y="3081437"/>
            <a:ext cx="1114224" cy="1041399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29808" y="1806775"/>
            <a:ext cx="923330" cy="1538883"/>
          </a:xfrm>
          <a:prstGeom prst="rect">
            <a:avLst/>
          </a:prstGeom>
          <a:noFill/>
        </p:spPr>
        <p:txBody>
          <a:bodyPr vert="eaVert" wrap="none" lIns="0" tIns="0" rIns="0" bIns="0" rtlCol="0" anchor="t">
            <a:spAutoFit/>
          </a:bodyPr>
          <a:lstStyle/>
          <a:p>
            <a:pPr algn="l"/>
            <a:r>
              <a:rPr lang="zh-CN" altLang="en-US" sz="6000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2374986" y="4412874"/>
            <a:ext cx="1075615" cy="246221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CONTENTS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9621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423533" y="1111885"/>
            <a:ext cx="1292800" cy="551590"/>
            <a:chOff x="1678849" y="4526839"/>
            <a:chExt cx="1924050" cy="905586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2456" y="4805814"/>
              <a:ext cx="841321" cy="626611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1678849" y="4526839"/>
              <a:ext cx="1924050" cy="870092"/>
              <a:chOff x="-2243" y="91934"/>
              <a:chExt cx="1924050" cy="870092"/>
            </a:xfrm>
          </p:grpSpPr>
          <p:sp>
            <p:nvSpPr>
              <p:cNvPr id="14" name="Rectangle 40"/>
              <p:cNvSpPr/>
              <p:nvPr/>
            </p:nvSpPr>
            <p:spPr>
              <a:xfrm>
                <a:off x="1622424" y="901700"/>
                <a:ext cx="60327" cy="60326"/>
              </a:xfrm>
              <a:prstGeom prst="rect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5" name="Rectangle 43"/>
              <p:cNvSpPr/>
              <p:nvPr/>
            </p:nvSpPr>
            <p:spPr>
              <a:xfrm>
                <a:off x="1622424" y="422273"/>
                <a:ext cx="60327" cy="479427"/>
              </a:xfrm>
              <a:prstGeom prst="rect">
                <a:avLst/>
              </a:prstGeom>
              <a:solidFill>
                <a:srgbClr val="F05F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6" name="Freeform 44"/>
              <p:cNvSpPr/>
              <p:nvPr/>
            </p:nvSpPr>
            <p:spPr>
              <a:xfrm>
                <a:off x="-2243" y="91934"/>
                <a:ext cx="1924050" cy="6193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lnTo>
                      <a:pt x="0" y="10848"/>
                    </a:lnTo>
                    <a:lnTo>
                      <a:pt x="10800" y="0"/>
                    </a:lnTo>
                    <a:lnTo>
                      <a:pt x="21600" y="10848"/>
                    </a:lnTo>
                    <a:lnTo>
                      <a:pt x="10800" y="21600"/>
                    </a:lnTo>
                    <a:close/>
                  </a:path>
                </a:pathLst>
              </a:custGeom>
              <a:solidFill>
                <a:srgbClr val="647A8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7" name="Oval 45"/>
              <p:cNvSpPr/>
              <p:nvPr/>
            </p:nvSpPr>
            <p:spPr>
              <a:xfrm>
                <a:off x="901700" y="330200"/>
                <a:ext cx="120652" cy="60329"/>
              </a:xfrm>
              <a:prstGeom prst="ellipse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</p:grpSp>
      </p:grpSp>
      <p:cxnSp>
        <p:nvCxnSpPr>
          <p:cNvPr id="20" name="直接连接符 19"/>
          <p:cNvCxnSpPr/>
          <p:nvPr/>
        </p:nvCxnSpPr>
        <p:spPr>
          <a:xfrm flipH="1">
            <a:off x="2501900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284464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158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16">
            <a:extLst>
              <a:ext uri="{FF2B5EF4-FFF2-40B4-BE49-F238E27FC236}">
                <a16:creationId xmlns:a16="http://schemas.microsoft.com/office/drawing/2014/main" id="{2BA872FF-D57A-E66F-A590-0DD2972C1AD3}"/>
              </a:ext>
            </a:extLst>
          </p:cNvPr>
          <p:cNvCxnSpPr/>
          <p:nvPr/>
        </p:nvCxnSpPr>
        <p:spPr>
          <a:xfrm rot="10739157">
            <a:off x="25018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17">
            <a:extLst>
              <a:ext uri="{FF2B5EF4-FFF2-40B4-BE49-F238E27FC236}">
                <a16:creationId xmlns:a16="http://schemas.microsoft.com/office/drawing/2014/main" id="{B72F5999-8D01-F5EB-4497-20EED7FFC857}"/>
              </a:ext>
            </a:extLst>
          </p:cNvPr>
          <p:cNvCxnSpPr/>
          <p:nvPr/>
        </p:nvCxnSpPr>
        <p:spPr>
          <a:xfrm rot="10739157">
            <a:off x="82803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8">
            <a:extLst>
              <a:ext uri="{FF2B5EF4-FFF2-40B4-BE49-F238E27FC236}">
                <a16:creationId xmlns:a16="http://schemas.microsoft.com/office/drawing/2014/main" id="{DB27A922-6DC8-7216-5DBF-0CE92AB2F1D4}"/>
              </a:ext>
            </a:extLst>
          </p:cNvPr>
          <p:cNvSpPr/>
          <p:nvPr/>
        </p:nvSpPr>
        <p:spPr>
          <a:xfrm>
            <a:off x="2794000" y="2616200"/>
            <a:ext cx="66040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6" name="AutoShape 19">
            <a:extLst>
              <a:ext uri="{FF2B5EF4-FFF2-40B4-BE49-F238E27FC236}">
                <a16:creationId xmlns:a16="http://schemas.microsoft.com/office/drawing/2014/main" id="{00902952-820D-3028-5E3B-6BA7398D1C82}"/>
              </a:ext>
            </a:extLst>
          </p:cNvPr>
          <p:cNvSpPr/>
          <p:nvPr/>
        </p:nvSpPr>
        <p:spPr>
          <a:xfrm>
            <a:off x="5168900" y="3810000"/>
            <a:ext cx="1841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100"/>
          </a:p>
        </p:txBody>
      </p:sp>
      <p:sp>
        <p:nvSpPr>
          <p:cNvPr id="7" name="AutoShape 20">
            <a:extLst>
              <a:ext uri="{FF2B5EF4-FFF2-40B4-BE49-F238E27FC236}">
                <a16:creationId xmlns:a16="http://schemas.microsoft.com/office/drawing/2014/main" id="{EAB3F337-91A1-1454-6295-E0EFC812B30E}"/>
              </a:ext>
            </a:extLst>
          </p:cNvPr>
          <p:cNvSpPr/>
          <p:nvPr/>
        </p:nvSpPr>
        <p:spPr>
          <a:xfrm>
            <a:off x="4330700" y="46355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21">
            <a:extLst>
              <a:ext uri="{FF2B5EF4-FFF2-40B4-BE49-F238E27FC236}">
                <a16:creationId xmlns:a16="http://schemas.microsoft.com/office/drawing/2014/main" id="{A376A097-1993-C3DF-435B-74D640349EF8}"/>
              </a:ext>
            </a:extLst>
          </p:cNvPr>
          <p:cNvSpPr/>
          <p:nvPr/>
        </p:nvSpPr>
        <p:spPr>
          <a:xfrm>
            <a:off x="4648200" y="4584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9" name="AutoShape 22">
            <a:extLst>
              <a:ext uri="{FF2B5EF4-FFF2-40B4-BE49-F238E27FC236}">
                <a16:creationId xmlns:a16="http://schemas.microsoft.com/office/drawing/2014/main" id="{87165766-B8A9-85BE-BC61-27AE8BE9000D}"/>
              </a:ext>
            </a:extLst>
          </p:cNvPr>
          <p:cNvSpPr/>
          <p:nvPr/>
        </p:nvSpPr>
        <p:spPr>
          <a:xfrm>
            <a:off x="4330700" y="50800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23">
            <a:extLst>
              <a:ext uri="{FF2B5EF4-FFF2-40B4-BE49-F238E27FC236}">
                <a16:creationId xmlns:a16="http://schemas.microsoft.com/office/drawing/2014/main" id="{ECAE423B-7C55-6B5A-1BD9-8BA7DBCAA443}"/>
              </a:ext>
            </a:extLst>
          </p:cNvPr>
          <p:cNvSpPr/>
          <p:nvPr/>
        </p:nvSpPr>
        <p:spPr>
          <a:xfrm>
            <a:off x="4648200" y="50292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1" name="AutoShape 24">
            <a:extLst>
              <a:ext uri="{FF2B5EF4-FFF2-40B4-BE49-F238E27FC236}">
                <a16:creationId xmlns:a16="http://schemas.microsoft.com/office/drawing/2014/main" id="{E34DD8FC-1247-63F1-7FF1-941D322F8D15}"/>
              </a:ext>
            </a:extLst>
          </p:cNvPr>
          <p:cNvSpPr/>
          <p:nvPr/>
        </p:nvSpPr>
        <p:spPr>
          <a:xfrm>
            <a:off x="4330700" y="55245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5">
            <a:extLst>
              <a:ext uri="{FF2B5EF4-FFF2-40B4-BE49-F238E27FC236}">
                <a16:creationId xmlns:a16="http://schemas.microsoft.com/office/drawing/2014/main" id="{8CEA0E75-24CC-3010-F5C4-BC9963791E7F}"/>
              </a:ext>
            </a:extLst>
          </p:cNvPr>
          <p:cNvSpPr/>
          <p:nvPr/>
        </p:nvSpPr>
        <p:spPr>
          <a:xfrm>
            <a:off x="4648200" y="5473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421385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8534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5994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1">
            <a:extLst>
              <a:ext uri="{FF2B5EF4-FFF2-40B4-BE49-F238E27FC236}">
                <a16:creationId xmlns:a16="http://schemas.microsoft.com/office/drawing/2014/main" id="{777F70BD-4E4B-2EF1-27AA-1DF5A4C1665F}"/>
              </a:ext>
            </a:extLst>
          </p:cNvPr>
          <p:cNvSpPr/>
          <p:nvPr/>
        </p:nvSpPr>
        <p:spPr>
          <a:xfrm>
            <a:off x="1917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EED6143E-96A9-84C4-F8F8-91BBF291BF6E}"/>
              </a:ext>
            </a:extLst>
          </p:cNvPr>
          <p:cNvSpPr/>
          <p:nvPr/>
        </p:nvSpPr>
        <p:spPr>
          <a:xfrm>
            <a:off x="13335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C4CCE2D0-7F92-2E3A-F775-376A9EE8B703}"/>
              </a:ext>
            </a:extLst>
          </p:cNvPr>
          <p:cNvSpPr/>
          <p:nvPr/>
        </p:nvSpPr>
        <p:spPr>
          <a:xfrm>
            <a:off x="13335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0DEEF6A3-776F-76F2-0C90-E0106FE24BD5}"/>
              </a:ext>
            </a:extLst>
          </p:cNvPr>
          <p:cNvSpPr/>
          <p:nvPr/>
        </p:nvSpPr>
        <p:spPr>
          <a:xfrm>
            <a:off x="43942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15">
            <a:extLst>
              <a:ext uri="{FF2B5EF4-FFF2-40B4-BE49-F238E27FC236}">
                <a16:creationId xmlns:a16="http://schemas.microsoft.com/office/drawing/2014/main" id="{A3FBDAB0-A31A-CC72-8FDD-6336DBE22D99}"/>
              </a:ext>
            </a:extLst>
          </p:cNvPr>
          <p:cNvSpPr/>
          <p:nvPr/>
        </p:nvSpPr>
        <p:spPr>
          <a:xfrm>
            <a:off x="38100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C7AD95B7-C8FB-F636-D520-ADBAF4BC96A1}"/>
              </a:ext>
            </a:extLst>
          </p:cNvPr>
          <p:cNvSpPr/>
          <p:nvPr/>
        </p:nvSpPr>
        <p:spPr>
          <a:xfrm>
            <a:off x="38100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B98BD100-8E6C-E393-4828-AC699115079E}"/>
              </a:ext>
            </a:extLst>
          </p:cNvPr>
          <p:cNvSpPr/>
          <p:nvPr/>
        </p:nvSpPr>
        <p:spPr>
          <a:xfrm>
            <a:off x="6870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626A40E-E729-C60B-448F-96058EE6936D}"/>
              </a:ext>
            </a:extLst>
          </p:cNvPr>
          <p:cNvSpPr/>
          <p:nvPr/>
        </p:nvSpPr>
        <p:spPr>
          <a:xfrm>
            <a:off x="62992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9">
            <a:extLst>
              <a:ext uri="{FF2B5EF4-FFF2-40B4-BE49-F238E27FC236}">
                <a16:creationId xmlns:a16="http://schemas.microsoft.com/office/drawing/2014/main" id="{DD2FA33B-F1B4-F0F3-6C16-93712B192CB8}"/>
              </a:ext>
            </a:extLst>
          </p:cNvPr>
          <p:cNvSpPr/>
          <p:nvPr/>
        </p:nvSpPr>
        <p:spPr>
          <a:xfrm>
            <a:off x="62992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01C81C89-FBBE-D01B-0EEF-15DB16FE0C28}"/>
              </a:ext>
            </a:extLst>
          </p:cNvPr>
          <p:cNvSpPr/>
          <p:nvPr/>
        </p:nvSpPr>
        <p:spPr>
          <a:xfrm>
            <a:off x="93599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21">
            <a:extLst>
              <a:ext uri="{FF2B5EF4-FFF2-40B4-BE49-F238E27FC236}">
                <a16:creationId xmlns:a16="http://schemas.microsoft.com/office/drawing/2014/main" id="{0E9827E6-630D-19EE-F0FE-73626FB2EDDA}"/>
              </a:ext>
            </a:extLst>
          </p:cNvPr>
          <p:cNvSpPr/>
          <p:nvPr/>
        </p:nvSpPr>
        <p:spPr>
          <a:xfrm>
            <a:off x="87757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22">
            <a:extLst>
              <a:ext uri="{FF2B5EF4-FFF2-40B4-BE49-F238E27FC236}">
                <a16:creationId xmlns:a16="http://schemas.microsoft.com/office/drawing/2014/main" id="{BAEF8623-1D15-BDAC-1583-183584CFEA1A}"/>
              </a:ext>
            </a:extLst>
          </p:cNvPr>
          <p:cNvSpPr/>
          <p:nvPr/>
        </p:nvSpPr>
        <p:spPr>
          <a:xfrm>
            <a:off x="87757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4" name="Connector 23">
            <a:extLst>
              <a:ext uri="{FF2B5EF4-FFF2-40B4-BE49-F238E27FC236}">
                <a16:creationId xmlns:a16="http://schemas.microsoft.com/office/drawing/2014/main" id="{06F4D476-40EE-C2CF-3CE3-7B43AC852482}"/>
              </a:ext>
            </a:extLst>
          </p:cNvPr>
          <p:cNvCxnSpPr/>
          <p:nvPr/>
        </p:nvCxnSpPr>
        <p:spPr>
          <a:xfrm>
            <a:off x="2374900" y="2019300"/>
            <a:ext cx="74422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5" name="AutoShape 24">
            <a:extLst>
              <a:ext uri="{FF2B5EF4-FFF2-40B4-BE49-F238E27FC236}">
                <a16:creationId xmlns:a16="http://schemas.microsoft.com/office/drawing/2014/main" id="{516F39C7-22F4-4A60-46AE-95E999A6693A}"/>
              </a:ext>
            </a:extLst>
          </p:cNvPr>
          <p:cNvSpPr/>
          <p:nvPr/>
        </p:nvSpPr>
        <p:spPr>
          <a:xfrm>
            <a:off x="1524000" y="3771900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6" name="AutoShape 25">
            <a:extLst>
              <a:ext uri="{FF2B5EF4-FFF2-40B4-BE49-F238E27FC236}">
                <a16:creationId xmlns:a16="http://schemas.microsoft.com/office/drawing/2014/main" id="{D6F5603A-9C05-D62F-34CF-35766B53B9DE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26">
            <a:extLst>
              <a:ext uri="{FF2B5EF4-FFF2-40B4-BE49-F238E27FC236}">
                <a16:creationId xmlns:a16="http://schemas.microsoft.com/office/drawing/2014/main" id="{78BDF310-BF23-5AFA-C0C4-636823C464AB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8B9EDDAF-9CB2-2E90-8449-1AC9D613EDF2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28">
            <a:extLst>
              <a:ext uri="{FF2B5EF4-FFF2-40B4-BE49-F238E27FC236}">
                <a16:creationId xmlns:a16="http://schemas.microsoft.com/office/drawing/2014/main" id="{C8A72F0E-4944-93DF-455E-DCF83C396F34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29">
            <a:extLst>
              <a:ext uri="{FF2B5EF4-FFF2-40B4-BE49-F238E27FC236}">
                <a16:creationId xmlns:a16="http://schemas.microsoft.com/office/drawing/2014/main" id="{95BEB450-3522-D794-9195-AB69412C4282}"/>
              </a:ext>
            </a:extLst>
          </p:cNvPr>
          <p:cNvSpPr/>
          <p:nvPr/>
        </p:nvSpPr>
        <p:spPr>
          <a:xfrm>
            <a:off x="39878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1" name="AutoShape 30">
            <a:extLst>
              <a:ext uri="{FF2B5EF4-FFF2-40B4-BE49-F238E27FC236}">
                <a16:creationId xmlns:a16="http://schemas.microsoft.com/office/drawing/2014/main" id="{A1AEA079-7095-A8D3-6CE6-3CCA8F7F873D}"/>
              </a:ext>
            </a:extLst>
          </p:cNvPr>
          <p:cNvSpPr/>
          <p:nvPr/>
        </p:nvSpPr>
        <p:spPr>
          <a:xfrm>
            <a:off x="4762500" y="3378200"/>
            <a:ext cx="190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31">
            <a:extLst>
              <a:ext uri="{FF2B5EF4-FFF2-40B4-BE49-F238E27FC236}">
                <a16:creationId xmlns:a16="http://schemas.microsoft.com/office/drawing/2014/main" id="{F2B62CF2-7090-28E9-C86A-FB598A9052D6}"/>
              </a:ext>
            </a:extLst>
          </p:cNvPr>
          <p:cNvSpPr/>
          <p:nvPr/>
        </p:nvSpPr>
        <p:spPr>
          <a:xfrm>
            <a:off x="6426200" y="37846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3" name="AutoShape 32">
            <a:extLst>
              <a:ext uri="{FF2B5EF4-FFF2-40B4-BE49-F238E27FC236}">
                <a16:creationId xmlns:a16="http://schemas.microsoft.com/office/drawing/2014/main" id="{93FCF18E-2706-2849-FBB2-76EB68E51891}"/>
              </a:ext>
            </a:extLst>
          </p:cNvPr>
          <p:cNvSpPr/>
          <p:nvPr/>
        </p:nvSpPr>
        <p:spPr>
          <a:xfrm>
            <a:off x="89154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4" name="Freeform 33">
            <a:extLst>
              <a:ext uri="{FF2B5EF4-FFF2-40B4-BE49-F238E27FC236}">
                <a16:creationId xmlns:a16="http://schemas.microsoft.com/office/drawing/2014/main" id="{D93EA3E8-9BAE-159E-D678-E6A8B18BB649}"/>
              </a:ext>
            </a:extLst>
          </p:cNvPr>
          <p:cNvSpPr/>
          <p:nvPr/>
        </p:nvSpPr>
        <p:spPr>
          <a:xfrm>
            <a:off x="7148897" y="2362200"/>
            <a:ext cx="209551" cy="124764"/>
          </a:xfrm>
          <a:custGeom>
            <a:avLst/>
            <a:gdLst/>
            <a:ahLst/>
            <a:cxnLst/>
            <a:rect l="l" t="t" r="r" b="b"/>
            <a:pathLst>
              <a:path w="209551" h="124764">
                <a:moveTo>
                  <a:pt x="166196" y="124764"/>
                </a:moveTo>
                <a:cubicBezTo>
                  <a:pt x="190284" y="124764"/>
                  <a:pt x="209552" y="105570"/>
                  <a:pt x="209552" y="81576"/>
                </a:cubicBezTo>
                <a:cubicBezTo>
                  <a:pt x="209552" y="57582"/>
                  <a:pt x="209552" y="57582"/>
                  <a:pt x="209552" y="57582"/>
                </a:cubicBezTo>
                <a:cubicBezTo>
                  <a:pt x="204731" y="47988"/>
                  <a:pt x="195096" y="43188"/>
                  <a:pt x="185463" y="43188"/>
                </a:cubicBezTo>
                <a:cubicBezTo>
                  <a:pt x="146929" y="43188"/>
                  <a:pt x="146929" y="43188"/>
                  <a:pt x="146929" y="43188"/>
                </a:cubicBezTo>
                <a:cubicBezTo>
                  <a:pt x="146929" y="40791"/>
                  <a:pt x="146929" y="40791"/>
                  <a:pt x="146929" y="40791"/>
                </a:cubicBezTo>
                <a:cubicBezTo>
                  <a:pt x="146929" y="19194"/>
                  <a:pt x="130067" y="0"/>
                  <a:pt x="108385" y="0"/>
                </a:cubicBezTo>
                <a:cubicBezTo>
                  <a:pt x="55395" y="0"/>
                  <a:pt x="55395" y="0"/>
                  <a:pt x="55395" y="0"/>
                </a:cubicBezTo>
                <a:cubicBezTo>
                  <a:pt x="33723" y="0"/>
                  <a:pt x="16861" y="19194"/>
                  <a:pt x="16861" y="40791"/>
                </a:cubicBezTo>
                <a:cubicBezTo>
                  <a:pt x="16861" y="43188"/>
                  <a:pt x="16861" y="43188"/>
                  <a:pt x="16861" y="43188"/>
                </a:cubicBezTo>
                <a:cubicBezTo>
                  <a:pt x="4821" y="43188"/>
                  <a:pt x="4821" y="43188"/>
                  <a:pt x="4821" y="43188"/>
                </a:cubicBezTo>
                <a:cubicBezTo>
                  <a:pt x="0" y="62382"/>
                  <a:pt x="0" y="81576"/>
                  <a:pt x="4821" y="100769"/>
                </a:cubicBezTo>
                <a:cubicBezTo>
                  <a:pt x="7228" y="110369"/>
                  <a:pt x="9633" y="117566"/>
                  <a:pt x="14455" y="124764"/>
                </a:cubicBezTo>
                <a:cubicBezTo>
                  <a:pt x="74673" y="124764"/>
                  <a:pt x="74673" y="124764"/>
                  <a:pt x="74673" y="124764"/>
                </a:cubicBezTo>
                <a:cubicBezTo>
                  <a:pt x="74673" y="119964"/>
                  <a:pt x="74673" y="119964"/>
                  <a:pt x="74673" y="119964"/>
                </a:cubicBezTo>
                <a:cubicBezTo>
                  <a:pt x="74673" y="115164"/>
                  <a:pt x="77078" y="112767"/>
                  <a:pt x="79485" y="112767"/>
                </a:cubicBezTo>
                <a:cubicBezTo>
                  <a:pt x="86712" y="112767"/>
                  <a:pt x="86712" y="112767"/>
                  <a:pt x="86712" y="112767"/>
                </a:cubicBezTo>
                <a:cubicBezTo>
                  <a:pt x="89117" y="112767"/>
                  <a:pt x="91524" y="115164"/>
                  <a:pt x="91524" y="119964"/>
                </a:cubicBezTo>
                <a:cubicBezTo>
                  <a:pt x="91524" y="124764"/>
                  <a:pt x="91524" y="124764"/>
                  <a:pt x="91524" y="124764"/>
                </a:cubicBezTo>
                <a:lnTo>
                  <a:pt x="166196" y="124764"/>
                </a:lnTo>
                <a:close/>
                <a:moveTo>
                  <a:pt x="38535" y="43188"/>
                </a:moveTo>
                <a:cubicBezTo>
                  <a:pt x="38535" y="40791"/>
                  <a:pt x="38535" y="40791"/>
                  <a:pt x="38535" y="40791"/>
                </a:cubicBezTo>
                <a:cubicBezTo>
                  <a:pt x="38535" y="28793"/>
                  <a:pt x="45762" y="21591"/>
                  <a:pt x="55395" y="21591"/>
                </a:cubicBezTo>
                <a:cubicBezTo>
                  <a:pt x="108385" y="21591"/>
                  <a:pt x="108385" y="21591"/>
                  <a:pt x="108385" y="21591"/>
                </a:cubicBezTo>
                <a:cubicBezTo>
                  <a:pt x="118028" y="21591"/>
                  <a:pt x="127662" y="28793"/>
                  <a:pt x="127662" y="40791"/>
                </a:cubicBezTo>
                <a:cubicBezTo>
                  <a:pt x="127662" y="43188"/>
                  <a:pt x="127662" y="43188"/>
                  <a:pt x="127662" y="43188"/>
                </a:cubicBezTo>
                <a:lnTo>
                  <a:pt x="38535" y="4318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34">
            <a:extLst>
              <a:ext uri="{FF2B5EF4-FFF2-40B4-BE49-F238E27FC236}">
                <a16:creationId xmlns:a16="http://schemas.microsoft.com/office/drawing/2014/main" id="{9F21A119-C7F2-6FD7-4B78-658660C41FBA}"/>
              </a:ext>
            </a:extLst>
          </p:cNvPr>
          <p:cNvSpPr/>
          <p:nvPr/>
        </p:nvSpPr>
        <p:spPr>
          <a:xfrm>
            <a:off x="7162800" y="2476500"/>
            <a:ext cx="192595" cy="82368"/>
          </a:xfrm>
          <a:custGeom>
            <a:avLst/>
            <a:gdLst/>
            <a:ahLst/>
            <a:cxnLst/>
            <a:rect l="l" t="t" r="r" b="b"/>
            <a:pathLst>
              <a:path w="192595" h="82368">
                <a:moveTo>
                  <a:pt x="122780" y="79948"/>
                </a:moveTo>
                <a:cubicBezTo>
                  <a:pt x="154076" y="72680"/>
                  <a:pt x="178151" y="53296"/>
                  <a:pt x="192596" y="29073"/>
                </a:cubicBezTo>
                <a:cubicBezTo>
                  <a:pt x="192596" y="0"/>
                  <a:pt x="192596" y="0"/>
                  <a:pt x="192596" y="0"/>
                </a:cubicBezTo>
                <a:cubicBezTo>
                  <a:pt x="185373" y="19380"/>
                  <a:pt x="166113" y="31495"/>
                  <a:pt x="144446" y="31495"/>
                </a:cubicBezTo>
                <a:cubicBezTo>
                  <a:pt x="69816" y="31495"/>
                  <a:pt x="69816" y="31495"/>
                  <a:pt x="69816" y="31495"/>
                </a:cubicBezTo>
                <a:cubicBezTo>
                  <a:pt x="69816" y="38763"/>
                  <a:pt x="69816" y="38763"/>
                  <a:pt x="69816" y="38763"/>
                </a:cubicBezTo>
                <a:cubicBezTo>
                  <a:pt x="69816" y="41185"/>
                  <a:pt x="67408" y="43605"/>
                  <a:pt x="65001" y="43605"/>
                </a:cubicBezTo>
                <a:cubicBezTo>
                  <a:pt x="57779" y="43605"/>
                  <a:pt x="57779" y="43605"/>
                  <a:pt x="57779" y="43605"/>
                </a:cubicBezTo>
                <a:cubicBezTo>
                  <a:pt x="55371" y="43605"/>
                  <a:pt x="52964" y="41185"/>
                  <a:pt x="52964" y="38763"/>
                </a:cubicBezTo>
                <a:cubicBezTo>
                  <a:pt x="52964" y="31495"/>
                  <a:pt x="52964" y="31495"/>
                  <a:pt x="52964" y="31495"/>
                </a:cubicBezTo>
                <a:cubicBezTo>
                  <a:pt x="0" y="31495"/>
                  <a:pt x="0" y="31495"/>
                  <a:pt x="0" y="31495"/>
                </a:cubicBezTo>
                <a:cubicBezTo>
                  <a:pt x="21667" y="62989"/>
                  <a:pt x="55371" y="82368"/>
                  <a:pt x="96298" y="82368"/>
                </a:cubicBezTo>
                <a:cubicBezTo>
                  <a:pt x="105927" y="82368"/>
                  <a:pt x="113149" y="82368"/>
                  <a:pt x="122780" y="799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35">
            <a:extLst>
              <a:ext uri="{FF2B5EF4-FFF2-40B4-BE49-F238E27FC236}">
                <a16:creationId xmlns:a16="http://schemas.microsoft.com/office/drawing/2014/main" id="{0E7FF4EF-D77D-CC7D-1811-A97E0D0A5295}"/>
              </a:ext>
            </a:extLst>
          </p:cNvPr>
          <p:cNvSpPr/>
          <p:nvPr/>
        </p:nvSpPr>
        <p:spPr>
          <a:xfrm>
            <a:off x="7069658" y="2256373"/>
            <a:ext cx="502683" cy="405793"/>
          </a:xfrm>
          <a:custGeom>
            <a:avLst/>
            <a:gdLst/>
            <a:ahLst/>
            <a:cxnLst/>
            <a:rect l="l" t="t" r="r" b="b"/>
            <a:pathLst>
              <a:path w="502683" h="405793">
                <a:moveTo>
                  <a:pt x="481039" y="338556"/>
                </a:moveTo>
                <a:cubicBezTo>
                  <a:pt x="384832" y="273722"/>
                  <a:pt x="384832" y="273722"/>
                  <a:pt x="384832" y="273722"/>
                </a:cubicBezTo>
                <a:cubicBezTo>
                  <a:pt x="375196" y="268932"/>
                  <a:pt x="365585" y="268932"/>
                  <a:pt x="355974" y="268932"/>
                </a:cubicBezTo>
                <a:cubicBezTo>
                  <a:pt x="353553" y="271337"/>
                  <a:pt x="348759" y="271337"/>
                  <a:pt x="346339" y="273722"/>
                </a:cubicBezTo>
                <a:cubicBezTo>
                  <a:pt x="331910" y="264122"/>
                  <a:pt x="331910" y="264122"/>
                  <a:pt x="331910" y="264122"/>
                </a:cubicBezTo>
                <a:cubicBezTo>
                  <a:pt x="351156" y="228109"/>
                  <a:pt x="355974" y="187285"/>
                  <a:pt x="346339" y="144076"/>
                </a:cubicBezTo>
                <a:cubicBezTo>
                  <a:pt x="324696" y="55233"/>
                  <a:pt x="235702" y="0"/>
                  <a:pt x="144312" y="21604"/>
                </a:cubicBezTo>
                <a:cubicBezTo>
                  <a:pt x="55318" y="43229"/>
                  <a:pt x="0" y="134457"/>
                  <a:pt x="21644" y="223299"/>
                </a:cubicBezTo>
                <a:cubicBezTo>
                  <a:pt x="43287" y="312141"/>
                  <a:pt x="134700" y="367375"/>
                  <a:pt x="223670" y="345769"/>
                </a:cubicBezTo>
                <a:cubicBezTo>
                  <a:pt x="259766" y="336150"/>
                  <a:pt x="288623" y="316951"/>
                  <a:pt x="310266" y="292941"/>
                </a:cubicBezTo>
                <a:cubicBezTo>
                  <a:pt x="327115" y="302541"/>
                  <a:pt x="327115" y="302541"/>
                  <a:pt x="327115" y="302541"/>
                </a:cubicBezTo>
                <a:cubicBezTo>
                  <a:pt x="327115" y="314546"/>
                  <a:pt x="331910" y="328956"/>
                  <a:pt x="343942" y="336150"/>
                </a:cubicBezTo>
                <a:cubicBezTo>
                  <a:pt x="440150" y="398598"/>
                  <a:pt x="440150" y="398598"/>
                  <a:pt x="440150" y="398598"/>
                </a:cubicBezTo>
                <a:cubicBezTo>
                  <a:pt x="449762" y="403389"/>
                  <a:pt x="459396" y="405793"/>
                  <a:pt x="469007" y="403389"/>
                </a:cubicBezTo>
                <a:cubicBezTo>
                  <a:pt x="478643" y="400984"/>
                  <a:pt x="485856" y="396193"/>
                  <a:pt x="490651" y="386594"/>
                </a:cubicBezTo>
                <a:cubicBezTo>
                  <a:pt x="502683" y="369779"/>
                  <a:pt x="497866" y="348175"/>
                  <a:pt x="481039" y="338556"/>
                </a:cubicBezTo>
                <a:close/>
                <a:moveTo>
                  <a:pt x="216456" y="314546"/>
                </a:moveTo>
                <a:cubicBezTo>
                  <a:pt x="144312" y="333765"/>
                  <a:pt x="69747" y="288132"/>
                  <a:pt x="52921" y="216104"/>
                </a:cubicBezTo>
                <a:cubicBezTo>
                  <a:pt x="36072" y="144076"/>
                  <a:pt x="79382" y="69642"/>
                  <a:pt x="151526" y="52829"/>
                </a:cubicBezTo>
                <a:cubicBezTo>
                  <a:pt x="226091" y="33610"/>
                  <a:pt x="298236" y="79242"/>
                  <a:pt x="317481" y="151271"/>
                </a:cubicBezTo>
                <a:cubicBezTo>
                  <a:pt x="334330" y="225704"/>
                  <a:pt x="288623" y="297751"/>
                  <a:pt x="216456" y="31454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Freeform 36">
            <a:extLst>
              <a:ext uri="{FF2B5EF4-FFF2-40B4-BE49-F238E27FC236}">
                <a16:creationId xmlns:a16="http://schemas.microsoft.com/office/drawing/2014/main" id="{455E703C-5770-9777-3516-468A37C18A73}"/>
              </a:ext>
            </a:extLst>
          </p:cNvPr>
          <p:cNvSpPr/>
          <p:nvPr/>
        </p:nvSpPr>
        <p:spPr>
          <a:xfrm>
            <a:off x="9626600" y="2286000"/>
            <a:ext cx="443266" cy="399807"/>
          </a:xfrm>
          <a:custGeom>
            <a:avLst/>
            <a:gdLst/>
            <a:ahLst/>
            <a:cxnLst/>
            <a:rect l="l" t="t" r="r" b="b"/>
            <a:pathLst>
              <a:path w="443266" h="399807">
                <a:moveTo>
                  <a:pt x="379691" y="136305"/>
                </a:moveTo>
                <a:cubicBezTo>
                  <a:pt x="346979" y="119943"/>
                  <a:pt x="346979" y="119943"/>
                  <a:pt x="346979" y="119943"/>
                </a:cubicBezTo>
                <a:cubicBezTo>
                  <a:pt x="332449" y="129031"/>
                  <a:pt x="332449" y="129031"/>
                  <a:pt x="332449" y="129031"/>
                </a:cubicBezTo>
                <a:cubicBezTo>
                  <a:pt x="345173" y="149021"/>
                  <a:pt x="352438" y="174454"/>
                  <a:pt x="352438" y="199904"/>
                </a:cubicBezTo>
                <a:cubicBezTo>
                  <a:pt x="352438" y="283493"/>
                  <a:pt x="283403" y="352553"/>
                  <a:pt x="199840" y="352553"/>
                </a:cubicBezTo>
                <a:cubicBezTo>
                  <a:pt x="118081" y="352553"/>
                  <a:pt x="49046" y="283493"/>
                  <a:pt x="49046" y="199904"/>
                </a:cubicBezTo>
                <a:cubicBezTo>
                  <a:pt x="49046" y="116314"/>
                  <a:pt x="118081" y="49069"/>
                  <a:pt x="199840" y="49069"/>
                </a:cubicBezTo>
                <a:cubicBezTo>
                  <a:pt x="248886" y="49069"/>
                  <a:pt x="290667" y="70874"/>
                  <a:pt x="317920" y="105413"/>
                </a:cubicBezTo>
                <a:cubicBezTo>
                  <a:pt x="294300" y="121756"/>
                  <a:pt x="294300" y="121756"/>
                  <a:pt x="294300" y="121756"/>
                </a:cubicBezTo>
                <a:cubicBezTo>
                  <a:pt x="272506" y="94492"/>
                  <a:pt x="237989" y="76333"/>
                  <a:pt x="199840" y="76333"/>
                </a:cubicBezTo>
                <a:cubicBezTo>
                  <a:pt x="132611" y="76333"/>
                  <a:pt x="78125" y="132659"/>
                  <a:pt x="78125" y="199904"/>
                </a:cubicBezTo>
                <a:cubicBezTo>
                  <a:pt x="78125" y="268963"/>
                  <a:pt x="132611" y="323474"/>
                  <a:pt x="199840" y="323474"/>
                </a:cubicBezTo>
                <a:cubicBezTo>
                  <a:pt x="268874" y="323474"/>
                  <a:pt x="323359" y="268963"/>
                  <a:pt x="323359" y="199904"/>
                </a:cubicBezTo>
                <a:cubicBezTo>
                  <a:pt x="323359" y="179913"/>
                  <a:pt x="319726" y="159923"/>
                  <a:pt x="310656" y="143561"/>
                </a:cubicBezTo>
                <a:cubicBezTo>
                  <a:pt x="270680" y="169012"/>
                  <a:pt x="270680" y="169012"/>
                  <a:pt x="270680" y="169012"/>
                </a:cubicBezTo>
                <a:cubicBezTo>
                  <a:pt x="274312" y="178100"/>
                  <a:pt x="277945" y="189001"/>
                  <a:pt x="277945" y="199904"/>
                </a:cubicBezTo>
                <a:cubicBezTo>
                  <a:pt x="277945" y="243512"/>
                  <a:pt x="243427" y="278051"/>
                  <a:pt x="199840" y="278051"/>
                </a:cubicBezTo>
                <a:cubicBezTo>
                  <a:pt x="158057" y="278051"/>
                  <a:pt x="123539" y="243512"/>
                  <a:pt x="123539" y="199904"/>
                </a:cubicBezTo>
                <a:cubicBezTo>
                  <a:pt x="123539" y="158109"/>
                  <a:pt x="158057" y="123570"/>
                  <a:pt x="199840" y="123570"/>
                </a:cubicBezTo>
                <a:cubicBezTo>
                  <a:pt x="221633" y="123570"/>
                  <a:pt x="241621" y="132659"/>
                  <a:pt x="256150" y="147207"/>
                </a:cubicBezTo>
                <a:cubicBezTo>
                  <a:pt x="228897" y="163551"/>
                  <a:pt x="228897" y="163551"/>
                  <a:pt x="228897" y="163551"/>
                </a:cubicBezTo>
                <a:cubicBezTo>
                  <a:pt x="221633" y="158109"/>
                  <a:pt x="210736" y="154462"/>
                  <a:pt x="199840" y="154462"/>
                </a:cubicBezTo>
                <a:cubicBezTo>
                  <a:pt x="174393" y="154462"/>
                  <a:pt x="154424" y="174454"/>
                  <a:pt x="154424" y="199904"/>
                </a:cubicBezTo>
                <a:cubicBezTo>
                  <a:pt x="154424" y="225355"/>
                  <a:pt x="174393" y="247159"/>
                  <a:pt x="199840" y="247159"/>
                </a:cubicBezTo>
                <a:cubicBezTo>
                  <a:pt x="227091" y="247159"/>
                  <a:pt x="247059" y="225355"/>
                  <a:pt x="247059" y="199904"/>
                </a:cubicBezTo>
                <a:cubicBezTo>
                  <a:pt x="247059" y="196276"/>
                  <a:pt x="245254" y="190816"/>
                  <a:pt x="245254" y="187188"/>
                </a:cubicBezTo>
                <a:cubicBezTo>
                  <a:pt x="207104" y="210806"/>
                  <a:pt x="207104" y="210806"/>
                  <a:pt x="207104" y="210806"/>
                </a:cubicBezTo>
                <a:cubicBezTo>
                  <a:pt x="201646" y="203531"/>
                  <a:pt x="201646" y="203531"/>
                  <a:pt x="201646" y="203531"/>
                </a:cubicBezTo>
                <a:cubicBezTo>
                  <a:pt x="348806" y="105413"/>
                  <a:pt x="348806" y="105413"/>
                  <a:pt x="348806" y="105413"/>
                </a:cubicBezTo>
                <a:cubicBezTo>
                  <a:pt x="385129" y="121756"/>
                  <a:pt x="385129" y="121756"/>
                  <a:pt x="385129" y="121756"/>
                </a:cubicBezTo>
                <a:cubicBezTo>
                  <a:pt x="443266" y="83589"/>
                  <a:pt x="443266" y="83589"/>
                  <a:pt x="443266" y="83589"/>
                </a:cubicBezTo>
                <a:cubicBezTo>
                  <a:pt x="406942" y="67245"/>
                  <a:pt x="406942" y="67245"/>
                  <a:pt x="406942" y="67245"/>
                </a:cubicBezTo>
                <a:cubicBezTo>
                  <a:pt x="417840" y="61786"/>
                  <a:pt x="417840" y="61786"/>
                  <a:pt x="417840" y="61786"/>
                </a:cubicBezTo>
                <a:cubicBezTo>
                  <a:pt x="408748" y="47255"/>
                  <a:pt x="408748" y="47255"/>
                  <a:pt x="408748" y="47255"/>
                </a:cubicBezTo>
                <a:cubicBezTo>
                  <a:pt x="397852" y="52697"/>
                  <a:pt x="397852" y="52697"/>
                  <a:pt x="397852" y="52697"/>
                </a:cubicBezTo>
                <a:cubicBezTo>
                  <a:pt x="397852" y="14530"/>
                  <a:pt x="397852" y="14530"/>
                  <a:pt x="397852" y="14530"/>
                </a:cubicBezTo>
                <a:cubicBezTo>
                  <a:pt x="339714" y="52697"/>
                  <a:pt x="339714" y="52697"/>
                  <a:pt x="339714" y="52697"/>
                </a:cubicBezTo>
                <a:cubicBezTo>
                  <a:pt x="339714" y="90863"/>
                  <a:pt x="339714" y="90863"/>
                  <a:pt x="339714" y="90863"/>
                </a:cubicBezTo>
                <a:cubicBezTo>
                  <a:pt x="326991" y="99952"/>
                  <a:pt x="326991" y="99952"/>
                  <a:pt x="326991" y="99952"/>
                </a:cubicBezTo>
                <a:cubicBezTo>
                  <a:pt x="326991" y="56344"/>
                  <a:pt x="326991" y="56344"/>
                  <a:pt x="326991" y="56344"/>
                </a:cubicBezTo>
                <a:cubicBezTo>
                  <a:pt x="332449" y="50883"/>
                  <a:pt x="332449" y="50883"/>
                  <a:pt x="332449" y="50883"/>
                </a:cubicBezTo>
                <a:cubicBezTo>
                  <a:pt x="297932" y="19990"/>
                  <a:pt x="250692" y="0"/>
                  <a:pt x="199840" y="0"/>
                </a:cubicBezTo>
                <a:cubicBezTo>
                  <a:pt x="90828" y="0"/>
                  <a:pt x="0" y="90863"/>
                  <a:pt x="0" y="199904"/>
                </a:cubicBezTo>
                <a:cubicBezTo>
                  <a:pt x="0" y="310758"/>
                  <a:pt x="90828" y="399807"/>
                  <a:pt x="199840" y="399807"/>
                </a:cubicBezTo>
                <a:cubicBezTo>
                  <a:pt x="310656" y="399807"/>
                  <a:pt x="399658" y="310758"/>
                  <a:pt x="399658" y="199904"/>
                </a:cubicBezTo>
                <a:cubicBezTo>
                  <a:pt x="399658" y="176286"/>
                  <a:pt x="396025" y="152649"/>
                  <a:pt x="386955" y="130844"/>
                </a:cubicBezTo>
                <a:lnTo>
                  <a:pt x="379691" y="13630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37">
            <a:extLst>
              <a:ext uri="{FF2B5EF4-FFF2-40B4-BE49-F238E27FC236}">
                <a16:creationId xmlns:a16="http://schemas.microsoft.com/office/drawing/2014/main" id="{835F28A2-720B-7AF5-EBBD-69C57D4F785A}"/>
              </a:ext>
            </a:extLst>
          </p:cNvPr>
          <p:cNvSpPr/>
          <p:nvPr/>
        </p:nvSpPr>
        <p:spPr>
          <a:xfrm>
            <a:off x="4800600" y="2273300"/>
            <a:ext cx="311617" cy="278232"/>
          </a:xfrm>
          <a:custGeom>
            <a:avLst/>
            <a:gdLst/>
            <a:ahLst/>
            <a:cxnLst/>
            <a:rect l="l" t="t" r="r" b="b"/>
            <a:pathLst>
              <a:path w="311617" h="278232">
                <a:moveTo>
                  <a:pt x="17413" y="278232"/>
                </a:moveTo>
                <a:cubicBezTo>
                  <a:pt x="43525" y="202980"/>
                  <a:pt x="43525" y="202980"/>
                  <a:pt x="43525" y="202980"/>
                </a:cubicBezTo>
                <a:cubicBezTo>
                  <a:pt x="15668" y="180232"/>
                  <a:pt x="0" y="150490"/>
                  <a:pt x="0" y="120747"/>
                </a:cubicBezTo>
                <a:cubicBezTo>
                  <a:pt x="0" y="54242"/>
                  <a:pt x="69638" y="0"/>
                  <a:pt x="156674" y="0"/>
                </a:cubicBezTo>
                <a:cubicBezTo>
                  <a:pt x="241979" y="0"/>
                  <a:pt x="311617" y="54242"/>
                  <a:pt x="311617" y="120747"/>
                </a:cubicBezTo>
                <a:cubicBezTo>
                  <a:pt x="311617" y="185487"/>
                  <a:pt x="241979" y="239729"/>
                  <a:pt x="156674" y="239729"/>
                </a:cubicBezTo>
                <a:cubicBezTo>
                  <a:pt x="137530" y="239729"/>
                  <a:pt x="118386" y="237978"/>
                  <a:pt x="100973" y="232735"/>
                </a:cubicBezTo>
                <a:cubicBezTo>
                  <a:pt x="94004" y="236239"/>
                  <a:pt x="67892" y="248488"/>
                  <a:pt x="48748" y="260739"/>
                </a:cubicBezTo>
                <a:cubicBezTo>
                  <a:pt x="17413" y="278232"/>
                  <a:pt x="17413" y="278232"/>
                  <a:pt x="17413" y="278232"/>
                </a:cubicBezTo>
                <a:close/>
                <a:moveTo>
                  <a:pt x="156674" y="26252"/>
                </a:moveTo>
                <a:cubicBezTo>
                  <a:pt x="83560" y="26252"/>
                  <a:pt x="26112" y="68243"/>
                  <a:pt x="26112" y="120747"/>
                </a:cubicBezTo>
                <a:cubicBezTo>
                  <a:pt x="26112" y="145233"/>
                  <a:pt x="40034" y="169734"/>
                  <a:pt x="66147" y="187239"/>
                </a:cubicBezTo>
                <a:cubicBezTo>
                  <a:pt x="74860" y="192481"/>
                  <a:pt x="74860" y="192481"/>
                  <a:pt x="74860" y="192481"/>
                </a:cubicBezTo>
                <a:cubicBezTo>
                  <a:pt x="66147" y="220485"/>
                  <a:pt x="66147" y="220485"/>
                  <a:pt x="66147" y="220485"/>
                </a:cubicBezTo>
                <a:cubicBezTo>
                  <a:pt x="94004" y="204732"/>
                  <a:pt x="99226" y="204732"/>
                  <a:pt x="100973" y="204732"/>
                </a:cubicBezTo>
                <a:cubicBezTo>
                  <a:pt x="104450" y="204732"/>
                  <a:pt x="104450" y="204732"/>
                  <a:pt x="104450" y="204732"/>
                </a:cubicBezTo>
                <a:cubicBezTo>
                  <a:pt x="106195" y="206483"/>
                  <a:pt x="106195" y="206483"/>
                  <a:pt x="106195" y="206483"/>
                </a:cubicBezTo>
                <a:cubicBezTo>
                  <a:pt x="121863" y="209987"/>
                  <a:pt x="139276" y="213491"/>
                  <a:pt x="156674" y="213491"/>
                </a:cubicBezTo>
                <a:cubicBezTo>
                  <a:pt x="228058" y="213491"/>
                  <a:pt x="285505" y="171486"/>
                  <a:pt x="285505" y="120747"/>
                </a:cubicBezTo>
                <a:cubicBezTo>
                  <a:pt x="285505" y="68243"/>
                  <a:pt x="228058" y="26252"/>
                  <a:pt x="156674" y="2625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38">
            <a:extLst>
              <a:ext uri="{FF2B5EF4-FFF2-40B4-BE49-F238E27FC236}">
                <a16:creationId xmlns:a16="http://schemas.microsoft.com/office/drawing/2014/main" id="{A3A1C825-7423-A62A-99C6-BBBE7B09AB13}"/>
              </a:ext>
            </a:extLst>
          </p:cNvPr>
          <p:cNvSpPr/>
          <p:nvPr/>
        </p:nvSpPr>
        <p:spPr>
          <a:xfrm>
            <a:off x="4876800" y="23495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FB9EBB77-0209-65EC-D8AA-ECE000B6CEAC}"/>
              </a:ext>
            </a:extLst>
          </p:cNvPr>
          <p:cNvSpPr/>
          <p:nvPr/>
        </p:nvSpPr>
        <p:spPr>
          <a:xfrm>
            <a:off x="4876800" y="23876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40">
            <a:extLst>
              <a:ext uri="{FF2B5EF4-FFF2-40B4-BE49-F238E27FC236}">
                <a16:creationId xmlns:a16="http://schemas.microsoft.com/office/drawing/2014/main" id="{385F520C-B127-1568-0511-8D481B81B2A4}"/>
              </a:ext>
            </a:extLst>
          </p:cNvPr>
          <p:cNvSpPr/>
          <p:nvPr/>
        </p:nvSpPr>
        <p:spPr>
          <a:xfrm>
            <a:off x="4876800" y="24130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Freeform 41">
            <a:extLst>
              <a:ext uri="{FF2B5EF4-FFF2-40B4-BE49-F238E27FC236}">
                <a16:creationId xmlns:a16="http://schemas.microsoft.com/office/drawing/2014/main" id="{A30BC8CB-DC67-3B54-DD6F-CBB3DC865199}"/>
              </a:ext>
            </a:extLst>
          </p:cNvPr>
          <p:cNvSpPr/>
          <p:nvPr/>
        </p:nvSpPr>
        <p:spPr>
          <a:xfrm>
            <a:off x="4635500" y="2434044"/>
            <a:ext cx="221192" cy="240669"/>
          </a:xfrm>
          <a:custGeom>
            <a:avLst/>
            <a:gdLst/>
            <a:ahLst/>
            <a:cxnLst/>
            <a:rect l="l" t="t" r="r" b="b"/>
            <a:pathLst>
              <a:path w="221192" h="240669">
                <a:moveTo>
                  <a:pt x="208996" y="165682"/>
                </a:moveTo>
                <a:cubicBezTo>
                  <a:pt x="186355" y="155209"/>
                  <a:pt x="161972" y="148234"/>
                  <a:pt x="137589" y="146496"/>
                </a:cubicBezTo>
                <a:cubicBezTo>
                  <a:pt x="139330" y="139521"/>
                  <a:pt x="139330" y="134283"/>
                  <a:pt x="141072" y="129059"/>
                </a:cubicBezTo>
                <a:cubicBezTo>
                  <a:pt x="146304" y="125571"/>
                  <a:pt x="149786" y="120334"/>
                  <a:pt x="149786" y="115097"/>
                </a:cubicBezTo>
                <a:cubicBezTo>
                  <a:pt x="149786" y="109871"/>
                  <a:pt x="151526" y="104635"/>
                  <a:pt x="151526" y="99409"/>
                </a:cubicBezTo>
                <a:cubicBezTo>
                  <a:pt x="153267" y="101148"/>
                  <a:pt x="153267" y="101148"/>
                  <a:pt x="155009" y="101148"/>
                </a:cubicBezTo>
                <a:cubicBezTo>
                  <a:pt x="156750" y="101148"/>
                  <a:pt x="160231" y="99409"/>
                  <a:pt x="160231" y="97660"/>
                </a:cubicBezTo>
                <a:cubicBezTo>
                  <a:pt x="161972" y="71498"/>
                  <a:pt x="161972" y="71498"/>
                  <a:pt x="161972" y="71498"/>
                </a:cubicBezTo>
                <a:cubicBezTo>
                  <a:pt x="161972" y="69760"/>
                  <a:pt x="160231" y="66272"/>
                  <a:pt x="158490" y="66272"/>
                </a:cubicBezTo>
                <a:cubicBezTo>
                  <a:pt x="156750" y="66272"/>
                  <a:pt x="156750" y="66272"/>
                  <a:pt x="155009" y="68011"/>
                </a:cubicBezTo>
                <a:cubicBezTo>
                  <a:pt x="156750" y="62785"/>
                  <a:pt x="156750" y="57549"/>
                  <a:pt x="156750" y="52323"/>
                </a:cubicBezTo>
                <a:cubicBezTo>
                  <a:pt x="158490" y="47086"/>
                  <a:pt x="160231" y="29648"/>
                  <a:pt x="148045" y="17437"/>
                </a:cubicBezTo>
                <a:cubicBezTo>
                  <a:pt x="130626" y="0"/>
                  <a:pt x="90566" y="0"/>
                  <a:pt x="73147" y="17437"/>
                </a:cubicBezTo>
                <a:cubicBezTo>
                  <a:pt x="59220" y="29648"/>
                  <a:pt x="62701" y="47086"/>
                  <a:pt x="64442" y="52323"/>
                </a:cubicBezTo>
                <a:cubicBezTo>
                  <a:pt x="64442" y="57549"/>
                  <a:pt x="64442" y="62785"/>
                  <a:pt x="64442" y="68011"/>
                </a:cubicBezTo>
                <a:cubicBezTo>
                  <a:pt x="64442" y="66272"/>
                  <a:pt x="62701" y="66272"/>
                  <a:pt x="62701" y="66272"/>
                </a:cubicBezTo>
                <a:cubicBezTo>
                  <a:pt x="59220" y="66272"/>
                  <a:pt x="57479" y="69760"/>
                  <a:pt x="59220" y="71498"/>
                </a:cubicBezTo>
                <a:cubicBezTo>
                  <a:pt x="60961" y="97660"/>
                  <a:pt x="60961" y="97660"/>
                  <a:pt x="60961" y="97660"/>
                </a:cubicBezTo>
                <a:cubicBezTo>
                  <a:pt x="60961" y="99409"/>
                  <a:pt x="62701" y="101148"/>
                  <a:pt x="66184" y="101148"/>
                </a:cubicBezTo>
                <a:cubicBezTo>
                  <a:pt x="67925" y="101148"/>
                  <a:pt x="67925" y="101148"/>
                  <a:pt x="69666" y="99409"/>
                </a:cubicBezTo>
                <a:cubicBezTo>
                  <a:pt x="69666" y="104635"/>
                  <a:pt x="69666" y="109871"/>
                  <a:pt x="71406" y="115097"/>
                </a:cubicBezTo>
                <a:cubicBezTo>
                  <a:pt x="71406" y="120334"/>
                  <a:pt x="74888" y="125571"/>
                  <a:pt x="80120" y="129059"/>
                </a:cubicBezTo>
                <a:cubicBezTo>
                  <a:pt x="81862" y="134283"/>
                  <a:pt x="81862" y="139521"/>
                  <a:pt x="83603" y="146496"/>
                </a:cubicBezTo>
                <a:cubicBezTo>
                  <a:pt x="59220" y="148234"/>
                  <a:pt x="34837" y="155209"/>
                  <a:pt x="12196" y="165682"/>
                </a:cubicBezTo>
                <a:cubicBezTo>
                  <a:pt x="5222" y="170908"/>
                  <a:pt x="0" y="179633"/>
                  <a:pt x="0" y="188345"/>
                </a:cubicBezTo>
                <a:cubicBezTo>
                  <a:pt x="1741" y="197070"/>
                  <a:pt x="1741" y="205793"/>
                  <a:pt x="3482" y="214507"/>
                </a:cubicBezTo>
                <a:cubicBezTo>
                  <a:pt x="3482" y="221482"/>
                  <a:pt x="10446" y="228456"/>
                  <a:pt x="17419" y="230206"/>
                </a:cubicBezTo>
                <a:cubicBezTo>
                  <a:pt x="80120" y="240669"/>
                  <a:pt x="141072" y="240669"/>
                  <a:pt x="203773" y="230206"/>
                </a:cubicBezTo>
                <a:cubicBezTo>
                  <a:pt x="210746" y="228456"/>
                  <a:pt x="217710" y="221482"/>
                  <a:pt x="217710" y="214507"/>
                </a:cubicBezTo>
                <a:cubicBezTo>
                  <a:pt x="217710" y="205793"/>
                  <a:pt x="219451" y="197070"/>
                  <a:pt x="219451" y="188345"/>
                </a:cubicBezTo>
                <a:cubicBezTo>
                  <a:pt x="221192" y="179633"/>
                  <a:pt x="215970" y="170908"/>
                  <a:pt x="208996" y="16568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Freeform 42">
            <a:extLst>
              <a:ext uri="{FF2B5EF4-FFF2-40B4-BE49-F238E27FC236}">
                <a16:creationId xmlns:a16="http://schemas.microsoft.com/office/drawing/2014/main" id="{A52BC4D1-8C2D-4263-C388-5C64EE40BA91}"/>
              </a:ext>
            </a:extLst>
          </p:cNvPr>
          <p:cNvSpPr/>
          <p:nvPr/>
        </p:nvSpPr>
        <p:spPr>
          <a:xfrm>
            <a:off x="2362200" y="2260600"/>
            <a:ext cx="25706" cy="63586"/>
          </a:xfrm>
          <a:custGeom>
            <a:avLst/>
            <a:gdLst/>
            <a:ahLst/>
            <a:cxnLst/>
            <a:rect l="l" t="t" r="r" b="b"/>
            <a:pathLst>
              <a:path w="25706" h="63586">
                <a:moveTo>
                  <a:pt x="13710" y="63586"/>
                </a:moveTo>
                <a:cubicBezTo>
                  <a:pt x="6855" y="63586"/>
                  <a:pt x="0" y="56892"/>
                  <a:pt x="0" y="50201"/>
                </a:cubicBezTo>
                <a:cubicBezTo>
                  <a:pt x="0" y="11713"/>
                  <a:pt x="0" y="11713"/>
                  <a:pt x="0" y="11713"/>
                </a:cubicBezTo>
                <a:cubicBezTo>
                  <a:pt x="0" y="5019"/>
                  <a:pt x="6855" y="0"/>
                  <a:pt x="13710" y="0"/>
                </a:cubicBezTo>
                <a:cubicBezTo>
                  <a:pt x="20565" y="0"/>
                  <a:pt x="25706" y="5019"/>
                  <a:pt x="25706" y="11713"/>
                </a:cubicBezTo>
                <a:cubicBezTo>
                  <a:pt x="25706" y="50201"/>
                  <a:pt x="25706" y="50201"/>
                  <a:pt x="25706" y="50201"/>
                </a:cubicBezTo>
                <a:cubicBezTo>
                  <a:pt x="25706" y="56892"/>
                  <a:pt x="20565" y="63586"/>
                  <a:pt x="13710" y="635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Freeform 43">
            <a:extLst>
              <a:ext uri="{FF2B5EF4-FFF2-40B4-BE49-F238E27FC236}">
                <a16:creationId xmlns:a16="http://schemas.microsoft.com/office/drawing/2014/main" id="{9B0B4C7B-BB97-02D8-33C7-3C718F3BACB8}"/>
              </a:ext>
            </a:extLst>
          </p:cNvPr>
          <p:cNvSpPr/>
          <p:nvPr/>
        </p:nvSpPr>
        <p:spPr>
          <a:xfrm>
            <a:off x="2258978" y="2271599"/>
            <a:ext cx="47352" cy="59527"/>
          </a:xfrm>
          <a:custGeom>
            <a:avLst/>
            <a:gdLst/>
            <a:ahLst/>
            <a:cxnLst/>
            <a:rect l="l" t="t" r="r" b="b"/>
            <a:pathLst>
              <a:path w="47352" h="59527">
                <a:moveTo>
                  <a:pt x="33824" y="59528"/>
                </a:moveTo>
                <a:cubicBezTo>
                  <a:pt x="28749" y="59528"/>
                  <a:pt x="25366" y="57827"/>
                  <a:pt x="21986" y="54426"/>
                </a:cubicBezTo>
                <a:cubicBezTo>
                  <a:pt x="3382" y="20411"/>
                  <a:pt x="3382" y="20411"/>
                  <a:pt x="3382" y="20411"/>
                </a:cubicBezTo>
                <a:cubicBezTo>
                  <a:pt x="0" y="13606"/>
                  <a:pt x="1691" y="6805"/>
                  <a:pt x="6766" y="3402"/>
                </a:cubicBezTo>
                <a:cubicBezTo>
                  <a:pt x="13528" y="0"/>
                  <a:pt x="20294" y="1701"/>
                  <a:pt x="23676" y="8506"/>
                </a:cubicBezTo>
                <a:cubicBezTo>
                  <a:pt x="43970" y="42521"/>
                  <a:pt x="43970" y="42521"/>
                  <a:pt x="43970" y="42521"/>
                </a:cubicBezTo>
                <a:cubicBezTo>
                  <a:pt x="47352" y="47623"/>
                  <a:pt x="45662" y="56127"/>
                  <a:pt x="38896" y="59528"/>
                </a:cubicBezTo>
                <a:cubicBezTo>
                  <a:pt x="37205" y="59528"/>
                  <a:pt x="35514" y="59528"/>
                  <a:pt x="33824" y="595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Freeform 44">
            <a:extLst>
              <a:ext uri="{FF2B5EF4-FFF2-40B4-BE49-F238E27FC236}">
                <a16:creationId xmlns:a16="http://schemas.microsoft.com/office/drawing/2014/main" id="{88E159D1-E204-7C76-81CE-D83A54D58A79}"/>
              </a:ext>
            </a:extLst>
          </p:cNvPr>
          <p:cNvSpPr/>
          <p:nvPr/>
        </p:nvSpPr>
        <p:spPr>
          <a:xfrm>
            <a:off x="2195417" y="23477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47096" y="45997"/>
                </a:moveTo>
                <a:cubicBezTo>
                  <a:pt x="45413" y="45997"/>
                  <a:pt x="43730" y="45997"/>
                  <a:pt x="42051" y="44294"/>
                </a:cubicBezTo>
                <a:cubicBezTo>
                  <a:pt x="8410" y="23851"/>
                  <a:pt x="8410" y="23851"/>
                  <a:pt x="8410" y="23851"/>
                </a:cubicBezTo>
                <a:cubicBezTo>
                  <a:pt x="1683" y="20443"/>
                  <a:pt x="0" y="13628"/>
                  <a:pt x="3366" y="8518"/>
                </a:cubicBezTo>
                <a:cubicBezTo>
                  <a:pt x="6727" y="1703"/>
                  <a:pt x="15137" y="0"/>
                  <a:pt x="20183" y="3406"/>
                </a:cubicBezTo>
                <a:cubicBezTo>
                  <a:pt x="53823" y="23851"/>
                  <a:pt x="53823" y="23851"/>
                  <a:pt x="53823" y="23851"/>
                </a:cubicBezTo>
                <a:cubicBezTo>
                  <a:pt x="58869" y="27257"/>
                  <a:pt x="62233" y="34071"/>
                  <a:pt x="58869" y="39182"/>
                </a:cubicBezTo>
                <a:cubicBezTo>
                  <a:pt x="55506" y="44294"/>
                  <a:pt x="52140" y="45997"/>
                  <a:pt x="4709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Freeform 45">
            <a:extLst>
              <a:ext uri="{FF2B5EF4-FFF2-40B4-BE49-F238E27FC236}">
                <a16:creationId xmlns:a16="http://schemas.microsoft.com/office/drawing/2014/main" id="{5BC79689-18A2-D5FF-B2C2-70E6F90DED15}"/>
              </a:ext>
            </a:extLst>
          </p:cNvPr>
          <p:cNvSpPr/>
          <p:nvPr/>
        </p:nvSpPr>
        <p:spPr>
          <a:xfrm>
            <a:off x="2159000" y="2451100"/>
            <a:ext cx="63588" cy="22998"/>
          </a:xfrm>
          <a:custGeom>
            <a:avLst/>
            <a:gdLst/>
            <a:ahLst/>
            <a:cxnLst/>
            <a:rect l="l" t="t" r="r" b="b"/>
            <a:pathLst>
              <a:path w="63588" h="22998">
                <a:moveTo>
                  <a:pt x="51873" y="22998"/>
                </a:moveTo>
                <a:cubicBezTo>
                  <a:pt x="13386" y="22998"/>
                  <a:pt x="13386" y="22998"/>
                  <a:pt x="13386" y="22998"/>
                </a:cubicBezTo>
                <a:cubicBezTo>
                  <a:pt x="6694" y="22998"/>
                  <a:pt x="0" y="18070"/>
                  <a:pt x="0" y="11500"/>
                </a:cubicBezTo>
                <a:cubicBezTo>
                  <a:pt x="0" y="4929"/>
                  <a:pt x="6694" y="0"/>
                  <a:pt x="13386" y="0"/>
                </a:cubicBezTo>
                <a:cubicBezTo>
                  <a:pt x="51873" y="0"/>
                  <a:pt x="51873" y="0"/>
                  <a:pt x="51873" y="0"/>
                </a:cubicBezTo>
                <a:cubicBezTo>
                  <a:pt x="58567" y="0"/>
                  <a:pt x="63588" y="4929"/>
                  <a:pt x="63588" y="11500"/>
                </a:cubicBezTo>
                <a:cubicBezTo>
                  <a:pt x="63588" y="18070"/>
                  <a:pt x="58567" y="22998"/>
                  <a:pt x="51873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Freeform 46">
            <a:extLst>
              <a:ext uri="{FF2B5EF4-FFF2-40B4-BE49-F238E27FC236}">
                <a16:creationId xmlns:a16="http://schemas.microsoft.com/office/drawing/2014/main" id="{6A96BFDD-92D8-2BD0-18BD-C600C71DE98D}"/>
              </a:ext>
            </a:extLst>
          </p:cNvPr>
          <p:cNvSpPr/>
          <p:nvPr/>
        </p:nvSpPr>
        <p:spPr>
          <a:xfrm>
            <a:off x="2182390" y="2525664"/>
            <a:ext cx="62233" cy="45998"/>
          </a:xfrm>
          <a:custGeom>
            <a:avLst/>
            <a:gdLst/>
            <a:ahLst/>
            <a:cxnLst/>
            <a:rect l="l" t="t" r="r" b="b"/>
            <a:pathLst>
              <a:path w="62233" h="45998">
                <a:moveTo>
                  <a:pt x="15137" y="45998"/>
                </a:moveTo>
                <a:cubicBezTo>
                  <a:pt x="10091" y="45998"/>
                  <a:pt x="6727" y="42592"/>
                  <a:pt x="3364" y="39185"/>
                </a:cubicBezTo>
                <a:cubicBezTo>
                  <a:pt x="0" y="34073"/>
                  <a:pt x="3364" y="25555"/>
                  <a:pt x="8410" y="22148"/>
                </a:cubicBezTo>
                <a:cubicBezTo>
                  <a:pt x="42049" y="3408"/>
                  <a:pt x="42049" y="3408"/>
                  <a:pt x="42049" y="3408"/>
                </a:cubicBezTo>
                <a:cubicBezTo>
                  <a:pt x="48776" y="0"/>
                  <a:pt x="55504" y="1705"/>
                  <a:pt x="58867" y="6815"/>
                </a:cubicBezTo>
                <a:cubicBezTo>
                  <a:pt x="62232" y="13630"/>
                  <a:pt x="60549" y="20445"/>
                  <a:pt x="53822" y="23852"/>
                </a:cubicBezTo>
                <a:cubicBezTo>
                  <a:pt x="20181" y="44295"/>
                  <a:pt x="20181" y="44295"/>
                  <a:pt x="20181" y="44295"/>
                </a:cubicBezTo>
                <a:cubicBezTo>
                  <a:pt x="18502" y="44295"/>
                  <a:pt x="16819" y="45998"/>
                  <a:pt x="15137" y="45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Freeform 47">
            <a:extLst>
              <a:ext uri="{FF2B5EF4-FFF2-40B4-BE49-F238E27FC236}">
                <a16:creationId xmlns:a16="http://schemas.microsoft.com/office/drawing/2014/main" id="{8F783BDC-3B95-4352-99DF-5D7E16BC892E}"/>
              </a:ext>
            </a:extLst>
          </p:cNvPr>
          <p:cNvSpPr/>
          <p:nvPr/>
        </p:nvSpPr>
        <p:spPr>
          <a:xfrm>
            <a:off x="2500217" y="2538297"/>
            <a:ext cx="62235" cy="45997"/>
          </a:xfrm>
          <a:custGeom>
            <a:avLst/>
            <a:gdLst/>
            <a:ahLst/>
            <a:cxnLst/>
            <a:rect l="l" t="t" r="r" b="b"/>
            <a:pathLst>
              <a:path w="62235" h="45997">
                <a:moveTo>
                  <a:pt x="48780" y="45997"/>
                </a:moveTo>
                <a:cubicBezTo>
                  <a:pt x="45415" y="45997"/>
                  <a:pt x="43733" y="45997"/>
                  <a:pt x="42052" y="44294"/>
                </a:cubicBezTo>
                <a:cubicBezTo>
                  <a:pt x="8410" y="25554"/>
                  <a:pt x="8410" y="25554"/>
                  <a:pt x="8410" y="25554"/>
                </a:cubicBezTo>
                <a:cubicBezTo>
                  <a:pt x="1683" y="22146"/>
                  <a:pt x="0" y="13628"/>
                  <a:pt x="3366" y="8518"/>
                </a:cubicBezTo>
                <a:cubicBezTo>
                  <a:pt x="6729" y="1703"/>
                  <a:pt x="15139" y="0"/>
                  <a:pt x="20183" y="3406"/>
                </a:cubicBezTo>
                <a:cubicBezTo>
                  <a:pt x="53825" y="23851"/>
                  <a:pt x="53825" y="23851"/>
                  <a:pt x="53825" y="23851"/>
                </a:cubicBezTo>
                <a:cubicBezTo>
                  <a:pt x="60553" y="27257"/>
                  <a:pt x="62235" y="34071"/>
                  <a:pt x="58870" y="39182"/>
                </a:cubicBezTo>
                <a:cubicBezTo>
                  <a:pt x="57191" y="44294"/>
                  <a:pt x="52143" y="45997"/>
                  <a:pt x="48780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Freeform 48">
            <a:extLst>
              <a:ext uri="{FF2B5EF4-FFF2-40B4-BE49-F238E27FC236}">
                <a16:creationId xmlns:a16="http://schemas.microsoft.com/office/drawing/2014/main" id="{5FD30585-1182-1E87-DBED-249A98131618}"/>
              </a:ext>
            </a:extLst>
          </p:cNvPr>
          <p:cNvSpPr/>
          <p:nvPr/>
        </p:nvSpPr>
        <p:spPr>
          <a:xfrm>
            <a:off x="2527300" y="2463800"/>
            <a:ext cx="62234" cy="22998"/>
          </a:xfrm>
          <a:custGeom>
            <a:avLst/>
            <a:gdLst/>
            <a:ahLst/>
            <a:cxnLst/>
            <a:rect l="l" t="t" r="r" b="b"/>
            <a:pathLst>
              <a:path w="62234" h="22998">
                <a:moveTo>
                  <a:pt x="50461" y="22998"/>
                </a:moveTo>
                <a:cubicBezTo>
                  <a:pt x="11773" y="22998"/>
                  <a:pt x="11773" y="22998"/>
                  <a:pt x="11773" y="22998"/>
                </a:cubicBezTo>
                <a:cubicBezTo>
                  <a:pt x="5044" y="22998"/>
                  <a:pt x="0" y="18070"/>
                  <a:pt x="0" y="11500"/>
                </a:cubicBezTo>
                <a:cubicBezTo>
                  <a:pt x="0" y="4929"/>
                  <a:pt x="5044" y="0"/>
                  <a:pt x="11773" y="0"/>
                </a:cubicBezTo>
                <a:cubicBezTo>
                  <a:pt x="50461" y="0"/>
                  <a:pt x="50461" y="0"/>
                  <a:pt x="50461" y="0"/>
                </a:cubicBezTo>
                <a:cubicBezTo>
                  <a:pt x="57189" y="0"/>
                  <a:pt x="62234" y="4929"/>
                  <a:pt x="62234" y="11500"/>
                </a:cubicBezTo>
                <a:cubicBezTo>
                  <a:pt x="62234" y="18070"/>
                  <a:pt x="57189" y="22998"/>
                  <a:pt x="50461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Freeform 49">
            <a:extLst>
              <a:ext uri="{FF2B5EF4-FFF2-40B4-BE49-F238E27FC236}">
                <a16:creationId xmlns:a16="http://schemas.microsoft.com/office/drawing/2014/main" id="{3957F574-629D-1D0F-C4CB-1A4F6EC922D2}"/>
              </a:ext>
            </a:extLst>
          </p:cNvPr>
          <p:cNvSpPr/>
          <p:nvPr/>
        </p:nvSpPr>
        <p:spPr>
          <a:xfrm>
            <a:off x="2500217" y="23604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13456" y="45997"/>
                </a:moveTo>
                <a:cubicBezTo>
                  <a:pt x="10093" y="45997"/>
                  <a:pt x="5045" y="44294"/>
                  <a:pt x="3366" y="40886"/>
                </a:cubicBezTo>
                <a:cubicBezTo>
                  <a:pt x="0" y="34071"/>
                  <a:pt x="1683" y="27257"/>
                  <a:pt x="8410" y="23851"/>
                </a:cubicBezTo>
                <a:cubicBezTo>
                  <a:pt x="42051" y="3406"/>
                  <a:pt x="42051" y="3406"/>
                  <a:pt x="42051" y="3406"/>
                </a:cubicBezTo>
                <a:cubicBezTo>
                  <a:pt x="47096" y="0"/>
                  <a:pt x="55506" y="1703"/>
                  <a:pt x="58869" y="8518"/>
                </a:cubicBezTo>
                <a:cubicBezTo>
                  <a:pt x="62233" y="13628"/>
                  <a:pt x="58869" y="22146"/>
                  <a:pt x="53823" y="25554"/>
                </a:cubicBezTo>
                <a:cubicBezTo>
                  <a:pt x="20183" y="44294"/>
                  <a:pt x="20183" y="44294"/>
                  <a:pt x="20183" y="44294"/>
                </a:cubicBezTo>
                <a:cubicBezTo>
                  <a:pt x="18503" y="45997"/>
                  <a:pt x="15137" y="45997"/>
                  <a:pt x="1345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Freeform 50">
            <a:extLst>
              <a:ext uri="{FF2B5EF4-FFF2-40B4-BE49-F238E27FC236}">
                <a16:creationId xmlns:a16="http://schemas.microsoft.com/office/drawing/2014/main" id="{4A9A299C-F477-027A-74D7-6CA3D55F16EC}"/>
              </a:ext>
            </a:extLst>
          </p:cNvPr>
          <p:cNvSpPr/>
          <p:nvPr/>
        </p:nvSpPr>
        <p:spPr>
          <a:xfrm>
            <a:off x="2449431" y="2284368"/>
            <a:ext cx="48705" cy="59527"/>
          </a:xfrm>
          <a:custGeom>
            <a:avLst/>
            <a:gdLst/>
            <a:ahLst/>
            <a:cxnLst/>
            <a:rect l="l" t="t" r="r" b="b"/>
            <a:pathLst>
              <a:path w="48705" h="59527">
                <a:moveTo>
                  <a:pt x="13916" y="59527"/>
                </a:moveTo>
                <a:cubicBezTo>
                  <a:pt x="12177" y="59527"/>
                  <a:pt x="8697" y="59527"/>
                  <a:pt x="6959" y="57827"/>
                </a:cubicBezTo>
                <a:cubicBezTo>
                  <a:pt x="1739" y="54426"/>
                  <a:pt x="0" y="47621"/>
                  <a:pt x="3480" y="40818"/>
                </a:cubicBezTo>
                <a:cubicBezTo>
                  <a:pt x="22614" y="6805"/>
                  <a:pt x="22614" y="6805"/>
                  <a:pt x="22614" y="6805"/>
                </a:cubicBezTo>
                <a:cubicBezTo>
                  <a:pt x="26091" y="1701"/>
                  <a:pt x="33049" y="0"/>
                  <a:pt x="40008" y="3401"/>
                </a:cubicBezTo>
                <a:cubicBezTo>
                  <a:pt x="45226" y="6805"/>
                  <a:pt x="48705" y="13606"/>
                  <a:pt x="45226" y="18710"/>
                </a:cubicBezTo>
                <a:cubicBezTo>
                  <a:pt x="24352" y="54426"/>
                  <a:pt x="24352" y="54426"/>
                  <a:pt x="24352" y="54426"/>
                </a:cubicBezTo>
                <a:cubicBezTo>
                  <a:pt x="22614" y="57827"/>
                  <a:pt x="17394" y="59527"/>
                  <a:pt x="13916" y="595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Freeform 51">
            <a:extLst>
              <a:ext uri="{FF2B5EF4-FFF2-40B4-BE49-F238E27FC236}">
                <a16:creationId xmlns:a16="http://schemas.microsoft.com/office/drawing/2014/main" id="{6E688BC9-B9EF-28A1-0AF7-4D0ACD5AC80B}"/>
              </a:ext>
            </a:extLst>
          </p:cNvPr>
          <p:cNvSpPr/>
          <p:nvPr/>
        </p:nvSpPr>
        <p:spPr>
          <a:xfrm>
            <a:off x="2260600" y="2362200"/>
            <a:ext cx="228639" cy="274634"/>
          </a:xfrm>
          <a:custGeom>
            <a:avLst/>
            <a:gdLst/>
            <a:ahLst/>
            <a:cxnLst/>
            <a:rect l="l" t="t" r="r" b="b"/>
            <a:pathLst>
              <a:path w="228639" h="274634">
                <a:moveTo>
                  <a:pt x="228639" y="113579"/>
                </a:moveTo>
                <a:cubicBezTo>
                  <a:pt x="228639" y="50858"/>
                  <a:pt x="177449" y="0"/>
                  <a:pt x="114319" y="0"/>
                </a:cubicBezTo>
                <a:cubicBezTo>
                  <a:pt x="51190" y="0"/>
                  <a:pt x="0" y="50858"/>
                  <a:pt x="0" y="113579"/>
                </a:cubicBezTo>
                <a:cubicBezTo>
                  <a:pt x="0" y="116973"/>
                  <a:pt x="0" y="120368"/>
                  <a:pt x="0" y="123750"/>
                </a:cubicBezTo>
                <a:cubicBezTo>
                  <a:pt x="0" y="125454"/>
                  <a:pt x="1704" y="169523"/>
                  <a:pt x="44362" y="223775"/>
                </a:cubicBezTo>
                <a:cubicBezTo>
                  <a:pt x="58017" y="240725"/>
                  <a:pt x="52894" y="274634"/>
                  <a:pt x="52894" y="274634"/>
                </a:cubicBezTo>
                <a:cubicBezTo>
                  <a:pt x="69957" y="274634"/>
                  <a:pt x="87020" y="274634"/>
                  <a:pt x="105788" y="274634"/>
                </a:cubicBezTo>
                <a:cubicBezTo>
                  <a:pt x="110912" y="274634"/>
                  <a:pt x="116023" y="274634"/>
                  <a:pt x="121147" y="274634"/>
                </a:cubicBezTo>
                <a:cubicBezTo>
                  <a:pt x="139915" y="274634"/>
                  <a:pt x="156977" y="274634"/>
                  <a:pt x="174041" y="274634"/>
                </a:cubicBezTo>
                <a:cubicBezTo>
                  <a:pt x="174041" y="274634"/>
                  <a:pt x="168918" y="240725"/>
                  <a:pt x="182573" y="223775"/>
                </a:cubicBezTo>
                <a:cubicBezTo>
                  <a:pt x="225231" y="169523"/>
                  <a:pt x="228639" y="125454"/>
                  <a:pt x="226935" y="123750"/>
                </a:cubicBezTo>
                <a:cubicBezTo>
                  <a:pt x="226935" y="120368"/>
                  <a:pt x="228639" y="116973"/>
                  <a:pt x="228639" y="113579"/>
                </a:cubicBezTo>
                <a:close/>
                <a:moveTo>
                  <a:pt x="100665" y="254291"/>
                </a:moveTo>
                <a:cubicBezTo>
                  <a:pt x="100665" y="200038"/>
                  <a:pt x="100665" y="200038"/>
                  <a:pt x="100665" y="200038"/>
                </a:cubicBezTo>
                <a:cubicBezTo>
                  <a:pt x="100665" y="198347"/>
                  <a:pt x="100665" y="198347"/>
                  <a:pt x="98961" y="196656"/>
                </a:cubicBezTo>
                <a:cubicBezTo>
                  <a:pt x="76784" y="154266"/>
                  <a:pt x="76784" y="154266"/>
                  <a:pt x="76784" y="154266"/>
                </a:cubicBezTo>
                <a:cubicBezTo>
                  <a:pt x="78489" y="154266"/>
                  <a:pt x="80193" y="154266"/>
                  <a:pt x="81897" y="152574"/>
                </a:cubicBezTo>
                <a:cubicBezTo>
                  <a:pt x="85316" y="152574"/>
                  <a:pt x="88725" y="149179"/>
                  <a:pt x="92133" y="147489"/>
                </a:cubicBezTo>
                <a:cubicBezTo>
                  <a:pt x="95552" y="150884"/>
                  <a:pt x="100665" y="154266"/>
                  <a:pt x="104084" y="154266"/>
                </a:cubicBezTo>
                <a:cubicBezTo>
                  <a:pt x="110912" y="155969"/>
                  <a:pt x="117728" y="152574"/>
                  <a:pt x="124555" y="147489"/>
                </a:cubicBezTo>
                <a:cubicBezTo>
                  <a:pt x="124555" y="147489"/>
                  <a:pt x="124555" y="147489"/>
                  <a:pt x="124555" y="149179"/>
                </a:cubicBezTo>
                <a:cubicBezTo>
                  <a:pt x="127974" y="154266"/>
                  <a:pt x="133087" y="155969"/>
                  <a:pt x="136506" y="155969"/>
                </a:cubicBezTo>
                <a:cubicBezTo>
                  <a:pt x="138210" y="155969"/>
                  <a:pt x="138210" y="155969"/>
                  <a:pt x="138210" y="155969"/>
                </a:cubicBezTo>
                <a:cubicBezTo>
                  <a:pt x="139915" y="155969"/>
                  <a:pt x="141619" y="155969"/>
                  <a:pt x="143323" y="154266"/>
                </a:cubicBezTo>
                <a:cubicBezTo>
                  <a:pt x="121147" y="196656"/>
                  <a:pt x="121147" y="196656"/>
                  <a:pt x="121147" y="196656"/>
                </a:cubicBezTo>
                <a:cubicBezTo>
                  <a:pt x="121147" y="198347"/>
                  <a:pt x="121147" y="198347"/>
                  <a:pt x="121147" y="200038"/>
                </a:cubicBezTo>
                <a:cubicBezTo>
                  <a:pt x="121147" y="254291"/>
                  <a:pt x="121147" y="254291"/>
                  <a:pt x="121147" y="254291"/>
                </a:cubicBezTo>
                <a:lnTo>
                  <a:pt x="100665" y="254291"/>
                </a:lnTo>
                <a:close/>
                <a:moveTo>
                  <a:pt x="93848" y="122060"/>
                </a:moveTo>
                <a:cubicBezTo>
                  <a:pt x="93848" y="122060"/>
                  <a:pt x="93848" y="122060"/>
                  <a:pt x="93848" y="122060"/>
                </a:cubicBezTo>
                <a:cubicBezTo>
                  <a:pt x="93848" y="122060"/>
                  <a:pt x="93848" y="122060"/>
                  <a:pt x="95552" y="122060"/>
                </a:cubicBezTo>
                <a:cubicBezTo>
                  <a:pt x="97257" y="122060"/>
                  <a:pt x="97257" y="122060"/>
                  <a:pt x="97257" y="125454"/>
                </a:cubicBezTo>
                <a:cubicBezTo>
                  <a:pt x="97257" y="127145"/>
                  <a:pt x="95552" y="130541"/>
                  <a:pt x="93848" y="135626"/>
                </a:cubicBezTo>
                <a:cubicBezTo>
                  <a:pt x="92133" y="128836"/>
                  <a:pt x="92133" y="123750"/>
                  <a:pt x="93848" y="122060"/>
                </a:cubicBezTo>
                <a:close/>
                <a:moveTo>
                  <a:pt x="126260" y="120368"/>
                </a:moveTo>
                <a:cubicBezTo>
                  <a:pt x="126260" y="118665"/>
                  <a:pt x="127974" y="118665"/>
                  <a:pt x="127974" y="118665"/>
                </a:cubicBezTo>
                <a:cubicBezTo>
                  <a:pt x="127974" y="118665"/>
                  <a:pt x="127974" y="118665"/>
                  <a:pt x="127974" y="118665"/>
                </a:cubicBezTo>
                <a:cubicBezTo>
                  <a:pt x="129678" y="118665"/>
                  <a:pt x="129678" y="118665"/>
                  <a:pt x="129678" y="118665"/>
                </a:cubicBezTo>
                <a:cubicBezTo>
                  <a:pt x="129678" y="120368"/>
                  <a:pt x="129678" y="125454"/>
                  <a:pt x="126260" y="132231"/>
                </a:cubicBezTo>
                <a:cubicBezTo>
                  <a:pt x="124555" y="127145"/>
                  <a:pt x="124555" y="122060"/>
                  <a:pt x="126260" y="120368"/>
                </a:cubicBezTo>
                <a:close/>
                <a:moveTo>
                  <a:pt x="208167" y="116973"/>
                </a:moveTo>
                <a:cubicBezTo>
                  <a:pt x="206452" y="130541"/>
                  <a:pt x="206452" y="130541"/>
                  <a:pt x="206452" y="130541"/>
                </a:cubicBezTo>
                <a:cubicBezTo>
                  <a:pt x="206452" y="130541"/>
                  <a:pt x="206452" y="130541"/>
                  <a:pt x="206452" y="130541"/>
                </a:cubicBezTo>
                <a:cubicBezTo>
                  <a:pt x="204748" y="142403"/>
                  <a:pt x="196216" y="174608"/>
                  <a:pt x="167213" y="211913"/>
                </a:cubicBezTo>
                <a:cubicBezTo>
                  <a:pt x="156977" y="223775"/>
                  <a:pt x="153558" y="240725"/>
                  <a:pt x="153558" y="254291"/>
                </a:cubicBezTo>
                <a:cubicBezTo>
                  <a:pt x="134791" y="254291"/>
                  <a:pt x="134791" y="254291"/>
                  <a:pt x="134791" y="254291"/>
                </a:cubicBezTo>
                <a:cubicBezTo>
                  <a:pt x="134791" y="201742"/>
                  <a:pt x="134791" y="201742"/>
                  <a:pt x="134791" y="201742"/>
                </a:cubicBezTo>
                <a:cubicBezTo>
                  <a:pt x="160386" y="152574"/>
                  <a:pt x="160386" y="152574"/>
                  <a:pt x="160386" y="152574"/>
                </a:cubicBezTo>
                <a:cubicBezTo>
                  <a:pt x="162090" y="149179"/>
                  <a:pt x="160386" y="144094"/>
                  <a:pt x="156977" y="142403"/>
                </a:cubicBezTo>
                <a:cubicBezTo>
                  <a:pt x="153558" y="140712"/>
                  <a:pt x="150151" y="142403"/>
                  <a:pt x="148446" y="145797"/>
                </a:cubicBezTo>
                <a:cubicBezTo>
                  <a:pt x="145026" y="147489"/>
                  <a:pt x="141619" y="149179"/>
                  <a:pt x="138210" y="149179"/>
                </a:cubicBezTo>
                <a:cubicBezTo>
                  <a:pt x="134791" y="149179"/>
                  <a:pt x="133087" y="147489"/>
                  <a:pt x="131383" y="144094"/>
                </a:cubicBezTo>
                <a:cubicBezTo>
                  <a:pt x="129678" y="144094"/>
                  <a:pt x="129678" y="142403"/>
                  <a:pt x="127974" y="140712"/>
                </a:cubicBezTo>
                <a:cubicBezTo>
                  <a:pt x="127974" y="140712"/>
                  <a:pt x="127974" y="140712"/>
                  <a:pt x="127974" y="140712"/>
                </a:cubicBezTo>
                <a:cubicBezTo>
                  <a:pt x="134791" y="132231"/>
                  <a:pt x="138210" y="122060"/>
                  <a:pt x="134791" y="115283"/>
                </a:cubicBezTo>
                <a:cubicBezTo>
                  <a:pt x="134791" y="111888"/>
                  <a:pt x="131383" y="110197"/>
                  <a:pt x="127974" y="111888"/>
                </a:cubicBezTo>
                <a:cubicBezTo>
                  <a:pt x="124555" y="111888"/>
                  <a:pt x="121147" y="113579"/>
                  <a:pt x="119442" y="116973"/>
                </a:cubicBezTo>
                <a:cubicBezTo>
                  <a:pt x="117728" y="122060"/>
                  <a:pt x="117728" y="132231"/>
                  <a:pt x="121147" y="139008"/>
                </a:cubicBezTo>
                <a:cubicBezTo>
                  <a:pt x="116023" y="144094"/>
                  <a:pt x="110912" y="149179"/>
                  <a:pt x="105788" y="147489"/>
                </a:cubicBezTo>
                <a:cubicBezTo>
                  <a:pt x="102380" y="147489"/>
                  <a:pt x="98961" y="145797"/>
                  <a:pt x="97257" y="142403"/>
                </a:cubicBezTo>
                <a:cubicBezTo>
                  <a:pt x="102380" y="135626"/>
                  <a:pt x="104084" y="130541"/>
                  <a:pt x="104084" y="123750"/>
                </a:cubicBezTo>
                <a:cubicBezTo>
                  <a:pt x="104084" y="120368"/>
                  <a:pt x="102380" y="115283"/>
                  <a:pt x="97257" y="115283"/>
                </a:cubicBezTo>
                <a:cubicBezTo>
                  <a:pt x="93848" y="113579"/>
                  <a:pt x="90429" y="115283"/>
                  <a:pt x="88725" y="116973"/>
                </a:cubicBezTo>
                <a:cubicBezTo>
                  <a:pt x="83612" y="122060"/>
                  <a:pt x="85316" y="130541"/>
                  <a:pt x="87020" y="137317"/>
                </a:cubicBezTo>
                <a:cubicBezTo>
                  <a:pt x="87020" y="139008"/>
                  <a:pt x="87020" y="140712"/>
                  <a:pt x="88725" y="140712"/>
                </a:cubicBezTo>
                <a:cubicBezTo>
                  <a:pt x="85316" y="144094"/>
                  <a:pt x="81897" y="145797"/>
                  <a:pt x="80193" y="147489"/>
                </a:cubicBezTo>
                <a:cubicBezTo>
                  <a:pt x="76784" y="147489"/>
                  <a:pt x="75080" y="147489"/>
                  <a:pt x="73365" y="147489"/>
                </a:cubicBezTo>
                <a:cubicBezTo>
                  <a:pt x="73365" y="145797"/>
                  <a:pt x="73365" y="145797"/>
                  <a:pt x="73365" y="145797"/>
                </a:cubicBezTo>
                <a:cubicBezTo>
                  <a:pt x="71661" y="142403"/>
                  <a:pt x="68254" y="140712"/>
                  <a:pt x="64834" y="142403"/>
                </a:cubicBezTo>
                <a:cubicBezTo>
                  <a:pt x="64834" y="142403"/>
                  <a:pt x="64834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59722" y="144094"/>
                  <a:pt x="59722" y="149179"/>
                  <a:pt x="61426" y="152574"/>
                </a:cubicBezTo>
                <a:cubicBezTo>
                  <a:pt x="87020" y="201742"/>
                  <a:pt x="87020" y="201742"/>
                  <a:pt x="87020" y="201742"/>
                </a:cubicBezTo>
                <a:cubicBezTo>
                  <a:pt x="87020" y="254291"/>
                  <a:pt x="87020" y="254291"/>
                  <a:pt x="87020" y="254291"/>
                </a:cubicBezTo>
                <a:cubicBezTo>
                  <a:pt x="73365" y="254291"/>
                  <a:pt x="73365" y="254291"/>
                  <a:pt x="73365" y="254291"/>
                </a:cubicBezTo>
                <a:cubicBezTo>
                  <a:pt x="73365" y="240725"/>
                  <a:pt x="69957" y="223775"/>
                  <a:pt x="61426" y="211913"/>
                </a:cubicBezTo>
                <a:cubicBezTo>
                  <a:pt x="30707" y="174608"/>
                  <a:pt x="22187" y="142403"/>
                  <a:pt x="20471" y="130541"/>
                </a:cubicBezTo>
                <a:cubicBezTo>
                  <a:pt x="20471" y="130541"/>
                  <a:pt x="20471" y="130541"/>
                  <a:pt x="20471" y="130541"/>
                </a:cubicBezTo>
                <a:cubicBezTo>
                  <a:pt x="18768" y="116973"/>
                  <a:pt x="18768" y="116973"/>
                  <a:pt x="18768" y="116973"/>
                </a:cubicBezTo>
                <a:cubicBezTo>
                  <a:pt x="18768" y="115283"/>
                  <a:pt x="18768" y="113579"/>
                  <a:pt x="18768" y="113579"/>
                </a:cubicBezTo>
                <a:cubicBezTo>
                  <a:pt x="18768" y="61030"/>
                  <a:pt x="61426" y="18652"/>
                  <a:pt x="114319" y="18652"/>
                </a:cubicBezTo>
                <a:cubicBezTo>
                  <a:pt x="165509" y="18652"/>
                  <a:pt x="208167" y="61030"/>
                  <a:pt x="208167" y="113579"/>
                </a:cubicBezTo>
                <a:cubicBezTo>
                  <a:pt x="208167" y="113579"/>
                  <a:pt x="208167" y="115283"/>
                  <a:pt x="208167" y="11697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Freeform 52">
            <a:extLst>
              <a:ext uri="{FF2B5EF4-FFF2-40B4-BE49-F238E27FC236}">
                <a16:creationId xmlns:a16="http://schemas.microsoft.com/office/drawing/2014/main" id="{2B629E9A-7805-74F1-F217-3E50B0D814D9}"/>
              </a:ext>
            </a:extLst>
          </p:cNvPr>
          <p:cNvSpPr/>
          <p:nvPr/>
        </p:nvSpPr>
        <p:spPr>
          <a:xfrm>
            <a:off x="2311400" y="2641600"/>
            <a:ext cx="120409" cy="68998"/>
          </a:xfrm>
          <a:custGeom>
            <a:avLst/>
            <a:gdLst/>
            <a:ahLst/>
            <a:cxnLst/>
            <a:rect l="l" t="t" r="r" b="b"/>
            <a:pathLst>
              <a:path w="120409" h="68998">
                <a:moveTo>
                  <a:pt x="0" y="10349"/>
                </a:moveTo>
                <a:cubicBezTo>
                  <a:pt x="5089" y="10349"/>
                  <a:pt x="5089" y="10349"/>
                  <a:pt x="5089" y="10349"/>
                </a:cubicBezTo>
                <a:cubicBezTo>
                  <a:pt x="5089" y="18975"/>
                  <a:pt x="5089" y="18975"/>
                  <a:pt x="5089" y="18975"/>
                </a:cubicBezTo>
                <a:cubicBezTo>
                  <a:pt x="0" y="18975"/>
                  <a:pt x="0" y="18975"/>
                  <a:pt x="0" y="18975"/>
                </a:cubicBezTo>
                <a:cubicBezTo>
                  <a:pt x="0" y="29324"/>
                  <a:pt x="0" y="29324"/>
                  <a:pt x="0" y="29324"/>
                </a:cubicBezTo>
                <a:cubicBezTo>
                  <a:pt x="5089" y="29324"/>
                  <a:pt x="5089" y="29324"/>
                  <a:pt x="5089" y="29324"/>
                </a:cubicBezTo>
                <a:cubicBezTo>
                  <a:pt x="5089" y="37949"/>
                  <a:pt x="5089" y="37949"/>
                  <a:pt x="5089" y="37949"/>
                </a:cubicBezTo>
                <a:cubicBezTo>
                  <a:pt x="0" y="37949"/>
                  <a:pt x="0" y="37949"/>
                  <a:pt x="0" y="37949"/>
                </a:cubicBezTo>
                <a:cubicBezTo>
                  <a:pt x="1694" y="48298"/>
                  <a:pt x="11873" y="58649"/>
                  <a:pt x="27136" y="58649"/>
                </a:cubicBezTo>
                <a:cubicBezTo>
                  <a:pt x="28832" y="65549"/>
                  <a:pt x="33920" y="68998"/>
                  <a:pt x="40700" y="68998"/>
                </a:cubicBezTo>
                <a:cubicBezTo>
                  <a:pt x="79709" y="68998"/>
                  <a:pt x="79709" y="68998"/>
                  <a:pt x="79709" y="68998"/>
                </a:cubicBezTo>
                <a:cubicBezTo>
                  <a:pt x="86488" y="68998"/>
                  <a:pt x="91577" y="65549"/>
                  <a:pt x="94973" y="58649"/>
                </a:cubicBezTo>
                <a:cubicBezTo>
                  <a:pt x="108535" y="58649"/>
                  <a:pt x="118715" y="48298"/>
                  <a:pt x="120409" y="37949"/>
                </a:cubicBezTo>
                <a:cubicBezTo>
                  <a:pt x="115320" y="37949"/>
                  <a:pt x="115320" y="37949"/>
                  <a:pt x="115320" y="37949"/>
                </a:cubicBezTo>
                <a:cubicBezTo>
                  <a:pt x="115320" y="29324"/>
                  <a:pt x="115320" y="29324"/>
                  <a:pt x="115320" y="29324"/>
                </a:cubicBezTo>
                <a:cubicBezTo>
                  <a:pt x="120409" y="29324"/>
                  <a:pt x="120409" y="29324"/>
                  <a:pt x="120409" y="29324"/>
                </a:cubicBezTo>
                <a:cubicBezTo>
                  <a:pt x="120409" y="18975"/>
                  <a:pt x="120409" y="18975"/>
                  <a:pt x="120409" y="18975"/>
                </a:cubicBezTo>
                <a:cubicBezTo>
                  <a:pt x="115320" y="18975"/>
                  <a:pt x="115320" y="18975"/>
                  <a:pt x="115320" y="18975"/>
                </a:cubicBezTo>
                <a:cubicBezTo>
                  <a:pt x="115320" y="10349"/>
                  <a:pt x="115320" y="10349"/>
                  <a:pt x="115320" y="10349"/>
                </a:cubicBezTo>
                <a:cubicBezTo>
                  <a:pt x="120409" y="10349"/>
                  <a:pt x="120409" y="10349"/>
                  <a:pt x="120409" y="10349"/>
                </a:cubicBezTo>
                <a:cubicBezTo>
                  <a:pt x="120409" y="0"/>
                  <a:pt x="120409" y="0"/>
                  <a:pt x="12040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3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14050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FDE90AF-D06B-A0A7-4121-3791C83777E6}"/>
              </a:ext>
            </a:extLst>
          </p:cNvPr>
          <p:cNvSpPr/>
          <p:nvPr/>
        </p:nvSpPr>
        <p:spPr>
          <a:xfrm>
            <a:off x="666750" y="2740061"/>
            <a:ext cx="10858500" cy="13441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6557337C-E8A3-E738-19B1-E705B4956512}"/>
              </a:ext>
            </a:extLst>
          </p:cNvPr>
          <p:cNvSpPr/>
          <p:nvPr/>
        </p:nvSpPr>
        <p:spPr>
          <a:xfrm>
            <a:off x="45656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DB99849A-52EA-95E5-FCAF-524325A70610}"/>
              </a:ext>
            </a:extLst>
          </p:cNvPr>
          <p:cNvSpPr/>
          <p:nvPr/>
        </p:nvSpPr>
        <p:spPr>
          <a:xfrm>
            <a:off x="82613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4BAC272A-A091-BEDC-9631-7449FE6F123F}"/>
              </a:ext>
            </a:extLst>
          </p:cNvPr>
          <p:cNvSpPr/>
          <p:nvPr/>
        </p:nvSpPr>
        <p:spPr>
          <a:xfrm>
            <a:off x="45783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8598B6D2-3046-F8D8-FBB0-F4647994D27E}"/>
              </a:ext>
            </a:extLst>
          </p:cNvPr>
          <p:cNvSpPr/>
          <p:nvPr/>
        </p:nvSpPr>
        <p:spPr>
          <a:xfrm>
            <a:off x="82740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" name="Connector 25">
            <a:extLst>
              <a:ext uri="{FF2B5EF4-FFF2-40B4-BE49-F238E27FC236}">
                <a16:creationId xmlns:a16="http://schemas.microsoft.com/office/drawing/2014/main" id="{08384863-0AF4-D3D8-13D8-FF039DBB945B}"/>
              </a:ext>
            </a:extLst>
          </p:cNvPr>
          <p:cNvCxnSpPr/>
          <p:nvPr/>
        </p:nvCxnSpPr>
        <p:spPr>
          <a:xfrm rot="5">
            <a:off x="5657850" y="2319926"/>
            <a:ext cx="8890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1" name="Connector 26">
            <a:extLst>
              <a:ext uri="{FF2B5EF4-FFF2-40B4-BE49-F238E27FC236}">
                <a16:creationId xmlns:a16="http://schemas.microsoft.com/office/drawing/2014/main" id="{5CF3A5FD-E24F-F5D6-E620-A9FECD69AAC0}"/>
              </a:ext>
            </a:extLst>
          </p:cNvPr>
          <p:cNvCxnSpPr/>
          <p:nvPr/>
        </p:nvCxnSpPr>
        <p:spPr>
          <a:xfrm rot="4">
            <a:off x="93408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2">
            <a:extLst>
              <a:ext uri="{FF2B5EF4-FFF2-40B4-BE49-F238E27FC236}">
                <a16:creationId xmlns:a16="http://schemas.microsoft.com/office/drawing/2014/main" id="{148892B6-CD71-F624-A4BE-77AC8FBAAB95}"/>
              </a:ext>
            </a:extLst>
          </p:cNvPr>
          <p:cNvSpPr/>
          <p:nvPr/>
        </p:nvSpPr>
        <p:spPr>
          <a:xfrm>
            <a:off x="8699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F5B0D683-35DA-8DD7-6794-57E57B657050}"/>
              </a:ext>
            </a:extLst>
          </p:cNvPr>
          <p:cNvSpPr/>
          <p:nvPr/>
        </p:nvSpPr>
        <p:spPr>
          <a:xfrm>
            <a:off x="875362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" name="Connector 23">
            <a:extLst>
              <a:ext uri="{FF2B5EF4-FFF2-40B4-BE49-F238E27FC236}">
                <a16:creationId xmlns:a16="http://schemas.microsoft.com/office/drawing/2014/main" id="{6D27593A-F22D-88F9-C79C-97F432C7A2F8}"/>
              </a:ext>
            </a:extLst>
          </p:cNvPr>
          <p:cNvCxnSpPr/>
          <p:nvPr/>
        </p:nvCxnSpPr>
        <p:spPr>
          <a:xfrm rot="4">
            <a:off x="19621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167207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>
            <a:extLst>
              <a:ext uri="{FF2B5EF4-FFF2-40B4-BE49-F238E27FC236}">
                <a16:creationId xmlns:a16="http://schemas.microsoft.com/office/drawing/2014/main" id="{D67635CD-646D-7B00-FCB3-502BC52D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15" b="28415"/>
          <a:stretch>
            <a:fillRect/>
          </a:stretch>
        </p:blipFill>
        <p:spPr>
          <a:xfrm>
            <a:off x="2895600" y="1727200"/>
            <a:ext cx="8623300" cy="200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12">
            <a:extLst>
              <a:ext uri="{FF2B5EF4-FFF2-40B4-BE49-F238E27FC236}">
                <a16:creationId xmlns:a16="http://schemas.microsoft.com/office/drawing/2014/main" id="{9CF639FF-1518-D6A9-E84A-E75D4DA37251}"/>
              </a:ext>
            </a:extLst>
          </p:cNvPr>
          <p:cNvSpPr/>
          <p:nvPr/>
        </p:nvSpPr>
        <p:spPr>
          <a:xfrm>
            <a:off x="673100" y="1739900"/>
            <a:ext cx="10845800" cy="2006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2F6FA">
                  <a:alpha val="53000"/>
                </a:srgbClr>
              </a:gs>
              <a:gs pos="74000">
                <a:srgbClr val="26476A">
                  <a:alpha val="100000"/>
                </a:srgbClr>
              </a:gs>
              <a:gs pos="83000">
                <a:srgbClr val="26476A">
                  <a:alpha val="100000"/>
                </a:srgbClr>
              </a:gs>
              <a:gs pos="100000">
                <a:srgbClr val="26476A">
                  <a:alpha val="100000"/>
                </a:srgbClr>
              </a:gs>
            </a:gsLst>
            <a:lin ang="108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818FDEA-2A9D-C31B-55EA-2C411CE9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6900" y="2273300"/>
            <a:ext cx="7493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4">
            <a:extLst>
              <a:ext uri="{FF2B5EF4-FFF2-40B4-BE49-F238E27FC236}">
                <a16:creationId xmlns:a16="http://schemas.microsoft.com/office/drawing/2014/main" id="{34D927B9-7D42-4BA5-B690-F733FA82FBB2}"/>
              </a:ext>
            </a:extLst>
          </p:cNvPr>
          <p:cNvSpPr/>
          <p:nvPr/>
        </p:nvSpPr>
        <p:spPr>
          <a:xfrm>
            <a:off x="1574800" y="2070100"/>
            <a:ext cx="7137400" cy="1155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4DA18B41-8979-5166-98A7-8E7C79B88FE6}"/>
              </a:ext>
            </a:extLst>
          </p:cNvPr>
          <p:cNvSpPr/>
          <p:nvPr/>
        </p:nvSpPr>
        <p:spPr>
          <a:xfrm rot="5400000">
            <a:off x="1257300" y="2578100"/>
            <a:ext cx="254000" cy="1270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A0AA7D50-A1E0-D31C-9673-874898DD7A2C}"/>
              </a:ext>
            </a:extLst>
          </p:cNvPr>
          <p:cNvSpPr/>
          <p:nvPr/>
        </p:nvSpPr>
        <p:spPr>
          <a:xfrm>
            <a:off x="10160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C8B75C00-2E7F-7A98-39B6-F78DAED698A6}"/>
              </a:ext>
            </a:extLst>
          </p:cNvPr>
          <p:cNvSpPr/>
          <p:nvPr/>
        </p:nvSpPr>
        <p:spPr>
          <a:xfrm>
            <a:off x="4559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DF8ACAC-F5D3-1791-834A-57AB480033ED}"/>
              </a:ext>
            </a:extLst>
          </p:cNvPr>
          <p:cNvSpPr/>
          <p:nvPr/>
        </p:nvSpPr>
        <p:spPr>
          <a:xfrm>
            <a:off x="8115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A389D54C-1E28-ACA2-8067-2F7E43CB2966}"/>
              </a:ext>
            </a:extLst>
          </p:cNvPr>
          <p:cNvSpPr/>
          <p:nvPr/>
        </p:nvSpPr>
        <p:spPr>
          <a:xfrm>
            <a:off x="1219200" y="4533900"/>
            <a:ext cx="27559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420DDB25-6659-9E49-231E-EB244D98E151}"/>
              </a:ext>
            </a:extLst>
          </p:cNvPr>
          <p:cNvSpPr/>
          <p:nvPr/>
        </p:nvSpPr>
        <p:spPr>
          <a:xfrm>
            <a:off x="13208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5FF928F7-2E1B-69BE-B570-5AD5304AD93E}"/>
              </a:ext>
            </a:extLst>
          </p:cNvPr>
          <p:cNvSpPr/>
          <p:nvPr/>
        </p:nvSpPr>
        <p:spPr>
          <a:xfrm>
            <a:off x="18669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6EE6E1BE-923D-18CE-6D5E-B179186DF5F9}"/>
              </a:ext>
            </a:extLst>
          </p:cNvPr>
          <p:cNvSpPr/>
          <p:nvPr/>
        </p:nvSpPr>
        <p:spPr>
          <a:xfrm>
            <a:off x="5410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E21A4340-6557-91FD-BB02-DBE3EED720AB}"/>
              </a:ext>
            </a:extLst>
          </p:cNvPr>
          <p:cNvSpPr/>
          <p:nvPr/>
        </p:nvSpPr>
        <p:spPr>
          <a:xfrm>
            <a:off x="8966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2BEF0DF9-E39D-63C2-364A-FBA037F34491}"/>
              </a:ext>
            </a:extLst>
          </p:cNvPr>
          <p:cNvSpPr/>
          <p:nvPr/>
        </p:nvSpPr>
        <p:spPr>
          <a:xfrm>
            <a:off x="4762500" y="4533900"/>
            <a:ext cx="27813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BE0A1C4A-DA1B-BA9C-E658-4D2F4E7C8F55}"/>
              </a:ext>
            </a:extLst>
          </p:cNvPr>
          <p:cNvSpPr/>
          <p:nvPr/>
        </p:nvSpPr>
        <p:spPr>
          <a:xfrm>
            <a:off x="48641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4" name="AutoShape 26">
            <a:extLst>
              <a:ext uri="{FF2B5EF4-FFF2-40B4-BE49-F238E27FC236}">
                <a16:creationId xmlns:a16="http://schemas.microsoft.com/office/drawing/2014/main" id="{EF639CB7-C0C6-78BE-90A2-F36E36BFFE05}"/>
              </a:ext>
            </a:extLst>
          </p:cNvPr>
          <p:cNvSpPr/>
          <p:nvPr/>
        </p:nvSpPr>
        <p:spPr>
          <a:xfrm>
            <a:off x="8293100" y="4533900"/>
            <a:ext cx="2768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281FBB5F-C6A6-9A45-8DEF-466E1DDE6AB4}"/>
              </a:ext>
            </a:extLst>
          </p:cNvPr>
          <p:cNvSpPr/>
          <p:nvPr/>
        </p:nvSpPr>
        <p:spPr>
          <a:xfrm>
            <a:off x="84074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Freeform 28">
            <a:extLst>
              <a:ext uri="{FF2B5EF4-FFF2-40B4-BE49-F238E27FC236}">
                <a16:creationId xmlns:a16="http://schemas.microsoft.com/office/drawing/2014/main" id="{88F219D0-E60E-7B40-921E-FFEA251AE664}"/>
              </a:ext>
            </a:extLst>
          </p:cNvPr>
          <p:cNvSpPr/>
          <p:nvPr/>
        </p:nvSpPr>
        <p:spPr>
          <a:xfrm>
            <a:off x="2247900" y="3810000"/>
            <a:ext cx="609685" cy="568123"/>
          </a:xfrm>
          <a:custGeom>
            <a:avLst/>
            <a:gdLst/>
            <a:ahLst/>
            <a:cxnLst/>
            <a:rect l="l" t="t" r="r" b="b"/>
            <a:pathLst>
              <a:path w="609685" h="568123">
                <a:moveTo>
                  <a:pt x="261931" y="446413"/>
                </a:moveTo>
                <a:lnTo>
                  <a:pt x="246750" y="507224"/>
                </a:lnTo>
                <a:lnTo>
                  <a:pt x="362936" y="507224"/>
                </a:lnTo>
                <a:lnTo>
                  <a:pt x="347665" y="446413"/>
                </a:lnTo>
                <a:close/>
                <a:moveTo>
                  <a:pt x="0" y="365272"/>
                </a:moveTo>
                <a:lnTo>
                  <a:pt x="609685" y="365272"/>
                </a:lnTo>
                <a:lnTo>
                  <a:pt x="609685" y="400760"/>
                </a:lnTo>
                <a:cubicBezTo>
                  <a:pt x="609685" y="425905"/>
                  <a:pt x="589145" y="446413"/>
                  <a:pt x="563960" y="446413"/>
                </a:cubicBezTo>
                <a:lnTo>
                  <a:pt x="368651" y="446413"/>
                </a:lnTo>
                <a:lnTo>
                  <a:pt x="383922" y="507224"/>
                </a:lnTo>
                <a:lnTo>
                  <a:pt x="386155" y="507224"/>
                </a:lnTo>
                <a:cubicBezTo>
                  <a:pt x="414106" y="507224"/>
                  <a:pt x="436880" y="530050"/>
                  <a:pt x="436880" y="557958"/>
                </a:cubicBezTo>
                <a:cubicBezTo>
                  <a:pt x="436880" y="563575"/>
                  <a:pt x="432326" y="568123"/>
                  <a:pt x="426789" y="568123"/>
                </a:cubicBezTo>
                <a:lnTo>
                  <a:pt x="182897" y="568123"/>
                </a:lnTo>
                <a:cubicBezTo>
                  <a:pt x="177270" y="568123"/>
                  <a:pt x="172716" y="563575"/>
                  <a:pt x="172716" y="557958"/>
                </a:cubicBezTo>
                <a:cubicBezTo>
                  <a:pt x="172716" y="530050"/>
                  <a:pt x="195489" y="507224"/>
                  <a:pt x="223530" y="507224"/>
                </a:cubicBezTo>
                <a:lnTo>
                  <a:pt x="225763" y="507224"/>
                </a:lnTo>
                <a:lnTo>
                  <a:pt x="241033" y="446413"/>
                </a:lnTo>
                <a:lnTo>
                  <a:pt x="45724" y="446413"/>
                </a:lnTo>
                <a:cubicBezTo>
                  <a:pt x="20540" y="446413"/>
                  <a:pt x="0" y="425905"/>
                  <a:pt x="0" y="400760"/>
                </a:cubicBezTo>
                <a:close/>
                <a:moveTo>
                  <a:pt x="101629" y="284042"/>
                </a:moveTo>
                <a:cubicBezTo>
                  <a:pt x="96003" y="284042"/>
                  <a:pt x="91448" y="288590"/>
                  <a:pt x="91448" y="294208"/>
                </a:cubicBezTo>
                <a:cubicBezTo>
                  <a:pt x="91448" y="299827"/>
                  <a:pt x="96003" y="304375"/>
                  <a:pt x="101629" y="304375"/>
                </a:cubicBezTo>
                <a:lnTo>
                  <a:pt x="142263" y="304375"/>
                </a:lnTo>
                <a:cubicBezTo>
                  <a:pt x="147889" y="304375"/>
                  <a:pt x="152443" y="299827"/>
                  <a:pt x="152443" y="294208"/>
                </a:cubicBezTo>
                <a:cubicBezTo>
                  <a:pt x="152443" y="288590"/>
                  <a:pt x="147889" y="284042"/>
                  <a:pt x="142263" y="284042"/>
                </a:cubicBezTo>
                <a:close/>
                <a:moveTo>
                  <a:pt x="101629" y="243464"/>
                </a:moveTo>
                <a:cubicBezTo>
                  <a:pt x="96003" y="243464"/>
                  <a:pt x="91448" y="248012"/>
                  <a:pt x="91448" y="253630"/>
                </a:cubicBezTo>
                <a:cubicBezTo>
                  <a:pt x="91448" y="259249"/>
                  <a:pt x="96003" y="263797"/>
                  <a:pt x="101629" y="263797"/>
                </a:cubicBezTo>
                <a:lnTo>
                  <a:pt x="121901" y="263797"/>
                </a:lnTo>
                <a:cubicBezTo>
                  <a:pt x="127528" y="263797"/>
                  <a:pt x="132083" y="259249"/>
                  <a:pt x="132083" y="253630"/>
                </a:cubicBezTo>
                <a:cubicBezTo>
                  <a:pt x="132083" y="248012"/>
                  <a:pt x="127528" y="243464"/>
                  <a:pt x="121901" y="243464"/>
                </a:cubicBezTo>
                <a:close/>
                <a:moveTo>
                  <a:pt x="101629" y="202886"/>
                </a:moveTo>
                <a:cubicBezTo>
                  <a:pt x="96003" y="202886"/>
                  <a:pt x="91448" y="207435"/>
                  <a:pt x="91448" y="213054"/>
                </a:cubicBezTo>
                <a:cubicBezTo>
                  <a:pt x="91448" y="218671"/>
                  <a:pt x="96003" y="223220"/>
                  <a:pt x="101629" y="223220"/>
                </a:cubicBezTo>
                <a:lnTo>
                  <a:pt x="142263" y="223220"/>
                </a:lnTo>
                <a:cubicBezTo>
                  <a:pt x="147889" y="223220"/>
                  <a:pt x="152443" y="218671"/>
                  <a:pt x="152443" y="213054"/>
                </a:cubicBezTo>
                <a:cubicBezTo>
                  <a:pt x="152443" y="207435"/>
                  <a:pt x="147889" y="202886"/>
                  <a:pt x="142263" y="202886"/>
                </a:cubicBezTo>
                <a:close/>
                <a:moveTo>
                  <a:pt x="101629" y="162310"/>
                </a:moveTo>
                <a:cubicBezTo>
                  <a:pt x="96003" y="162310"/>
                  <a:pt x="91448" y="166858"/>
                  <a:pt x="91448" y="172476"/>
                </a:cubicBezTo>
                <a:cubicBezTo>
                  <a:pt x="91448" y="178095"/>
                  <a:pt x="96003" y="182643"/>
                  <a:pt x="101629" y="182643"/>
                </a:cubicBezTo>
                <a:lnTo>
                  <a:pt x="121901" y="182643"/>
                </a:lnTo>
                <a:cubicBezTo>
                  <a:pt x="127528" y="182643"/>
                  <a:pt x="132083" y="178095"/>
                  <a:pt x="132083" y="172476"/>
                </a:cubicBezTo>
                <a:cubicBezTo>
                  <a:pt x="132083" y="166858"/>
                  <a:pt x="127528" y="162310"/>
                  <a:pt x="121901" y="162310"/>
                </a:cubicBezTo>
                <a:close/>
                <a:moveTo>
                  <a:pt x="101629" y="121732"/>
                </a:moveTo>
                <a:cubicBezTo>
                  <a:pt x="96003" y="121732"/>
                  <a:pt x="91448" y="126281"/>
                  <a:pt x="91448" y="131898"/>
                </a:cubicBezTo>
                <a:cubicBezTo>
                  <a:pt x="91448" y="137428"/>
                  <a:pt x="96003" y="141976"/>
                  <a:pt x="101629" y="141976"/>
                </a:cubicBezTo>
                <a:lnTo>
                  <a:pt x="142263" y="141976"/>
                </a:lnTo>
                <a:cubicBezTo>
                  <a:pt x="147889" y="141976"/>
                  <a:pt x="152443" y="137428"/>
                  <a:pt x="152443" y="131898"/>
                </a:cubicBezTo>
                <a:cubicBezTo>
                  <a:pt x="152443" y="126281"/>
                  <a:pt x="147889" y="121732"/>
                  <a:pt x="142263" y="121732"/>
                </a:cubicBezTo>
                <a:close/>
                <a:moveTo>
                  <a:pt x="477603" y="101399"/>
                </a:moveTo>
                <a:cubicBezTo>
                  <a:pt x="471976" y="101399"/>
                  <a:pt x="467422" y="105947"/>
                  <a:pt x="467422" y="111566"/>
                </a:cubicBezTo>
                <a:cubicBezTo>
                  <a:pt x="467422" y="117184"/>
                  <a:pt x="471976" y="121732"/>
                  <a:pt x="477603" y="121732"/>
                </a:cubicBezTo>
                <a:lnTo>
                  <a:pt x="524130" y="121732"/>
                </a:lnTo>
                <a:lnTo>
                  <a:pt x="402408" y="243375"/>
                </a:lnTo>
                <a:lnTo>
                  <a:pt x="318105" y="159188"/>
                </a:lnTo>
                <a:cubicBezTo>
                  <a:pt x="318016" y="159099"/>
                  <a:pt x="318016" y="159099"/>
                  <a:pt x="317925" y="159099"/>
                </a:cubicBezTo>
                <a:cubicBezTo>
                  <a:pt x="317925" y="159009"/>
                  <a:pt x="317837" y="158920"/>
                  <a:pt x="317837" y="158920"/>
                </a:cubicBezTo>
                <a:cubicBezTo>
                  <a:pt x="317301" y="158474"/>
                  <a:pt x="316765" y="158297"/>
                  <a:pt x="316229" y="157940"/>
                </a:cubicBezTo>
                <a:cubicBezTo>
                  <a:pt x="315693" y="157583"/>
                  <a:pt x="315158" y="157137"/>
                  <a:pt x="314532" y="156958"/>
                </a:cubicBezTo>
                <a:cubicBezTo>
                  <a:pt x="313907" y="156690"/>
                  <a:pt x="313282" y="156690"/>
                  <a:pt x="312656" y="156514"/>
                </a:cubicBezTo>
                <a:cubicBezTo>
                  <a:pt x="312031" y="156423"/>
                  <a:pt x="311407" y="156246"/>
                  <a:pt x="310692" y="156246"/>
                </a:cubicBezTo>
                <a:cubicBezTo>
                  <a:pt x="310067" y="156246"/>
                  <a:pt x="309442" y="156514"/>
                  <a:pt x="308906" y="156601"/>
                </a:cubicBezTo>
                <a:cubicBezTo>
                  <a:pt x="308191" y="156780"/>
                  <a:pt x="307566" y="156780"/>
                  <a:pt x="306941" y="157048"/>
                </a:cubicBezTo>
                <a:cubicBezTo>
                  <a:pt x="306316" y="157316"/>
                  <a:pt x="305780" y="157851"/>
                  <a:pt x="305244" y="158206"/>
                </a:cubicBezTo>
                <a:cubicBezTo>
                  <a:pt x="304709" y="158565"/>
                  <a:pt x="304173" y="158742"/>
                  <a:pt x="303727" y="159188"/>
                </a:cubicBezTo>
                <a:cubicBezTo>
                  <a:pt x="303727" y="159277"/>
                  <a:pt x="303637" y="159277"/>
                  <a:pt x="303637" y="159367"/>
                </a:cubicBezTo>
                <a:cubicBezTo>
                  <a:pt x="303548" y="159456"/>
                  <a:pt x="303459" y="159456"/>
                  <a:pt x="303459" y="159456"/>
                </a:cubicBezTo>
                <a:lnTo>
                  <a:pt x="185576" y="287341"/>
                </a:lnTo>
                <a:cubicBezTo>
                  <a:pt x="181736" y="291443"/>
                  <a:pt x="182093" y="297865"/>
                  <a:pt x="186201" y="301699"/>
                </a:cubicBezTo>
                <a:cubicBezTo>
                  <a:pt x="188166" y="303483"/>
                  <a:pt x="190576" y="304375"/>
                  <a:pt x="193077" y="304375"/>
                </a:cubicBezTo>
                <a:cubicBezTo>
                  <a:pt x="195757" y="304375"/>
                  <a:pt x="198525" y="303304"/>
                  <a:pt x="200579" y="301075"/>
                </a:cubicBezTo>
                <a:lnTo>
                  <a:pt x="311227" y="181037"/>
                </a:lnTo>
                <a:lnTo>
                  <a:pt x="395174" y="264867"/>
                </a:lnTo>
                <a:cubicBezTo>
                  <a:pt x="397139" y="266830"/>
                  <a:pt x="399730" y="267810"/>
                  <a:pt x="402408" y="267810"/>
                </a:cubicBezTo>
                <a:cubicBezTo>
                  <a:pt x="404998" y="267810"/>
                  <a:pt x="407587" y="266830"/>
                  <a:pt x="409552" y="264867"/>
                </a:cubicBezTo>
                <a:lnTo>
                  <a:pt x="538509" y="136091"/>
                </a:lnTo>
                <a:lnTo>
                  <a:pt x="538509" y="182643"/>
                </a:lnTo>
                <a:cubicBezTo>
                  <a:pt x="538509" y="188172"/>
                  <a:pt x="543063" y="192720"/>
                  <a:pt x="548690" y="192720"/>
                </a:cubicBezTo>
                <a:cubicBezTo>
                  <a:pt x="554316" y="192720"/>
                  <a:pt x="558870" y="188172"/>
                  <a:pt x="558870" y="182643"/>
                </a:cubicBezTo>
                <a:lnTo>
                  <a:pt x="558870" y="111566"/>
                </a:lnTo>
                <a:cubicBezTo>
                  <a:pt x="558870" y="110228"/>
                  <a:pt x="558603" y="108980"/>
                  <a:pt x="558067" y="107730"/>
                </a:cubicBezTo>
                <a:cubicBezTo>
                  <a:pt x="556995" y="105233"/>
                  <a:pt x="555031" y="103271"/>
                  <a:pt x="552530" y="102202"/>
                </a:cubicBezTo>
                <a:cubicBezTo>
                  <a:pt x="551369" y="101666"/>
                  <a:pt x="550029" y="101399"/>
                  <a:pt x="548690" y="101399"/>
                </a:cubicBezTo>
                <a:close/>
                <a:moveTo>
                  <a:pt x="101629" y="81154"/>
                </a:moveTo>
                <a:cubicBezTo>
                  <a:pt x="96003" y="81154"/>
                  <a:pt x="91448" y="85702"/>
                  <a:pt x="91448" y="91322"/>
                </a:cubicBezTo>
                <a:cubicBezTo>
                  <a:pt x="91448" y="96851"/>
                  <a:pt x="96003" y="101399"/>
                  <a:pt x="101629" y="101399"/>
                </a:cubicBezTo>
                <a:lnTo>
                  <a:pt x="121901" y="101399"/>
                </a:lnTo>
                <a:cubicBezTo>
                  <a:pt x="127528" y="101399"/>
                  <a:pt x="132083" y="96851"/>
                  <a:pt x="132083" y="91322"/>
                </a:cubicBezTo>
                <a:cubicBezTo>
                  <a:pt x="132083" y="85702"/>
                  <a:pt x="127528" y="81154"/>
                  <a:pt x="121901" y="81154"/>
                </a:cubicBezTo>
                <a:close/>
                <a:moveTo>
                  <a:pt x="60996" y="70988"/>
                </a:moveTo>
                <a:cubicBezTo>
                  <a:pt x="55368" y="70988"/>
                  <a:pt x="50814" y="75536"/>
                  <a:pt x="50814" y="81154"/>
                </a:cubicBezTo>
                <a:lnTo>
                  <a:pt x="50814" y="304375"/>
                </a:lnTo>
                <a:cubicBezTo>
                  <a:pt x="50814" y="309993"/>
                  <a:pt x="55368" y="314541"/>
                  <a:pt x="60996" y="314541"/>
                </a:cubicBezTo>
                <a:cubicBezTo>
                  <a:pt x="66533" y="314541"/>
                  <a:pt x="71087" y="309993"/>
                  <a:pt x="71087" y="304375"/>
                </a:cubicBezTo>
                <a:lnTo>
                  <a:pt x="71087" y="81154"/>
                </a:lnTo>
                <a:cubicBezTo>
                  <a:pt x="71087" y="75536"/>
                  <a:pt x="66533" y="70988"/>
                  <a:pt x="60996" y="70988"/>
                </a:cubicBezTo>
                <a:close/>
                <a:moveTo>
                  <a:pt x="45724" y="0"/>
                </a:moveTo>
                <a:lnTo>
                  <a:pt x="563960" y="0"/>
                </a:lnTo>
                <a:cubicBezTo>
                  <a:pt x="589145" y="0"/>
                  <a:pt x="609685" y="20423"/>
                  <a:pt x="609685" y="45660"/>
                </a:cubicBezTo>
                <a:lnTo>
                  <a:pt x="609685" y="344952"/>
                </a:lnTo>
                <a:lnTo>
                  <a:pt x="0" y="344952"/>
                </a:lnTo>
                <a:lnTo>
                  <a:pt x="0" y="45660"/>
                </a:lnTo>
                <a:cubicBezTo>
                  <a:pt x="0" y="20423"/>
                  <a:pt x="20540" y="0"/>
                  <a:pt x="45724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29">
            <a:extLst>
              <a:ext uri="{FF2B5EF4-FFF2-40B4-BE49-F238E27FC236}">
                <a16:creationId xmlns:a16="http://schemas.microsoft.com/office/drawing/2014/main" id="{4B23951E-527C-B3DD-38D7-E5357D859195}"/>
              </a:ext>
            </a:extLst>
          </p:cNvPr>
          <p:cNvSpPr/>
          <p:nvPr/>
        </p:nvSpPr>
        <p:spPr>
          <a:xfrm>
            <a:off x="5803900" y="3797300"/>
            <a:ext cx="575113" cy="609685"/>
          </a:xfrm>
          <a:custGeom>
            <a:avLst/>
            <a:gdLst/>
            <a:ahLst/>
            <a:cxnLst/>
            <a:rect l="l" t="t" r="r" b="b"/>
            <a:pathLst>
              <a:path w="575113" h="609685">
                <a:moveTo>
                  <a:pt x="164238" y="420007"/>
                </a:moveTo>
                <a:cubicBezTo>
                  <a:pt x="186046" y="443031"/>
                  <a:pt x="213065" y="457672"/>
                  <a:pt x="243655" y="457672"/>
                </a:cubicBezTo>
                <a:cubicBezTo>
                  <a:pt x="274244" y="457672"/>
                  <a:pt x="301263" y="443031"/>
                  <a:pt x="323071" y="420007"/>
                </a:cubicBezTo>
                <a:cubicBezTo>
                  <a:pt x="388304" y="425787"/>
                  <a:pt x="444657" y="468944"/>
                  <a:pt x="466080" y="531753"/>
                </a:cubicBezTo>
                <a:lnTo>
                  <a:pt x="477851" y="566431"/>
                </a:lnTo>
                <a:cubicBezTo>
                  <a:pt x="481230" y="576450"/>
                  <a:pt x="479589" y="587432"/>
                  <a:pt x="473511" y="596006"/>
                </a:cubicBezTo>
                <a:cubicBezTo>
                  <a:pt x="467333" y="604580"/>
                  <a:pt x="457396" y="609685"/>
                  <a:pt x="446876" y="609685"/>
                </a:cubicBezTo>
                <a:lnTo>
                  <a:pt x="40433" y="609685"/>
                </a:lnTo>
                <a:cubicBezTo>
                  <a:pt x="29915" y="609685"/>
                  <a:pt x="19976" y="604580"/>
                  <a:pt x="13896" y="596006"/>
                </a:cubicBezTo>
                <a:cubicBezTo>
                  <a:pt x="7720" y="587432"/>
                  <a:pt x="6081" y="576450"/>
                  <a:pt x="9458" y="566431"/>
                </a:cubicBezTo>
                <a:lnTo>
                  <a:pt x="21231" y="531753"/>
                </a:lnTo>
                <a:cubicBezTo>
                  <a:pt x="42652" y="468944"/>
                  <a:pt x="99102" y="425787"/>
                  <a:pt x="164238" y="420007"/>
                </a:cubicBezTo>
                <a:close/>
                <a:moveTo>
                  <a:pt x="407384" y="314457"/>
                </a:moveTo>
                <a:cubicBezTo>
                  <a:pt x="443678" y="314457"/>
                  <a:pt x="473311" y="343945"/>
                  <a:pt x="473311" y="380177"/>
                </a:cubicBezTo>
                <a:cubicBezTo>
                  <a:pt x="473311" y="405039"/>
                  <a:pt x="459218" y="426432"/>
                  <a:pt x="438852" y="437610"/>
                </a:cubicBezTo>
                <a:cubicBezTo>
                  <a:pt x="412405" y="414291"/>
                  <a:pt x="379973" y="398294"/>
                  <a:pt x="344644" y="391645"/>
                </a:cubicBezTo>
                <a:cubicBezTo>
                  <a:pt x="357096" y="371601"/>
                  <a:pt x="366652" y="348571"/>
                  <a:pt x="372636" y="324575"/>
                </a:cubicBezTo>
                <a:cubicBezTo>
                  <a:pt x="382772" y="318215"/>
                  <a:pt x="394644" y="314457"/>
                  <a:pt x="407384" y="314457"/>
                </a:cubicBezTo>
                <a:close/>
                <a:moveTo>
                  <a:pt x="382525" y="212866"/>
                </a:moveTo>
                <a:lnTo>
                  <a:pt x="432312" y="212866"/>
                </a:lnTo>
                <a:cubicBezTo>
                  <a:pt x="439934" y="212866"/>
                  <a:pt x="446109" y="218935"/>
                  <a:pt x="446109" y="226546"/>
                </a:cubicBezTo>
                <a:lnTo>
                  <a:pt x="446109" y="254772"/>
                </a:lnTo>
                <a:cubicBezTo>
                  <a:pt x="454022" y="257181"/>
                  <a:pt x="461644" y="260361"/>
                  <a:pt x="468880" y="264215"/>
                </a:cubicBezTo>
                <a:lnTo>
                  <a:pt x="488950" y="244272"/>
                </a:lnTo>
                <a:cubicBezTo>
                  <a:pt x="491651" y="241574"/>
                  <a:pt x="495125" y="240226"/>
                  <a:pt x="498696" y="240226"/>
                </a:cubicBezTo>
                <a:cubicBezTo>
                  <a:pt x="502169" y="240226"/>
                  <a:pt x="505738" y="241574"/>
                  <a:pt x="508343" y="244272"/>
                </a:cubicBezTo>
                <a:lnTo>
                  <a:pt x="543561" y="279436"/>
                </a:lnTo>
                <a:cubicBezTo>
                  <a:pt x="546167" y="282037"/>
                  <a:pt x="547614" y="285505"/>
                  <a:pt x="547614" y="289165"/>
                </a:cubicBezTo>
                <a:cubicBezTo>
                  <a:pt x="547614" y="292730"/>
                  <a:pt x="546167" y="296295"/>
                  <a:pt x="543561" y="298799"/>
                </a:cubicBezTo>
                <a:lnTo>
                  <a:pt x="523589" y="318837"/>
                </a:lnTo>
                <a:cubicBezTo>
                  <a:pt x="527449" y="326062"/>
                  <a:pt x="530633" y="333673"/>
                  <a:pt x="533141" y="341574"/>
                </a:cubicBezTo>
                <a:lnTo>
                  <a:pt x="561316" y="341574"/>
                </a:lnTo>
                <a:cubicBezTo>
                  <a:pt x="568937" y="341574"/>
                  <a:pt x="575113" y="347739"/>
                  <a:pt x="575113" y="355350"/>
                </a:cubicBezTo>
                <a:lnTo>
                  <a:pt x="575113" y="405060"/>
                </a:lnTo>
                <a:cubicBezTo>
                  <a:pt x="575113" y="408720"/>
                  <a:pt x="573667" y="412189"/>
                  <a:pt x="571061" y="414790"/>
                </a:cubicBezTo>
                <a:cubicBezTo>
                  <a:pt x="568552" y="417391"/>
                  <a:pt x="564982" y="418836"/>
                  <a:pt x="561316" y="418836"/>
                </a:cubicBezTo>
                <a:lnTo>
                  <a:pt x="533141" y="418836"/>
                </a:lnTo>
                <a:cubicBezTo>
                  <a:pt x="530633" y="426737"/>
                  <a:pt x="527449" y="434346"/>
                  <a:pt x="523589" y="441571"/>
                </a:cubicBezTo>
                <a:lnTo>
                  <a:pt x="543658" y="461609"/>
                </a:lnTo>
                <a:cubicBezTo>
                  <a:pt x="546167" y="464114"/>
                  <a:pt x="547614" y="467679"/>
                  <a:pt x="547614" y="471244"/>
                </a:cubicBezTo>
                <a:cubicBezTo>
                  <a:pt x="547614" y="474904"/>
                  <a:pt x="546167" y="478373"/>
                  <a:pt x="543658" y="480973"/>
                </a:cubicBezTo>
                <a:lnTo>
                  <a:pt x="508441" y="516137"/>
                </a:lnTo>
                <a:cubicBezTo>
                  <a:pt x="505738" y="518834"/>
                  <a:pt x="502169" y="520183"/>
                  <a:pt x="498696" y="520183"/>
                </a:cubicBezTo>
                <a:cubicBezTo>
                  <a:pt x="497152" y="520183"/>
                  <a:pt x="495607" y="519797"/>
                  <a:pt x="494161" y="519317"/>
                </a:cubicBezTo>
                <a:cubicBezTo>
                  <a:pt x="485187" y="494076"/>
                  <a:pt x="471390" y="471533"/>
                  <a:pt x="454022" y="452554"/>
                </a:cubicBezTo>
                <a:cubicBezTo>
                  <a:pt x="477854" y="437140"/>
                  <a:pt x="493775" y="410552"/>
                  <a:pt x="493775" y="380205"/>
                </a:cubicBezTo>
                <a:cubicBezTo>
                  <a:pt x="493775" y="332710"/>
                  <a:pt x="454986" y="294079"/>
                  <a:pt x="407419" y="294079"/>
                </a:cubicBezTo>
                <a:cubicBezTo>
                  <a:pt x="396997" y="294079"/>
                  <a:pt x="387156" y="296198"/>
                  <a:pt x="377797" y="299570"/>
                </a:cubicBezTo>
                <a:cubicBezTo>
                  <a:pt x="379437" y="288299"/>
                  <a:pt x="380402" y="276931"/>
                  <a:pt x="380402" y="265659"/>
                </a:cubicBezTo>
                <a:cubicBezTo>
                  <a:pt x="380402" y="248030"/>
                  <a:pt x="378087" y="231460"/>
                  <a:pt x="373841" y="216141"/>
                </a:cubicBezTo>
                <a:cubicBezTo>
                  <a:pt x="376253" y="214215"/>
                  <a:pt x="379244" y="212866"/>
                  <a:pt x="382525" y="212866"/>
                </a:cubicBezTo>
                <a:close/>
                <a:moveTo>
                  <a:pt x="243677" y="144489"/>
                </a:moveTo>
                <a:cubicBezTo>
                  <a:pt x="296652" y="144537"/>
                  <a:pt x="349614" y="184959"/>
                  <a:pt x="349566" y="265609"/>
                </a:cubicBezTo>
                <a:cubicBezTo>
                  <a:pt x="349566" y="343465"/>
                  <a:pt x="302199" y="427006"/>
                  <a:pt x="243641" y="427006"/>
                </a:cubicBezTo>
                <a:cubicBezTo>
                  <a:pt x="185180" y="427006"/>
                  <a:pt x="137716" y="343465"/>
                  <a:pt x="137716" y="265609"/>
                </a:cubicBezTo>
                <a:cubicBezTo>
                  <a:pt x="137716" y="184766"/>
                  <a:pt x="190703" y="144441"/>
                  <a:pt x="243677" y="144489"/>
                </a:cubicBezTo>
                <a:close/>
                <a:moveTo>
                  <a:pt x="280380" y="119369"/>
                </a:moveTo>
                <a:cubicBezTo>
                  <a:pt x="294881" y="119369"/>
                  <a:pt x="309865" y="116862"/>
                  <a:pt x="310638" y="131425"/>
                </a:cubicBezTo>
                <a:cubicBezTo>
                  <a:pt x="301262" y="126216"/>
                  <a:pt x="291112" y="122166"/>
                  <a:pt x="280380" y="119369"/>
                </a:cubicBezTo>
                <a:close/>
                <a:moveTo>
                  <a:pt x="155368" y="95016"/>
                </a:moveTo>
                <a:cubicBezTo>
                  <a:pt x="175439" y="95016"/>
                  <a:pt x="193195" y="104939"/>
                  <a:pt x="204099" y="120065"/>
                </a:cubicBezTo>
                <a:cubicBezTo>
                  <a:pt x="164052" y="131722"/>
                  <a:pt x="133463" y="161106"/>
                  <a:pt x="118022" y="202051"/>
                </a:cubicBezTo>
                <a:cubicBezTo>
                  <a:pt x="72958" y="166211"/>
                  <a:pt x="98916" y="95016"/>
                  <a:pt x="155368" y="95016"/>
                </a:cubicBezTo>
                <a:close/>
                <a:moveTo>
                  <a:pt x="132207" y="0"/>
                </a:moveTo>
                <a:lnTo>
                  <a:pt x="178431" y="0"/>
                </a:lnTo>
                <a:cubicBezTo>
                  <a:pt x="185476" y="0"/>
                  <a:pt x="191169" y="5685"/>
                  <a:pt x="191169" y="12719"/>
                </a:cubicBezTo>
                <a:lnTo>
                  <a:pt x="191169" y="38829"/>
                </a:lnTo>
                <a:cubicBezTo>
                  <a:pt x="198600" y="41142"/>
                  <a:pt x="205646" y="44129"/>
                  <a:pt x="212303" y="47597"/>
                </a:cubicBezTo>
                <a:lnTo>
                  <a:pt x="230928" y="29098"/>
                </a:lnTo>
                <a:cubicBezTo>
                  <a:pt x="233341" y="26593"/>
                  <a:pt x="236621" y="25436"/>
                  <a:pt x="239903" y="25436"/>
                </a:cubicBezTo>
                <a:cubicBezTo>
                  <a:pt x="243183" y="25436"/>
                  <a:pt x="246369" y="26593"/>
                  <a:pt x="248877" y="29098"/>
                </a:cubicBezTo>
                <a:lnTo>
                  <a:pt x="281496" y="61760"/>
                </a:lnTo>
                <a:cubicBezTo>
                  <a:pt x="283908" y="64073"/>
                  <a:pt x="285259" y="67348"/>
                  <a:pt x="285259" y="70721"/>
                </a:cubicBezTo>
                <a:cubicBezTo>
                  <a:pt x="285259" y="74093"/>
                  <a:pt x="283908" y="77370"/>
                  <a:pt x="281496" y="79681"/>
                </a:cubicBezTo>
                <a:lnTo>
                  <a:pt x="262967" y="98181"/>
                </a:lnTo>
                <a:cubicBezTo>
                  <a:pt x="266151" y="104154"/>
                  <a:pt x="268757" y="110609"/>
                  <a:pt x="270880" y="117065"/>
                </a:cubicBezTo>
                <a:cubicBezTo>
                  <a:pt x="254089" y="113886"/>
                  <a:pt x="240193" y="113886"/>
                  <a:pt x="225332" y="115716"/>
                </a:cubicBezTo>
                <a:cubicBezTo>
                  <a:pt x="211435" y="91340"/>
                  <a:pt x="185476" y="74576"/>
                  <a:pt x="155368" y="74576"/>
                </a:cubicBezTo>
                <a:cubicBezTo>
                  <a:pt x="110880" y="74576"/>
                  <a:pt x="74596" y="110706"/>
                  <a:pt x="74596" y="155123"/>
                </a:cubicBezTo>
                <a:cubicBezTo>
                  <a:pt x="74596" y="183547"/>
                  <a:pt x="89554" y="208501"/>
                  <a:pt x="111845" y="222857"/>
                </a:cubicBezTo>
                <a:cubicBezTo>
                  <a:pt x="108758" y="236249"/>
                  <a:pt x="107020" y="250510"/>
                  <a:pt x="107020" y="265637"/>
                </a:cubicBezTo>
                <a:cubicBezTo>
                  <a:pt x="107020" y="265829"/>
                  <a:pt x="107020" y="266118"/>
                  <a:pt x="107020" y="266311"/>
                </a:cubicBezTo>
                <a:cubicBezTo>
                  <a:pt x="104221" y="265059"/>
                  <a:pt x="101133" y="264095"/>
                  <a:pt x="98335" y="262650"/>
                </a:cubicBezTo>
                <a:lnTo>
                  <a:pt x="79807" y="281149"/>
                </a:lnTo>
                <a:cubicBezTo>
                  <a:pt x="77394" y="283558"/>
                  <a:pt x="74210" y="284907"/>
                  <a:pt x="70832" y="284907"/>
                </a:cubicBezTo>
                <a:cubicBezTo>
                  <a:pt x="67455" y="284907"/>
                  <a:pt x="64173" y="283558"/>
                  <a:pt x="61761" y="281149"/>
                </a:cubicBezTo>
                <a:lnTo>
                  <a:pt x="29143" y="248582"/>
                </a:lnTo>
                <a:cubicBezTo>
                  <a:pt x="24126" y="243572"/>
                  <a:pt x="24126" y="235480"/>
                  <a:pt x="29143" y="230565"/>
                </a:cubicBezTo>
                <a:lnTo>
                  <a:pt x="47671" y="212066"/>
                </a:lnTo>
                <a:cubicBezTo>
                  <a:pt x="44102" y="205321"/>
                  <a:pt x="41110" y="198288"/>
                  <a:pt x="38793" y="190966"/>
                </a:cubicBezTo>
                <a:lnTo>
                  <a:pt x="12738" y="190966"/>
                </a:lnTo>
                <a:cubicBezTo>
                  <a:pt x="5693" y="190966"/>
                  <a:pt x="0" y="185185"/>
                  <a:pt x="0" y="178151"/>
                </a:cubicBezTo>
                <a:lnTo>
                  <a:pt x="0" y="132095"/>
                </a:lnTo>
                <a:cubicBezTo>
                  <a:pt x="0" y="125062"/>
                  <a:pt x="5693" y="119377"/>
                  <a:pt x="12738" y="119377"/>
                </a:cubicBezTo>
                <a:lnTo>
                  <a:pt x="38890" y="119377"/>
                </a:lnTo>
                <a:cubicBezTo>
                  <a:pt x="41110" y="111958"/>
                  <a:pt x="44102" y="104925"/>
                  <a:pt x="47671" y="98276"/>
                </a:cubicBezTo>
                <a:lnTo>
                  <a:pt x="29143" y="79778"/>
                </a:lnTo>
                <a:cubicBezTo>
                  <a:pt x="26731" y="77370"/>
                  <a:pt x="25380" y="74093"/>
                  <a:pt x="25380" y="70721"/>
                </a:cubicBezTo>
                <a:cubicBezTo>
                  <a:pt x="25380" y="67348"/>
                  <a:pt x="26731" y="64073"/>
                  <a:pt x="29143" y="61760"/>
                </a:cubicBezTo>
                <a:lnTo>
                  <a:pt x="61761" y="29098"/>
                </a:lnTo>
                <a:cubicBezTo>
                  <a:pt x="64270" y="26689"/>
                  <a:pt x="67551" y="25436"/>
                  <a:pt x="70832" y="25436"/>
                </a:cubicBezTo>
                <a:cubicBezTo>
                  <a:pt x="74113" y="25436"/>
                  <a:pt x="77299" y="26689"/>
                  <a:pt x="79807" y="29193"/>
                </a:cubicBezTo>
                <a:lnTo>
                  <a:pt x="98335" y="47597"/>
                </a:lnTo>
                <a:cubicBezTo>
                  <a:pt x="105090" y="44129"/>
                  <a:pt x="112135" y="41142"/>
                  <a:pt x="119469" y="38829"/>
                </a:cubicBezTo>
                <a:lnTo>
                  <a:pt x="119469" y="12719"/>
                </a:lnTo>
                <a:cubicBezTo>
                  <a:pt x="119469" y="5685"/>
                  <a:pt x="125259" y="0"/>
                  <a:pt x="132207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30">
            <a:extLst>
              <a:ext uri="{FF2B5EF4-FFF2-40B4-BE49-F238E27FC236}">
                <a16:creationId xmlns:a16="http://schemas.microsoft.com/office/drawing/2014/main" id="{EA9EE65B-6053-F139-8FAB-B6BAF565DE59}"/>
              </a:ext>
            </a:extLst>
          </p:cNvPr>
          <p:cNvSpPr/>
          <p:nvPr/>
        </p:nvSpPr>
        <p:spPr>
          <a:xfrm>
            <a:off x="9347200" y="3797300"/>
            <a:ext cx="609685" cy="608764"/>
          </a:xfrm>
          <a:custGeom>
            <a:avLst/>
            <a:gdLst/>
            <a:ahLst/>
            <a:cxnLst/>
            <a:rect l="l" t="t" r="r" b="b"/>
            <a:pathLst>
              <a:path w="609685" h="608764">
                <a:moveTo>
                  <a:pt x="304843" y="279036"/>
                </a:moveTo>
                <a:cubicBezTo>
                  <a:pt x="318861" y="279036"/>
                  <a:pt x="330227" y="290384"/>
                  <a:pt x="330227" y="304383"/>
                </a:cubicBezTo>
                <a:cubicBezTo>
                  <a:pt x="330227" y="318381"/>
                  <a:pt x="318861" y="329731"/>
                  <a:pt x="304843" y="329731"/>
                </a:cubicBezTo>
                <a:cubicBezTo>
                  <a:pt x="290824" y="329731"/>
                  <a:pt x="279460" y="318381"/>
                  <a:pt x="279460" y="304383"/>
                </a:cubicBezTo>
                <a:cubicBezTo>
                  <a:pt x="279460" y="290384"/>
                  <a:pt x="290824" y="279036"/>
                  <a:pt x="304843" y="279036"/>
                </a:cubicBezTo>
                <a:close/>
                <a:moveTo>
                  <a:pt x="304797" y="253586"/>
                </a:moveTo>
                <a:cubicBezTo>
                  <a:pt x="276850" y="253586"/>
                  <a:pt x="253992" y="276419"/>
                  <a:pt x="253992" y="304338"/>
                </a:cubicBezTo>
                <a:cubicBezTo>
                  <a:pt x="253992" y="332346"/>
                  <a:pt x="276850" y="355091"/>
                  <a:pt x="304797" y="355091"/>
                </a:cubicBezTo>
                <a:cubicBezTo>
                  <a:pt x="332835" y="355091"/>
                  <a:pt x="355604" y="332346"/>
                  <a:pt x="355604" y="304338"/>
                </a:cubicBezTo>
                <a:cubicBezTo>
                  <a:pt x="355604" y="276419"/>
                  <a:pt x="332835" y="253586"/>
                  <a:pt x="304797" y="253586"/>
                </a:cubicBezTo>
                <a:close/>
                <a:moveTo>
                  <a:pt x="304797" y="202922"/>
                </a:moveTo>
                <a:cubicBezTo>
                  <a:pt x="360870" y="202922"/>
                  <a:pt x="406409" y="248412"/>
                  <a:pt x="406409" y="304338"/>
                </a:cubicBezTo>
                <a:cubicBezTo>
                  <a:pt x="406409" y="360352"/>
                  <a:pt x="360870" y="405844"/>
                  <a:pt x="304797" y="405844"/>
                </a:cubicBezTo>
                <a:cubicBezTo>
                  <a:pt x="248813" y="405844"/>
                  <a:pt x="203275" y="360352"/>
                  <a:pt x="203275" y="304338"/>
                </a:cubicBezTo>
                <a:cubicBezTo>
                  <a:pt x="203275" y="248412"/>
                  <a:pt x="248813" y="202922"/>
                  <a:pt x="304797" y="202922"/>
                </a:cubicBezTo>
                <a:close/>
                <a:moveTo>
                  <a:pt x="304797" y="152213"/>
                </a:moveTo>
                <a:cubicBezTo>
                  <a:pt x="220762" y="152213"/>
                  <a:pt x="152443" y="220429"/>
                  <a:pt x="152443" y="304338"/>
                </a:cubicBezTo>
                <a:cubicBezTo>
                  <a:pt x="152443" y="388336"/>
                  <a:pt x="220762" y="456551"/>
                  <a:pt x="304797" y="456551"/>
                </a:cubicBezTo>
                <a:cubicBezTo>
                  <a:pt x="388924" y="456551"/>
                  <a:pt x="457242" y="388336"/>
                  <a:pt x="457242" y="304338"/>
                </a:cubicBezTo>
                <a:cubicBezTo>
                  <a:pt x="457242" y="220429"/>
                  <a:pt x="388924" y="152213"/>
                  <a:pt x="304797" y="152213"/>
                </a:cubicBezTo>
                <a:close/>
                <a:moveTo>
                  <a:pt x="253983" y="0"/>
                </a:moveTo>
                <a:lnTo>
                  <a:pt x="355613" y="0"/>
                </a:lnTo>
                <a:cubicBezTo>
                  <a:pt x="369722" y="0"/>
                  <a:pt x="381065" y="11325"/>
                  <a:pt x="381065" y="25324"/>
                </a:cubicBezTo>
                <a:lnTo>
                  <a:pt x="381065" y="62597"/>
                </a:lnTo>
                <a:cubicBezTo>
                  <a:pt x="395176" y="67056"/>
                  <a:pt x="408927" y="72763"/>
                  <a:pt x="422055" y="79718"/>
                </a:cubicBezTo>
                <a:lnTo>
                  <a:pt x="448490" y="53323"/>
                </a:lnTo>
                <a:cubicBezTo>
                  <a:pt x="458492" y="43336"/>
                  <a:pt x="474566" y="43336"/>
                  <a:pt x="484480" y="53323"/>
                </a:cubicBezTo>
                <a:lnTo>
                  <a:pt x="556280" y="125016"/>
                </a:lnTo>
                <a:cubicBezTo>
                  <a:pt x="566194" y="134915"/>
                  <a:pt x="566194" y="150965"/>
                  <a:pt x="556280" y="160862"/>
                </a:cubicBezTo>
                <a:lnTo>
                  <a:pt x="529847" y="187258"/>
                </a:lnTo>
                <a:cubicBezTo>
                  <a:pt x="536812" y="200454"/>
                  <a:pt x="542527" y="214187"/>
                  <a:pt x="546994" y="228276"/>
                </a:cubicBezTo>
                <a:lnTo>
                  <a:pt x="584233" y="228276"/>
                </a:lnTo>
                <a:cubicBezTo>
                  <a:pt x="598344" y="228276"/>
                  <a:pt x="609685" y="239599"/>
                  <a:pt x="609685" y="253600"/>
                </a:cubicBezTo>
                <a:lnTo>
                  <a:pt x="609685" y="355075"/>
                </a:lnTo>
                <a:cubicBezTo>
                  <a:pt x="609685" y="369165"/>
                  <a:pt x="598255" y="380488"/>
                  <a:pt x="584233" y="380488"/>
                </a:cubicBezTo>
                <a:lnTo>
                  <a:pt x="546994" y="380488"/>
                </a:lnTo>
                <a:cubicBezTo>
                  <a:pt x="542527" y="394578"/>
                  <a:pt x="536812" y="408310"/>
                  <a:pt x="529847" y="421418"/>
                </a:cubicBezTo>
                <a:lnTo>
                  <a:pt x="556280" y="447812"/>
                </a:lnTo>
                <a:cubicBezTo>
                  <a:pt x="566194" y="457798"/>
                  <a:pt x="566194" y="473850"/>
                  <a:pt x="556280" y="483748"/>
                </a:cubicBezTo>
                <a:lnTo>
                  <a:pt x="484480" y="555440"/>
                </a:lnTo>
                <a:cubicBezTo>
                  <a:pt x="474566" y="565338"/>
                  <a:pt x="458492" y="565338"/>
                  <a:pt x="448490" y="555440"/>
                </a:cubicBezTo>
                <a:lnTo>
                  <a:pt x="422055" y="529045"/>
                </a:lnTo>
                <a:cubicBezTo>
                  <a:pt x="408927" y="536001"/>
                  <a:pt x="395176" y="541618"/>
                  <a:pt x="381065" y="546077"/>
                </a:cubicBezTo>
                <a:lnTo>
                  <a:pt x="381065" y="583350"/>
                </a:lnTo>
                <a:cubicBezTo>
                  <a:pt x="381065" y="597438"/>
                  <a:pt x="369634" y="608764"/>
                  <a:pt x="355613" y="608764"/>
                </a:cubicBezTo>
                <a:lnTo>
                  <a:pt x="253983" y="608764"/>
                </a:lnTo>
                <a:cubicBezTo>
                  <a:pt x="239963" y="608764"/>
                  <a:pt x="228622" y="597438"/>
                  <a:pt x="228622" y="583350"/>
                </a:cubicBezTo>
                <a:lnTo>
                  <a:pt x="228622" y="546077"/>
                </a:lnTo>
                <a:cubicBezTo>
                  <a:pt x="214511" y="541618"/>
                  <a:pt x="200758" y="536001"/>
                  <a:pt x="187541" y="529045"/>
                </a:cubicBezTo>
                <a:lnTo>
                  <a:pt x="161107" y="555440"/>
                </a:lnTo>
                <a:cubicBezTo>
                  <a:pt x="151194" y="565338"/>
                  <a:pt x="135118" y="565338"/>
                  <a:pt x="125207" y="555440"/>
                </a:cubicBezTo>
                <a:lnTo>
                  <a:pt x="53405" y="483748"/>
                </a:lnTo>
                <a:cubicBezTo>
                  <a:pt x="43402" y="473850"/>
                  <a:pt x="43402" y="457798"/>
                  <a:pt x="53405" y="447812"/>
                </a:cubicBezTo>
                <a:lnTo>
                  <a:pt x="79750" y="421418"/>
                </a:lnTo>
                <a:cubicBezTo>
                  <a:pt x="72874" y="408310"/>
                  <a:pt x="67158" y="394578"/>
                  <a:pt x="62692" y="380488"/>
                </a:cubicBezTo>
                <a:lnTo>
                  <a:pt x="25363" y="380488"/>
                </a:lnTo>
                <a:cubicBezTo>
                  <a:pt x="11342" y="380488"/>
                  <a:pt x="0" y="369165"/>
                  <a:pt x="0" y="355075"/>
                </a:cubicBezTo>
                <a:lnTo>
                  <a:pt x="0" y="253600"/>
                </a:lnTo>
                <a:cubicBezTo>
                  <a:pt x="0" y="239599"/>
                  <a:pt x="11342" y="228276"/>
                  <a:pt x="25363" y="228276"/>
                </a:cubicBezTo>
                <a:lnTo>
                  <a:pt x="62692" y="228276"/>
                </a:lnTo>
                <a:cubicBezTo>
                  <a:pt x="67158" y="214187"/>
                  <a:pt x="72874" y="200454"/>
                  <a:pt x="79750" y="187258"/>
                </a:cubicBezTo>
                <a:lnTo>
                  <a:pt x="53405" y="160862"/>
                </a:lnTo>
                <a:cubicBezTo>
                  <a:pt x="43402" y="150965"/>
                  <a:pt x="43402" y="134915"/>
                  <a:pt x="53405" y="125016"/>
                </a:cubicBezTo>
                <a:lnTo>
                  <a:pt x="125207" y="53323"/>
                </a:lnTo>
                <a:cubicBezTo>
                  <a:pt x="135118" y="43336"/>
                  <a:pt x="151194" y="43336"/>
                  <a:pt x="161107" y="53323"/>
                </a:cubicBezTo>
                <a:lnTo>
                  <a:pt x="187541" y="79718"/>
                </a:lnTo>
                <a:cubicBezTo>
                  <a:pt x="200758" y="72763"/>
                  <a:pt x="214511" y="67056"/>
                  <a:pt x="228622" y="62597"/>
                </a:cubicBezTo>
                <a:lnTo>
                  <a:pt x="228622" y="25324"/>
                </a:lnTo>
                <a:cubicBezTo>
                  <a:pt x="228622" y="11325"/>
                  <a:pt x="239963" y="0"/>
                  <a:pt x="253983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4797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1">
            <a:extLst>
              <a:ext uri="{FF2B5EF4-FFF2-40B4-BE49-F238E27FC236}">
                <a16:creationId xmlns:a16="http://schemas.microsoft.com/office/drawing/2014/main" id="{FFB01D0F-41AE-6544-D85A-0FE79166A571}"/>
              </a:ext>
            </a:extLst>
          </p:cNvPr>
          <p:cNvSpPr/>
          <p:nvPr/>
        </p:nvSpPr>
        <p:spPr>
          <a:xfrm>
            <a:off x="1155700" y="1574800"/>
            <a:ext cx="10147300" cy="4178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617299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1759F09C-A9EC-9BDF-4FA8-03B1CCE6E393}"/>
              </a:ext>
            </a:extLst>
          </p:cNvPr>
          <p:cNvSpPr/>
          <p:nvPr/>
        </p:nvSpPr>
        <p:spPr>
          <a:xfrm>
            <a:off x="1727200" y="2679700"/>
            <a:ext cx="762000" cy="762000"/>
          </a:xfrm>
          <a:prstGeom prst="ellipse">
            <a:avLst/>
          </a:prstGeom>
          <a:solidFill>
            <a:srgbClr val="297F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C1018B04-3DCF-D6D4-4DAF-3D4ED589DEB6}"/>
              </a:ext>
            </a:extLst>
          </p:cNvPr>
          <p:cNvSpPr/>
          <p:nvPr/>
        </p:nvSpPr>
        <p:spPr>
          <a:xfrm>
            <a:off x="1625600" y="28067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B55D8007-F72B-0FED-4319-139F319041FB}"/>
              </a:ext>
            </a:extLst>
          </p:cNvPr>
          <p:cNvSpPr/>
          <p:nvPr/>
        </p:nvSpPr>
        <p:spPr>
          <a:xfrm>
            <a:off x="1727200" y="3898900"/>
            <a:ext cx="762000" cy="762000"/>
          </a:xfrm>
          <a:prstGeom prst="ellipse">
            <a:avLst/>
          </a:prstGeom>
          <a:solidFill>
            <a:srgbClr val="629D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852D9BA8-46BC-14E0-580E-5CD0209B3424}"/>
              </a:ext>
            </a:extLst>
          </p:cNvPr>
          <p:cNvSpPr/>
          <p:nvPr/>
        </p:nvSpPr>
        <p:spPr>
          <a:xfrm>
            <a:off x="1625600" y="40259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18F99D92-8B3B-F39D-3749-0EFA45A5ED45}"/>
              </a:ext>
            </a:extLst>
          </p:cNvPr>
          <p:cNvSpPr/>
          <p:nvPr/>
        </p:nvSpPr>
        <p:spPr>
          <a:xfrm>
            <a:off x="12446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4287BEF4-C035-C1A9-16FE-03BE163731CF}"/>
              </a:ext>
            </a:extLst>
          </p:cNvPr>
          <p:cNvSpPr/>
          <p:nvPr/>
        </p:nvSpPr>
        <p:spPr>
          <a:xfrm>
            <a:off x="8890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8E8C2DB4-317B-3656-3FB9-D50A6721B959}"/>
              </a:ext>
            </a:extLst>
          </p:cNvPr>
          <p:cNvSpPr/>
          <p:nvPr/>
        </p:nvSpPr>
        <p:spPr>
          <a:xfrm>
            <a:off x="939800" y="1905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9">
            <a:extLst>
              <a:ext uri="{FF2B5EF4-FFF2-40B4-BE49-F238E27FC236}">
                <a16:creationId xmlns:a16="http://schemas.microsoft.com/office/drawing/2014/main" id="{46F2B86F-3C1E-680E-D21F-8B96569A6B26}"/>
              </a:ext>
            </a:extLst>
          </p:cNvPr>
          <p:cNvSpPr/>
          <p:nvPr/>
        </p:nvSpPr>
        <p:spPr>
          <a:xfrm>
            <a:off x="12446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0">
            <a:extLst>
              <a:ext uri="{FF2B5EF4-FFF2-40B4-BE49-F238E27FC236}">
                <a16:creationId xmlns:a16="http://schemas.microsoft.com/office/drawing/2014/main" id="{AE8EF55D-F9E4-8AC0-711E-BDC372122321}"/>
              </a:ext>
            </a:extLst>
          </p:cNvPr>
          <p:cNvSpPr/>
          <p:nvPr/>
        </p:nvSpPr>
        <p:spPr>
          <a:xfrm>
            <a:off x="8890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21">
            <a:extLst>
              <a:ext uri="{FF2B5EF4-FFF2-40B4-BE49-F238E27FC236}">
                <a16:creationId xmlns:a16="http://schemas.microsoft.com/office/drawing/2014/main" id="{31676453-E036-FCB6-0740-E77ECDDF9C11}"/>
              </a:ext>
            </a:extLst>
          </p:cNvPr>
          <p:cNvSpPr/>
          <p:nvPr/>
        </p:nvSpPr>
        <p:spPr>
          <a:xfrm>
            <a:off x="939800" y="24765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22">
            <a:extLst>
              <a:ext uri="{FF2B5EF4-FFF2-40B4-BE49-F238E27FC236}">
                <a16:creationId xmlns:a16="http://schemas.microsoft.com/office/drawing/2014/main" id="{DB91BAEC-8889-1B31-4F47-538BDC224A1A}"/>
              </a:ext>
            </a:extLst>
          </p:cNvPr>
          <p:cNvSpPr/>
          <p:nvPr/>
        </p:nvSpPr>
        <p:spPr>
          <a:xfrm>
            <a:off x="12446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2169DC52-9902-E7E1-60A1-074A2C1A39A9}"/>
              </a:ext>
            </a:extLst>
          </p:cNvPr>
          <p:cNvSpPr/>
          <p:nvPr/>
        </p:nvSpPr>
        <p:spPr>
          <a:xfrm>
            <a:off x="8890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424EEBE2-330D-E44F-FF20-6ADA4F955D71}"/>
              </a:ext>
            </a:extLst>
          </p:cNvPr>
          <p:cNvSpPr/>
          <p:nvPr/>
        </p:nvSpPr>
        <p:spPr>
          <a:xfrm>
            <a:off x="939800" y="3048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A87317F5-727E-EEB3-8F35-73F62370587D}"/>
              </a:ext>
            </a:extLst>
          </p:cNvPr>
          <p:cNvSpPr/>
          <p:nvPr/>
        </p:nvSpPr>
        <p:spPr>
          <a:xfrm>
            <a:off x="12446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7369034C-57C7-C540-00C7-182D66713411}"/>
              </a:ext>
            </a:extLst>
          </p:cNvPr>
          <p:cNvSpPr/>
          <p:nvPr/>
        </p:nvSpPr>
        <p:spPr>
          <a:xfrm>
            <a:off x="8890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D86DA17D-FABF-0DA0-5145-C700FE8DBF05}"/>
              </a:ext>
            </a:extLst>
          </p:cNvPr>
          <p:cNvSpPr/>
          <p:nvPr/>
        </p:nvSpPr>
        <p:spPr>
          <a:xfrm>
            <a:off x="939800" y="3632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ADA088B-4436-5500-D9C8-A115B487C0AC}"/>
              </a:ext>
            </a:extLst>
          </p:cNvPr>
          <p:cNvSpPr/>
          <p:nvPr/>
        </p:nvSpPr>
        <p:spPr>
          <a:xfrm>
            <a:off x="12446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4D16C78C-6CD0-B424-4A21-EF3BEAF452B1}"/>
              </a:ext>
            </a:extLst>
          </p:cNvPr>
          <p:cNvSpPr/>
          <p:nvPr/>
        </p:nvSpPr>
        <p:spPr>
          <a:xfrm>
            <a:off x="8890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AC28B12C-639E-9CF3-F73C-1228F7271D79}"/>
              </a:ext>
            </a:extLst>
          </p:cNvPr>
          <p:cNvSpPr/>
          <p:nvPr/>
        </p:nvSpPr>
        <p:spPr>
          <a:xfrm>
            <a:off x="939800" y="4203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31">
            <a:extLst>
              <a:ext uri="{FF2B5EF4-FFF2-40B4-BE49-F238E27FC236}">
                <a16:creationId xmlns:a16="http://schemas.microsoft.com/office/drawing/2014/main" id="{37743A3E-0088-EC55-685E-8F46626AB9A2}"/>
              </a:ext>
            </a:extLst>
          </p:cNvPr>
          <p:cNvSpPr/>
          <p:nvPr/>
        </p:nvSpPr>
        <p:spPr>
          <a:xfrm>
            <a:off x="12446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2">
            <a:extLst>
              <a:ext uri="{FF2B5EF4-FFF2-40B4-BE49-F238E27FC236}">
                <a16:creationId xmlns:a16="http://schemas.microsoft.com/office/drawing/2014/main" id="{6EF4D42B-2B05-8A11-CFAF-EEBD7DB22727}"/>
              </a:ext>
            </a:extLst>
          </p:cNvPr>
          <p:cNvSpPr/>
          <p:nvPr/>
        </p:nvSpPr>
        <p:spPr>
          <a:xfrm>
            <a:off x="8890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A73DC5E0-A810-CDE5-9092-1F479592771A}"/>
              </a:ext>
            </a:extLst>
          </p:cNvPr>
          <p:cNvSpPr/>
          <p:nvPr/>
        </p:nvSpPr>
        <p:spPr>
          <a:xfrm>
            <a:off x="939800" y="4775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2FDC18C0-4835-FCFB-436A-DDAFED40DB86}"/>
              </a:ext>
            </a:extLst>
          </p:cNvPr>
          <p:cNvSpPr/>
          <p:nvPr/>
        </p:nvSpPr>
        <p:spPr>
          <a:xfrm>
            <a:off x="12446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8A3D8BBA-F389-3EBF-F2F0-CEEA1FE71E61}"/>
              </a:ext>
            </a:extLst>
          </p:cNvPr>
          <p:cNvSpPr/>
          <p:nvPr/>
        </p:nvSpPr>
        <p:spPr>
          <a:xfrm>
            <a:off x="8890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AE7238FF-42C4-E09D-0999-D91C9F1940DF}"/>
              </a:ext>
            </a:extLst>
          </p:cNvPr>
          <p:cNvSpPr/>
          <p:nvPr/>
        </p:nvSpPr>
        <p:spPr>
          <a:xfrm>
            <a:off x="939800" y="5346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7">
            <a:extLst>
              <a:ext uri="{FF2B5EF4-FFF2-40B4-BE49-F238E27FC236}">
                <a16:creationId xmlns:a16="http://schemas.microsoft.com/office/drawing/2014/main" id="{5D4DD1C1-7615-7967-7FCC-1CF737AC059B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0" name="AutoShape 38">
            <a:extLst>
              <a:ext uri="{FF2B5EF4-FFF2-40B4-BE49-F238E27FC236}">
                <a16:creationId xmlns:a16="http://schemas.microsoft.com/office/drawing/2014/main" id="{6D9AEE91-BEB8-BFA1-A2AF-3800CEA2377A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1" name="AutoShape 39">
            <a:extLst>
              <a:ext uri="{FF2B5EF4-FFF2-40B4-BE49-F238E27FC236}">
                <a16:creationId xmlns:a16="http://schemas.microsoft.com/office/drawing/2014/main" id="{2E679C30-5DB3-CAD4-CE18-EAE2388A1949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32" name="Connector 40">
            <a:extLst>
              <a:ext uri="{FF2B5EF4-FFF2-40B4-BE49-F238E27FC236}">
                <a16:creationId xmlns:a16="http://schemas.microsoft.com/office/drawing/2014/main" id="{0F23ADE6-5341-8DDB-A020-EB0917A539C5}"/>
              </a:ext>
            </a:extLst>
          </p:cNvPr>
          <p:cNvCxnSpPr/>
          <p:nvPr/>
        </p:nvCxnSpPr>
        <p:spPr>
          <a:xfrm>
            <a:off x="2806700" y="30353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33" name="Connector 41">
            <a:extLst>
              <a:ext uri="{FF2B5EF4-FFF2-40B4-BE49-F238E27FC236}">
                <a16:creationId xmlns:a16="http://schemas.microsoft.com/office/drawing/2014/main" id="{D2BC8812-EFF3-9FC5-2C66-649566C9D751}"/>
              </a:ext>
            </a:extLst>
          </p:cNvPr>
          <p:cNvCxnSpPr/>
          <p:nvPr/>
        </p:nvCxnSpPr>
        <p:spPr>
          <a:xfrm>
            <a:off x="2806700" y="42926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9561588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777666A5-E308-86CE-DB68-04FFD47C8F01}"/>
              </a:ext>
            </a:extLst>
          </p:cNvPr>
          <p:cNvSpPr/>
          <p:nvPr/>
        </p:nvSpPr>
        <p:spPr>
          <a:xfrm>
            <a:off x="7239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337FB9E3-E239-1B90-EBCD-5F7FC9294357}"/>
              </a:ext>
            </a:extLst>
          </p:cNvPr>
          <p:cNvSpPr/>
          <p:nvPr/>
        </p:nvSpPr>
        <p:spPr>
          <a:xfrm>
            <a:off x="8509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B1A6A787-0ADD-6E7E-0BC4-6263E3623362}"/>
              </a:ext>
            </a:extLst>
          </p:cNvPr>
          <p:cNvSpPr/>
          <p:nvPr/>
        </p:nvSpPr>
        <p:spPr>
          <a:xfrm>
            <a:off x="19050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3A838E8-0B3E-7CC4-4A80-B195DB077401}"/>
              </a:ext>
            </a:extLst>
          </p:cNvPr>
          <p:cNvSpPr/>
          <p:nvPr/>
        </p:nvSpPr>
        <p:spPr>
          <a:xfrm>
            <a:off x="12573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FF78B2-2499-AFB2-6E70-925A1C36DC00}"/>
              </a:ext>
            </a:extLst>
          </p:cNvPr>
          <p:cNvSpPr/>
          <p:nvPr/>
        </p:nvSpPr>
        <p:spPr>
          <a:xfrm>
            <a:off x="63627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D3793847-702C-7BA1-103F-7EE22A8334BF}"/>
              </a:ext>
            </a:extLst>
          </p:cNvPr>
          <p:cNvSpPr/>
          <p:nvPr/>
        </p:nvSpPr>
        <p:spPr>
          <a:xfrm>
            <a:off x="64897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6BFC270F-646B-4252-442B-2C561115A40A}"/>
              </a:ext>
            </a:extLst>
          </p:cNvPr>
          <p:cNvSpPr/>
          <p:nvPr/>
        </p:nvSpPr>
        <p:spPr>
          <a:xfrm>
            <a:off x="75438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4CA4FF0-7961-EA3C-3962-CA3D0214682D}"/>
              </a:ext>
            </a:extLst>
          </p:cNvPr>
          <p:cNvSpPr/>
          <p:nvPr/>
        </p:nvSpPr>
        <p:spPr>
          <a:xfrm>
            <a:off x="68961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661249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3DA67CB2-74D5-95D4-E4C5-300370DF0582}"/>
              </a:ext>
            </a:extLst>
          </p:cNvPr>
          <p:cNvSpPr/>
          <p:nvPr/>
        </p:nvSpPr>
        <p:spPr>
          <a:xfrm>
            <a:off x="6146800" y="1866900"/>
            <a:ext cx="1795729" cy="1795725"/>
          </a:xfrm>
          <a:custGeom>
            <a:avLst/>
            <a:gdLst/>
            <a:ahLst/>
            <a:cxnLst/>
            <a:rect l="l" t="t" r="r" b="b"/>
            <a:pathLst>
              <a:path w="1795729" h="1795725">
                <a:moveTo>
                  <a:pt x="0" y="0"/>
                </a:moveTo>
                <a:lnTo>
                  <a:pt x="88795" y="4483"/>
                </a:lnTo>
                <a:cubicBezTo>
                  <a:pt x="986448" y="95645"/>
                  <a:pt x="1700083" y="809280"/>
                  <a:pt x="1791245" y="1706935"/>
                </a:cubicBezTo>
                <a:lnTo>
                  <a:pt x="1795729" y="1795725"/>
                </a:lnTo>
                <a:lnTo>
                  <a:pt x="1210380" y="1795725"/>
                </a:lnTo>
                <a:lnTo>
                  <a:pt x="1208742" y="1763292"/>
                </a:lnTo>
                <a:cubicBezTo>
                  <a:pt x="1144880" y="1134455"/>
                  <a:pt x="644954" y="634528"/>
                  <a:pt x="16116" y="570666"/>
                </a:cubicBezTo>
                <a:lnTo>
                  <a:pt x="0" y="569852"/>
                </a:ln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95CB6475-C771-37E2-17B0-99975A140F6B}"/>
              </a:ext>
            </a:extLst>
          </p:cNvPr>
          <p:cNvSpPr/>
          <p:nvPr/>
        </p:nvSpPr>
        <p:spPr>
          <a:xfrm>
            <a:off x="4140200" y="1866900"/>
            <a:ext cx="1795725" cy="1795725"/>
          </a:xfrm>
          <a:custGeom>
            <a:avLst/>
            <a:gdLst/>
            <a:ahLst/>
            <a:cxnLst/>
            <a:rect l="l" t="t" r="r" b="b"/>
            <a:pathLst>
              <a:path w="1795725" h="1795725">
                <a:moveTo>
                  <a:pt x="1795725" y="0"/>
                </a:moveTo>
                <a:lnTo>
                  <a:pt x="1795725" y="568411"/>
                </a:lnTo>
                <a:lnTo>
                  <a:pt x="1751054" y="570666"/>
                </a:lnTo>
                <a:cubicBezTo>
                  <a:pt x="1122216" y="634528"/>
                  <a:pt x="622290" y="1134455"/>
                  <a:pt x="558428" y="1763292"/>
                </a:cubicBezTo>
                <a:lnTo>
                  <a:pt x="556791" y="1795725"/>
                </a:lnTo>
                <a:lnTo>
                  <a:pt x="0" y="1795725"/>
                </a:lnTo>
                <a:lnTo>
                  <a:pt x="4483" y="1706935"/>
                </a:lnTo>
                <a:cubicBezTo>
                  <a:pt x="95645" y="809280"/>
                  <a:pt x="809281" y="95645"/>
                  <a:pt x="1706935" y="4483"/>
                </a:cubicBezTo>
                <a:lnTo>
                  <a:pt x="1795725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94CBADAD-25F7-840F-69A7-EE69DF79A74C}"/>
              </a:ext>
            </a:extLst>
          </p:cNvPr>
          <p:cNvSpPr/>
          <p:nvPr/>
        </p:nvSpPr>
        <p:spPr>
          <a:xfrm>
            <a:off x="4140200" y="3873500"/>
            <a:ext cx="1795725" cy="1795728"/>
          </a:xfrm>
          <a:custGeom>
            <a:avLst/>
            <a:gdLst/>
            <a:ahLst/>
            <a:cxnLst/>
            <a:rect l="l" t="t" r="r" b="b"/>
            <a:pathLst>
              <a:path w="1795725" h="1795728">
                <a:moveTo>
                  <a:pt x="0" y="0"/>
                </a:moveTo>
                <a:lnTo>
                  <a:pt x="556997" y="0"/>
                </a:lnTo>
                <a:lnTo>
                  <a:pt x="558428" y="28353"/>
                </a:lnTo>
                <a:cubicBezTo>
                  <a:pt x="622290" y="657191"/>
                  <a:pt x="1122216" y="1157117"/>
                  <a:pt x="1751054" y="1220979"/>
                </a:cubicBezTo>
                <a:lnTo>
                  <a:pt x="1795725" y="1223235"/>
                </a:lnTo>
                <a:lnTo>
                  <a:pt x="1795725" y="1795728"/>
                </a:lnTo>
                <a:lnTo>
                  <a:pt x="1706935" y="1791244"/>
                </a:lnTo>
                <a:cubicBezTo>
                  <a:pt x="809281" y="1700082"/>
                  <a:pt x="95645" y="986448"/>
                  <a:pt x="4483" y="88793"/>
                </a:cubicBez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DBD16696-4C93-46B5-ACA4-21F917533263}"/>
              </a:ext>
            </a:extLst>
          </p:cNvPr>
          <p:cNvSpPr/>
          <p:nvPr/>
        </p:nvSpPr>
        <p:spPr>
          <a:xfrm>
            <a:off x="6146800" y="3873500"/>
            <a:ext cx="1795729" cy="1795728"/>
          </a:xfrm>
          <a:custGeom>
            <a:avLst/>
            <a:gdLst/>
            <a:ahLst/>
            <a:cxnLst/>
            <a:rect l="l" t="t" r="r" b="b"/>
            <a:pathLst>
              <a:path w="1795729" h="1795728">
                <a:moveTo>
                  <a:pt x="1210174" y="0"/>
                </a:moveTo>
                <a:lnTo>
                  <a:pt x="1795729" y="0"/>
                </a:lnTo>
                <a:lnTo>
                  <a:pt x="1791245" y="88793"/>
                </a:lnTo>
                <a:cubicBezTo>
                  <a:pt x="1700083" y="986448"/>
                  <a:pt x="986448" y="1700082"/>
                  <a:pt x="88795" y="1791244"/>
                </a:cubicBezTo>
                <a:lnTo>
                  <a:pt x="0" y="1795728"/>
                </a:lnTo>
                <a:lnTo>
                  <a:pt x="0" y="1221793"/>
                </a:lnTo>
                <a:lnTo>
                  <a:pt x="16116" y="1220979"/>
                </a:lnTo>
                <a:cubicBezTo>
                  <a:pt x="644954" y="1157117"/>
                  <a:pt x="1144880" y="657191"/>
                  <a:pt x="1208742" y="28353"/>
                </a:cubicBezTo>
                <a:lnTo>
                  <a:pt x="1210174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D4096B83-C640-E964-FDD1-11C9A0A61157}"/>
              </a:ext>
            </a:extLst>
          </p:cNvPr>
          <p:cNvSpPr/>
          <p:nvPr/>
        </p:nvSpPr>
        <p:spPr>
          <a:xfrm>
            <a:off x="4445000" y="307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5563BAA9-F7C7-3106-A9C9-E972856FCBB2}"/>
              </a:ext>
            </a:extLst>
          </p:cNvPr>
          <p:cNvSpPr/>
          <p:nvPr/>
        </p:nvSpPr>
        <p:spPr>
          <a:xfrm>
            <a:off x="5727700" y="3873500"/>
            <a:ext cx="631999" cy="627784"/>
          </a:xfrm>
          <a:custGeom>
            <a:avLst/>
            <a:gdLst/>
            <a:ahLst/>
            <a:cxnLst/>
            <a:rect l="l" t="t" r="r" b="b"/>
            <a:pathLst>
              <a:path w="631999" h="627784">
                <a:moveTo>
                  <a:pt x="59280" y="0"/>
                </a:moveTo>
                <a:cubicBezTo>
                  <a:pt x="23905" y="0"/>
                  <a:pt x="0" y="29790"/>
                  <a:pt x="0" y="64261"/>
                </a:cubicBezTo>
                <a:lnTo>
                  <a:pt x="0" y="340224"/>
                </a:lnTo>
                <a:cubicBezTo>
                  <a:pt x="0" y="377339"/>
                  <a:pt x="37686" y="386203"/>
                  <a:pt x="37686" y="386203"/>
                </a:cubicBezTo>
                <a:cubicBezTo>
                  <a:pt x="37686" y="386203"/>
                  <a:pt x="37686" y="103090"/>
                  <a:pt x="37686" y="74811"/>
                </a:cubicBezTo>
                <a:cubicBezTo>
                  <a:pt x="37686" y="46502"/>
                  <a:pt x="53047" y="41562"/>
                  <a:pt x="83125" y="41562"/>
                </a:cubicBezTo>
                <a:cubicBezTo>
                  <a:pt x="113175" y="41562"/>
                  <a:pt x="547996" y="41562"/>
                  <a:pt x="547996" y="41562"/>
                </a:cubicBezTo>
                <a:cubicBezTo>
                  <a:pt x="547996" y="41562"/>
                  <a:pt x="533864" y="0"/>
                  <a:pt x="506419" y="0"/>
                </a:cubicBezTo>
                <a:lnTo>
                  <a:pt x="59280" y="0"/>
                </a:lnTo>
                <a:close/>
                <a:moveTo>
                  <a:pt x="108610" y="70917"/>
                </a:moveTo>
                <a:cubicBezTo>
                  <a:pt x="67940" y="70917"/>
                  <a:pt x="70924" y="105270"/>
                  <a:pt x="70924" y="105270"/>
                </a:cubicBezTo>
                <a:cubicBezTo>
                  <a:pt x="70924" y="105270"/>
                  <a:pt x="70924" y="415529"/>
                  <a:pt x="70924" y="439391"/>
                </a:cubicBezTo>
                <a:cubicBezTo>
                  <a:pt x="70924" y="463281"/>
                  <a:pt x="85057" y="480953"/>
                  <a:pt x="108054" y="480953"/>
                </a:cubicBezTo>
                <a:cubicBezTo>
                  <a:pt x="131053" y="480953"/>
                  <a:pt x="262631" y="480953"/>
                  <a:pt x="262631" y="480953"/>
                </a:cubicBezTo>
                <a:lnTo>
                  <a:pt x="344089" y="627784"/>
                </a:lnTo>
                <a:lnTo>
                  <a:pt x="436051" y="478192"/>
                </a:lnTo>
                <a:cubicBezTo>
                  <a:pt x="436051" y="478192"/>
                  <a:pt x="559027" y="478192"/>
                  <a:pt x="587320" y="478192"/>
                </a:cubicBezTo>
                <a:cubicBezTo>
                  <a:pt x="615615" y="478192"/>
                  <a:pt x="629425" y="478046"/>
                  <a:pt x="629425" y="433840"/>
                </a:cubicBezTo>
                <a:lnTo>
                  <a:pt x="629425" y="121895"/>
                </a:lnTo>
                <a:cubicBezTo>
                  <a:pt x="629425" y="92714"/>
                  <a:pt x="631999" y="70917"/>
                  <a:pt x="593962" y="70917"/>
                </a:cubicBezTo>
                <a:lnTo>
                  <a:pt x="108610" y="70917"/>
                </a:lnTo>
                <a:close/>
              </a:path>
            </a:pathLst>
          </a:custGeom>
          <a:solidFill>
            <a:srgbClr val="284E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7">
            <a:extLst>
              <a:ext uri="{FF2B5EF4-FFF2-40B4-BE49-F238E27FC236}">
                <a16:creationId xmlns:a16="http://schemas.microsoft.com/office/drawing/2014/main" id="{1755CC42-AF77-37AB-D2FB-D3878D85654C}"/>
              </a:ext>
            </a:extLst>
          </p:cNvPr>
          <p:cNvCxnSpPr/>
          <p:nvPr/>
        </p:nvCxnSpPr>
        <p:spPr>
          <a:xfrm rot="3">
            <a:off x="3543300" y="2057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0" name="Connector 18">
            <a:extLst>
              <a:ext uri="{FF2B5EF4-FFF2-40B4-BE49-F238E27FC236}">
                <a16:creationId xmlns:a16="http://schemas.microsoft.com/office/drawing/2014/main" id="{4B272935-1530-FF7E-4523-541C8ECB743B}"/>
              </a:ext>
            </a:extLst>
          </p:cNvPr>
          <p:cNvCxnSpPr/>
          <p:nvPr/>
        </p:nvCxnSpPr>
        <p:spPr>
          <a:xfrm rot="5223772">
            <a:off x="43306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1" name="Connector 19">
            <a:extLst>
              <a:ext uri="{FF2B5EF4-FFF2-40B4-BE49-F238E27FC236}">
                <a16:creationId xmlns:a16="http://schemas.microsoft.com/office/drawing/2014/main" id="{01E825D4-C761-C3A5-C8B7-F31EC43E5484}"/>
              </a:ext>
            </a:extLst>
          </p:cNvPr>
          <p:cNvCxnSpPr/>
          <p:nvPr/>
        </p:nvCxnSpPr>
        <p:spPr>
          <a:xfrm rot="3">
            <a:off x="7505700" y="2057400"/>
            <a:ext cx="101607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2" name="Connector 20">
            <a:extLst>
              <a:ext uri="{FF2B5EF4-FFF2-40B4-BE49-F238E27FC236}">
                <a16:creationId xmlns:a16="http://schemas.microsoft.com/office/drawing/2014/main" id="{E5D6AE73-5266-42FA-1FBF-80556DCBC3E4}"/>
              </a:ext>
            </a:extLst>
          </p:cNvPr>
          <p:cNvCxnSpPr/>
          <p:nvPr/>
        </p:nvCxnSpPr>
        <p:spPr>
          <a:xfrm rot="5223772">
            <a:off x="72389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8C9C02C5-5F20-329C-ED7A-1527C8BFEA2F}"/>
              </a:ext>
            </a:extLst>
          </p:cNvPr>
          <p:cNvCxnSpPr/>
          <p:nvPr/>
        </p:nvCxnSpPr>
        <p:spPr>
          <a:xfrm rot="3">
            <a:off x="3543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4" name="Connector 22">
            <a:extLst>
              <a:ext uri="{FF2B5EF4-FFF2-40B4-BE49-F238E27FC236}">
                <a16:creationId xmlns:a16="http://schemas.microsoft.com/office/drawing/2014/main" id="{A2C5BB72-C508-3A04-AF55-46C8B3E76327}"/>
              </a:ext>
            </a:extLst>
          </p:cNvPr>
          <p:cNvCxnSpPr/>
          <p:nvPr/>
        </p:nvCxnSpPr>
        <p:spPr>
          <a:xfrm rot="5223772">
            <a:off x="4330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5" name="Connector 23">
            <a:extLst>
              <a:ext uri="{FF2B5EF4-FFF2-40B4-BE49-F238E27FC236}">
                <a16:creationId xmlns:a16="http://schemas.microsoft.com/office/drawing/2014/main" id="{CE10274B-30FF-9A07-C8A9-53BDD470907A}"/>
              </a:ext>
            </a:extLst>
          </p:cNvPr>
          <p:cNvCxnSpPr/>
          <p:nvPr/>
        </p:nvCxnSpPr>
        <p:spPr>
          <a:xfrm rot="3">
            <a:off x="7480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6" name="Connector 24">
            <a:extLst>
              <a:ext uri="{FF2B5EF4-FFF2-40B4-BE49-F238E27FC236}">
                <a16:creationId xmlns:a16="http://schemas.microsoft.com/office/drawing/2014/main" id="{AB4321F1-92DA-11D2-83F1-93B60EA127DB}"/>
              </a:ext>
            </a:extLst>
          </p:cNvPr>
          <p:cNvCxnSpPr/>
          <p:nvPr/>
        </p:nvCxnSpPr>
        <p:spPr>
          <a:xfrm rot="5223772">
            <a:off x="7251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7" name="AutoShape 25">
            <a:extLst>
              <a:ext uri="{FF2B5EF4-FFF2-40B4-BE49-F238E27FC236}">
                <a16:creationId xmlns:a16="http://schemas.microsoft.com/office/drawing/2014/main" id="{93008BEA-E94D-1DEC-55C8-A0D57986AE54}"/>
              </a:ext>
            </a:extLst>
          </p:cNvPr>
          <p:cNvSpPr/>
          <p:nvPr/>
        </p:nvSpPr>
        <p:spPr>
          <a:xfrm>
            <a:off x="3302000" y="19304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3A88A187-F5DD-4281-7B2A-748351EB4A6B}"/>
              </a:ext>
            </a:extLst>
          </p:cNvPr>
          <p:cNvSpPr/>
          <p:nvPr/>
        </p:nvSpPr>
        <p:spPr>
          <a:xfrm>
            <a:off x="3289300" y="53721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181862E4-B5C0-89B6-CA49-3FAAFC7A3062}"/>
              </a:ext>
            </a:extLst>
          </p:cNvPr>
          <p:cNvSpPr/>
          <p:nvPr/>
        </p:nvSpPr>
        <p:spPr>
          <a:xfrm>
            <a:off x="8521700" y="19304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BBF3AD1D-EE2F-D470-E13A-B497CC424F61}"/>
              </a:ext>
            </a:extLst>
          </p:cNvPr>
          <p:cNvSpPr/>
          <p:nvPr/>
        </p:nvSpPr>
        <p:spPr>
          <a:xfrm>
            <a:off x="8470900" y="53721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0982D153-4420-00C6-DE2E-FB9371D4B6AA}"/>
              </a:ext>
            </a:extLst>
          </p:cNvPr>
          <p:cNvSpPr/>
          <p:nvPr/>
        </p:nvSpPr>
        <p:spPr>
          <a:xfrm>
            <a:off x="2283941" y="1646933"/>
            <a:ext cx="542149" cy="631850"/>
          </a:xfrm>
          <a:custGeom>
            <a:avLst/>
            <a:gdLst/>
            <a:ahLst/>
            <a:cxnLst/>
            <a:rect l="l" t="t" r="r" b="b"/>
            <a:pathLst>
              <a:path w="542149" h="631850">
                <a:moveTo>
                  <a:pt x="301044" y="452505"/>
                </a:moveTo>
                <a:lnTo>
                  <a:pt x="301044" y="303055"/>
                </a:lnTo>
                <a:cubicBezTo>
                  <a:pt x="301044" y="286498"/>
                  <a:pt x="287616" y="273100"/>
                  <a:pt x="271075" y="273100"/>
                </a:cubicBezTo>
                <a:cubicBezTo>
                  <a:pt x="254585" y="273100"/>
                  <a:pt x="241206" y="286498"/>
                  <a:pt x="241206" y="303055"/>
                </a:cubicBezTo>
                <a:lnTo>
                  <a:pt x="241206" y="452505"/>
                </a:lnTo>
                <a:lnTo>
                  <a:pt x="94149" y="452505"/>
                </a:lnTo>
                <a:lnTo>
                  <a:pt x="174869" y="351585"/>
                </a:lnTo>
                <a:cubicBezTo>
                  <a:pt x="182022" y="342546"/>
                  <a:pt x="183503" y="330319"/>
                  <a:pt x="178559" y="319992"/>
                </a:cubicBezTo>
                <a:cubicBezTo>
                  <a:pt x="173614" y="309520"/>
                  <a:pt x="163072" y="303055"/>
                  <a:pt x="151527" y="303055"/>
                </a:cubicBezTo>
                <a:lnTo>
                  <a:pt x="119324" y="303055"/>
                </a:lnTo>
                <a:lnTo>
                  <a:pt x="271075" y="86119"/>
                </a:lnTo>
                <a:lnTo>
                  <a:pt x="423053" y="303055"/>
                </a:lnTo>
                <a:lnTo>
                  <a:pt x="390674" y="303055"/>
                </a:lnTo>
                <a:cubicBezTo>
                  <a:pt x="379305" y="303055"/>
                  <a:pt x="368712" y="309520"/>
                  <a:pt x="363742" y="319992"/>
                </a:cubicBezTo>
                <a:cubicBezTo>
                  <a:pt x="358773" y="330319"/>
                  <a:pt x="360153" y="342546"/>
                  <a:pt x="367433" y="351585"/>
                </a:cubicBezTo>
                <a:lnTo>
                  <a:pt x="448177" y="452505"/>
                </a:lnTo>
                <a:cubicBezTo>
                  <a:pt x="448177" y="452505"/>
                  <a:pt x="301044" y="452505"/>
                  <a:pt x="301044" y="452505"/>
                </a:cubicBezTo>
                <a:close/>
                <a:moveTo>
                  <a:pt x="533666" y="463680"/>
                </a:moveTo>
                <a:lnTo>
                  <a:pt x="452946" y="362701"/>
                </a:lnTo>
                <a:lnTo>
                  <a:pt x="480380" y="362701"/>
                </a:lnTo>
                <a:cubicBezTo>
                  <a:pt x="491525" y="362701"/>
                  <a:pt x="501739" y="356528"/>
                  <a:pt x="506960" y="346641"/>
                </a:cubicBezTo>
                <a:cubicBezTo>
                  <a:pt x="512055" y="336724"/>
                  <a:pt x="511202" y="324877"/>
                  <a:pt x="504978" y="315721"/>
                </a:cubicBezTo>
                <a:lnTo>
                  <a:pt x="295598" y="16733"/>
                </a:lnTo>
                <a:cubicBezTo>
                  <a:pt x="286110" y="3335"/>
                  <a:pt x="267410" y="0"/>
                  <a:pt x="254033" y="9478"/>
                </a:cubicBezTo>
                <a:cubicBezTo>
                  <a:pt x="251222" y="11409"/>
                  <a:pt x="249214" y="13866"/>
                  <a:pt x="247306" y="16382"/>
                </a:cubicBezTo>
                <a:cubicBezTo>
                  <a:pt x="246578" y="16733"/>
                  <a:pt x="37374" y="315721"/>
                  <a:pt x="37374" y="315721"/>
                </a:cubicBezTo>
                <a:cubicBezTo>
                  <a:pt x="30973" y="324877"/>
                  <a:pt x="30271" y="336724"/>
                  <a:pt x="35366" y="346641"/>
                </a:cubicBezTo>
                <a:cubicBezTo>
                  <a:pt x="40461" y="356528"/>
                  <a:pt x="50652" y="362701"/>
                  <a:pt x="61896" y="362701"/>
                </a:cubicBezTo>
                <a:lnTo>
                  <a:pt x="89380" y="362701"/>
                </a:lnTo>
                <a:lnTo>
                  <a:pt x="8686" y="463680"/>
                </a:lnTo>
                <a:cubicBezTo>
                  <a:pt x="1457" y="472602"/>
                  <a:pt x="0" y="484917"/>
                  <a:pt x="4995" y="495360"/>
                </a:cubicBezTo>
                <a:cubicBezTo>
                  <a:pt x="9941" y="505568"/>
                  <a:pt x="20482" y="512180"/>
                  <a:pt x="32027" y="512180"/>
                </a:cubicBezTo>
                <a:lnTo>
                  <a:pt x="241206" y="512180"/>
                </a:lnTo>
                <a:lnTo>
                  <a:pt x="241206" y="601955"/>
                </a:lnTo>
                <a:cubicBezTo>
                  <a:pt x="241206" y="618395"/>
                  <a:pt x="254585" y="631851"/>
                  <a:pt x="271075" y="631851"/>
                </a:cubicBezTo>
                <a:cubicBezTo>
                  <a:pt x="287616" y="631851"/>
                  <a:pt x="301044" y="618395"/>
                  <a:pt x="301044" y="601955"/>
                </a:cubicBezTo>
                <a:lnTo>
                  <a:pt x="301044" y="512180"/>
                </a:lnTo>
                <a:lnTo>
                  <a:pt x="510349" y="512180"/>
                </a:lnTo>
                <a:cubicBezTo>
                  <a:pt x="521719" y="512180"/>
                  <a:pt x="532236" y="505568"/>
                  <a:pt x="537180" y="495360"/>
                </a:cubicBezTo>
                <a:cubicBezTo>
                  <a:pt x="542149" y="484917"/>
                  <a:pt x="540845" y="472602"/>
                  <a:pt x="533666" y="463680"/>
                </a:cubicBezTo>
                <a:cubicBezTo>
                  <a:pt x="533666" y="463680"/>
                  <a:pt x="533666" y="463680"/>
                  <a:pt x="533666" y="46368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30">
            <a:extLst>
              <a:ext uri="{FF2B5EF4-FFF2-40B4-BE49-F238E27FC236}">
                <a16:creationId xmlns:a16="http://schemas.microsoft.com/office/drawing/2014/main" id="{FDFA3E8F-FEE3-C21C-6025-D0F7094C4977}"/>
              </a:ext>
            </a:extLst>
          </p:cNvPr>
          <p:cNvSpPr/>
          <p:nvPr/>
        </p:nvSpPr>
        <p:spPr>
          <a:xfrm>
            <a:off x="9182100" y="1651000"/>
            <a:ext cx="630241" cy="627784"/>
          </a:xfrm>
          <a:custGeom>
            <a:avLst/>
            <a:gdLst/>
            <a:ahLst/>
            <a:cxnLst/>
            <a:rect l="l" t="t" r="r" b="b"/>
            <a:pathLst>
              <a:path w="630241" h="627784">
                <a:moveTo>
                  <a:pt x="154175" y="0"/>
                </a:moveTo>
                <a:cubicBezTo>
                  <a:pt x="143584" y="0"/>
                  <a:pt x="137603" y="6656"/>
                  <a:pt x="137603" y="17206"/>
                </a:cubicBezTo>
                <a:lnTo>
                  <a:pt x="137603" y="75566"/>
                </a:lnTo>
                <a:cubicBezTo>
                  <a:pt x="135969" y="66672"/>
                  <a:pt x="129170" y="59581"/>
                  <a:pt x="119775" y="59581"/>
                </a:cubicBezTo>
                <a:cubicBezTo>
                  <a:pt x="112277" y="59581"/>
                  <a:pt x="104719" y="59204"/>
                  <a:pt x="97658" y="58971"/>
                </a:cubicBezTo>
                <a:cubicBezTo>
                  <a:pt x="67022" y="58042"/>
                  <a:pt x="37960" y="57198"/>
                  <a:pt x="18440" y="76177"/>
                </a:cubicBezTo>
                <a:cubicBezTo>
                  <a:pt x="5777" y="88412"/>
                  <a:pt x="0" y="106723"/>
                  <a:pt x="0" y="132067"/>
                </a:cubicBezTo>
                <a:cubicBezTo>
                  <a:pt x="0" y="201530"/>
                  <a:pt x="46568" y="334150"/>
                  <a:pt x="119775" y="334150"/>
                </a:cubicBezTo>
                <a:cubicBezTo>
                  <a:pt x="130367" y="334150"/>
                  <a:pt x="138828" y="325692"/>
                  <a:pt x="138828" y="315112"/>
                </a:cubicBezTo>
                <a:cubicBezTo>
                  <a:pt x="138828" y="304563"/>
                  <a:pt x="130367" y="296075"/>
                  <a:pt x="119775" y="296075"/>
                </a:cubicBezTo>
                <a:cubicBezTo>
                  <a:pt x="81902" y="296075"/>
                  <a:pt x="38077" y="196851"/>
                  <a:pt x="38077" y="132067"/>
                </a:cubicBezTo>
                <a:cubicBezTo>
                  <a:pt x="38077" y="122273"/>
                  <a:pt x="38952" y="109572"/>
                  <a:pt x="44846" y="103817"/>
                </a:cubicBezTo>
                <a:cubicBezTo>
                  <a:pt x="52812" y="96115"/>
                  <a:pt x="73995" y="96347"/>
                  <a:pt x="96432" y="97045"/>
                </a:cubicBezTo>
                <a:cubicBezTo>
                  <a:pt x="103844" y="97306"/>
                  <a:pt x="111868" y="97655"/>
                  <a:pt x="119775" y="97655"/>
                </a:cubicBezTo>
                <a:cubicBezTo>
                  <a:pt x="129170" y="97655"/>
                  <a:pt x="135969" y="90564"/>
                  <a:pt x="137603" y="81699"/>
                </a:cubicBezTo>
                <a:lnTo>
                  <a:pt x="137603" y="299767"/>
                </a:lnTo>
                <a:cubicBezTo>
                  <a:pt x="137603" y="395300"/>
                  <a:pt x="207192" y="478452"/>
                  <a:pt x="294842" y="498159"/>
                </a:cubicBezTo>
                <a:lnTo>
                  <a:pt x="294842" y="589711"/>
                </a:lnTo>
                <a:lnTo>
                  <a:pt x="195958" y="589711"/>
                </a:lnTo>
                <a:cubicBezTo>
                  <a:pt x="185425" y="589711"/>
                  <a:pt x="176905" y="598197"/>
                  <a:pt x="176905" y="608747"/>
                </a:cubicBezTo>
                <a:cubicBezTo>
                  <a:pt x="176905" y="619269"/>
                  <a:pt x="185425" y="627784"/>
                  <a:pt x="195958" y="627784"/>
                </a:cubicBezTo>
                <a:lnTo>
                  <a:pt x="473001" y="627784"/>
                </a:lnTo>
                <a:cubicBezTo>
                  <a:pt x="483593" y="627784"/>
                  <a:pt x="492026" y="619269"/>
                  <a:pt x="492026" y="608747"/>
                </a:cubicBezTo>
                <a:cubicBezTo>
                  <a:pt x="492026" y="598197"/>
                  <a:pt x="483535" y="589711"/>
                  <a:pt x="473001" y="589711"/>
                </a:cubicBezTo>
                <a:lnTo>
                  <a:pt x="332948" y="589711"/>
                </a:lnTo>
                <a:lnTo>
                  <a:pt x="332948" y="506151"/>
                </a:lnTo>
                <a:lnTo>
                  <a:pt x="340302" y="506151"/>
                </a:lnTo>
                <a:cubicBezTo>
                  <a:pt x="434924" y="506151"/>
                  <a:pt x="517294" y="425237"/>
                  <a:pt x="532583" y="329237"/>
                </a:cubicBezTo>
                <a:cubicBezTo>
                  <a:pt x="592630" y="305812"/>
                  <a:pt x="630241" y="194061"/>
                  <a:pt x="630241" y="132067"/>
                </a:cubicBezTo>
                <a:cubicBezTo>
                  <a:pt x="630241" y="106665"/>
                  <a:pt x="623792" y="88412"/>
                  <a:pt x="611188" y="76177"/>
                </a:cubicBezTo>
                <a:cubicBezTo>
                  <a:pt x="593098" y="58651"/>
                  <a:pt x="566809" y="58216"/>
                  <a:pt x="538710" y="58971"/>
                </a:cubicBezTo>
                <a:lnTo>
                  <a:pt x="538710" y="17206"/>
                </a:lnTo>
                <a:cubicBezTo>
                  <a:pt x="538710" y="6656"/>
                  <a:pt x="527740" y="0"/>
                  <a:pt x="517206" y="0"/>
                </a:cubicBezTo>
                <a:lnTo>
                  <a:pt x="154175" y="0"/>
                </a:lnTo>
                <a:close/>
                <a:moveTo>
                  <a:pt x="175679" y="38073"/>
                </a:moveTo>
                <a:cubicBezTo>
                  <a:pt x="175679" y="38073"/>
                  <a:pt x="500633" y="38073"/>
                  <a:pt x="500633" y="38073"/>
                </a:cubicBezTo>
                <a:lnTo>
                  <a:pt x="500633" y="63882"/>
                </a:lnTo>
                <a:cubicBezTo>
                  <a:pt x="495440" y="67313"/>
                  <a:pt x="491413" y="71963"/>
                  <a:pt x="491413" y="78618"/>
                </a:cubicBezTo>
                <a:cubicBezTo>
                  <a:pt x="491413" y="85303"/>
                  <a:pt x="495440" y="89953"/>
                  <a:pt x="500633" y="93383"/>
                </a:cubicBezTo>
                <a:lnTo>
                  <a:pt x="500633" y="299767"/>
                </a:lnTo>
                <a:cubicBezTo>
                  <a:pt x="500633" y="299970"/>
                  <a:pt x="500633" y="300173"/>
                  <a:pt x="500633" y="300377"/>
                </a:cubicBezTo>
                <a:cubicBezTo>
                  <a:pt x="495440" y="303807"/>
                  <a:pt x="491413" y="308428"/>
                  <a:pt x="491413" y="315112"/>
                </a:cubicBezTo>
                <a:cubicBezTo>
                  <a:pt x="491413" y="318920"/>
                  <a:pt x="493193" y="321972"/>
                  <a:pt x="495089" y="324936"/>
                </a:cubicBezTo>
                <a:cubicBezTo>
                  <a:pt x="481843" y="401462"/>
                  <a:pt x="414617" y="468076"/>
                  <a:pt x="340302" y="468076"/>
                </a:cubicBezTo>
                <a:lnTo>
                  <a:pt x="331081" y="468076"/>
                </a:lnTo>
                <a:cubicBezTo>
                  <a:pt x="248303" y="468076"/>
                  <a:pt x="175679" y="386639"/>
                  <a:pt x="175679" y="299767"/>
                </a:cubicBezTo>
                <a:lnTo>
                  <a:pt x="175679" y="38073"/>
                </a:lnTo>
                <a:close/>
                <a:moveTo>
                  <a:pt x="538710" y="97045"/>
                </a:moveTo>
                <a:cubicBezTo>
                  <a:pt x="558872" y="96493"/>
                  <a:pt x="577517" y="96783"/>
                  <a:pt x="584782" y="103817"/>
                </a:cubicBezTo>
                <a:cubicBezTo>
                  <a:pt x="590647" y="109572"/>
                  <a:pt x="592164" y="122273"/>
                  <a:pt x="592164" y="132067"/>
                </a:cubicBezTo>
                <a:cubicBezTo>
                  <a:pt x="592164" y="181069"/>
                  <a:pt x="567304" y="249516"/>
                  <a:pt x="538710" y="280120"/>
                </a:cubicBezTo>
                <a:lnTo>
                  <a:pt x="538710" y="97045"/>
                </a:lnTo>
                <a:close/>
                <a:moveTo>
                  <a:pt x="225428" y="216237"/>
                </a:moveTo>
                <a:cubicBezTo>
                  <a:pt x="220205" y="216237"/>
                  <a:pt x="216237" y="220102"/>
                  <a:pt x="216237" y="225450"/>
                </a:cubicBezTo>
                <a:lnTo>
                  <a:pt x="216237" y="280120"/>
                </a:lnTo>
                <a:cubicBezTo>
                  <a:pt x="216237" y="355802"/>
                  <a:pt x="245678" y="397626"/>
                  <a:pt x="308964" y="409106"/>
                </a:cubicBezTo>
                <a:cubicBezTo>
                  <a:pt x="309576" y="409193"/>
                  <a:pt x="309023" y="409716"/>
                  <a:pt x="309606" y="409716"/>
                </a:cubicBezTo>
                <a:cubicBezTo>
                  <a:pt x="314187" y="409716"/>
                  <a:pt x="318621" y="406345"/>
                  <a:pt x="319410" y="401724"/>
                </a:cubicBezTo>
                <a:cubicBezTo>
                  <a:pt x="320344" y="396521"/>
                  <a:pt x="317222" y="391639"/>
                  <a:pt x="312057" y="390679"/>
                </a:cubicBezTo>
                <a:cubicBezTo>
                  <a:pt x="257874" y="380884"/>
                  <a:pt x="235261" y="346822"/>
                  <a:pt x="235261" y="280120"/>
                </a:cubicBezTo>
                <a:lnTo>
                  <a:pt x="235261" y="225450"/>
                </a:lnTo>
                <a:cubicBezTo>
                  <a:pt x="235261" y="220102"/>
                  <a:pt x="230709" y="216237"/>
                  <a:pt x="225428" y="216237"/>
                </a:cubicBezTo>
                <a:close/>
                <a:moveTo>
                  <a:pt x="323728" y="412797"/>
                </a:moveTo>
                <a:cubicBezTo>
                  <a:pt x="318446" y="412797"/>
                  <a:pt x="314508" y="416721"/>
                  <a:pt x="314508" y="422011"/>
                </a:cubicBezTo>
                <a:cubicBezTo>
                  <a:pt x="314508" y="427271"/>
                  <a:pt x="318446" y="431834"/>
                  <a:pt x="323728" y="431834"/>
                </a:cubicBezTo>
                <a:lnTo>
                  <a:pt x="333560" y="431834"/>
                </a:lnTo>
                <a:cubicBezTo>
                  <a:pt x="338842" y="431834"/>
                  <a:pt x="342751" y="427271"/>
                  <a:pt x="342751" y="422011"/>
                </a:cubicBezTo>
                <a:cubicBezTo>
                  <a:pt x="342751" y="416721"/>
                  <a:pt x="338842" y="412797"/>
                  <a:pt x="333560" y="412797"/>
                </a:cubicBezTo>
                <a:lnTo>
                  <a:pt x="323728" y="412797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59AFF46-CC10-4EA7-C5E3-979BE4E20DAE}"/>
              </a:ext>
            </a:extLst>
          </p:cNvPr>
          <p:cNvSpPr/>
          <p:nvPr/>
        </p:nvSpPr>
        <p:spPr>
          <a:xfrm>
            <a:off x="9182100" y="5295900"/>
            <a:ext cx="627784" cy="627784"/>
          </a:xfrm>
          <a:custGeom>
            <a:avLst/>
            <a:gdLst/>
            <a:ahLst/>
            <a:cxnLst/>
            <a:rect l="l" t="t" r="r" b="b"/>
            <a:pathLst>
              <a:path w="627784" h="627784">
                <a:moveTo>
                  <a:pt x="313892" y="448429"/>
                </a:moveTo>
                <a:cubicBezTo>
                  <a:pt x="239663" y="448429"/>
                  <a:pt x="179354" y="388093"/>
                  <a:pt x="179354" y="313892"/>
                </a:cubicBezTo>
                <a:cubicBezTo>
                  <a:pt x="179354" y="239720"/>
                  <a:pt x="239663" y="179384"/>
                  <a:pt x="313892" y="179384"/>
                </a:cubicBezTo>
                <a:cubicBezTo>
                  <a:pt x="388035" y="179384"/>
                  <a:pt x="448400" y="239720"/>
                  <a:pt x="448400" y="313892"/>
                </a:cubicBezTo>
                <a:cubicBezTo>
                  <a:pt x="448400" y="388093"/>
                  <a:pt x="388035" y="448429"/>
                  <a:pt x="313892" y="448429"/>
                </a:cubicBezTo>
                <a:cubicBezTo>
                  <a:pt x="313892" y="448429"/>
                  <a:pt x="313892" y="448429"/>
                  <a:pt x="313892" y="448429"/>
                </a:cubicBezTo>
                <a:close/>
                <a:moveTo>
                  <a:pt x="313892" y="125586"/>
                </a:moveTo>
                <a:cubicBezTo>
                  <a:pt x="210017" y="125586"/>
                  <a:pt x="125586" y="210047"/>
                  <a:pt x="125586" y="313892"/>
                </a:cubicBezTo>
                <a:cubicBezTo>
                  <a:pt x="125586" y="417766"/>
                  <a:pt x="210017" y="502199"/>
                  <a:pt x="313892" y="502199"/>
                </a:cubicBezTo>
                <a:cubicBezTo>
                  <a:pt x="417739" y="502199"/>
                  <a:pt x="502169" y="417766"/>
                  <a:pt x="502169" y="313892"/>
                </a:cubicBezTo>
                <a:cubicBezTo>
                  <a:pt x="502169" y="210047"/>
                  <a:pt x="417739" y="125586"/>
                  <a:pt x="313892" y="125586"/>
                </a:cubicBezTo>
                <a:cubicBezTo>
                  <a:pt x="313892" y="125586"/>
                  <a:pt x="313892" y="125586"/>
                  <a:pt x="313892" y="125586"/>
                </a:cubicBezTo>
                <a:close/>
                <a:moveTo>
                  <a:pt x="313892" y="520131"/>
                </a:moveTo>
                <a:cubicBezTo>
                  <a:pt x="298953" y="520131"/>
                  <a:pt x="287007" y="532251"/>
                  <a:pt x="287007" y="547014"/>
                </a:cubicBezTo>
                <a:lnTo>
                  <a:pt x="287007" y="600899"/>
                </a:lnTo>
                <a:cubicBezTo>
                  <a:pt x="287007" y="615693"/>
                  <a:pt x="298953" y="627784"/>
                  <a:pt x="313892" y="627784"/>
                </a:cubicBezTo>
                <a:cubicBezTo>
                  <a:pt x="328773" y="627784"/>
                  <a:pt x="340777" y="615693"/>
                  <a:pt x="340777" y="600899"/>
                </a:cubicBezTo>
                <a:lnTo>
                  <a:pt x="340777" y="547014"/>
                </a:lnTo>
                <a:cubicBezTo>
                  <a:pt x="340777" y="532251"/>
                  <a:pt x="328773" y="520131"/>
                  <a:pt x="313892" y="520131"/>
                </a:cubicBezTo>
                <a:cubicBezTo>
                  <a:pt x="313892" y="520131"/>
                  <a:pt x="313892" y="520131"/>
                  <a:pt x="313892" y="520131"/>
                </a:cubicBezTo>
                <a:close/>
                <a:moveTo>
                  <a:pt x="512225" y="474268"/>
                </a:moveTo>
                <a:cubicBezTo>
                  <a:pt x="507430" y="469355"/>
                  <a:pt x="500658" y="466362"/>
                  <a:pt x="493246" y="466362"/>
                </a:cubicBezTo>
                <a:cubicBezTo>
                  <a:pt x="478366" y="466362"/>
                  <a:pt x="466362" y="478395"/>
                  <a:pt x="466362" y="493246"/>
                </a:cubicBezTo>
                <a:cubicBezTo>
                  <a:pt x="466362" y="500687"/>
                  <a:pt x="469327" y="507459"/>
                  <a:pt x="474268" y="512284"/>
                </a:cubicBezTo>
                <a:lnTo>
                  <a:pt x="510017" y="548178"/>
                </a:lnTo>
                <a:cubicBezTo>
                  <a:pt x="514957" y="553002"/>
                  <a:pt x="521729" y="556054"/>
                  <a:pt x="529170" y="556054"/>
                </a:cubicBezTo>
                <a:cubicBezTo>
                  <a:pt x="543935" y="556054"/>
                  <a:pt x="556025" y="543963"/>
                  <a:pt x="556025" y="529170"/>
                </a:cubicBezTo>
                <a:cubicBezTo>
                  <a:pt x="556025" y="521729"/>
                  <a:pt x="553002" y="514986"/>
                  <a:pt x="548178" y="510103"/>
                </a:cubicBezTo>
                <a:cubicBezTo>
                  <a:pt x="548178" y="510103"/>
                  <a:pt x="512225" y="474268"/>
                  <a:pt x="512225" y="474268"/>
                </a:cubicBezTo>
                <a:close/>
                <a:moveTo>
                  <a:pt x="600842" y="287007"/>
                </a:moveTo>
                <a:lnTo>
                  <a:pt x="547014" y="287007"/>
                </a:lnTo>
                <a:cubicBezTo>
                  <a:pt x="532192" y="287007"/>
                  <a:pt x="520131" y="299011"/>
                  <a:pt x="520131" y="313892"/>
                </a:cubicBezTo>
                <a:cubicBezTo>
                  <a:pt x="520131" y="328773"/>
                  <a:pt x="532192" y="340777"/>
                  <a:pt x="547014" y="340777"/>
                </a:cubicBezTo>
                <a:lnTo>
                  <a:pt x="600842" y="340777"/>
                </a:lnTo>
                <a:cubicBezTo>
                  <a:pt x="615635" y="340777"/>
                  <a:pt x="627784" y="328773"/>
                  <a:pt x="627784" y="313892"/>
                </a:cubicBezTo>
                <a:cubicBezTo>
                  <a:pt x="627784" y="299011"/>
                  <a:pt x="615635" y="287007"/>
                  <a:pt x="600842" y="287007"/>
                </a:cubicBezTo>
                <a:cubicBezTo>
                  <a:pt x="600842" y="287007"/>
                  <a:pt x="600842" y="287007"/>
                  <a:pt x="600842" y="287007"/>
                </a:cubicBezTo>
                <a:close/>
                <a:moveTo>
                  <a:pt x="115500" y="153546"/>
                </a:moveTo>
                <a:cubicBezTo>
                  <a:pt x="120296" y="158399"/>
                  <a:pt x="127069" y="161422"/>
                  <a:pt x="134537" y="161422"/>
                </a:cubicBezTo>
                <a:cubicBezTo>
                  <a:pt x="149418" y="161422"/>
                  <a:pt x="161393" y="149389"/>
                  <a:pt x="161393" y="134537"/>
                </a:cubicBezTo>
                <a:cubicBezTo>
                  <a:pt x="161393" y="127069"/>
                  <a:pt x="158370" y="120354"/>
                  <a:pt x="153516" y="115500"/>
                </a:cubicBezTo>
                <a:lnTo>
                  <a:pt x="117681" y="79635"/>
                </a:lnTo>
                <a:cubicBezTo>
                  <a:pt x="112798" y="74811"/>
                  <a:pt x="106055" y="71730"/>
                  <a:pt x="98614" y="71730"/>
                </a:cubicBezTo>
                <a:cubicBezTo>
                  <a:pt x="83792" y="71730"/>
                  <a:pt x="71702" y="83821"/>
                  <a:pt x="71702" y="98585"/>
                </a:cubicBezTo>
                <a:cubicBezTo>
                  <a:pt x="71702" y="106055"/>
                  <a:pt x="74752" y="112827"/>
                  <a:pt x="79606" y="117652"/>
                </a:cubicBezTo>
                <a:cubicBezTo>
                  <a:pt x="79606" y="117652"/>
                  <a:pt x="115500" y="153546"/>
                  <a:pt x="115500" y="153546"/>
                </a:cubicBezTo>
                <a:close/>
                <a:moveTo>
                  <a:pt x="493246" y="161422"/>
                </a:moveTo>
                <a:cubicBezTo>
                  <a:pt x="500658" y="161422"/>
                  <a:pt x="507430" y="158399"/>
                  <a:pt x="512225" y="153546"/>
                </a:cubicBezTo>
                <a:lnTo>
                  <a:pt x="548178" y="117710"/>
                </a:lnTo>
                <a:cubicBezTo>
                  <a:pt x="553002" y="112798"/>
                  <a:pt x="556025" y="106055"/>
                  <a:pt x="556025" y="98585"/>
                </a:cubicBezTo>
                <a:cubicBezTo>
                  <a:pt x="556025" y="83821"/>
                  <a:pt x="543935" y="71730"/>
                  <a:pt x="529170" y="71730"/>
                </a:cubicBezTo>
                <a:cubicBezTo>
                  <a:pt x="521729" y="71730"/>
                  <a:pt x="514957" y="74781"/>
                  <a:pt x="510017" y="79606"/>
                </a:cubicBezTo>
                <a:lnTo>
                  <a:pt x="474268" y="115500"/>
                </a:lnTo>
                <a:cubicBezTo>
                  <a:pt x="469327" y="120354"/>
                  <a:pt x="466362" y="127069"/>
                  <a:pt x="466362" y="134537"/>
                </a:cubicBezTo>
                <a:cubicBezTo>
                  <a:pt x="466362" y="149389"/>
                  <a:pt x="478366" y="161422"/>
                  <a:pt x="493246" y="161422"/>
                </a:cubicBezTo>
                <a:cubicBezTo>
                  <a:pt x="493246" y="161422"/>
                  <a:pt x="493246" y="161422"/>
                  <a:pt x="493246" y="161422"/>
                </a:cubicBezTo>
                <a:close/>
                <a:moveTo>
                  <a:pt x="313892" y="107653"/>
                </a:moveTo>
                <a:cubicBezTo>
                  <a:pt x="328773" y="107653"/>
                  <a:pt x="340777" y="95592"/>
                  <a:pt x="340777" y="80769"/>
                </a:cubicBezTo>
                <a:lnTo>
                  <a:pt x="340777" y="26885"/>
                </a:lnTo>
                <a:cubicBezTo>
                  <a:pt x="340777" y="12090"/>
                  <a:pt x="328773" y="0"/>
                  <a:pt x="313892" y="0"/>
                </a:cubicBezTo>
                <a:cubicBezTo>
                  <a:pt x="298953" y="0"/>
                  <a:pt x="287007" y="12090"/>
                  <a:pt x="287007" y="26885"/>
                </a:cubicBezTo>
                <a:lnTo>
                  <a:pt x="287007" y="80769"/>
                </a:lnTo>
                <a:cubicBezTo>
                  <a:pt x="287007" y="95592"/>
                  <a:pt x="298953" y="107653"/>
                  <a:pt x="313892" y="107653"/>
                </a:cubicBezTo>
                <a:cubicBezTo>
                  <a:pt x="313892" y="107653"/>
                  <a:pt x="313892" y="107653"/>
                  <a:pt x="313892" y="107653"/>
                </a:cubicBezTo>
                <a:close/>
                <a:moveTo>
                  <a:pt x="134537" y="466362"/>
                </a:moveTo>
                <a:cubicBezTo>
                  <a:pt x="127069" y="466362"/>
                  <a:pt x="120296" y="469355"/>
                  <a:pt x="115500" y="474268"/>
                </a:cubicBezTo>
                <a:lnTo>
                  <a:pt x="79606" y="510103"/>
                </a:lnTo>
                <a:cubicBezTo>
                  <a:pt x="74752" y="514986"/>
                  <a:pt x="71702" y="521729"/>
                  <a:pt x="71702" y="529170"/>
                </a:cubicBezTo>
                <a:cubicBezTo>
                  <a:pt x="71702" y="543992"/>
                  <a:pt x="83792" y="556054"/>
                  <a:pt x="98614" y="556054"/>
                </a:cubicBezTo>
                <a:cubicBezTo>
                  <a:pt x="106055" y="556054"/>
                  <a:pt x="112798" y="553002"/>
                  <a:pt x="117593" y="548178"/>
                </a:cubicBezTo>
                <a:lnTo>
                  <a:pt x="153516" y="512284"/>
                </a:lnTo>
                <a:cubicBezTo>
                  <a:pt x="158370" y="507459"/>
                  <a:pt x="161393" y="500687"/>
                  <a:pt x="161393" y="493246"/>
                </a:cubicBezTo>
                <a:cubicBezTo>
                  <a:pt x="161393" y="478395"/>
                  <a:pt x="149418" y="466362"/>
                  <a:pt x="134537" y="466362"/>
                </a:cubicBezTo>
                <a:cubicBezTo>
                  <a:pt x="134537" y="466362"/>
                  <a:pt x="134537" y="466362"/>
                  <a:pt x="134537" y="466362"/>
                </a:cubicBezTo>
                <a:close/>
                <a:moveTo>
                  <a:pt x="107596" y="313921"/>
                </a:moveTo>
                <a:cubicBezTo>
                  <a:pt x="107596" y="299011"/>
                  <a:pt x="95533" y="287037"/>
                  <a:pt x="80740" y="287037"/>
                </a:cubicBezTo>
                <a:lnTo>
                  <a:pt x="26855" y="287037"/>
                </a:lnTo>
                <a:cubicBezTo>
                  <a:pt x="12090" y="287037"/>
                  <a:pt x="0" y="299011"/>
                  <a:pt x="0" y="313921"/>
                </a:cubicBezTo>
                <a:cubicBezTo>
                  <a:pt x="0" y="328773"/>
                  <a:pt x="12090" y="340806"/>
                  <a:pt x="26855" y="340806"/>
                </a:cubicBezTo>
                <a:lnTo>
                  <a:pt x="80740" y="340806"/>
                </a:lnTo>
                <a:cubicBezTo>
                  <a:pt x="95533" y="340806"/>
                  <a:pt x="107596" y="328773"/>
                  <a:pt x="107596" y="313921"/>
                </a:cubicBezTo>
                <a:cubicBezTo>
                  <a:pt x="107596" y="313921"/>
                  <a:pt x="107596" y="313921"/>
                  <a:pt x="107596" y="313921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FA3B6DC7-A2E3-52AE-0C9E-CE07FD529609}"/>
              </a:ext>
            </a:extLst>
          </p:cNvPr>
          <p:cNvSpPr/>
          <p:nvPr/>
        </p:nvSpPr>
        <p:spPr>
          <a:xfrm>
            <a:off x="2336800" y="5280603"/>
            <a:ext cx="431869" cy="630381"/>
          </a:xfrm>
          <a:custGeom>
            <a:avLst/>
            <a:gdLst/>
            <a:ahLst/>
            <a:cxnLst/>
            <a:rect l="l" t="t" r="r" b="b"/>
            <a:pathLst>
              <a:path w="431869" h="630381">
                <a:moveTo>
                  <a:pt x="159851" y="3443"/>
                </a:moveTo>
                <a:cubicBezTo>
                  <a:pt x="146876" y="0"/>
                  <a:pt x="134019" y="7296"/>
                  <a:pt x="130580" y="20225"/>
                </a:cubicBezTo>
                <a:lnTo>
                  <a:pt x="122462" y="51656"/>
                </a:lnTo>
                <a:cubicBezTo>
                  <a:pt x="119103" y="64584"/>
                  <a:pt x="126322" y="77542"/>
                  <a:pt x="139258" y="80928"/>
                </a:cubicBezTo>
                <a:cubicBezTo>
                  <a:pt x="141317" y="81628"/>
                  <a:pt x="143676" y="82008"/>
                  <a:pt x="145755" y="82008"/>
                </a:cubicBezTo>
                <a:cubicBezTo>
                  <a:pt x="155952" y="82008"/>
                  <a:pt x="165769" y="75033"/>
                  <a:pt x="168529" y="64117"/>
                </a:cubicBezTo>
                <a:lnTo>
                  <a:pt x="176646" y="32686"/>
                </a:lnTo>
                <a:cubicBezTo>
                  <a:pt x="180045" y="19757"/>
                  <a:pt x="172747" y="6829"/>
                  <a:pt x="159851" y="3443"/>
                </a:cubicBezTo>
                <a:close/>
                <a:moveTo>
                  <a:pt x="333238" y="3443"/>
                </a:moveTo>
                <a:cubicBezTo>
                  <a:pt x="320302" y="0"/>
                  <a:pt x="307406" y="7296"/>
                  <a:pt x="303987" y="20225"/>
                </a:cubicBezTo>
                <a:lnTo>
                  <a:pt x="295849" y="51656"/>
                </a:lnTo>
                <a:cubicBezTo>
                  <a:pt x="292430" y="64584"/>
                  <a:pt x="299688" y="77542"/>
                  <a:pt x="312664" y="80928"/>
                </a:cubicBezTo>
                <a:cubicBezTo>
                  <a:pt x="314664" y="81628"/>
                  <a:pt x="317102" y="82008"/>
                  <a:pt x="319162" y="82008"/>
                </a:cubicBezTo>
                <a:cubicBezTo>
                  <a:pt x="329339" y="82008"/>
                  <a:pt x="339216" y="75033"/>
                  <a:pt x="341916" y="64117"/>
                </a:cubicBezTo>
                <a:lnTo>
                  <a:pt x="350053" y="32686"/>
                </a:lnTo>
                <a:cubicBezTo>
                  <a:pt x="353432" y="19757"/>
                  <a:pt x="346194" y="6829"/>
                  <a:pt x="333238" y="3443"/>
                </a:cubicBezTo>
                <a:close/>
                <a:moveTo>
                  <a:pt x="246545" y="55449"/>
                </a:moveTo>
                <a:cubicBezTo>
                  <a:pt x="233609" y="52065"/>
                  <a:pt x="220712" y="59332"/>
                  <a:pt x="217293" y="72260"/>
                </a:cubicBezTo>
                <a:lnTo>
                  <a:pt x="209156" y="103662"/>
                </a:lnTo>
                <a:cubicBezTo>
                  <a:pt x="205737" y="116591"/>
                  <a:pt x="213035" y="129520"/>
                  <a:pt x="225951" y="132935"/>
                </a:cubicBezTo>
                <a:cubicBezTo>
                  <a:pt x="227990" y="133634"/>
                  <a:pt x="230430" y="134014"/>
                  <a:pt x="232468" y="134014"/>
                </a:cubicBezTo>
                <a:cubicBezTo>
                  <a:pt x="243365" y="134014"/>
                  <a:pt x="252523" y="127039"/>
                  <a:pt x="255222" y="116153"/>
                </a:cubicBezTo>
                <a:lnTo>
                  <a:pt x="263340" y="84722"/>
                </a:lnTo>
                <a:cubicBezTo>
                  <a:pt x="266779" y="71764"/>
                  <a:pt x="259500" y="58864"/>
                  <a:pt x="246545" y="55449"/>
                </a:cubicBezTo>
                <a:close/>
                <a:moveTo>
                  <a:pt x="73157" y="90120"/>
                </a:moveTo>
                <a:cubicBezTo>
                  <a:pt x="60241" y="86736"/>
                  <a:pt x="47245" y="94003"/>
                  <a:pt x="43886" y="106931"/>
                </a:cubicBezTo>
                <a:lnTo>
                  <a:pt x="35770" y="138363"/>
                </a:lnTo>
                <a:cubicBezTo>
                  <a:pt x="32351" y="151291"/>
                  <a:pt x="39607" y="164191"/>
                  <a:pt x="52564" y="167606"/>
                </a:cubicBezTo>
                <a:cubicBezTo>
                  <a:pt x="54563" y="168276"/>
                  <a:pt x="57023" y="168714"/>
                  <a:pt x="59061" y="168714"/>
                </a:cubicBezTo>
                <a:cubicBezTo>
                  <a:pt x="69338" y="168714"/>
                  <a:pt x="79136" y="161710"/>
                  <a:pt x="81815" y="150824"/>
                </a:cubicBezTo>
                <a:lnTo>
                  <a:pt x="89953" y="119393"/>
                </a:lnTo>
                <a:cubicBezTo>
                  <a:pt x="93372" y="106464"/>
                  <a:pt x="86114" y="93506"/>
                  <a:pt x="73157" y="90120"/>
                </a:cubicBezTo>
                <a:close/>
                <a:moveTo>
                  <a:pt x="402617" y="90120"/>
                </a:moveTo>
                <a:cubicBezTo>
                  <a:pt x="389661" y="86736"/>
                  <a:pt x="376765" y="94003"/>
                  <a:pt x="373346" y="106931"/>
                </a:cubicBezTo>
                <a:lnTo>
                  <a:pt x="365209" y="138363"/>
                </a:lnTo>
                <a:cubicBezTo>
                  <a:pt x="361850" y="151291"/>
                  <a:pt x="369087" y="164191"/>
                  <a:pt x="382024" y="167606"/>
                </a:cubicBezTo>
                <a:cubicBezTo>
                  <a:pt x="384082" y="168276"/>
                  <a:pt x="386462" y="168714"/>
                  <a:pt x="388521" y="168714"/>
                </a:cubicBezTo>
                <a:cubicBezTo>
                  <a:pt x="398738" y="168714"/>
                  <a:pt x="407895" y="161710"/>
                  <a:pt x="411274" y="150824"/>
                </a:cubicBezTo>
                <a:lnTo>
                  <a:pt x="419412" y="119393"/>
                </a:lnTo>
                <a:cubicBezTo>
                  <a:pt x="422791" y="106464"/>
                  <a:pt x="415553" y="93506"/>
                  <a:pt x="402617" y="90120"/>
                </a:cubicBezTo>
                <a:close/>
                <a:moveTo>
                  <a:pt x="216214" y="176303"/>
                </a:moveTo>
                <a:cubicBezTo>
                  <a:pt x="167209" y="176303"/>
                  <a:pt x="118904" y="191711"/>
                  <a:pt x="80735" y="219641"/>
                </a:cubicBezTo>
                <a:cubicBezTo>
                  <a:pt x="29671" y="256413"/>
                  <a:pt x="0" y="312126"/>
                  <a:pt x="0" y="371371"/>
                </a:cubicBezTo>
                <a:cubicBezTo>
                  <a:pt x="0" y="384270"/>
                  <a:pt x="10897" y="395214"/>
                  <a:pt x="23833" y="395214"/>
                </a:cubicBezTo>
                <a:cubicBezTo>
                  <a:pt x="34050" y="395214"/>
                  <a:pt x="43207" y="390107"/>
                  <a:pt x="46605" y="380563"/>
                </a:cubicBezTo>
                <a:cubicBezTo>
                  <a:pt x="47266" y="378521"/>
                  <a:pt x="55523" y="359988"/>
                  <a:pt x="83454" y="359988"/>
                </a:cubicBezTo>
                <a:cubicBezTo>
                  <a:pt x="108627" y="359988"/>
                  <a:pt x="118284" y="374697"/>
                  <a:pt x="120303" y="379483"/>
                </a:cubicBezTo>
                <a:cubicBezTo>
                  <a:pt x="120983" y="381527"/>
                  <a:pt x="121623" y="383598"/>
                  <a:pt x="123002" y="384911"/>
                </a:cubicBezTo>
                <a:cubicBezTo>
                  <a:pt x="127820" y="391740"/>
                  <a:pt x="134879" y="395739"/>
                  <a:pt x="143057" y="395739"/>
                </a:cubicBezTo>
                <a:cubicBezTo>
                  <a:pt x="152613" y="395739"/>
                  <a:pt x="161351" y="389961"/>
                  <a:pt x="164729" y="381118"/>
                </a:cubicBezTo>
                <a:cubicBezTo>
                  <a:pt x="168209" y="376331"/>
                  <a:pt x="182145" y="359988"/>
                  <a:pt x="216214" y="359988"/>
                </a:cubicBezTo>
                <a:cubicBezTo>
                  <a:pt x="251604" y="359988"/>
                  <a:pt x="264939" y="377557"/>
                  <a:pt x="267678" y="381672"/>
                </a:cubicBezTo>
                <a:lnTo>
                  <a:pt x="269857" y="385991"/>
                </a:lnTo>
                <a:cubicBezTo>
                  <a:pt x="274616" y="392120"/>
                  <a:pt x="281894" y="395739"/>
                  <a:pt x="289352" y="395739"/>
                </a:cubicBezTo>
                <a:cubicBezTo>
                  <a:pt x="300269" y="395739"/>
                  <a:pt x="309965" y="388473"/>
                  <a:pt x="312664" y="378958"/>
                </a:cubicBezTo>
                <a:cubicBezTo>
                  <a:pt x="315403" y="373501"/>
                  <a:pt x="325140" y="359988"/>
                  <a:pt x="348953" y="359988"/>
                </a:cubicBezTo>
                <a:cubicBezTo>
                  <a:pt x="376185" y="359988"/>
                  <a:pt x="385102" y="379221"/>
                  <a:pt x="385802" y="380563"/>
                </a:cubicBezTo>
                <a:cubicBezTo>
                  <a:pt x="389161" y="390107"/>
                  <a:pt x="397759" y="395739"/>
                  <a:pt x="408036" y="395739"/>
                </a:cubicBezTo>
                <a:cubicBezTo>
                  <a:pt x="420952" y="395739"/>
                  <a:pt x="431869" y="384941"/>
                  <a:pt x="431869" y="371371"/>
                </a:cubicBezTo>
                <a:cubicBezTo>
                  <a:pt x="431869" y="312126"/>
                  <a:pt x="402737" y="257055"/>
                  <a:pt x="351672" y="219641"/>
                </a:cubicBezTo>
                <a:cubicBezTo>
                  <a:pt x="313544" y="191711"/>
                  <a:pt x="265219" y="176303"/>
                  <a:pt x="216214" y="176303"/>
                </a:cubicBezTo>
                <a:close/>
                <a:moveTo>
                  <a:pt x="216214" y="224514"/>
                </a:moveTo>
                <a:cubicBezTo>
                  <a:pt x="255702" y="224514"/>
                  <a:pt x="293530" y="236860"/>
                  <a:pt x="323501" y="258661"/>
                </a:cubicBezTo>
                <a:cubicBezTo>
                  <a:pt x="344614" y="274303"/>
                  <a:pt x="360930" y="293244"/>
                  <a:pt x="371187" y="315016"/>
                </a:cubicBezTo>
                <a:cubicBezTo>
                  <a:pt x="364368" y="312972"/>
                  <a:pt x="357151" y="312300"/>
                  <a:pt x="348953" y="312300"/>
                </a:cubicBezTo>
                <a:cubicBezTo>
                  <a:pt x="319663" y="312300"/>
                  <a:pt x="300648" y="322953"/>
                  <a:pt x="287732" y="334510"/>
                </a:cubicBezTo>
                <a:cubicBezTo>
                  <a:pt x="272736" y="322953"/>
                  <a:pt x="250243" y="312300"/>
                  <a:pt x="216214" y="312300"/>
                </a:cubicBezTo>
                <a:cubicBezTo>
                  <a:pt x="182145" y="312300"/>
                  <a:pt x="159631" y="322953"/>
                  <a:pt x="144676" y="334510"/>
                </a:cubicBezTo>
                <a:cubicBezTo>
                  <a:pt x="131719" y="322953"/>
                  <a:pt x="112046" y="312300"/>
                  <a:pt x="83454" y="312300"/>
                </a:cubicBezTo>
                <a:cubicBezTo>
                  <a:pt x="75297" y="312300"/>
                  <a:pt x="67520" y="313673"/>
                  <a:pt x="60682" y="315016"/>
                </a:cubicBezTo>
                <a:cubicBezTo>
                  <a:pt x="70879" y="293244"/>
                  <a:pt x="87273" y="274303"/>
                  <a:pt x="108367" y="258661"/>
                </a:cubicBezTo>
                <a:cubicBezTo>
                  <a:pt x="138337" y="236860"/>
                  <a:pt x="176707" y="224514"/>
                  <a:pt x="216214" y="224514"/>
                </a:cubicBezTo>
                <a:close/>
                <a:moveTo>
                  <a:pt x="214574" y="401722"/>
                </a:moveTo>
                <a:cubicBezTo>
                  <a:pt x="201638" y="401722"/>
                  <a:pt x="190741" y="412578"/>
                  <a:pt x="190741" y="425565"/>
                </a:cubicBezTo>
                <a:lnTo>
                  <a:pt x="190741" y="556690"/>
                </a:lnTo>
                <a:cubicBezTo>
                  <a:pt x="190741" y="597549"/>
                  <a:pt x="223572" y="630381"/>
                  <a:pt x="264439" y="630381"/>
                </a:cubicBezTo>
                <a:cubicBezTo>
                  <a:pt x="305266" y="630381"/>
                  <a:pt x="338117" y="596994"/>
                  <a:pt x="338117" y="556137"/>
                </a:cubicBezTo>
                <a:cubicBezTo>
                  <a:pt x="338117" y="543207"/>
                  <a:pt x="327221" y="532292"/>
                  <a:pt x="314284" y="532292"/>
                </a:cubicBezTo>
                <a:cubicBezTo>
                  <a:pt x="301328" y="532292"/>
                  <a:pt x="290431" y="543207"/>
                  <a:pt x="290431" y="556137"/>
                </a:cubicBezTo>
                <a:cubicBezTo>
                  <a:pt x="290431" y="570437"/>
                  <a:pt x="278714" y="582169"/>
                  <a:pt x="264439" y="582169"/>
                </a:cubicBezTo>
                <a:cubicBezTo>
                  <a:pt x="250124" y="582140"/>
                  <a:pt x="238427" y="570437"/>
                  <a:pt x="238427" y="556137"/>
                </a:cubicBezTo>
                <a:lnTo>
                  <a:pt x="238427" y="425565"/>
                </a:lnTo>
                <a:cubicBezTo>
                  <a:pt x="238427" y="412578"/>
                  <a:pt x="227510" y="401722"/>
                  <a:pt x="214574" y="40172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EAB323E1-1B5B-9C75-5A6A-894C871D7780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5FE067AE-055C-0FF7-F903-7214B5604250}"/>
              </a:ext>
            </a:extLst>
          </p:cNvPr>
          <p:cNvSpPr/>
          <p:nvPr/>
        </p:nvSpPr>
        <p:spPr>
          <a:xfrm>
            <a:off x="1435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2180B7F8-3DFA-2C97-92AE-185B8A9622B8}"/>
              </a:ext>
            </a:extLst>
          </p:cNvPr>
          <p:cNvSpPr/>
          <p:nvPr/>
        </p:nvSpPr>
        <p:spPr>
          <a:xfrm>
            <a:off x="8039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37CEF1AC-AA83-80DF-A536-631B770D1FFB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26970762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FBF16A7B-58F2-97AB-32FE-C0AED742F73C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E4257F3E-DD8A-C668-498A-58512791D1B2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0ED34B00-B0D1-3914-51F3-0D1813072B61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AD5E7D8-3065-BE2B-0589-6B7023273604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0F70A29F-AC20-9DFF-BDB3-3AEF1F4AFEAE}"/>
              </a:ext>
            </a:extLst>
          </p:cNvPr>
          <p:cNvSpPr/>
          <p:nvPr/>
        </p:nvSpPr>
        <p:spPr>
          <a:xfrm>
            <a:off x="5575300" y="19685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C0E1B826-D779-CC29-79E4-F8FA59168F72}"/>
              </a:ext>
            </a:extLst>
          </p:cNvPr>
          <p:cNvSpPr/>
          <p:nvPr/>
        </p:nvSpPr>
        <p:spPr>
          <a:xfrm>
            <a:off x="5638800" y="20574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67ACC2A3-6E12-3E81-1853-D9CBBB92D8FE}"/>
              </a:ext>
            </a:extLst>
          </p:cNvPr>
          <p:cNvSpPr/>
          <p:nvPr/>
        </p:nvSpPr>
        <p:spPr>
          <a:xfrm>
            <a:off x="5575300" y="41783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916DB8AA-EE32-AE66-FBF7-F3FA103B4930}"/>
              </a:ext>
            </a:extLst>
          </p:cNvPr>
          <p:cNvSpPr/>
          <p:nvPr/>
        </p:nvSpPr>
        <p:spPr>
          <a:xfrm>
            <a:off x="5664200" y="42672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287DCE6D-D1AF-1CA7-0BDC-91BCF6839734}"/>
              </a:ext>
            </a:extLst>
          </p:cNvPr>
          <p:cNvSpPr/>
          <p:nvPr/>
        </p:nvSpPr>
        <p:spPr>
          <a:xfrm>
            <a:off x="5575300" y="3073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9B45316D-66A0-3175-D3E4-1C0BC2434989}"/>
              </a:ext>
            </a:extLst>
          </p:cNvPr>
          <p:cNvSpPr/>
          <p:nvPr/>
        </p:nvSpPr>
        <p:spPr>
          <a:xfrm>
            <a:off x="5715000" y="31242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F02A35E7-1C85-3160-DD30-C6C27BD30C2F}"/>
              </a:ext>
            </a:extLst>
          </p:cNvPr>
          <p:cNvCxnSpPr/>
          <p:nvPr/>
        </p:nvCxnSpPr>
        <p:spPr>
          <a:xfrm rot="5377383">
            <a:off x="3117840" y="3752860"/>
            <a:ext cx="38608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00C0BB">
                <a:alpha val="100000"/>
              </a:srgbClr>
            </a:solidFill>
            <a:prstDash val="solid"/>
            <a:round/>
            <a:headEnd type="oval" w="sm" len="sm"/>
            <a:tailEnd type="oval" w="sm" len="sm"/>
          </a:ln>
        </p:spPr>
      </p:cxnSp>
      <p:sp>
        <p:nvSpPr>
          <p:cNvPr id="14" name="AutoShape 22">
            <a:extLst>
              <a:ext uri="{FF2B5EF4-FFF2-40B4-BE49-F238E27FC236}">
                <a16:creationId xmlns:a16="http://schemas.microsoft.com/office/drawing/2014/main" id="{AC3CA4BD-81ED-B316-2EA5-D04A361F56CC}"/>
              </a:ext>
            </a:extLst>
          </p:cNvPr>
          <p:cNvSpPr/>
          <p:nvPr/>
        </p:nvSpPr>
        <p:spPr>
          <a:xfrm>
            <a:off x="1676400" y="23241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595FF08A-E306-B665-3213-30891E2E71FF}"/>
              </a:ext>
            </a:extLst>
          </p:cNvPr>
          <p:cNvSpPr/>
          <p:nvPr/>
        </p:nvSpPr>
        <p:spPr>
          <a:xfrm>
            <a:off x="3098800" y="23241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1677D183-94BC-1738-83F9-1DE3A3D0A32C}"/>
              </a:ext>
            </a:extLst>
          </p:cNvPr>
          <p:cNvSpPr/>
          <p:nvPr/>
        </p:nvSpPr>
        <p:spPr>
          <a:xfrm>
            <a:off x="1676400" y="37592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F4B290E6-3BAD-D5BD-BCB0-9DEEB679F09C}"/>
              </a:ext>
            </a:extLst>
          </p:cNvPr>
          <p:cNvSpPr/>
          <p:nvPr/>
        </p:nvSpPr>
        <p:spPr>
          <a:xfrm>
            <a:off x="3098800" y="37719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CE630ED2-7284-E2DE-213F-8E68EBC0FAAF}"/>
              </a:ext>
            </a:extLst>
          </p:cNvPr>
          <p:cNvSpPr/>
          <p:nvPr/>
        </p:nvSpPr>
        <p:spPr>
          <a:xfrm>
            <a:off x="2387600" y="30480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547799D4-A8EE-D90D-0B3D-4AABCE4201F6}"/>
              </a:ext>
            </a:extLst>
          </p:cNvPr>
          <p:cNvSpPr/>
          <p:nvPr/>
        </p:nvSpPr>
        <p:spPr>
          <a:xfrm>
            <a:off x="3022600" y="30480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8CFED0F-BC8A-06D1-41BD-1F0F97283360}"/>
              </a:ext>
            </a:extLst>
          </p:cNvPr>
          <p:cNvSpPr/>
          <p:nvPr/>
        </p:nvSpPr>
        <p:spPr>
          <a:xfrm>
            <a:off x="2387600" y="36449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00640663-BD6D-2742-A272-59EF4E769BC4}"/>
              </a:ext>
            </a:extLst>
          </p:cNvPr>
          <p:cNvSpPr/>
          <p:nvPr/>
        </p:nvSpPr>
        <p:spPr>
          <a:xfrm>
            <a:off x="3022600" y="36449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E19C12EB-063E-6529-E48B-6E5D45C64D60}"/>
              </a:ext>
            </a:extLst>
          </p:cNvPr>
          <p:cNvSpPr/>
          <p:nvPr/>
        </p:nvSpPr>
        <p:spPr>
          <a:xfrm>
            <a:off x="1841500" y="26797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2623A36D-1138-14F9-0B49-000FCCF7B734}"/>
              </a:ext>
            </a:extLst>
          </p:cNvPr>
          <p:cNvSpPr/>
          <p:nvPr/>
        </p:nvSpPr>
        <p:spPr>
          <a:xfrm>
            <a:off x="26035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22962014-1931-ADC8-DC9F-AEEC6D4CB34F}"/>
              </a:ext>
            </a:extLst>
          </p:cNvPr>
          <p:cNvSpPr/>
          <p:nvPr/>
        </p:nvSpPr>
        <p:spPr>
          <a:xfrm>
            <a:off x="2679700" y="33528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B2406F23-8EFB-F2A1-1967-2CF0C09D7FEB}"/>
              </a:ext>
            </a:extLst>
          </p:cNvPr>
          <p:cNvSpPr/>
          <p:nvPr/>
        </p:nvSpPr>
        <p:spPr>
          <a:xfrm>
            <a:off x="3619500" y="26670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AF7A49D3-6FC8-448B-72CD-530F6C1C4DB0}"/>
              </a:ext>
            </a:extLst>
          </p:cNvPr>
          <p:cNvSpPr/>
          <p:nvPr/>
        </p:nvSpPr>
        <p:spPr>
          <a:xfrm>
            <a:off x="32258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78BE89B1-5092-DBFC-8B3A-170C49BA72F8}"/>
              </a:ext>
            </a:extLst>
          </p:cNvPr>
          <p:cNvSpPr/>
          <p:nvPr/>
        </p:nvSpPr>
        <p:spPr>
          <a:xfrm>
            <a:off x="3365500" y="33147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49284F50-B66C-AC09-4E23-B223604A1CB8}"/>
              </a:ext>
            </a:extLst>
          </p:cNvPr>
          <p:cNvSpPr/>
          <p:nvPr/>
        </p:nvSpPr>
        <p:spPr>
          <a:xfrm>
            <a:off x="3175000" y="38862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EA9AB64E-D2B2-2F4B-74DD-A93F8072538C}"/>
              </a:ext>
            </a:extLst>
          </p:cNvPr>
          <p:cNvSpPr/>
          <p:nvPr/>
        </p:nvSpPr>
        <p:spPr>
          <a:xfrm>
            <a:off x="3263900" y="39751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8">
            <a:extLst>
              <a:ext uri="{FF2B5EF4-FFF2-40B4-BE49-F238E27FC236}">
                <a16:creationId xmlns:a16="http://schemas.microsoft.com/office/drawing/2014/main" id="{3FE1B40B-62BF-1F70-1887-CE36819F885B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9">
            <a:extLst>
              <a:ext uri="{FF2B5EF4-FFF2-40B4-BE49-F238E27FC236}">
                <a16:creationId xmlns:a16="http://schemas.microsoft.com/office/drawing/2014/main" id="{BB5A7E2E-A941-21E6-5D1D-8950A974F179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C2A5642B-99BA-62AC-D53F-402FF1F6BC03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41">
            <a:extLst>
              <a:ext uri="{FF2B5EF4-FFF2-40B4-BE49-F238E27FC236}">
                <a16:creationId xmlns:a16="http://schemas.microsoft.com/office/drawing/2014/main" id="{275D9F2E-8B01-07D1-851E-60D1B3177B86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42">
            <a:extLst>
              <a:ext uri="{FF2B5EF4-FFF2-40B4-BE49-F238E27FC236}">
                <a16:creationId xmlns:a16="http://schemas.microsoft.com/office/drawing/2014/main" id="{E39FBD9A-9E5C-A777-130D-0E139A6E52C9}"/>
              </a:ext>
            </a:extLst>
          </p:cNvPr>
          <p:cNvSpPr/>
          <p:nvPr/>
        </p:nvSpPr>
        <p:spPr>
          <a:xfrm>
            <a:off x="1816100" y="42926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5" name="AutoShape 43">
            <a:extLst>
              <a:ext uri="{FF2B5EF4-FFF2-40B4-BE49-F238E27FC236}">
                <a16:creationId xmlns:a16="http://schemas.microsoft.com/office/drawing/2014/main" id="{6C1BED2E-A20D-9643-FE5D-838BDCB97DC9}"/>
              </a:ext>
            </a:extLst>
          </p:cNvPr>
          <p:cNvSpPr/>
          <p:nvPr/>
        </p:nvSpPr>
        <p:spPr>
          <a:xfrm>
            <a:off x="3606800" y="42672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6" name="AutoShape 44">
            <a:extLst>
              <a:ext uri="{FF2B5EF4-FFF2-40B4-BE49-F238E27FC236}">
                <a16:creationId xmlns:a16="http://schemas.microsoft.com/office/drawing/2014/main" id="{FA6A42CB-BC59-040E-6D8A-7C9CC4BA19DC}"/>
              </a:ext>
            </a:extLst>
          </p:cNvPr>
          <p:cNvSpPr/>
          <p:nvPr/>
        </p:nvSpPr>
        <p:spPr>
          <a:xfrm>
            <a:off x="6400800" y="1549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7" name="AutoShape 45">
            <a:extLst>
              <a:ext uri="{FF2B5EF4-FFF2-40B4-BE49-F238E27FC236}">
                <a16:creationId xmlns:a16="http://schemas.microsoft.com/office/drawing/2014/main" id="{55B81F03-20DC-ADF2-5015-5BA16B51045C}"/>
              </a:ext>
            </a:extLst>
          </p:cNvPr>
          <p:cNvSpPr/>
          <p:nvPr/>
        </p:nvSpPr>
        <p:spPr>
          <a:xfrm>
            <a:off x="6413500" y="2692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AutoShape 46">
            <a:extLst>
              <a:ext uri="{FF2B5EF4-FFF2-40B4-BE49-F238E27FC236}">
                <a16:creationId xmlns:a16="http://schemas.microsoft.com/office/drawing/2014/main" id="{04C36F31-131A-5570-A5AF-10B0DE508F5D}"/>
              </a:ext>
            </a:extLst>
          </p:cNvPr>
          <p:cNvSpPr/>
          <p:nvPr/>
        </p:nvSpPr>
        <p:spPr>
          <a:xfrm>
            <a:off x="6438900" y="38227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9" name="AutoShape 47">
            <a:extLst>
              <a:ext uri="{FF2B5EF4-FFF2-40B4-BE49-F238E27FC236}">
                <a16:creationId xmlns:a16="http://schemas.microsoft.com/office/drawing/2014/main" id="{46EC8251-9567-95BF-E045-7BF6DC8FAF40}"/>
              </a:ext>
            </a:extLst>
          </p:cNvPr>
          <p:cNvSpPr/>
          <p:nvPr/>
        </p:nvSpPr>
        <p:spPr>
          <a:xfrm>
            <a:off x="6451600" y="49911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0455391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3CB35F4C-268A-AF59-EE72-9D03EE282EAB}"/>
              </a:ext>
            </a:extLst>
          </p:cNvPr>
          <p:cNvSpPr/>
          <p:nvPr/>
        </p:nvSpPr>
        <p:spPr>
          <a:xfrm>
            <a:off x="16764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5B1C1C04-4538-56D7-F2A1-425A9558629D}"/>
              </a:ext>
            </a:extLst>
          </p:cNvPr>
          <p:cNvSpPr/>
          <p:nvPr/>
        </p:nvSpPr>
        <p:spPr>
          <a:xfrm>
            <a:off x="92456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A59B2510-F421-CEDE-3FDF-3633D0185974}"/>
              </a:ext>
            </a:extLst>
          </p:cNvPr>
          <p:cNvSpPr/>
          <p:nvPr/>
        </p:nvSpPr>
        <p:spPr>
          <a:xfrm>
            <a:off x="673100" y="1587500"/>
            <a:ext cx="10845800" cy="1775293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306826D7-CA97-FEE1-665C-C40E7B68E70C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3F6934-A6F9-C35D-FAE4-1795520E8F16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F8C2B705-8395-13AD-EB66-BC2A3E463CD5}"/>
              </a:ext>
            </a:extLst>
          </p:cNvPr>
          <p:cNvSpPr/>
          <p:nvPr/>
        </p:nvSpPr>
        <p:spPr>
          <a:xfrm>
            <a:off x="9779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AE47F250-6DBB-9684-E439-30F204BB13A7}"/>
              </a:ext>
            </a:extLst>
          </p:cNvPr>
          <p:cNvSpPr/>
          <p:nvPr/>
        </p:nvSpPr>
        <p:spPr>
          <a:xfrm>
            <a:off x="12954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12A82319-67C4-1759-5B5F-9F024B7917B6}"/>
              </a:ext>
            </a:extLst>
          </p:cNvPr>
          <p:cNvSpPr/>
          <p:nvPr/>
        </p:nvSpPr>
        <p:spPr>
          <a:xfrm>
            <a:off x="54610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D3668D57-E8D8-5890-17F9-93BCB1F4A640}"/>
              </a:ext>
            </a:extLst>
          </p:cNvPr>
          <p:cNvSpPr/>
          <p:nvPr/>
        </p:nvSpPr>
        <p:spPr>
          <a:xfrm>
            <a:off x="47752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100" dirty="0"/>
              <a:t>	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CD29A42C-4226-AD18-AEAD-027BFC1EED55}"/>
              </a:ext>
            </a:extLst>
          </p:cNvPr>
          <p:cNvSpPr/>
          <p:nvPr/>
        </p:nvSpPr>
        <p:spPr>
          <a:xfrm>
            <a:off x="50927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E6B4029C-16E1-5F77-2A1C-2C3F8461A86B}"/>
              </a:ext>
            </a:extLst>
          </p:cNvPr>
          <p:cNvSpPr/>
          <p:nvPr/>
        </p:nvSpPr>
        <p:spPr>
          <a:xfrm>
            <a:off x="85598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9BD53BFA-7837-01CC-30D1-F7C5720977D6}"/>
              </a:ext>
            </a:extLst>
          </p:cNvPr>
          <p:cNvSpPr/>
          <p:nvPr/>
        </p:nvSpPr>
        <p:spPr>
          <a:xfrm>
            <a:off x="8877300" y="43434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985540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A9CEBC97-BF41-AB8E-2EB5-73A22334FB3E}"/>
              </a:ext>
            </a:extLst>
          </p:cNvPr>
          <p:cNvSpPr/>
          <p:nvPr/>
        </p:nvSpPr>
        <p:spPr>
          <a:xfrm rot="5400000">
            <a:off x="17526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45868A40-A3B6-4F0F-B7F8-1E17216769AB}"/>
              </a:ext>
            </a:extLst>
          </p:cNvPr>
          <p:cNvSpPr/>
          <p:nvPr/>
        </p:nvSpPr>
        <p:spPr>
          <a:xfrm>
            <a:off x="25527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552640" y="235430"/>
                </a:moveTo>
                <a:cubicBezTo>
                  <a:pt x="485729" y="223039"/>
                  <a:pt x="485729" y="223039"/>
                  <a:pt x="485729" y="223039"/>
                </a:cubicBezTo>
                <a:cubicBezTo>
                  <a:pt x="480772" y="208170"/>
                  <a:pt x="475817" y="195778"/>
                  <a:pt x="468382" y="183388"/>
                </a:cubicBezTo>
                <a:cubicBezTo>
                  <a:pt x="508033" y="123910"/>
                  <a:pt x="508033" y="123910"/>
                  <a:pt x="508033" y="123910"/>
                </a:cubicBezTo>
                <a:cubicBezTo>
                  <a:pt x="512990" y="118955"/>
                  <a:pt x="510511" y="111520"/>
                  <a:pt x="508033" y="106563"/>
                </a:cubicBezTo>
                <a:cubicBezTo>
                  <a:pt x="458469" y="59477"/>
                  <a:pt x="458469" y="59477"/>
                  <a:pt x="458469" y="59477"/>
                </a:cubicBezTo>
                <a:cubicBezTo>
                  <a:pt x="453512" y="54521"/>
                  <a:pt x="446077" y="52042"/>
                  <a:pt x="441122" y="56999"/>
                </a:cubicBezTo>
                <a:cubicBezTo>
                  <a:pt x="384123" y="96651"/>
                  <a:pt x="384123" y="96651"/>
                  <a:pt x="384123" y="96651"/>
                </a:cubicBezTo>
                <a:cubicBezTo>
                  <a:pt x="369254" y="89215"/>
                  <a:pt x="356862" y="84259"/>
                  <a:pt x="341993" y="79303"/>
                </a:cubicBezTo>
                <a:cubicBezTo>
                  <a:pt x="329602" y="12391"/>
                  <a:pt x="329602" y="12391"/>
                  <a:pt x="329602" y="12391"/>
                </a:cubicBezTo>
                <a:cubicBezTo>
                  <a:pt x="329602" y="4957"/>
                  <a:pt x="322167" y="0"/>
                  <a:pt x="314733" y="0"/>
                </a:cubicBezTo>
                <a:cubicBezTo>
                  <a:pt x="247821" y="0"/>
                  <a:pt x="247821" y="0"/>
                  <a:pt x="247821" y="0"/>
                </a:cubicBezTo>
                <a:cubicBezTo>
                  <a:pt x="240387" y="0"/>
                  <a:pt x="235430" y="4957"/>
                  <a:pt x="232952" y="12391"/>
                </a:cubicBezTo>
                <a:cubicBezTo>
                  <a:pt x="220561" y="79303"/>
                  <a:pt x="220561" y="79303"/>
                  <a:pt x="220561" y="79303"/>
                </a:cubicBezTo>
                <a:cubicBezTo>
                  <a:pt x="205692" y="84259"/>
                  <a:pt x="193300" y="89215"/>
                  <a:pt x="180909" y="96651"/>
                </a:cubicBezTo>
                <a:cubicBezTo>
                  <a:pt x="123910" y="56999"/>
                  <a:pt x="123910" y="56999"/>
                  <a:pt x="123910" y="56999"/>
                </a:cubicBezTo>
                <a:cubicBezTo>
                  <a:pt x="118955" y="54521"/>
                  <a:pt x="111520" y="54521"/>
                  <a:pt x="106563" y="59477"/>
                </a:cubicBezTo>
                <a:cubicBezTo>
                  <a:pt x="56999" y="106563"/>
                  <a:pt x="56999" y="106563"/>
                  <a:pt x="56999" y="106563"/>
                </a:cubicBezTo>
                <a:cubicBezTo>
                  <a:pt x="54521" y="111520"/>
                  <a:pt x="52042" y="121432"/>
                  <a:pt x="56999" y="126389"/>
                </a:cubicBezTo>
                <a:cubicBezTo>
                  <a:pt x="96651" y="183388"/>
                  <a:pt x="96651" y="183388"/>
                  <a:pt x="96651" y="183388"/>
                </a:cubicBezTo>
                <a:cubicBezTo>
                  <a:pt x="89215" y="195778"/>
                  <a:pt x="84259" y="208170"/>
                  <a:pt x="79303" y="223039"/>
                </a:cubicBezTo>
                <a:cubicBezTo>
                  <a:pt x="12391" y="235430"/>
                  <a:pt x="12391" y="235430"/>
                  <a:pt x="12391" y="235430"/>
                </a:cubicBezTo>
                <a:cubicBezTo>
                  <a:pt x="4957" y="235430"/>
                  <a:pt x="0" y="242865"/>
                  <a:pt x="0" y="247821"/>
                </a:cubicBezTo>
                <a:cubicBezTo>
                  <a:pt x="0" y="317210"/>
                  <a:pt x="0" y="317210"/>
                  <a:pt x="0" y="317210"/>
                </a:cubicBezTo>
                <a:cubicBezTo>
                  <a:pt x="0" y="324645"/>
                  <a:pt x="4957" y="329602"/>
                  <a:pt x="12391" y="332080"/>
                </a:cubicBezTo>
                <a:cubicBezTo>
                  <a:pt x="79303" y="344471"/>
                  <a:pt x="79303" y="344471"/>
                  <a:pt x="79303" y="344471"/>
                </a:cubicBezTo>
                <a:cubicBezTo>
                  <a:pt x="84259" y="356862"/>
                  <a:pt x="89215" y="371732"/>
                  <a:pt x="96651" y="384123"/>
                </a:cubicBezTo>
                <a:cubicBezTo>
                  <a:pt x="56999" y="441122"/>
                  <a:pt x="56999" y="441122"/>
                  <a:pt x="56999" y="441122"/>
                </a:cubicBezTo>
                <a:cubicBezTo>
                  <a:pt x="54521" y="446077"/>
                  <a:pt x="54521" y="453512"/>
                  <a:pt x="59477" y="458469"/>
                </a:cubicBezTo>
                <a:cubicBezTo>
                  <a:pt x="106563" y="505555"/>
                  <a:pt x="106563" y="505555"/>
                  <a:pt x="106563" y="505555"/>
                </a:cubicBezTo>
                <a:cubicBezTo>
                  <a:pt x="111520" y="510511"/>
                  <a:pt x="118955" y="512990"/>
                  <a:pt x="126389" y="508033"/>
                </a:cubicBezTo>
                <a:cubicBezTo>
                  <a:pt x="180909" y="468382"/>
                  <a:pt x="180909" y="468382"/>
                  <a:pt x="180909" y="468382"/>
                </a:cubicBezTo>
                <a:cubicBezTo>
                  <a:pt x="193300" y="475817"/>
                  <a:pt x="208170" y="480772"/>
                  <a:pt x="220561" y="485729"/>
                </a:cubicBezTo>
                <a:cubicBezTo>
                  <a:pt x="232952" y="552640"/>
                  <a:pt x="232952" y="552640"/>
                  <a:pt x="232952" y="552640"/>
                </a:cubicBezTo>
                <a:cubicBezTo>
                  <a:pt x="235430" y="560075"/>
                  <a:pt x="240387" y="565032"/>
                  <a:pt x="247821" y="565032"/>
                </a:cubicBezTo>
                <a:cubicBezTo>
                  <a:pt x="314733" y="565032"/>
                  <a:pt x="314733" y="565032"/>
                  <a:pt x="314733" y="565032"/>
                </a:cubicBezTo>
                <a:cubicBezTo>
                  <a:pt x="322167" y="565032"/>
                  <a:pt x="329602" y="560075"/>
                  <a:pt x="329602" y="552640"/>
                </a:cubicBezTo>
                <a:cubicBezTo>
                  <a:pt x="341993" y="485729"/>
                  <a:pt x="341993" y="485729"/>
                  <a:pt x="341993" y="485729"/>
                </a:cubicBezTo>
                <a:cubicBezTo>
                  <a:pt x="356862" y="480772"/>
                  <a:pt x="369254" y="475817"/>
                  <a:pt x="381644" y="470860"/>
                </a:cubicBezTo>
                <a:cubicBezTo>
                  <a:pt x="438643" y="508033"/>
                  <a:pt x="438643" y="508033"/>
                  <a:pt x="438643" y="508033"/>
                </a:cubicBezTo>
                <a:cubicBezTo>
                  <a:pt x="446077" y="512990"/>
                  <a:pt x="453512" y="512990"/>
                  <a:pt x="458469" y="508033"/>
                </a:cubicBezTo>
                <a:cubicBezTo>
                  <a:pt x="505555" y="458469"/>
                  <a:pt x="505555" y="458469"/>
                  <a:pt x="505555" y="458469"/>
                </a:cubicBezTo>
                <a:cubicBezTo>
                  <a:pt x="510511" y="453512"/>
                  <a:pt x="510511" y="446077"/>
                  <a:pt x="508033" y="441122"/>
                </a:cubicBezTo>
                <a:cubicBezTo>
                  <a:pt x="468382" y="384123"/>
                  <a:pt x="468382" y="384123"/>
                  <a:pt x="468382" y="384123"/>
                </a:cubicBezTo>
                <a:cubicBezTo>
                  <a:pt x="475817" y="371732"/>
                  <a:pt x="480772" y="356862"/>
                  <a:pt x="485729" y="344471"/>
                </a:cubicBezTo>
                <a:cubicBezTo>
                  <a:pt x="552640" y="332080"/>
                  <a:pt x="552640" y="332080"/>
                  <a:pt x="552640" y="332080"/>
                </a:cubicBezTo>
                <a:cubicBezTo>
                  <a:pt x="560075" y="329602"/>
                  <a:pt x="565032" y="324645"/>
                  <a:pt x="565032" y="317210"/>
                </a:cubicBezTo>
                <a:cubicBezTo>
                  <a:pt x="565032" y="247821"/>
                  <a:pt x="565032" y="247821"/>
                  <a:pt x="565032" y="247821"/>
                </a:cubicBezTo>
                <a:cubicBezTo>
                  <a:pt x="565032" y="242865"/>
                  <a:pt x="560075" y="235430"/>
                  <a:pt x="552640" y="235430"/>
                </a:cubicBezTo>
                <a:close/>
                <a:moveTo>
                  <a:pt x="282517" y="369254"/>
                </a:moveTo>
                <a:cubicBezTo>
                  <a:pt x="235430" y="369254"/>
                  <a:pt x="195778" y="329602"/>
                  <a:pt x="195778" y="282517"/>
                </a:cubicBezTo>
                <a:cubicBezTo>
                  <a:pt x="195778" y="235430"/>
                  <a:pt x="235430" y="195778"/>
                  <a:pt x="282517" y="195778"/>
                </a:cubicBezTo>
                <a:cubicBezTo>
                  <a:pt x="329602" y="195778"/>
                  <a:pt x="369254" y="235430"/>
                  <a:pt x="369254" y="282517"/>
                </a:cubicBezTo>
                <a:cubicBezTo>
                  <a:pt x="369254" y="329602"/>
                  <a:pt x="329602" y="369254"/>
                  <a:pt x="282517" y="36925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2883F5DA-48AC-1BD0-72C7-08E0EC1803C4}"/>
              </a:ext>
            </a:extLst>
          </p:cNvPr>
          <p:cNvSpPr/>
          <p:nvPr/>
        </p:nvSpPr>
        <p:spPr>
          <a:xfrm>
            <a:off x="14351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8E60BF4B-C75B-48EF-FF90-54A6B9A290A5}"/>
              </a:ext>
            </a:extLst>
          </p:cNvPr>
          <p:cNvSpPr/>
          <p:nvPr/>
        </p:nvSpPr>
        <p:spPr>
          <a:xfrm>
            <a:off x="1714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C033B28F-DC0E-2DBC-AC71-699BD730A50F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BAC4252F-89E2-7976-0446-FA391568F9C6}"/>
              </a:ext>
            </a:extLst>
          </p:cNvPr>
          <p:cNvSpPr/>
          <p:nvPr/>
        </p:nvSpPr>
        <p:spPr>
          <a:xfrm rot="5400000">
            <a:off x="50165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448A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B13DA7AB-840C-1374-65B8-9CF900B31E7E}"/>
              </a:ext>
            </a:extLst>
          </p:cNvPr>
          <p:cNvSpPr/>
          <p:nvPr/>
        </p:nvSpPr>
        <p:spPr>
          <a:xfrm>
            <a:off x="58293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311247" y="2394"/>
                </a:moveTo>
                <a:cubicBezTo>
                  <a:pt x="301669" y="0"/>
                  <a:pt x="292092" y="0"/>
                  <a:pt x="282517" y="0"/>
                </a:cubicBezTo>
                <a:cubicBezTo>
                  <a:pt x="198719" y="0"/>
                  <a:pt x="122104" y="38307"/>
                  <a:pt x="71826" y="95768"/>
                </a:cubicBezTo>
                <a:cubicBezTo>
                  <a:pt x="162806" y="251391"/>
                  <a:pt x="162806" y="251391"/>
                  <a:pt x="162806" y="251391"/>
                </a:cubicBezTo>
                <a:lnTo>
                  <a:pt x="311247" y="2394"/>
                </a:lnTo>
                <a:close/>
                <a:moveTo>
                  <a:pt x="47884" y="124498"/>
                </a:moveTo>
                <a:cubicBezTo>
                  <a:pt x="16759" y="169988"/>
                  <a:pt x="0" y="225055"/>
                  <a:pt x="0" y="282517"/>
                </a:cubicBezTo>
                <a:cubicBezTo>
                  <a:pt x="0" y="311247"/>
                  <a:pt x="4788" y="339976"/>
                  <a:pt x="11971" y="366314"/>
                </a:cubicBezTo>
                <a:cubicBezTo>
                  <a:pt x="193930" y="366314"/>
                  <a:pt x="193930" y="366314"/>
                  <a:pt x="193930" y="366314"/>
                </a:cubicBezTo>
                <a:lnTo>
                  <a:pt x="47884" y="124498"/>
                </a:lnTo>
                <a:close/>
                <a:moveTo>
                  <a:pt x="538696" y="162806"/>
                </a:moveTo>
                <a:cubicBezTo>
                  <a:pt x="502783" y="86191"/>
                  <a:pt x="430957" y="26336"/>
                  <a:pt x="347160" y="7183"/>
                </a:cubicBezTo>
                <a:cubicBezTo>
                  <a:pt x="253785" y="162806"/>
                  <a:pt x="253785" y="162806"/>
                  <a:pt x="253785" y="162806"/>
                </a:cubicBezTo>
                <a:lnTo>
                  <a:pt x="538696" y="162806"/>
                </a:lnTo>
                <a:close/>
                <a:moveTo>
                  <a:pt x="311247" y="399832"/>
                </a:moveTo>
                <a:cubicBezTo>
                  <a:pt x="26336" y="399832"/>
                  <a:pt x="26336" y="399832"/>
                  <a:pt x="26336" y="399832"/>
                </a:cubicBezTo>
                <a:cubicBezTo>
                  <a:pt x="62249" y="481235"/>
                  <a:pt x="138864" y="543484"/>
                  <a:pt x="229843" y="560244"/>
                </a:cubicBezTo>
                <a:cubicBezTo>
                  <a:pt x="222661" y="555455"/>
                  <a:pt x="222661" y="555455"/>
                  <a:pt x="222661" y="555455"/>
                </a:cubicBezTo>
                <a:lnTo>
                  <a:pt x="311247" y="399832"/>
                </a:lnTo>
                <a:close/>
                <a:moveTo>
                  <a:pt x="550667" y="196324"/>
                </a:moveTo>
                <a:cubicBezTo>
                  <a:pt x="371102" y="196324"/>
                  <a:pt x="371102" y="196324"/>
                  <a:pt x="371102" y="196324"/>
                </a:cubicBezTo>
                <a:cubicBezTo>
                  <a:pt x="514754" y="445322"/>
                  <a:pt x="514754" y="445322"/>
                  <a:pt x="514754" y="445322"/>
                </a:cubicBezTo>
                <a:cubicBezTo>
                  <a:pt x="545878" y="399832"/>
                  <a:pt x="565032" y="342372"/>
                  <a:pt x="565032" y="282517"/>
                </a:cubicBezTo>
                <a:cubicBezTo>
                  <a:pt x="565032" y="253785"/>
                  <a:pt x="560244" y="225055"/>
                  <a:pt x="550667" y="196324"/>
                </a:cubicBezTo>
                <a:close/>
                <a:moveTo>
                  <a:pt x="258575" y="565032"/>
                </a:moveTo>
                <a:cubicBezTo>
                  <a:pt x="265756" y="565032"/>
                  <a:pt x="275333" y="565032"/>
                  <a:pt x="282517" y="565032"/>
                </a:cubicBezTo>
                <a:cubicBezTo>
                  <a:pt x="363918" y="565032"/>
                  <a:pt x="438140" y="529119"/>
                  <a:pt x="490812" y="474053"/>
                </a:cubicBezTo>
                <a:cubicBezTo>
                  <a:pt x="399832" y="316034"/>
                  <a:pt x="399832" y="316034"/>
                  <a:pt x="399832" y="316034"/>
                </a:cubicBezTo>
                <a:lnTo>
                  <a:pt x="258575" y="5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F73CAF8-F4AB-6DFF-753D-6B8059FEC75A}"/>
              </a:ext>
            </a:extLst>
          </p:cNvPr>
          <p:cNvSpPr/>
          <p:nvPr/>
        </p:nvSpPr>
        <p:spPr>
          <a:xfrm>
            <a:off x="46990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3801955C-EB39-EB20-EC17-C7DE07CE0B73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50B799EE-E599-ABAB-0ADA-C185A45B9E28}"/>
              </a:ext>
            </a:extLst>
          </p:cNvPr>
          <p:cNvSpPr/>
          <p:nvPr/>
        </p:nvSpPr>
        <p:spPr>
          <a:xfrm>
            <a:off x="49784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4411208B-4DE0-5584-AA90-166B2070B570}"/>
              </a:ext>
            </a:extLst>
          </p:cNvPr>
          <p:cNvSpPr/>
          <p:nvPr/>
        </p:nvSpPr>
        <p:spPr>
          <a:xfrm rot="5400000">
            <a:off x="82804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5D90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51F336C0-D055-2568-FC78-5DE5B76F5126}"/>
              </a:ext>
            </a:extLst>
          </p:cNvPr>
          <p:cNvSpPr/>
          <p:nvPr/>
        </p:nvSpPr>
        <p:spPr>
          <a:xfrm>
            <a:off x="90805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282517" y="0"/>
                </a:moveTo>
                <a:cubicBezTo>
                  <a:pt x="126893" y="0"/>
                  <a:pt x="0" y="126893"/>
                  <a:pt x="0" y="282517"/>
                </a:cubicBezTo>
                <a:cubicBezTo>
                  <a:pt x="0" y="438140"/>
                  <a:pt x="126893" y="565032"/>
                  <a:pt x="282517" y="565032"/>
                </a:cubicBezTo>
                <a:cubicBezTo>
                  <a:pt x="438140" y="565032"/>
                  <a:pt x="565032" y="438140"/>
                  <a:pt x="565032" y="282517"/>
                </a:cubicBezTo>
                <a:cubicBezTo>
                  <a:pt x="565032" y="126893"/>
                  <a:pt x="438140" y="0"/>
                  <a:pt x="282517" y="0"/>
                </a:cubicBezTo>
                <a:close/>
                <a:moveTo>
                  <a:pt x="253785" y="409409"/>
                </a:moveTo>
                <a:cubicBezTo>
                  <a:pt x="129287" y="390256"/>
                  <a:pt x="129287" y="390256"/>
                  <a:pt x="129287" y="390256"/>
                </a:cubicBezTo>
                <a:cubicBezTo>
                  <a:pt x="129287" y="289698"/>
                  <a:pt x="129287" y="289698"/>
                  <a:pt x="129287" y="289698"/>
                </a:cubicBezTo>
                <a:cubicBezTo>
                  <a:pt x="253785" y="289698"/>
                  <a:pt x="253785" y="289698"/>
                  <a:pt x="253785" y="289698"/>
                </a:cubicBezTo>
                <a:lnTo>
                  <a:pt x="253785" y="409409"/>
                </a:lnTo>
                <a:close/>
                <a:moveTo>
                  <a:pt x="253785" y="272940"/>
                </a:moveTo>
                <a:cubicBezTo>
                  <a:pt x="129287" y="272940"/>
                  <a:pt x="129287" y="272940"/>
                  <a:pt x="129287" y="272940"/>
                </a:cubicBezTo>
                <a:cubicBezTo>
                  <a:pt x="129287" y="172382"/>
                  <a:pt x="129287" y="172382"/>
                  <a:pt x="129287" y="172382"/>
                </a:cubicBezTo>
                <a:cubicBezTo>
                  <a:pt x="253785" y="153229"/>
                  <a:pt x="253785" y="153229"/>
                  <a:pt x="253785" y="153229"/>
                </a:cubicBezTo>
                <a:lnTo>
                  <a:pt x="253785" y="272940"/>
                </a:lnTo>
                <a:close/>
                <a:moveTo>
                  <a:pt x="435745" y="435745"/>
                </a:moveTo>
                <a:cubicBezTo>
                  <a:pt x="270546" y="411803"/>
                  <a:pt x="270546" y="411803"/>
                  <a:pt x="270546" y="411803"/>
                </a:cubicBezTo>
                <a:cubicBezTo>
                  <a:pt x="270546" y="289698"/>
                  <a:pt x="270546" y="289698"/>
                  <a:pt x="270546" y="289698"/>
                </a:cubicBezTo>
                <a:cubicBezTo>
                  <a:pt x="435745" y="289698"/>
                  <a:pt x="435745" y="289698"/>
                  <a:pt x="435745" y="289698"/>
                </a:cubicBezTo>
                <a:lnTo>
                  <a:pt x="435745" y="435745"/>
                </a:lnTo>
                <a:close/>
                <a:moveTo>
                  <a:pt x="435745" y="272940"/>
                </a:moveTo>
                <a:cubicBezTo>
                  <a:pt x="270546" y="272940"/>
                  <a:pt x="270546" y="272940"/>
                  <a:pt x="270546" y="272940"/>
                </a:cubicBezTo>
                <a:cubicBezTo>
                  <a:pt x="270546" y="150835"/>
                  <a:pt x="270546" y="150835"/>
                  <a:pt x="270546" y="150835"/>
                </a:cubicBezTo>
                <a:cubicBezTo>
                  <a:pt x="435745" y="126893"/>
                  <a:pt x="435745" y="126893"/>
                  <a:pt x="435745" y="126893"/>
                </a:cubicBezTo>
                <a:lnTo>
                  <a:pt x="435745" y="2729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52C3F0F6-5389-8853-F6E6-46C93F4CA46D}"/>
              </a:ext>
            </a:extLst>
          </p:cNvPr>
          <p:cNvSpPr/>
          <p:nvPr/>
        </p:nvSpPr>
        <p:spPr>
          <a:xfrm>
            <a:off x="79629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BD0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5D2158F1-D1C5-BF4F-76FF-6C8D43C46FDF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DBFA3E45-57BB-6CC2-FC04-9F2BAA84BF73}"/>
              </a:ext>
            </a:extLst>
          </p:cNvPr>
          <p:cNvSpPr/>
          <p:nvPr/>
        </p:nvSpPr>
        <p:spPr>
          <a:xfrm>
            <a:off x="8318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719167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A860E43-ED1B-00AC-09F7-33B5922AF3D9}"/>
              </a:ext>
            </a:extLst>
          </p:cNvPr>
          <p:cNvSpPr/>
          <p:nvPr/>
        </p:nvSpPr>
        <p:spPr>
          <a:xfrm>
            <a:off x="643783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4A66AC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D12B520-2826-BB4F-561F-129162B2E170}"/>
              </a:ext>
            </a:extLst>
          </p:cNvPr>
          <p:cNvSpPr/>
          <p:nvPr/>
        </p:nvSpPr>
        <p:spPr>
          <a:xfrm>
            <a:off x="905957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6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EFC6D69-7F05-C197-585C-14BDD85A7225}"/>
              </a:ext>
            </a:extLst>
          </p:cNvPr>
          <p:cNvSpPr/>
          <p:nvPr/>
        </p:nvSpPr>
        <p:spPr>
          <a:xfrm>
            <a:off x="1212469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4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4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7" y="1015699"/>
                  <a:pt x="1541434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4" y="394376"/>
                  <a:pt x="1541434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73233544-E976-4A04-CC6D-21218A20525B}"/>
              </a:ext>
            </a:extLst>
          </p:cNvPr>
          <p:cNvSpPr/>
          <p:nvPr/>
        </p:nvSpPr>
        <p:spPr>
          <a:xfrm>
            <a:off x="1278236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5C9BFD3-4439-442F-8F2C-EEB5822766BB}"/>
              </a:ext>
            </a:extLst>
          </p:cNvPr>
          <p:cNvSpPr/>
          <p:nvPr/>
        </p:nvSpPr>
        <p:spPr>
          <a:xfrm>
            <a:off x="1348466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4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5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31373D56-0DB8-6CB4-8E04-A5A9BF9742C0}"/>
              </a:ext>
            </a:extLst>
          </p:cNvPr>
          <p:cNvSpPr/>
          <p:nvPr/>
        </p:nvSpPr>
        <p:spPr>
          <a:xfrm>
            <a:off x="1705271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8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8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02EBCBDC-81A1-6843-2890-9E5C85206EA8}"/>
              </a:ext>
            </a:extLst>
          </p:cNvPr>
          <p:cNvSpPr/>
          <p:nvPr/>
        </p:nvSpPr>
        <p:spPr>
          <a:xfrm>
            <a:off x="1754671" y="4156969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8" y="125347"/>
                  <a:pt x="489664" y="155707"/>
                </a:cubicBezTo>
                <a:cubicBezTo>
                  <a:pt x="502890" y="187269"/>
                  <a:pt x="509803" y="2206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DA90FDF1-941A-EB7F-9940-700B4CFF5211}"/>
              </a:ext>
            </a:extLst>
          </p:cNvPr>
          <p:cNvSpPr/>
          <p:nvPr/>
        </p:nvSpPr>
        <p:spPr>
          <a:xfrm>
            <a:off x="1775503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1C8FC0D6-8B8E-7B31-BC07-8485F6D3A0FC}"/>
              </a:ext>
            </a:extLst>
          </p:cNvPr>
          <p:cNvSpPr/>
          <p:nvPr/>
        </p:nvSpPr>
        <p:spPr>
          <a:xfrm>
            <a:off x="1754671" y="2377107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702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702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8" y="125347"/>
                  <a:pt x="489664" y="155706"/>
                </a:cubicBezTo>
                <a:cubicBezTo>
                  <a:pt x="502890" y="186968"/>
                  <a:pt x="509803" y="2203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BD789A7F-7A61-413E-0559-AAC5FC27D680}"/>
              </a:ext>
            </a:extLst>
          </p:cNvPr>
          <p:cNvSpPr/>
          <p:nvPr/>
        </p:nvSpPr>
        <p:spPr>
          <a:xfrm>
            <a:off x="1775503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19603979-132A-72BF-8E58-614097E2CFDB}"/>
              </a:ext>
            </a:extLst>
          </p:cNvPr>
          <p:cNvSpPr/>
          <p:nvPr/>
        </p:nvSpPr>
        <p:spPr>
          <a:xfrm>
            <a:off x="200702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6D8103-DA63-0A6B-FB4D-69AE3078790E}"/>
              </a:ext>
            </a:extLst>
          </p:cNvPr>
          <p:cNvGrpSpPr/>
          <p:nvPr/>
        </p:nvGrpSpPr>
        <p:grpSpPr>
          <a:xfrm>
            <a:off x="1928909" y="4303381"/>
            <a:ext cx="150281" cy="183609"/>
            <a:chOff x="1934918" y="4278943"/>
            <a:chExt cx="150281" cy="183609"/>
          </a:xfrm>
          <a:solidFill>
            <a:srgbClr val="4A66AC"/>
          </a:solidFill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3DD5FD44-075E-1AE7-8660-768993B5112B}"/>
                </a:ext>
              </a:extLst>
            </p:cNvPr>
            <p:cNvSpPr/>
            <p:nvPr/>
          </p:nvSpPr>
          <p:spPr>
            <a:xfrm>
              <a:off x="1934918" y="4278943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504 h 185464"/>
                <a:gd name="connsiteX12" fmla="*/ 55309 w 82362"/>
                <a:gd name="connsiteY12" fmla="*/ 142480 h 185464"/>
                <a:gd name="connsiteX13" fmla="*/ 55309 w 82362"/>
                <a:gd name="connsiteY13" fmla="*/ 42684 h 185464"/>
                <a:gd name="connsiteX14" fmla="*/ 51702 w 82362"/>
                <a:gd name="connsiteY14" fmla="*/ 30660 h 185464"/>
                <a:gd name="connsiteX15" fmla="*/ 41482 w 82362"/>
                <a:gd name="connsiteY15" fmla="*/ 26452 h 185464"/>
                <a:gd name="connsiteX16" fmla="*/ 31261 w 82362"/>
                <a:gd name="connsiteY16" fmla="*/ 30660 h 185464"/>
                <a:gd name="connsiteX17" fmla="*/ 27654 w 82362"/>
                <a:gd name="connsiteY17" fmla="*/ 42684 h 185464"/>
                <a:gd name="connsiteX18" fmla="*/ 27654 w 82362"/>
                <a:gd name="connsiteY18" fmla="*/ 142480 h 185464"/>
                <a:gd name="connsiteX19" fmla="*/ 31261 w 82362"/>
                <a:gd name="connsiteY19" fmla="*/ 154504 h 185464"/>
                <a:gd name="connsiteX20" fmla="*/ 41482 w 82362"/>
                <a:gd name="connsiteY20" fmla="*/ 158712 h 185464"/>
                <a:gd name="connsiteX21" fmla="*/ 51702 w 82362"/>
                <a:gd name="connsiteY21" fmla="*/ 154504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504"/>
                  </a:moveTo>
                  <a:cubicBezTo>
                    <a:pt x="54107" y="151799"/>
                    <a:pt x="55309" y="147590"/>
                    <a:pt x="55309" y="142480"/>
                  </a:cubicBezTo>
                  <a:lnTo>
                    <a:pt x="55309" y="42684"/>
                  </a:lnTo>
                  <a:cubicBezTo>
                    <a:pt x="55309" y="37574"/>
                    <a:pt x="54107" y="33666"/>
                    <a:pt x="51702" y="30660"/>
                  </a:cubicBezTo>
                  <a:cubicBezTo>
                    <a:pt x="49297" y="27654"/>
                    <a:pt x="45990" y="26452"/>
                    <a:pt x="41482" y="26452"/>
                  </a:cubicBezTo>
                  <a:cubicBezTo>
                    <a:pt x="37273" y="26452"/>
                    <a:pt x="33666" y="27955"/>
                    <a:pt x="31261" y="30660"/>
                  </a:cubicBezTo>
                  <a:cubicBezTo>
                    <a:pt x="28857" y="33366"/>
                    <a:pt x="27654" y="37574"/>
                    <a:pt x="27654" y="42684"/>
                  </a:cubicBezTo>
                  <a:lnTo>
                    <a:pt x="27654" y="142480"/>
                  </a:lnTo>
                  <a:cubicBezTo>
                    <a:pt x="27654" y="147590"/>
                    <a:pt x="28857" y="151498"/>
                    <a:pt x="31261" y="154504"/>
                  </a:cubicBezTo>
                  <a:cubicBezTo>
                    <a:pt x="33666" y="157209"/>
                    <a:pt x="36973" y="158712"/>
                    <a:pt x="41482" y="158712"/>
                  </a:cubicBezTo>
                  <a:cubicBezTo>
                    <a:pt x="45690" y="159013"/>
                    <a:pt x="49297" y="157510"/>
                    <a:pt x="51702" y="154504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225C3615-D927-8449-4793-6FF8292DC0DD}"/>
                </a:ext>
              </a:extLst>
            </p:cNvPr>
            <p:cNvSpPr/>
            <p:nvPr/>
          </p:nvSpPr>
          <p:spPr>
            <a:xfrm>
              <a:off x="2032824" y="4281027"/>
              <a:ext cx="52375" cy="179443"/>
            </a:xfrm>
            <a:custGeom>
              <a:avLst/>
              <a:gdLst>
                <a:gd name="connsiteX0" fmla="*/ 52604 w 52904"/>
                <a:gd name="connsiteY0" fmla="*/ 181257 h 181256"/>
                <a:gd name="connsiteX1" fmla="*/ 25250 w 52904"/>
                <a:gd name="connsiteY1" fmla="*/ 181257 h 181256"/>
                <a:gd name="connsiteX2" fmla="*/ 25250 w 52904"/>
                <a:gd name="connsiteY2" fmla="*/ 29759 h 181256"/>
                <a:gd name="connsiteX3" fmla="*/ 0 w 52904"/>
                <a:gd name="connsiteY3" fmla="*/ 43886 h 181256"/>
                <a:gd name="connsiteX4" fmla="*/ 0 w 52904"/>
                <a:gd name="connsiteY4" fmla="*/ 14729 h 181256"/>
                <a:gd name="connsiteX5" fmla="*/ 24047 w 52904"/>
                <a:gd name="connsiteY5" fmla="*/ 0 h 181256"/>
                <a:gd name="connsiteX6" fmla="*/ 52904 w 52904"/>
                <a:gd name="connsiteY6" fmla="*/ 0 h 181256"/>
                <a:gd name="connsiteX7" fmla="*/ 52604 w 52904"/>
                <a:gd name="connsiteY7" fmla="*/ 181257 h 181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904" h="181256">
                  <a:moveTo>
                    <a:pt x="52604" y="181257"/>
                  </a:moveTo>
                  <a:lnTo>
                    <a:pt x="25250" y="181257"/>
                  </a:lnTo>
                  <a:lnTo>
                    <a:pt x="25250" y="29759"/>
                  </a:lnTo>
                  <a:lnTo>
                    <a:pt x="0" y="43886"/>
                  </a:lnTo>
                  <a:lnTo>
                    <a:pt x="0" y="14729"/>
                  </a:lnTo>
                  <a:lnTo>
                    <a:pt x="24047" y="0"/>
                  </a:lnTo>
                  <a:lnTo>
                    <a:pt x="52904" y="0"/>
                  </a:lnTo>
                  <a:lnTo>
                    <a:pt x="52604" y="181257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67D73C5D-CB7E-1358-906F-337C7EAC1EB4}"/>
              </a:ext>
            </a:extLst>
          </p:cNvPr>
          <p:cNvSpPr/>
          <p:nvPr/>
        </p:nvSpPr>
        <p:spPr>
          <a:xfrm>
            <a:off x="3369669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629DD1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CB7D54-0AC6-F481-B609-D4B29F768289}"/>
              </a:ext>
            </a:extLst>
          </p:cNvPr>
          <p:cNvSpPr/>
          <p:nvPr/>
        </p:nvSpPr>
        <p:spPr>
          <a:xfrm>
            <a:off x="3631842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2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2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2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2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7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E6E2F26-F7D1-3767-1004-D03D3563A168}"/>
              </a:ext>
            </a:extLst>
          </p:cNvPr>
          <p:cNvSpPr/>
          <p:nvPr/>
        </p:nvSpPr>
        <p:spPr>
          <a:xfrm>
            <a:off x="3938356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E4279DA-57FD-B4BC-B7ED-EFF893C6F486}"/>
              </a:ext>
            </a:extLst>
          </p:cNvPr>
          <p:cNvSpPr/>
          <p:nvPr/>
        </p:nvSpPr>
        <p:spPr>
          <a:xfrm>
            <a:off x="4004121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5973DB5B-1C83-FFE5-2044-4233AE3FE185}"/>
              </a:ext>
            </a:extLst>
          </p:cNvPr>
          <p:cNvSpPr/>
          <p:nvPr/>
        </p:nvSpPr>
        <p:spPr>
          <a:xfrm>
            <a:off x="4074352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5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4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72C275AC-068D-4D86-E259-2E8E04E18603}"/>
              </a:ext>
            </a:extLst>
          </p:cNvPr>
          <p:cNvSpPr/>
          <p:nvPr/>
        </p:nvSpPr>
        <p:spPr>
          <a:xfrm>
            <a:off x="4091314" y="1987865"/>
            <a:ext cx="1283189" cy="1283189"/>
          </a:xfrm>
          <a:custGeom>
            <a:avLst/>
            <a:gdLst>
              <a:gd name="connsiteX0" fmla="*/ 1296151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1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1" y="648076"/>
                </a:moveTo>
                <a:cubicBezTo>
                  <a:pt x="1296151" y="1005998"/>
                  <a:pt x="1005998" y="1296151"/>
                  <a:pt x="648076" y="1296151"/>
                </a:cubicBezTo>
                <a:cubicBezTo>
                  <a:pt x="290153" y="1296151"/>
                  <a:pt x="0" y="1005998"/>
                  <a:pt x="0" y="648076"/>
                </a:cubicBezTo>
                <a:cubicBezTo>
                  <a:pt x="0" y="290153"/>
                  <a:pt x="290154" y="0"/>
                  <a:pt x="648076" y="0"/>
                </a:cubicBezTo>
                <a:cubicBezTo>
                  <a:pt x="1005998" y="0"/>
                  <a:pt x="1296151" y="290153"/>
                  <a:pt x="1296151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E6FCCA08-EBDA-920F-3B8B-1886B6556D65}"/>
              </a:ext>
            </a:extLst>
          </p:cNvPr>
          <p:cNvSpPr/>
          <p:nvPr/>
        </p:nvSpPr>
        <p:spPr>
          <a:xfrm>
            <a:off x="4431157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6A713E04-BEC7-A3DC-FDED-A400C1A34437}"/>
              </a:ext>
            </a:extLst>
          </p:cNvPr>
          <p:cNvSpPr/>
          <p:nvPr/>
        </p:nvSpPr>
        <p:spPr>
          <a:xfrm>
            <a:off x="4480557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4A424E5F-DA4E-C65F-D723-1B79C965BB48}"/>
              </a:ext>
            </a:extLst>
          </p:cNvPr>
          <p:cNvSpPr/>
          <p:nvPr/>
        </p:nvSpPr>
        <p:spPr>
          <a:xfrm>
            <a:off x="4523706" y="4200118"/>
            <a:ext cx="418405" cy="418405"/>
          </a:xfrm>
          <a:custGeom>
            <a:avLst/>
            <a:gdLst>
              <a:gd name="connsiteX0" fmla="*/ 422632 w 422631"/>
              <a:gd name="connsiteY0" fmla="*/ 211316 h 422631"/>
              <a:gd name="connsiteX1" fmla="*/ 211316 w 422631"/>
              <a:gd name="connsiteY1" fmla="*/ 422632 h 422631"/>
              <a:gd name="connsiteX2" fmla="*/ 0 w 422631"/>
              <a:gd name="connsiteY2" fmla="*/ 211316 h 422631"/>
              <a:gd name="connsiteX3" fmla="*/ 211316 w 422631"/>
              <a:gd name="connsiteY3" fmla="*/ 0 h 422631"/>
              <a:gd name="connsiteX4" fmla="*/ 422632 w 422631"/>
              <a:gd name="connsiteY4" fmla="*/ 211316 h 422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631" h="422631">
                <a:moveTo>
                  <a:pt x="422632" y="211316"/>
                </a:moveTo>
                <a:cubicBezTo>
                  <a:pt x="422632" y="328023"/>
                  <a:pt x="328023" y="422632"/>
                  <a:pt x="211316" y="422632"/>
                </a:cubicBezTo>
                <a:cubicBezTo>
                  <a:pt x="94610" y="422632"/>
                  <a:pt x="0" y="328023"/>
                  <a:pt x="0" y="211316"/>
                </a:cubicBezTo>
                <a:cubicBezTo>
                  <a:pt x="0" y="94610"/>
                  <a:pt x="94609" y="0"/>
                  <a:pt x="211316" y="0"/>
                </a:cubicBezTo>
                <a:cubicBezTo>
                  <a:pt x="328022" y="0"/>
                  <a:pt x="422632" y="94609"/>
                  <a:pt x="422632" y="21131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9232D63A-61C6-796A-3331-3C0799AF34A7}"/>
              </a:ext>
            </a:extLst>
          </p:cNvPr>
          <p:cNvSpPr/>
          <p:nvPr/>
        </p:nvSpPr>
        <p:spPr>
          <a:xfrm>
            <a:off x="4480557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0F4E02F-6049-0242-1BFD-3EA924704079}"/>
              </a:ext>
            </a:extLst>
          </p:cNvPr>
          <p:cNvSpPr/>
          <p:nvPr/>
        </p:nvSpPr>
        <p:spPr>
          <a:xfrm>
            <a:off x="4501388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F6190C8-ED85-68BB-E9CB-FF590004463B}"/>
              </a:ext>
            </a:extLst>
          </p:cNvPr>
          <p:cNvSpPr/>
          <p:nvPr/>
        </p:nvSpPr>
        <p:spPr>
          <a:xfrm>
            <a:off x="4732909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2FC2D28-E7C9-3B9E-AEA7-4A0386164E56}"/>
              </a:ext>
            </a:extLst>
          </p:cNvPr>
          <p:cNvGrpSpPr/>
          <p:nvPr/>
        </p:nvGrpSpPr>
        <p:grpSpPr>
          <a:xfrm>
            <a:off x="4639765" y="4303380"/>
            <a:ext cx="185693" cy="183909"/>
            <a:chOff x="4644122" y="4278641"/>
            <a:chExt cx="185693" cy="183909"/>
          </a:xfrm>
          <a:solidFill>
            <a:srgbClr val="629DD1"/>
          </a:solidFill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B995F5EE-2DAA-6510-65AF-F9233E780A96}"/>
                </a:ext>
              </a:extLst>
            </p:cNvPr>
            <p:cNvSpPr/>
            <p:nvPr/>
          </p:nvSpPr>
          <p:spPr>
            <a:xfrm>
              <a:off x="4644122" y="4278941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805 h 185464"/>
                <a:gd name="connsiteX12" fmla="*/ 55309 w 82362"/>
                <a:gd name="connsiteY12" fmla="*/ 142781 h 185464"/>
                <a:gd name="connsiteX13" fmla="*/ 55309 w 82362"/>
                <a:gd name="connsiteY13" fmla="*/ 42984 h 185464"/>
                <a:gd name="connsiteX14" fmla="*/ 51702 w 82362"/>
                <a:gd name="connsiteY14" fmla="*/ 30961 h 185464"/>
                <a:gd name="connsiteX15" fmla="*/ 41482 w 82362"/>
                <a:gd name="connsiteY15" fmla="*/ 26752 h 185464"/>
                <a:gd name="connsiteX16" fmla="*/ 31262 w 82362"/>
                <a:gd name="connsiteY16" fmla="*/ 30961 h 185464"/>
                <a:gd name="connsiteX17" fmla="*/ 27655 w 82362"/>
                <a:gd name="connsiteY17" fmla="*/ 42984 h 185464"/>
                <a:gd name="connsiteX18" fmla="*/ 27655 w 82362"/>
                <a:gd name="connsiteY18" fmla="*/ 142781 h 185464"/>
                <a:gd name="connsiteX19" fmla="*/ 31262 w 82362"/>
                <a:gd name="connsiteY19" fmla="*/ 154805 h 185464"/>
                <a:gd name="connsiteX20" fmla="*/ 41482 w 82362"/>
                <a:gd name="connsiteY20" fmla="*/ 159013 h 185464"/>
                <a:gd name="connsiteX21" fmla="*/ 51702 w 82362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805"/>
                  </a:moveTo>
                  <a:cubicBezTo>
                    <a:pt x="54107" y="152099"/>
                    <a:pt x="55309" y="147891"/>
                    <a:pt x="55309" y="142781"/>
                  </a:cubicBezTo>
                  <a:lnTo>
                    <a:pt x="55309" y="42984"/>
                  </a:lnTo>
                  <a:cubicBezTo>
                    <a:pt x="55309" y="37874"/>
                    <a:pt x="54107" y="33967"/>
                    <a:pt x="51702" y="30961"/>
                  </a:cubicBezTo>
                  <a:cubicBezTo>
                    <a:pt x="49297" y="28255"/>
                    <a:pt x="45991" y="26752"/>
                    <a:pt x="41482" y="26752"/>
                  </a:cubicBezTo>
                  <a:cubicBezTo>
                    <a:pt x="37273" y="26752"/>
                    <a:pt x="33666" y="28255"/>
                    <a:pt x="31262" y="30961"/>
                  </a:cubicBezTo>
                  <a:cubicBezTo>
                    <a:pt x="28857" y="33666"/>
                    <a:pt x="27655" y="37874"/>
                    <a:pt x="27655" y="42984"/>
                  </a:cubicBezTo>
                  <a:lnTo>
                    <a:pt x="27655" y="142781"/>
                  </a:lnTo>
                  <a:cubicBezTo>
                    <a:pt x="27655" y="147891"/>
                    <a:pt x="28857" y="151799"/>
                    <a:pt x="31262" y="154805"/>
                  </a:cubicBezTo>
                  <a:cubicBezTo>
                    <a:pt x="33666" y="157510"/>
                    <a:pt x="36973" y="159013"/>
                    <a:pt x="41482" y="159013"/>
                  </a:cubicBezTo>
                  <a:cubicBezTo>
                    <a:pt x="45690" y="159013"/>
                    <a:pt x="49297" y="157510"/>
                    <a:pt x="51702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49B4A910-DFE2-6410-D7DB-CC03029F7E8B}"/>
                </a:ext>
              </a:extLst>
            </p:cNvPr>
            <p:cNvSpPr/>
            <p:nvPr/>
          </p:nvSpPr>
          <p:spPr>
            <a:xfrm>
              <a:off x="4746789" y="4278641"/>
              <a:ext cx="83026" cy="180931"/>
            </a:xfrm>
            <a:custGeom>
              <a:avLst/>
              <a:gdLst>
                <a:gd name="connsiteX0" fmla="*/ 902 w 83865"/>
                <a:gd name="connsiteY0" fmla="*/ 159314 h 182759"/>
                <a:gd name="connsiteX1" fmla="*/ 39678 w 83865"/>
                <a:gd name="connsiteY1" fmla="*/ 91380 h 182759"/>
                <a:gd name="connsiteX2" fmla="*/ 52003 w 83865"/>
                <a:gd name="connsiteY2" fmla="*/ 65529 h 182759"/>
                <a:gd name="connsiteX3" fmla="*/ 55910 w 83865"/>
                <a:gd name="connsiteY3" fmla="*/ 45089 h 182759"/>
                <a:gd name="connsiteX4" fmla="*/ 55910 w 83865"/>
                <a:gd name="connsiteY4" fmla="*/ 43887 h 182759"/>
                <a:gd name="connsiteX5" fmla="*/ 52604 w 83865"/>
                <a:gd name="connsiteY5" fmla="*/ 31262 h 182759"/>
                <a:gd name="connsiteX6" fmla="*/ 42985 w 83865"/>
                <a:gd name="connsiteY6" fmla="*/ 27053 h 182759"/>
                <a:gd name="connsiteX7" fmla="*/ 31562 w 83865"/>
                <a:gd name="connsiteY7" fmla="*/ 32464 h 182759"/>
                <a:gd name="connsiteX8" fmla="*/ 27955 w 83865"/>
                <a:gd name="connsiteY8" fmla="*/ 49297 h 182759"/>
                <a:gd name="connsiteX9" fmla="*/ 27955 w 83865"/>
                <a:gd name="connsiteY9" fmla="*/ 52904 h 182759"/>
                <a:gd name="connsiteX10" fmla="*/ 0 w 83865"/>
                <a:gd name="connsiteY10" fmla="*/ 52904 h 182759"/>
                <a:gd name="connsiteX11" fmla="*/ 0 w 83865"/>
                <a:gd name="connsiteY11" fmla="*/ 49297 h 182759"/>
                <a:gd name="connsiteX12" fmla="*/ 4809 w 83865"/>
                <a:gd name="connsiteY12" fmla="*/ 21943 h 182759"/>
                <a:gd name="connsiteX13" fmla="*/ 18637 w 83865"/>
                <a:gd name="connsiteY13" fmla="*/ 5411 h 182759"/>
                <a:gd name="connsiteX14" fmla="*/ 41782 w 83865"/>
                <a:gd name="connsiteY14" fmla="*/ 0 h 182759"/>
                <a:gd name="connsiteX15" fmla="*/ 64928 w 83865"/>
                <a:gd name="connsiteY15" fmla="*/ 4810 h 182759"/>
                <a:gd name="connsiteX16" fmla="*/ 79056 w 83865"/>
                <a:gd name="connsiteY16" fmla="*/ 19238 h 182759"/>
                <a:gd name="connsiteX17" fmla="*/ 83865 w 83865"/>
                <a:gd name="connsiteY17" fmla="*/ 43285 h 182759"/>
                <a:gd name="connsiteX18" fmla="*/ 83865 w 83865"/>
                <a:gd name="connsiteY18" fmla="*/ 44488 h 182759"/>
                <a:gd name="connsiteX19" fmla="*/ 79356 w 83865"/>
                <a:gd name="connsiteY19" fmla="*/ 68235 h 182759"/>
                <a:gd name="connsiteX20" fmla="*/ 66130 w 83865"/>
                <a:gd name="connsiteY20" fmla="*/ 97692 h 182759"/>
                <a:gd name="connsiteX21" fmla="*/ 34568 w 83865"/>
                <a:gd name="connsiteY21" fmla="*/ 156308 h 182759"/>
                <a:gd name="connsiteX22" fmla="*/ 83264 w 83865"/>
                <a:gd name="connsiteY22" fmla="*/ 156308 h 182759"/>
                <a:gd name="connsiteX23" fmla="*/ 83264 w 83865"/>
                <a:gd name="connsiteY23" fmla="*/ 182760 h 182759"/>
                <a:gd name="connsiteX24" fmla="*/ 601 w 83865"/>
                <a:gd name="connsiteY24" fmla="*/ 182760 h 182759"/>
                <a:gd name="connsiteX25" fmla="*/ 902 w 83865"/>
                <a:gd name="connsiteY25" fmla="*/ 159314 h 18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865" h="182759">
                  <a:moveTo>
                    <a:pt x="902" y="159314"/>
                  </a:moveTo>
                  <a:lnTo>
                    <a:pt x="39678" y="91380"/>
                  </a:lnTo>
                  <a:cubicBezTo>
                    <a:pt x="45089" y="81761"/>
                    <a:pt x="49297" y="73344"/>
                    <a:pt x="52003" y="65529"/>
                  </a:cubicBezTo>
                  <a:cubicBezTo>
                    <a:pt x="54708" y="57714"/>
                    <a:pt x="55910" y="51101"/>
                    <a:pt x="55910" y="45089"/>
                  </a:cubicBezTo>
                  <a:lnTo>
                    <a:pt x="55910" y="43887"/>
                  </a:lnTo>
                  <a:cubicBezTo>
                    <a:pt x="55910" y="38175"/>
                    <a:pt x="54708" y="34268"/>
                    <a:pt x="52604" y="31262"/>
                  </a:cubicBezTo>
                  <a:cubicBezTo>
                    <a:pt x="50500" y="28256"/>
                    <a:pt x="47193" y="27053"/>
                    <a:pt x="42985" y="27053"/>
                  </a:cubicBezTo>
                  <a:cubicBezTo>
                    <a:pt x="37874" y="27053"/>
                    <a:pt x="33967" y="28857"/>
                    <a:pt x="31562" y="32464"/>
                  </a:cubicBezTo>
                  <a:cubicBezTo>
                    <a:pt x="29158" y="36071"/>
                    <a:pt x="27955" y="41782"/>
                    <a:pt x="27955" y="49297"/>
                  </a:cubicBezTo>
                  <a:lnTo>
                    <a:pt x="27955" y="52904"/>
                  </a:lnTo>
                  <a:lnTo>
                    <a:pt x="0" y="52904"/>
                  </a:lnTo>
                  <a:lnTo>
                    <a:pt x="0" y="49297"/>
                  </a:lnTo>
                  <a:cubicBezTo>
                    <a:pt x="0" y="38175"/>
                    <a:pt x="1803" y="29158"/>
                    <a:pt x="4809" y="21943"/>
                  </a:cubicBezTo>
                  <a:cubicBezTo>
                    <a:pt x="7815" y="14729"/>
                    <a:pt x="12625" y="9319"/>
                    <a:pt x="18637" y="5411"/>
                  </a:cubicBezTo>
                  <a:cubicBezTo>
                    <a:pt x="24949" y="1804"/>
                    <a:pt x="32464" y="0"/>
                    <a:pt x="41782" y="0"/>
                  </a:cubicBezTo>
                  <a:cubicBezTo>
                    <a:pt x="51101" y="0"/>
                    <a:pt x="58916" y="1503"/>
                    <a:pt x="64928" y="4810"/>
                  </a:cubicBezTo>
                  <a:cubicBezTo>
                    <a:pt x="71240" y="8116"/>
                    <a:pt x="75749" y="12926"/>
                    <a:pt x="79056" y="19238"/>
                  </a:cubicBezTo>
                  <a:cubicBezTo>
                    <a:pt x="82062" y="25550"/>
                    <a:pt x="83865" y="33666"/>
                    <a:pt x="83865" y="43285"/>
                  </a:cubicBezTo>
                  <a:lnTo>
                    <a:pt x="83865" y="44488"/>
                  </a:lnTo>
                  <a:cubicBezTo>
                    <a:pt x="83865" y="51401"/>
                    <a:pt x="82362" y="59517"/>
                    <a:pt x="79356" y="68235"/>
                  </a:cubicBezTo>
                  <a:cubicBezTo>
                    <a:pt x="76350" y="77252"/>
                    <a:pt x="72142" y="86871"/>
                    <a:pt x="66130" y="97692"/>
                  </a:cubicBezTo>
                  <a:lnTo>
                    <a:pt x="34568" y="156308"/>
                  </a:lnTo>
                  <a:lnTo>
                    <a:pt x="83264" y="156308"/>
                  </a:lnTo>
                  <a:lnTo>
                    <a:pt x="83264" y="182760"/>
                  </a:lnTo>
                  <a:lnTo>
                    <a:pt x="601" y="182760"/>
                  </a:lnTo>
                  <a:lnTo>
                    <a:pt x="902" y="15931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FFEB4AD7-9D2F-E682-0590-87785EDDD71C}"/>
              </a:ext>
            </a:extLst>
          </p:cNvPr>
          <p:cNvSpPr/>
          <p:nvPr/>
        </p:nvSpPr>
        <p:spPr>
          <a:xfrm>
            <a:off x="6095555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297FD5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8C18EA7A-C350-C4E1-72F4-F6FCA46B881C}"/>
              </a:ext>
            </a:extLst>
          </p:cNvPr>
          <p:cNvSpPr/>
          <p:nvPr/>
        </p:nvSpPr>
        <p:spPr>
          <a:xfrm>
            <a:off x="6357728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BB14EFAC-9602-2D20-3904-353DA35B85EC}"/>
              </a:ext>
            </a:extLst>
          </p:cNvPr>
          <p:cNvSpPr/>
          <p:nvPr/>
        </p:nvSpPr>
        <p:spPr>
          <a:xfrm>
            <a:off x="6664242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4DA30B7-0FD0-C036-52B2-B1EFF8CDD1E3}"/>
              </a:ext>
            </a:extLst>
          </p:cNvPr>
          <p:cNvSpPr/>
          <p:nvPr/>
        </p:nvSpPr>
        <p:spPr>
          <a:xfrm>
            <a:off x="6730008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EE0B83AC-A0BC-9F4D-3AAE-57CE1D4D0708}"/>
              </a:ext>
            </a:extLst>
          </p:cNvPr>
          <p:cNvSpPr/>
          <p:nvPr/>
        </p:nvSpPr>
        <p:spPr>
          <a:xfrm>
            <a:off x="6800237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63957C6C-6DBA-CCD0-DA3D-B37EB41C020C}"/>
              </a:ext>
            </a:extLst>
          </p:cNvPr>
          <p:cNvSpPr/>
          <p:nvPr/>
        </p:nvSpPr>
        <p:spPr>
          <a:xfrm>
            <a:off x="6817201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D8E07ACB-D96A-B1E4-6BF9-DD19E46A0E52}"/>
              </a:ext>
            </a:extLst>
          </p:cNvPr>
          <p:cNvSpPr/>
          <p:nvPr/>
        </p:nvSpPr>
        <p:spPr>
          <a:xfrm>
            <a:off x="7157044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68752FFC-A739-8248-C055-3A9E5C659191}"/>
              </a:ext>
            </a:extLst>
          </p:cNvPr>
          <p:cNvSpPr/>
          <p:nvPr/>
        </p:nvSpPr>
        <p:spPr>
          <a:xfrm>
            <a:off x="7206442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5DF35972-D486-96B1-5988-F75506BD57B0}"/>
              </a:ext>
            </a:extLst>
          </p:cNvPr>
          <p:cNvSpPr/>
          <p:nvPr/>
        </p:nvSpPr>
        <p:spPr>
          <a:xfrm>
            <a:off x="7227274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5125F069-1DA9-CE63-79EB-80965A6F726E}"/>
              </a:ext>
            </a:extLst>
          </p:cNvPr>
          <p:cNvSpPr/>
          <p:nvPr/>
        </p:nvSpPr>
        <p:spPr>
          <a:xfrm>
            <a:off x="7206442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8DB8CDD4-3E02-A6D2-A786-B163901EB5A0}"/>
              </a:ext>
            </a:extLst>
          </p:cNvPr>
          <p:cNvSpPr/>
          <p:nvPr/>
        </p:nvSpPr>
        <p:spPr>
          <a:xfrm>
            <a:off x="7227274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EDFCFD1C-03E8-53EB-B836-2EDCD956A2B8}"/>
              </a:ext>
            </a:extLst>
          </p:cNvPr>
          <p:cNvSpPr/>
          <p:nvPr/>
        </p:nvSpPr>
        <p:spPr>
          <a:xfrm>
            <a:off x="7458796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33EB9D8-BD03-6BA3-4034-3482AFC98CC2}"/>
              </a:ext>
            </a:extLst>
          </p:cNvPr>
          <p:cNvGrpSpPr/>
          <p:nvPr/>
        </p:nvGrpSpPr>
        <p:grpSpPr>
          <a:xfrm>
            <a:off x="7366989" y="4315582"/>
            <a:ext cx="183015" cy="183907"/>
            <a:chOff x="7370595" y="4278520"/>
            <a:chExt cx="183015" cy="183907"/>
          </a:xfrm>
          <a:solidFill>
            <a:srgbClr val="297FD5"/>
          </a:solidFill>
        </p:grpSpPr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659D9263-7041-B6CE-6B34-6CC7C6B83BB2}"/>
                </a:ext>
              </a:extLst>
            </p:cNvPr>
            <p:cNvSpPr/>
            <p:nvPr/>
          </p:nvSpPr>
          <p:spPr>
            <a:xfrm>
              <a:off x="7370595" y="4278818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672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4CBA26CC-56DD-A1D2-5B30-9B22A844C40A}"/>
                </a:ext>
              </a:extLst>
            </p:cNvPr>
            <p:cNvSpPr/>
            <p:nvPr/>
          </p:nvSpPr>
          <p:spPr>
            <a:xfrm>
              <a:off x="7470287" y="4278520"/>
              <a:ext cx="83323" cy="183441"/>
            </a:xfrm>
            <a:custGeom>
              <a:avLst/>
              <a:gdLst>
                <a:gd name="connsiteX0" fmla="*/ 19538 w 84165"/>
                <a:gd name="connsiteY0" fmla="*/ 180956 h 185294"/>
                <a:gd name="connsiteX1" fmla="*/ 5110 w 84165"/>
                <a:gd name="connsiteY1" fmla="*/ 167730 h 185294"/>
                <a:gd name="connsiteX2" fmla="*/ 0 w 84165"/>
                <a:gd name="connsiteY2" fmla="*/ 146689 h 185294"/>
                <a:gd name="connsiteX3" fmla="*/ 0 w 84165"/>
                <a:gd name="connsiteY3" fmla="*/ 133463 h 185294"/>
                <a:gd name="connsiteX4" fmla="*/ 27353 w 84165"/>
                <a:gd name="connsiteY4" fmla="*/ 133463 h 185294"/>
                <a:gd name="connsiteX5" fmla="*/ 27353 w 84165"/>
                <a:gd name="connsiteY5" fmla="*/ 145186 h 185294"/>
                <a:gd name="connsiteX6" fmla="*/ 29157 w 84165"/>
                <a:gd name="connsiteY6" fmla="*/ 152400 h 185294"/>
                <a:gd name="connsiteX7" fmla="*/ 34267 w 84165"/>
                <a:gd name="connsiteY7" fmla="*/ 156909 h 185294"/>
                <a:gd name="connsiteX8" fmla="*/ 42383 w 84165"/>
                <a:gd name="connsiteY8" fmla="*/ 158412 h 185294"/>
                <a:gd name="connsiteX9" fmla="*/ 52904 w 84165"/>
                <a:gd name="connsiteY9" fmla="*/ 154504 h 185294"/>
                <a:gd name="connsiteX10" fmla="*/ 56511 w 84165"/>
                <a:gd name="connsiteY10" fmla="*/ 143683 h 185294"/>
                <a:gd name="connsiteX11" fmla="*/ 56511 w 84165"/>
                <a:gd name="connsiteY11" fmla="*/ 118133 h 185294"/>
                <a:gd name="connsiteX12" fmla="*/ 53205 w 84165"/>
                <a:gd name="connsiteY12" fmla="*/ 106410 h 185294"/>
                <a:gd name="connsiteX13" fmla="*/ 43285 w 84165"/>
                <a:gd name="connsiteY13" fmla="*/ 102201 h 185294"/>
                <a:gd name="connsiteX14" fmla="*/ 31862 w 84165"/>
                <a:gd name="connsiteY14" fmla="*/ 102201 h 185294"/>
                <a:gd name="connsiteX15" fmla="*/ 31862 w 84165"/>
                <a:gd name="connsiteY15" fmla="*/ 75749 h 185294"/>
                <a:gd name="connsiteX16" fmla="*/ 43285 w 84165"/>
                <a:gd name="connsiteY16" fmla="*/ 75749 h 185294"/>
                <a:gd name="connsiteX17" fmla="*/ 50800 w 84165"/>
                <a:gd name="connsiteY17" fmla="*/ 72142 h 185294"/>
                <a:gd name="connsiteX18" fmla="*/ 53505 w 84165"/>
                <a:gd name="connsiteY18" fmla="*/ 62223 h 185294"/>
                <a:gd name="connsiteX19" fmla="*/ 53505 w 84165"/>
                <a:gd name="connsiteY19" fmla="*/ 38476 h 185294"/>
                <a:gd name="connsiteX20" fmla="*/ 50500 w 84165"/>
                <a:gd name="connsiteY20" fmla="*/ 29759 h 185294"/>
                <a:gd name="connsiteX21" fmla="*/ 42083 w 84165"/>
                <a:gd name="connsiteY21" fmla="*/ 26753 h 185294"/>
                <a:gd name="connsiteX22" fmla="*/ 35470 w 84165"/>
                <a:gd name="connsiteY22" fmla="*/ 28256 h 185294"/>
                <a:gd name="connsiteX23" fmla="*/ 31261 w 84165"/>
                <a:gd name="connsiteY23" fmla="*/ 32464 h 185294"/>
                <a:gd name="connsiteX24" fmla="*/ 29758 w 84165"/>
                <a:gd name="connsiteY24" fmla="*/ 38776 h 185294"/>
                <a:gd name="connsiteX25" fmla="*/ 29758 w 84165"/>
                <a:gd name="connsiteY25" fmla="*/ 52303 h 185294"/>
                <a:gd name="connsiteX26" fmla="*/ 2405 w 84165"/>
                <a:gd name="connsiteY26" fmla="*/ 52303 h 185294"/>
                <a:gd name="connsiteX27" fmla="*/ 2405 w 84165"/>
                <a:gd name="connsiteY27" fmla="*/ 38476 h 185294"/>
                <a:gd name="connsiteX28" fmla="*/ 7214 w 84165"/>
                <a:gd name="connsiteY28" fmla="*/ 17735 h 185294"/>
                <a:gd name="connsiteX29" fmla="*/ 21041 w 84165"/>
                <a:gd name="connsiteY29" fmla="*/ 4509 h 185294"/>
                <a:gd name="connsiteX30" fmla="*/ 42985 w 84165"/>
                <a:gd name="connsiteY30" fmla="*/ 0 h 185294"/>
                <a:gd name="connsiteX31" fmla="*/ 70939 w 84165"/>
                <a:gd name="connsiteY31" fmla="*/ 10220 h 185294"/>
                <a:gd name="connsiteX32" fmla="*/ 80859 w 84165"/>
                <a:gd name="connsiteY32" fmla="*/ 38776 h 185294"/>
                <a:gd name="connsiteX33" fmla="*/ 80859 w 84165"/>
                <a:gd name="connsiteY33" fmla="*/ 63726 h 185294"/>
                <a:gd name="connsiteX34" fmla="*/ 76651 w 84165"/>
                <a:gd name="connsiteY34" fmla="*/ 76952 h 185294"/>
                <a:gd name="connsiteX35" fmla="*/ 64627 w 84165"/>
                <a:gd name="connsiteY35" fmla="*/ 88675 h 185294"/>
                <a:gd name="connsiteX36" fmla="*/ 79056 w 84165"/>
                <a:gd name="connsiteY36" fmla="*/ 99496 h 185294"/>
                <a:gd name="connsiteX37" fmla="*/ 84166 w 84165"/>
                <a:gd name="connsiteY37" fmla="*/ 117532 h 185294"/>
                <a:gd name="connsiteX38" fmla="*/ 84166 w 84165"/>
                <a:gd name="connsiteY38" fmla="*/ 143984 h 185294"/>
                <a:gd name="connsiteX39" fmla="*/ 79356 w 84165"/>
                <a:gd name="connsiteY39" fmla="*/ 166227 h 185294"/>
                <a:gd name="connsiteX40" fmla="*/ 64927 w 84165"/>
                <a:gd name="connsiteY40" fmla="*/ 180355 h 185294"/>
                <a:gd name="connsiteX41" fmla="*/ 42383 w 84165"/>
                <a:gd name="connsiteY41" fmla="*/ 185165 h 185294"/>
                <a:gd name="connsiteX42" fmla="*/ 19538 w 84165"/>
                <a:gd name="connsiteY42" fmla="*/ 180956 h 18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4165" h="185294">
                  <a:moveTo>
                    <a:pt x="19538" y="180956"/>
                  </a:moveTo>
                  <a:cubicBezTo>
                    <a:pt x="13226" y="177951"/>
                    <a:pt x="8417" y="173442"/>
                    <a:pt x="5110" y="167730"/>
                  </a:cubicBezTo>
                  <a:cubicBezTo>
                    <a:pt x="1803" y="161719"/>
                    <a:pt x="0" y="154805"/>
                    <a:pt x="0" y="146689"/>
                  </a:cubicBezTo>
                  <a:lnTo>
                    <a:pt x="0" y="133463"/>
                  </a:lnTo>
                  <a:lnTo>
                    <a:pt x="27353" y="133463"/>
                  </a:lnTo>
                  <a:lnTo>
                    <a:pt x="27353" y="145186"/>
                  </a:lnTo>
                  <a:cubicBezTo>
                    <a:pt x="27353" y="147891"/>
                    <a:pt x="27955" y="150296"/>
                    <a:pt x="29157" y="152400"/>
                  </a:cubicBezTo>
                  <a:cubicBezTo>
                    <a:pt x="30359" y="154504"/>
                    <a:pt x="32163" y="156007"/>
                    <a:pt x="34267" y="156909"/>
                  </a:cubicBezTo>
                  <a:cubicBezTo>
                    <a:pt x="36371" y="158112"/>
                    <a:pt x="39077" y="158412"/>
                    <a:pt x="42383" y="158412"/>
                  </a:cubicBezTo>
                  <a:cubicBezTo>
                    <a:pt x="46892" y="158412"/>
                    <a:pt x="50500" y="157210"/>
                    <a:pt x="52904" y="154504"/>
                  </a:cubicBezTo>
                  <a:cubicBezTo>
                    <a:pt x="55309" y="151799"/>
                    <a:pt x="56511" y="148192"/>
                    <a:pt x="56511" y="143683"/>
                  </a:cubicBezTo>
                  <a:lnTo>
                    <a:pt x="56511" y="118133"/>
                  </a:lnTo>
                  <a:cubicBezTo>
                    <a:pt x="56511" y="113023"/>
                    <a:pt x="55309" y="109115"/>
                    <a:pt x="53205" y="106410"/>
                  </a:cubicBezTo>
                  <a:cubicBezTo>
                    <a:pt x="51101" y="103704"/>
                    <a:pt x="47794" y="102201"/>
                    <a:pt x="43285" y="102201"/>
                  </a:cubicBezTo>
                  <a:lnTo>
                    <a:pt x="31862" y="102201"/>
                  </a:lnTo>
                  <a:lnTo>
                    <a:pt x="31862" y="75749"/>
                  </a:lnTo>
                  <a:lnTo>
                    <a:pt x="43285" y="75749"/>
                  </a:lnTo>
                  <a:cubicBezTo>
                    <a:pt x="46592" y="75749"/>
                    <a:pt x="48997" y="74547"/>
                    <a:pt x="50800" y="72142"/>
                  </a:cubicBezTo>
                  <a:cubicBezTo>
                    <a:pt x="52604" y="69738"/>
                    <a:pt x="53505" y="66431"/>
                    <a:pt x="53505" y="62223"/>
                  </a:cubicBezTo>
                  <a:lnTo>
                    <a:pt x="53505" y="38476"/>
                  </a:lnTo>
                  <a:cubicBezTo>
                    <a:pt x="53505" y="34869"/>
                    <a:pt x="52604" y="31863"/>
                    <a:pt x="50500" y="29759"/>
                  </a:cubicBezTo>
                  <a:cubicBezTo>
                    <a:pt x="48395" y="27655"/>
                    <a:pt x="45690" y="26753"/>
                    <a:pt x="42083" y="26753"/>
                  </a:cubicBezTo>
                  <a:cubicBezTo>
                    <a:pt x="39377" y="26753"/>
                    <a:pt x="37273" y="27354"/>
                    <a:pt x="35470" y="28256"/>
                  </a:cubicBezTo>
                  <a:cubicBezTo>
                    <a:pt x="33666" y="29158"/>
                    <a:pt x="32163" y="30661"/>
                    <a:pt x="31261" y="32464"/>
                  </a:cubicBezTo>
                  <a:cubicBezTo>
                    <a:pt x="30359" y="34268"/>
                    <a:pt x="29758" y="36372"/>
                    <a:pt x="29758" y="38776"/>
                  </a:cubicBezTo>
                  <a:lnTo>
                    <a:pt x="29758" y="52303"/>
                  </a:lnTo>
                  <a:lnTo>
                    <a:pt x="2405" y="52303"/>
                  </a:lnTo>
                  <a:lnTo>
                    <a:pt x="2405" y="38476"/>
                  </a:lnTo>
                  <a:cubicBezTo>
                    <a:pt x="2405" y="30360"/>
                    <a:pt x="3908" y="23446"/>
                    <a:pt x="7214" y="17735"/>
                  </a:cubicBezTo>
                  <a:cubicBezTo>
                    <a:pt x="10521" y="12024"/>
                    <a:pt x="15030" y="7515"/>
                    <a:pt x="21041" y="4509"/>
                  </a:cubicBezTo>
                  <a:cubicBezTo>
                    <a:pt x="27053" y="1503"/>
                    <a:pt x="34267" y="0"/>
                    <a:pt x="42985" y="0"/>
                  </a:cubicBezTo>
                  <a:cubicBezTo>
                    <a:pt x="55008" y="0"/>
                    <a:pt x="64326" y="3307"/>
                    <a:pt x="70939" y="10220"/>
                  </a:cubicBezTo>
                  <a:cubicBezTo>
                    <a:pt x="77553" y="16833"/>
                    <a:pt x="80859" y="26452"/>
                    <a:pt x="80859" y="38776"/>
                  </a:cubicBezTo>
                  <a:lnTo>
                    <a:pt x="80859" y="63726"/>
                  </a:lnTo>
                  <a:cubicBezTo>
                    <a:pt x="80859" y="68235"/>
                    <a:pt x="79356" y="72743"/>
                    <a:pt x="76651" y="76952"/>
                  </a:cubicBezTo>
                  <a:cubicBezTo>
                    <a:pt x="73945" y="81160"/>
                    <a:pt x="69737" y="85368"/>
                    <a:pt x="64627" y="88675"/>
                  </a:cubicBezTo>
                  <a:cubicBezTo>
                    <a:pt x="70639" y="90779"/>
                    <a:pt x="75448" y="94686"/>
                    <a:pt x="79056" y="99496"/>
                  </a:cubicBezTo>
                  <a:cubicBezTo>
                    <a:pt x="82362" y="104606"/>
                    <a:pt x="84166" y="110618"/>
                    <a:pt x="84166" y="117532"/>
                  </a:cubicBezTo>
                  <a:lnTo>
                    <a:pt x="84166" y="143984"/>
                  </a:lnTo>
                  <a:cubicBezTo>
                    <a:pt x="84166" y="152701"/>
                    <a:pt x="82663" y="160216"/>
                    <a:pt x="79356" y="166227"/>
                  </a:cubicBezTo>
                  <a:cubicBezTo>
                    <a:pt x="76050" y="172239"/>
                    <a:pt x="71240" y="177049"/>
                    <a:pt x="64927" y="180355"/>
                  </a:cubicBezTo>
                  <a:cubicBezTo>
                    <a:pt x="58615" y="183662"/>
                    <a:pt x="51101" y="185165"/>
                    <a:pt x="42383" y="185165"/>
                  </a:cubicBezTo>
                  <a:cubicBezTo>
                    <a:pt x="33666" y="185766"/>
                    <a:pt x="25850" y="184263"/>
                    <a:pt x="19538" y="180956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A50468D-FDEC-C3F3-2AE7-6A930AE7EE60}"/>
              </a:ext>
            </a:extLst>
          </p:cNvPr>
          <p:cNvSpPr/>
          <p:nvPr/>
        </p:nvSpPr>
        <p:spPr>
          <a:xfrm>
            <a:off x="8821440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7F8FA9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C5C0657-3AA7-AEB2-CF26-185CB830C287}"/>
              </a:ext>
            </a:extLst>
          </p:cNvPr>
          <p:cNvSpPr/>
          <p:nvPr/>
        </p:nvSpPr>
        <p:spPr>
          <a:xfrm>
            <a:off x="9083614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BFA50F1D-E4C2-FC92-6EB7-D8EB894AD95B}"/>
              </a:ext>
            </a:extLst>
          </p:cNvPr>
          <p:cNvSpPr/>
          <p:nvPr/>
        </p:nvSpPr>
        <p:spPr>
          <a:xfrm>
            <a:off x="9390127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1C12BB0-40CF-4995-393E-E571899C1508}"/>
              </a:ext>
            </a:extLst>
          </p:cNvPr>
          <p:cNvSpPr/>
          <p:nvPr/>
        </p:nvSpPr>
        <p:spPr>
          <a:xfrm>
            <a:off x="9455895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D4075602-0980-162E-02F2-E1DD514F7301}"/>
              </a:ext>
            </a:extLst>
          </p:cNvPr>
          <p:cNvSpPr/>
          <p:nvPr/>
        </p:nvSpPr>
        <p:spPr>
          <a:xfrm>
            <a:off x="9526123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08FF6167-2480-5A16-12AC-0FCE134EB88C}"/>
              </a:ext>
            </a:extLst>
          </p:cNvPr>
          <p:cNvSpPr/>
          <p:nvPr/>
        </p:nvSpPr>
        <p:spPr>
          <a:xfrm>
            <a:off x="9543085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15F6710-84EA-DB81-CDD9-A345F018242B}"/>
              </a:ext>
            </a:extLst>
          </p:cNvPr>
          <p:cNvSpPr/>
          <p:nvPr/>
        </p:nvSpPr>
        <p:spPr>
          <a:xfrm>
            <a:off x="9882930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C26A8EC6-6F49-FB46-A7E5-C1739670142C}"/>
              </a:ext>
            </a:extLst>
          </p:cNvPr>
          <p:cNvSpPr/>
          <p:nvPr/>
        </p:nvSpPr>
        <p:spPr>
          <a:xfrm>
            <a:off x="9932329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08D08CC0-3202-6BCA-D09F-4E5EF177D8D7}"/>
              </a:ext>
            </a:extLst>
          </p:cNvPr>
          <p:cNvSpPr/>
          <p:nvPr/>
        </p:nvSpPr>
        <p:spPr>
          <a:xfrm>
            <a:off x="9953160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E55F7B2-8D0F-C62B-4EF4-5D8FB248B650}"/>
              </a:ext>
            </a:extLst>
          </p:cNvPr>
          <p:cNvSpPr/>
          <p:nvPr/>
        </p:nvSpPr>
        <p:spPr>
          <a:xfrm>
            <a:off x="9932329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42C29D4D-0C44-444F-8806-0A911803E7A5}"/>
              </a:ext>
            </a:extLst>
          </p:cNvPr>
          <p:cNvSpPr/>
          <p:nvPr/>
        </p:nvSpPr>
        <p:spPr>
          <a:xfrm>
            <a:off x="9953160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91C691F6-95E0-DC9F-2381-6D0D888B2EDA}"/>
              </a:ext>
            </a:extLst>
          </p:cNvPr>
          <p:cNvSpPr/>
          <p:nvPr/>
        </p:nvSpPr>
        <p:spPr>
          <a:xfrm>
            <a:off x="1018468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CE25E42-D1DF-770A-691E-EF88C07377E2}"/>
              </a:ext>
            </a:extLst>
          </p:cNvPr>
          <p:cNvGrpSpPr/>
          <p:nvPr/>
        </p:nvGrpSpPr>
        <p:grpSpPr>
          <a:xfrm>
            <a:off x="10091834" y="4318144"/>
            <a:ext cx="197003" cy="183609"/>
            <a:chOff x="10091983" y="4278794"/>
            <a:chExt cx="197003" cy="183609"/>
          </a:xfrm>
          <a:solidFill>
            <a:srgbClr val="7F8FA9"/>
          </a:solidFill>
        </p:grpSpPr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258DC2E9-778E-474C-48B5-B3EDA755C312}"/>
                </a:ext>
              </a:extLst>
            </p:cNvPr>
            <p:cNvSpPr/>
            <p:nvPr/>
          </p:nvSpPr>
          <p:spPr>
            <a:xfrm>
              <a:off x="10091983" y="4278794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973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0B1266D5-AF12-F89F-50D2-34421EE1177D}"/>
                </a:ext>
              </a:extLst>
            </p:cNvPr>
            <p:cNvSpPr/>
            <p:nvPr/>
          </p:nvSpPr>
          <p:spPr>
            <a:xfrm>
              <a:off x="10194057" y="4280877"/>
              <a:ext cx="94929" cy="179741"/>
            </a:xfrm>
            <a:custGeom>
              <a:avLst/>
              <a:gdLst>
                <a:gd name="connsiteX0" fmla="*/ 300 w 95888"/>
                <a:gd name="connsiteY0" fmla="*/ 128653 h 181557"/>
                <a:gd name="connsiteX1" fmla="*/ 38776 w 95888"/>
                <a:gd name="connsiteY1" fmla="*/ 0 h 181557"/>
                <a:gd name="connsiteX2" fmla="*/ 67332 w 95888"/>
                <a:gd name="connsiteY2" fmla="*/ 0 h 181557"/>
                <a:gd name="connsiteX3" fmla="*/ 30359 w 95888"/>
                <a:gd name="connsiteY3" fmla="*/ 127150 h 181557"/>
                <a:gd name="connsiteX4" fmla="*/ 95888 w 95888"/>
                <a:gd name="connsiteY4" fmla="*/ 127150 h 181557"/>
                <a:gd name="connsiteX5" fmla="*/ 95888 w 95888"/>
                <a:gd name="connsiteY5" fmla="*/ 153602 h 181557"/>
                <a:gd name="connsiteX6" fmla="*/ 0 w 95888"/>
                <a:gd name="connsiteY6" fmla="*/ 153602 h 181557"/>
                <a:gd name="connsiteX7" fmla="*/ 0 w 95888"/>
                <a:gd name="connsiteY7" fmla="*/ 128653 h 181557"/>
                <a:gd name="connsiteX8" fmla="*/ 57413 w 95888"/>
                <a:gd name="connsiteY8" fmla="*/ 78154 h 181557"/>
                <a:gd name="connsiteX9" fmla="*/ 84166 w 95888"/>
                <a:gd name="connsiteY9" fmla="*/ 78154 h 181557"/>
                <a:gd name="connsiteX10" fmla="*/ 84166 w 95888"/>
                <a:gd name="connsiteY10" fmla="*/ 181557 h 181557"/>
                <a:gd name="connsiteX11" fmla="*/ 57413 w 95888"/>
                <a:gd name="connsiteY11" fmla="*/ 181557 h 181557"/>
                <a:gd name="connsiteX12" fmla="*/ 57413 w 95888"/>
                <a:gd name="connsiteY12" fmla="*/ 78154 h 18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888" h="181557">
                  <a:moveTo>
                    <a:pt x="300" y="128653"/>
                  </a:moveTo>
                  <a:lnTo>
                    <a:pt x="38776" y="0"/>
                  </a:lnTo>
                  <a:lnTo>
                    <a:pt x="67332" y="0"/>
                  </a:lnTo>
                  <a:lnTo>
                    <a:pt x="30359" y="127150"/>
                  </a:lnTo>
                  <a:lnTo>
                    <a:pt x="95888" y="127150"/>
                  </a:lnTo>
                  <a:lnTo>
                    <a:pt x="95888" y="153602"/>
                  </a:lnTo>
                  <a:lnTo>
                    <a:pt x="0" y="153602"/>
                  </a:lnTo>
                  <a:lnTo>
                    <a:pt x="0" y="128653"/>
                  </a:lnTo>
                  <a:close/>
                  <a:moveTo>
                    <a:pt x="57413" y="78154"/>
                  </a:moveTo>
                  <a:lnTo>
                    <a:pt x="84166" y="78154"/>
                  </a:lnTo>
                  <a:lnTo>
                    <a:pt x="84166" y="181557"/>
                  </a:lnTo>
                  <a:lnTo>
                    <a:pt x="57413" y="181557"/>
                  </a:lnTo>
                  <a:lnTo>
                    <a:pt x="57413" y="7815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8410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76535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1">
            <a:extLst>
              <a:ext uri="{FF2B5EF4-FFF2-40B4-BE49-F238E27FC236}">
                <a16:creationId xmlns:a16="http://schemas.microsoft.com/office/drawing/2014/main" id="{777F70BD-4E4B-2EF1-27AA-1DF5A4C1665F}"/>
              </a:ext>
            </a:extLst>
          </p:cNvPr>
          <p:cNvSpPr/>
          <p:nvPr/>
        </p:nvSpPr>
        <p:spPr>
          <a:xfrm>
            <a:off x="1917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EED6143E-96A9-84C4-F8F8-91BBF291BF6E}"/>
              </a:ext>
            </a:extLst>
          </p:cNvPr>
          <p:cNvSpPr/>
          <p:nvPr/>
        </p:nvSpPr>
        <p:spPr>
          <a:xfrm>
            <a:off x="13335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C4CCE2D0-7F92-2E3A-F775-376A9EE8B703}"/>
              </a:ext>
            </a:extLst>
          </p:cNvPr>
          <p:cNvSpPr/>
          <p:nvPr/>
        </p:nvSpPr>
        <p:spPr>
          <a:xfrm>
            <a:off x="13335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0DEEF6A3-776F-76F2-0C90-E0106FE24BD5}"/>
              </a:ext>
            </a:extLst>
          </p:cNvPr>
          <p:cNvSpPr/>
          <p:nvPr/>
        </p:nvSpPr>
        <p:spPr>
          <a:xfrm>
            <a:off x="43942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15">
            <a:extLst>
              <a:ext uri="{FF2B5EF4-FFF2-40B4-BE49-F238E27FC236}">
                <a16:creationId xmlns:a16="http://schemas.microsoft.com/office/drawing/2014/main" id="{A3FBDAB0-A31A-CC72-8FDD-6336DBE22D99}"/>
              </a:ext>
            </a:extLst>
          </p:cNvPr>
          <p:cNvSpPr/>
          <p:nvPr/>
        </p:nvSpPr>
        <p:spPr>
          <a:xfrm>
            <a:off x="38100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C7AD95B7-C8FB-F636-D520-ADBAF4BC96A1}"/>
              </a:ext>
            </a:extLst>
          </p:cNvPr>
          <p:cNvSpPr/>
          <p:nvPr/>
        </p:nvSpPr>
        <p:spPr>
          <a:xfrm>
            <a:off x="38100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B98BD100-8E6C-E393-4828-AC699115079E}"/>
              </a:ext>
            </a:extLst>
          </p:cNvPr>
          <p:cNvSpPr/>
          <p:nvPr/>
        </p:nvSpPr>
        <p:spPr>
          <a:xfrm>
            <a:off x="6870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626A40E-E729-C60B-448F-96058EE6936D}"/>
              </a:ext>
            </a:extLst>
          </p:cNvPr>
          <p:cNvSpPr/>
          <p:nvPr/>
        </p:nvSpPr>
        <p:spPr>
          <a:xfrm>
            <a:off x="62992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9">
            <a:extLst>
              <a:ext uri="{FF2B5EF4-FFF2-40B4-BE49-F238E27FC236}">
                <a16:creationId xmlns:a16="http://schemas.microsoft.com/office/drawing/2014/main" id="{DD2FA33B-F1B4-F0F3-6C16-93712B192CB8}"/>
              </a:ext>
            </a:extLst>
          </p:cNvPr>
          <p:cNvSpPr/>
          <p:nvPr/>
        </p:nvSpPr>
        <p:spPr>
          <a:xfrm>
            <a:off x="62992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01C81C89-FBBE-D01B-0EEF-15DB16FE0C28}"/>
              </a:ext>
            </a:extLst>
          </p:cNvPr>
          <p:cNvSpPr/>
          <p:nvPr/>
        </p:nvSpPr>
        <p:spPr>
          <a:xfrm>
            <a:off x="93599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21">
            <a:extLst>
              <a:ext uri="{FF2B5EF4-FFF2-40B4-BE49-F238E27FC236}">
                <a16:creationId xmlns:a16="http://schemas.microsoft.com/office/drawing/2014/main" id="{0E9827E6-630D-19EE-F0FE-73626FB2EDDA}"/>
              </a:ext>
            </a:extLst>
          </p:cNvPr>
          <p:cNvSpPr/>
          <p:nvPr/>
        </p:nvSpPr>
        <p:spPr>
          <a:xfrm>
            <a:off x="87757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22">
            <a:extLst>
              <a:ext uri="{FF2B5EF4-FFF2-40B4-BE49-F238E27FC236}">
                <a16:creationId xmlns:a16="http://schemas.microsoft.com/office/drawing/2014/main" id="{BAEF8623-1D15-BDAC-1583-183584CFEA1A}"/>
              </a:ext>
            </a:extLst>
          </p:cNvPr>
          <p:cNvSpPr/>
          <p:nvPr/>
        </p:nvSpPr>
        <p:spPr>
          <a:xfrm>
            <a:off x="87757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4" name="Connector 23">
            <a:extLst>
              <a:ext uri="{FF2B5EF4-FFF2-40B4-BE49-F238E27FC236}">
                <a16:creationId xmlns:a16="http://schemas.microsoft.com/office/drawing/2014/main" id="{06F4D476-40EE-C2CF-3CE3-7B43AC852482}"/>
              </a:ext>
            </a:extLst>
          </p:cNvPr>
          <p:cNvCxnSpPr/>
          <p:nvPr/>
        </p:nvCxnSpPr>
        <p:spPr>
          <a:xfrm>
            <a:off x="2374900" y="2019300"/>
            <a:ext cx="74422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5" name="AutoShape 24">
            <a:extLst>
              <a:ext uri="{FF2B5EF4-FFF2-40B4-BE49-F238E27FC236}">
                <a16:creationId xmlns:a16="http://schemas.microsoft.com/office/drawing/2014/main" id="{516F39C7-22F4-4A60-46AE-95E999A6693A}"/>
              </a:ext>
            </a:extLst>
          </p:cNvPr>
          <p:cNvSpPr/>
          <p:nvPr/>
        </p:nvSpPr>
        <p:spPr>
          <a:xfrm>
            <a:off x="1524000" y="3771900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6" name="AutoShape 25">
            <a:extLst>
              <a:ext uri="{FF2B5EF4-FFF2-40B4-BE49-F238E27FC236}">
                <a16:creationId xmlns:a16="http://schemas.microsoft.com/office/drawing/2014/main" id="{D6F5603A-9C05-D62F-34CF-35766B53B9DE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26">
            <a:extLst>
              <a:ext uri="{FF2B5EF4-FFF2-40B4-BE49-F238E27FC236}">
                <a16:creationId xmlns:a16="http://schemas.microsoft.com/office/drawing/2014/main" id="{78BDF310-BF23-5AFA-C0C4-636823C464AB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8B9EDDAF-9CB2-2E90-8449-1AC9D613EDF2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28">
            <a:extLst>
              <a:ext uri="{FF2B5EF4-FFF2-40B4-BE49-F238E27FC236}">
                <a16:creationId xmlns:a16="http://schemas.microsoft.com/office/drawing/2014/main" id="{C8A72F0E-4944-93DF-455E-DCF83C396F34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29">
            <a:extLst>
              <a:ext uri="{FF2B5EF4-FFF2-40B4-BE49-F238E27FC236}">
                <a16:creationId xmlns:a16="http://schemas.microsoft.com/office/drawing/2014/main" id="{95BEB450-3522-D794-9195-AB69412C4282}"/>
              </a:ext>
            </a:extLst>
          </p:cNvPr>
          <p:cNvSpPr/>
          <p:nvPr/>
        </p:nvSpPr>
        <p:spPr>
          <a:xfrm>
            <a:off x="39878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1" name="AutoShape 30">
            <a:extLst>
              <a:ext uri="{FF2B5EF4-FFF2-40B4-BE49-F238E27FC236}">
                <a16:creationId xmlns:a16="http://schemas.microsoft.com/office/drawing/2014/main" id="{A1AEA079-7095-A8D3-6CE6-3CCA8F7F873D}"/>
              </a:ext>
            </a:extLst>
          </p:cNvPr>
          <p:cNvSpPr/>
          <p:nvPr/>
        </p:nvSpPr>
        <p:spPr>
          <a:xfrm>
            <a:off x="4762500" y="3378200"/>
            <a:ext cx="190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31">
            <a:extLst>
              <a:ext uri="{FF2B5EF4-FFF2-40B4-BE49-F238E27FC236}">
                <a16:creationId xmlns:a16="http://schemas.microsoft.com/office/drawing/2014/main" id="{F2B62CF2-7090-28E9-C86A-FB598A9052D6}"/>
              </a:ext>
            </a:extLst>
          </p:cNvPr>
          <p:cNvSpPr/>
          <p:nvPr/>
        </p:nvSpPr>
        <p:spPr>
          <a:xfrm>
            <a:off x="6426200" y="37846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3" name="AutoShape 32">
            <a:extLst>
              <a:ext uri="{FF2B5EF4-FFF2-40B4-BE49-F238E27FC236}">
                <a16:creationId xmlns:a16="http://schemas.microsoft.com/office/drawing/2014/main" id="{93FCF18E-2706-2849-FBB2-76EB68E51891}"/>
              </a:ext>
            </a:extLst>
          </p:cNvPr>
          <p:cNvSpPr/>
          <p:nvPr/>
        </p:nvSpPr>
        <p:spPr>
          <a:xfrm>
            <a:off x="89154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4" name="Freeform 33">
            <a:extLst>
              <a:ext uri="{FF2B5EF4-FFF2-40B4-BE49-F238E27FC236}">
                <a16:creationId xmlns:a16="http://schemas.microsoft.com/office/drawing/2014/main" id="{D93EA3E8-9BAE-159E-D678-E6A8B18BB649}"/>
              </a:ext>
            </a:extLst>
          </p:cNvPr>
          <p:cNvSpPr/>
          <p:nvPr/>
        </p:nvSpPr>
        <p:spPr>
          <a:xfrm>
            <a:off x="7148897" y="2362200"/>
            <a:ext cx="209551" cy="124764"/>
          </a:xfrm>
          <a:custGeom>
            <a:avLst/>
            <a:gdLst/>
            <a:ahLst/>
            <a:cxnLst/>
            <a:rect l="l" t="t" r="r" b="b"/>
            <a:pathLst>
              <a:path w="209551" h="124764">
                <a:moveTo>
                  <a:pt x="166196" y="124764"/>
                </a:moveTo>
                <a:cubicBezTo>
                  <a:pt x="190284" y="124764"/>
                  <a:pt x="209552" y="105570"/>
                  <a:pt x="209552" y="81576"/>
                </a:cubicBezTo>
                <a:cubicBezTo>
                  <a:pt x="209552" y="57582"/>
                  <a:pt x="209552" y="57582"/>
                  <a:pt x="209552" y="57582"/>
                </a:cubicBezTo>
                <a:cubicBezTo>
                  <a:pt x="204731" y="47988"/>
                  <a:pt x="195096" y="43188"/>
                  <a:pt x="185463" y="43188"/>
                </a:cubicBezTo>
                <a:cubicBezTo>
                  <a:pt x="146929" y="43188"/>
                  <a:pt x="146929" y="43188"/>
                  <a:pt x="146929" y="43188"/>
                </a:cubicBezTo>
                <a:cubicBezTo>
                  <a:pt x="146929" y="40791"/>
                  <a:pt x="146929" y="40791"/>
                  <a:pt x="146929" y="40791"/>
                </a:cubicBezTo>
                <a:cubicBezTo>
                  <a:pt x="146929" y="19194"/>
                  <a:pt x="130067" y="0"/>
                  <a:pt x="108385" y="0"/>
                </a:cubicBezTo>
                <a:cubicBezTo>
                  <a:pt x="55395" y="0"/>
                  <a:pt x="55395" y="0"/>
                  <a:pt x="55395" y="0"/>
                </a:cubicBezTo>
                <a:cubicBezTo>
                  <a:pt x="33723" y="0"/>
                  <a:pt x="16861" y="19194"/>
                  <a:pt x="16861" y="40791"/>
                </a:cubicBezTo>
                <a:cubicBezTo>
                  <a:pt x="16861" y="43188"/>
                  <a:pt x="16861" y="43188"/>
                  <a:pt x="16861" y="43188"/>
                </a:cubicBezTo>
                <a:cubicBezTo>
                  <a:pt x="4821" y="43188"/>
                  <a:pt x="4821" y="43188"/>
                  <a:pt x="4821" y="43188"/>
                </a:cubicBezTo>
                <a:cubicBezTo>
                  <a:pt x="0" y="62382"/>
                  <a:pt x="0" y="81576"/>
                  <a:pt x="4821" y="100769"/>
                </a:cubicBezTo>
                <a:cubicBezTo>
                  <a:pt x="7228" y="110369"/>
                  <a:pt x="9633" y="117566"/>
                  <a:pt x="14455" y="124764"/>
                </a:cubicBezTo>
                <a:cubicBezTo>
                  <a:pt x="74673" y="124764"/>
                  <a:pt x="74673" y="124764"/>
                  <a:pt x="74673" y="124764"/>
                </a:cubicBezTo>
                <a:cubicBezTo>
                  <a:pt x="74673" y="119964"/>
                  <a:pt x="74673" y="119964"/>
                  <a:pt x="74673" y="119964"/>
                </a:cubicBezTo>
                <a:cubicBezTo>
                  <a:pt x="74673" y="115164"/>
                  <a:pt x="77078" y="112767"/>
                  <a:pt x="79485" y="112767"/>
                </a:cubicBezTo>
                <a:cubicBezTo>
                  <a:pt x="86712" y="112767"/>
                  <a:pt x="86712" y="112767"/>
                  <a:pt x="86712" y="112767"/>
                </a:cubicBezTo>
                <a:cubicBezTo>
                  <a:pt x="89117" y="112767"/>
                  <a:pt x="91524" y="115164"/>
                  <a:pt x="91524" y="119964"/>
                </a:cubicBezTo>
                <a:cubicBezTo>
                  <a:pt x="91524" y="124764"/>
                  <a:pt x="91524" y="124764"/>
                  <a:pt x="91524" y="124764"/>
                </a:cubicBezTo>
                <a:lnTo>
                  <a:pt x="166196" y="124764"/>
                </a:lnTo>
                <a:close/>
                <a:moveTo>
                  <a:pt x="38535" y="43188"/>
                </a:moveTo>
                <a:cubicBezTo>
                  <a:pt x="38535" y="40791"/>
                  <a:pt x="38535" y="40791"/>
                  <a:pt x="38535" y="40791"/>
                </a:cubicBezTo>
                <a:cubicBezTo>
                  <a:pt x="38535" y="28793"/>
                  <a:pt x="45762" y="21591"/>
                  <a:pt x="55395" y="21591"/>
                </a:cubicBezTo>
                <a:cubicBezTo>
                  <a:pt x="108385" y="21591"/>
                  <a:pt x="108385" y="21591"/>
                  <a:pt x="108385" y="21591"/>
                </a:cubicBezTo>
                <a:cubicBezTo>
                  <a:pt x="118028" y="21591"/>
                  <a:pt x="127662" y="28793"/>
                  <a:pt x="127662" y="40791"/>
                </a:cubicBezTo>
                <a:cubicBezTo>
                  <a:pt x="127662" y="43188"/>
                  <a:pt x="127662" y="43188"/>
                  <a:pt x="127662" y="43188"/>
                </a:cubicBezTo>
                <a:lnTo>
                  <a:pt x="38535" y="4318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34">
            <a:extLst>
              <a:ext uri="{FF2B5EF4-FFF2-40B4-BE49-F238E27FC236}">
                <a16:creationId xmlns:a16="http://schemas.microsoft.com/office/drawing/2014/main" id="{9F21A119-C7F2-6FD7-4B78-658660C41FBA}"/>
              </a:ext>
            </a:extLst>
          </p:cNvPr>
          <p:cNvSpPr/>
          <p:nvPr/>
        </p:nvSpPr>
        <p:spPr>
          <a:xfrm>
            <a:off x="7162800" y="2476500"/>
            <a:ext cx="192595" cy="82368"/>
          </a:xfrm>
          <a:custGeom>
            <a:avLst/>
            <a:gdLst/>
            <a:ahLst/>
            <a:cxnLst/>
            <a:rect l="l" t="t" r="r" b="b"/>
            <a:pathLst>
              <a:path w="192595" h="82368">
                <a:moveTo>
                  <a:pt x="122780" y="79948"/>
                </a:moveTo>
                <a:cubicBezTo>
                  <a:pt x="154076" y="72680"/>
                  <a:pt x="178151" y="53296"/>
                  <a:pt x="192596" y="29073"/>
                </a:cubicBezTo>
                <a:cubicBezTo>
                  <a:pt x="192596" y="0"/>
                  <a:pt x="192596" y="0"/>
                  <a:pt x="192596" y="0"/>
                </a:cubicBezTo>
                <a:cubicBezTo>
                  <a:pt x="185373" y="19380"/>
                  <a:pt x="166113" y="31495"/>
                  <a:pt x="144446" y="31495"/>
                </a:cubicBezTo>
                <a:cubicBezTo>
                  <a:pt x="69816" y="31495"/>
                  <a:pt x="69816" y="31495"/>
                  <a:pt x="69816" y="31495"/>
                </a:cubicBezTo>
                <a:cubicBezTo>
                  <a:pt x="69816" y="38763"/>
                  <a:pt x="69816" y="38763"/>
                  <a:pt x="69816" y="38763"/>
                </a:cubicBezTo>
                <a:cubicBezTo>
                  <a:pt x="69816" y="41185"/>
                  <a:pt x="67408" y="43605"/>
                  <a:pt x="65001" y="43605"/>
                </a:cubicBezTo>
                <a:cubicBezTo>
                  <a:pt x="57779" y="43605"/>
                  <a:pt x="57779" y="43605"/>
                  <a:pt x="57779" y="43605"/>
                </a:cubicBezTo>
                <a:cubicBezTo>
                  <a:pt x="55371" y="43605"/>
                  <a:pt x="52964" y="41185"/>
                  <a:pt x="52964" y="38763"/>
                </a:cubicBezTo>
                <a:cubicBezTo>
                  <a:pt x="52964" y="31495"/>
                  <a:pt x="52964" y="31495"/>
                  <a:pt x="52964" y="31495"/>
                </a:cubicBezTo>
                <a:cubicBezTo>
                  <a:pt x="0" y="31495"/>
                  <a:pt x="0" y="31495"/>
                  <a:pt x="0" y="31495"/>
                </a:cubicBezTo>
                <a:cubicBezTo>
                  <a:pt x="21667" y="62989"/>
                  <a:pt x="55371" y="82368"/>
                  <a:pt x="96298" y="82368"/>
                </a:cubicBezTo>
                <a:cubicBezTo>
                  <a:pt x="105927" y="82368"/>
                  <a:pt x="113149" y="82368"/>
                  <a:pt x="122780" y="799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35">
            <a:extLst>
              <a:ext uri="{FF2B5EF4-FFF2-40B4-BE49-F238E27FC236}">
                <a16:creationId xmlns:a16="http://schemas.microsoft.com/office/drawing/2014/main" id="{0E7FF4EF-D77D-CC7D-1811-A97E0D0A5295}"/>
              </a:ext>
            </a:extLst>
          </p:cNvPr>
          <p:cNvSpPr/>
          <p:nvPr/>
        </p:nvSpPr>
        <p:spPr>
          <a:xfrm>
            <a:off x="7069658" y="2256373"/>
            <a:ext cx="502683" cy="405793"/>
          </a:xfrm>
          <a:custGeom>
            <a:avLst/>
            <a:gdLst/>
            <a:ahLst/>
            <a:cxnLst/>
            <a:rect l="l" t="t" r="r" b="b"/>
            <a:pathLst>
              <a:path w="502683" h="405793">
                <a:moveTo>
                  <a:pt x="481039" y="338556"/>
                </a:moveTo>
                <a:cubicBezTo>
                  <a:pt x="384832" y="273722"/>
                  <a:pt x="384832" y="273722"/>
                  <a:pt x="384832" y="273722"/>
                </a:cubicBezTo>
                <a:cubicBezTo>
                  <a:pt x="375196" y="268932"/>
                  <a:pt x="365585" y="268932"/>
                  <a:pt x="355974" y="268932"/>
                </a:cubicBezTo>
                <a:cubicBezTo>
                  <a:pt x="353553" y="271337"/>
                  <a:pt x="348759" y="271337"/>
                  <a:pt x="346339" y="273722"/>
                </a:cubicBezTo>
                <a:cubicBezTo>
                  <a:pt x="331910" y="264122"/>
                  <a:pt x="331910" y="264122"/>
                  <a:pt x="331910" y="264122"/>
                </a:cubicBezTo>
                <a:cubicBezTo>
                  <a:pt x="351156" y="228109"/>
                  <a:pt x="355974" y="187285"/>
                  <a:pt x="346339" y="144076"/>
                </a:cubicBezTo>
                <a:cubicBezTo>
                  <a:pt x="324696" y="55233"/>
                  <a:pt x="235702" y="0"/>
                  <a:pt x="144312" y="21604"/>
                </a:cubicBezTo>
                <a:cubicBezTo>
                  <a:pt x="55318" y="43229"/>
                  <a:pt x="0" y="134457"/>
                  <a:pt x="21644" y="223299"/>
                </a:cubicBezTo>
                <a:cubicBezTo>
                  <a:pt x="43287" y="312141"/>
                  <a:pt x="134700" y="367375"/>
                  <a:pt x="223670" y="345769"/>
                </a:cubicBezTo>
                <a:cubicBezTo>
                  <a:pt x="259766" y="336150"/>
                  <a:pt x="288623" y="316951"/>
                  <a:pt x="310266" y="292941"/>
                </a:cubicBezTo>
                <a:cubicBezTo>
                  <a:pt x="327115" y="302541"/>
                  <a:pt x="327115" y="302541"/>
                  <a:pt x="327115" y="302541"/>
                </a:cubicBezTo>
                <a:cubicBezTo>
                  <a:pt x="327115" y="314546"/>
                  <a:pt x="331910" y="328956"/>
                  <a:pt x="343942" y="336150"/>
                </a:cubicBezTo>
                <a:cubicBezTo>
                  <a:pt x="440150" y="398598"/>
                  <a:pt x="440150" y="398598"/>
                  <a:pt x="440150" y="398598"/>
                </a:cubicBezTo>
                <a:cubicBezTo>
                  <a:pt x="449762" y="403389"/>
                  <a:pt x="459396" y="405793"/>
                  <a:pt x="469007" y="403389"/>
                </a:cubicBezTo>
                <a:cubicBezTo>
                  <a:pt x="478643" y="400984"/>
                  <a:pt x="485856" y="396193"/>
                  <a:pt x="490651" y="386594"/>
                </a:cubicBezTo>
                <a:cubicBezTo>
                  <a:pt x="502683" y="369779"/>
                  <a:pt x="497866" y="348175"/>
                  <a:pt x="481039" y="338556"/>
                </a:cubicBezTo>
                <a:close/>
                <a:moveTo>
                  <a:pt x="216456" y="314546"/>
                </a:moveTo>
                <a:cubicBezTo>
                  <a:pt x="144312" y="333765"/>
                  <a:pt x="69747" y="288132"/>
                  <a:pt x="52921" y="216104"/>
                </a:cubicBezTo>
                <a:cubicBezTo>
                  <a:pt x="36072" y="144076"/>
                  <a:pt x="79382" y="69642"/>
                  <a:pt x="151526" y="52829"/>
                </a:cubicBezTo>
                <a:cubicBezTo>
                  <a:pt x="226091" y="33610"/>
                  <a:pt x="298236" y="79242"/>
                  <a:pt x="317481" y="151271"/>
                </a:cubicBezTo>
                <a:cubicBezTo>
                  <a:pt x="334330" y="225704"/>
                  <a:pt x="288623" y="297751"/>
                  <a:pt x="216456" y="31454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Freeform 36">
            <a:extLst>
              <a:ext uri="{FF2B5EF4-FFF2-40B4-BE49-F238E27FC236}">
                <a16:creationId xmlns:a16="http://schemas.microsoft.com/office/drawing/2014/main" id="{455E703C-5770-9777-3516-468A37C18A73}"/>
              </a:ext>
            </a:extLst>
          </p:cNvPr>
          <p:cNvSpPr/>
          <p:nvPr/>
        </p:nvSpPr>
        <p:spPr>
          <a:xfrm>
            <a:off x="9626600" y="2286000"/>
            <a:ext cx="443266" cy="399807"/>
          </a:xfrm>
          <a:custGeom>
            <a:avLst/>
            <a:gdLst/>
            <a:ahLst/>
            <a:cxnLst/>
            <a:rect l="l" t="t" r="r" b="b"/>
            <a:pathLst>
              <a:path w="443266" h="399807">
                <a:moveTo>
                  <a:pt x="379691" y="136305"/>
                </a:moveTo>
                <a:cubicBezTo>
                  <a:pt x="346979" y="119943"/>
                  <a:pt x="346979" y="119943"/>
                  <a:pt x="346979" y="119943"/>
                </a:cubicBezTo>
                <a:cubicBezTo>
                  <a:pt x="332449" y="129031"/>
                  <a:pt x="332449" y="129031"/>
                  <a:pt x="332449" y="129031"/>
                </a:cubicBezTo>
                <a:cubicBezTo>
                  <a:pt x="345173" y="149021"/>
                  <a:pt x="352438" y="174454"/>
                  <a:pt x="352438" y="199904"/>
                </a:cubicBezTo>
                <a:cubicBezTo>
                  <a:pt x="352438" y="283493"/>
                  <a:pt x="283403" y="352553"/>
                  <a:pt x="199840" y="352553"/>
                </a:cubicBezTo>
                <a:cubicBezTo>
                  <a:pt x="118081" y="352553"/>
                  <a:pt x="49046" y="283493"/>
                  <a:pt x="49046" y="199904"/>
                </a:cubicBezTo>
                <a:cubicBezTo>
                  <a:pt x="49046" y="116314"/>
                  <a:pt x="118081" y="49069"/>
                  <a:pt x="199840" y="49069"/>
                </a:cubicBezTo>
                <a:cubicBezTo>
                  <a:pt x="248886" y="49069"/>
                  <a:pt x="290667" y="70874"/>
                  <a:pt x="317920" y="105413"/>
                </a:cubicBezTo>
                <a:cubicBezTo>
                  <a:pt x="294300" y="121756"/>
                  <a:pt x="294300" y="121756"/>
                  <a:pt x="294300" y="121756"/>
                </a:cubicBezTo>
                <a:cubicBezTo>
                  <a:pt x="272506" y="94492"/>
                  <a:pt x="237989" y="76333"/>
                  <a:pt x="199840" y="76333"/>
                </a:cubicBezTo>
                <a:cubicBezTo>
                  <a:pt x="132611" y="76333"/>
                  <a:pt x="78125" y="132659"/>
                  <a:pt x="78125" y="199904"/>
                </a:cubicBezTo>
                <a:cubicBezTo>
                  <a:pt x="78125" y="268963"/>
                  <a:pt x="132611" y="323474"/>
                  <a:pt x="199840" y="323474"/>
                </a:cubicBezTo>
                <a:cubicBezTo>
                  <a:pt x="268874" y="323474"/>
                  <a:pt x="323359" y="268963"/>
                  <a:pt x="323359" y="199904"/>
                </a:cubicBezTo>
                <a:cubicBezTo>
                  <a:pt x="323359" y="179913"/>
                  <a:pt x="319726" y="159923"/>
                  <a:pt x="310656" y="143561"/>
                </a:cubicBezTo>
                <a:cubicBezTo>
                  <a:pt x="270680" y="169012"/>
                  <a:pt x="270680" y="169012"/>
                  <a:pt x="270680" y="169012"/>
                </a:cubicBezTo>
                <a:cubicBezTo>
                  <a:pt x="274312" y="178100"/>
                  <a:pt x="277945" y="189001"/>
                  <a:pt x="277945" y="199904"/>
                </a:cubicBezTo>
                <a:cubicBezTo>
                  <a:pt x="277945" y="243512"/>
                  <a:pt x="243427" y="278051"/>
                  <a:pt x="199840" y="278051"/>
                </a:cubicBezTo>
                <a:cubicBezTo>
                  <a:pt x="158057" y="278051"/>
                  <a:pt x="123539" y="243512"/>
                  <a:pt x="123539" y="199904"/>
                </a:cubicBezTo>
                <a:cubicBezTo>
                  <a:pt x="123539" y="158109"/>
                  <a:pt x="158057" y="123570"/>
                  <a:pt x="199840" y="123570"/>
                </a:cubicBezTo>
                <a:cubicBezTo>
                  <a:pt x="221633" y="123570"/>
                  <a:pt x="241621" y="132659"/>
                  <a:pt x="256150" y="147207"/>
                </a:cubicBezTo>
                <a:cubicBezTo>
                  <a:pt x="228897" y="163551"/>
                  <a:pt x="228897" y="163551"/>
                  <a:pt x="228897" y="163551"/>
                </a:cubicBezTo>
                <a:cubicBezTo>
                  <a:pt x="221633" y="158109"/>
                  <a:pt x="210736" y="154462"/>
                  <a:pt x="199840" y="154462"/>
                </a:cubicBezTo>
                <a:cubicBezTo>
                  <a:pt x="174393" y="154462"/>
                  <a:pt x="154424" y="174454"/>
                  <a:pt x="154424" y="199904"/>
                </a:cubicBezTo>
                <a:cubicBezTo>
                  <a:pt x="154424" y="225355"/>
                  <a:pt x="174393" y="247159"/>
                  <a:pt x="199840" y="247159"/>
                </a:cubicBezTo>
                <a:cubicBezTo>
                  <a:pt x="227091" y="247159"/>
                  <a:pt x="247059" y="225355"/>
                  <a:pt x="247059" y="199904"/>
                </a:cubicBezTo>
                <a:cubicBezTo>
                  <a:pt x="247059" y="196276"/>
                  <a:pt x="245254" y="190816"/>
                  <a:pt x="245254" y="187188"/>
                </a:cubicBezTo>
                <a:cubicBezTo>
                  <a:pt x="207104" y="210806"/>
                  <a:pt x="207104" y="210806"/>
                  <a:pt x="207104" y="210806"/>
                </a:cubicBezTo>
                <a:cubicBezTo>
                  <a:pt x="201646" y="203531"/>
                  <a:pt x="201646" y="203531"/>
                  <a:pt x="201646" y="203531"/>
                </a:cubicBezTo>
                <a:cubicBezTo>
                  <a:pt x="348806" y="105413"/>
                  <a:pt x="348806" y="105413"/>
                  <a:pt x="348806" y="105413"/>
                </a:cubicBezTo>
                <a:cubicBezTo>
                  <a:pt x="385129" y="121756"/>
                  <a:pt x="385129" y="121756"/>
                  <a:pt x="385129" y="121756"/>
                </a:cubicBezTo>
                <a:cubicBezTo>
                  <a:pt x="443266" y="83589"/>
                  <a:pt x="443266" y="83589"/>
                  <a:pt x="443266" y="83589"/>
                </a:cubicBezTo>
                <a:cubicBezTo>
                  <a:pt x="406942" y="67245"/>
                  <a:pt x="406942" y="67245"/>
                  <a:pt x="406942" y="67245"/>
                </a:cubicBezTo>
                <a:cubicBezTo>
                  <a:pt x="417840" y="61786"/>
                  <a:pt x="417840" y="61786"/>
                  <a:pt x="417840" y="61786"/>
                </a:cubicBezTo>
                <a:cubicBezTo>
                  <a:pt x="408748" y="47255"/>
                  <a:pt x="408748" y="47255"/>
                  <a:pt x="408748" y="47255"/>
                </a:cubicBezTo>
                <a:cubicBezTo>
                  <a:pt x="397852" y="52697"/>
                  <a:pt x="397852" y="52697"/>
                  <a:pt x="397852" y="52697"/>
                </a:cubicBezTo>
                <a:cubicBezTo>
                  <a:pt x="397852" y="14530"/>
                  <a:pt x="397852" y="14530"/>
                  <a:pt x="397852" y="14530"/>
                </a:cubicBezTo>
                <a:cubicBezTo>
                  <a:pt x="339714" y="52697"/>
                  <a:pt x="339714" y="52697"/>
                  <a:pt x="339714" y="52697"/>
                </a:cubicBezTo>
                <a:cubicBezTo>
                  <a:pt x="339714" y="90863"/>
                  <a:pt x="339714" y="90863"/>
                  <a:pt x="339714" y="90863"/>
                </a:cubicBezTo>
                <a:cubicBezTo>
                  <a:pt x="326991" y="99952"/>
                  <a:pt x="326991" y="99952"/>
                  <a:pt x="326991" y="99952"/>
                </a:cubicBezTo>
                <a:cubicBezTo>
                  <a:pt x="326991" y="56344"/>
                  <a:pt x="326991" y="56344"/>
                  <a:pt x="326991" y="56344"/>
                </a:cubicBezTo>
                <a:cubicBezTo>
                  <a:pt x="332449" y="50883"/>
                  <a:pt x="332449" y="50883"/>
                  <a:pt x="332449" y="50883"/>
                </a:cubicBezTo>
                <a:cubicBezTo>
                  <a:pt x="297932" y="19990"/>
                  <a:pt x="250692" y="0"/>
                  <a:pt x="199840" y="0"/>
                </a:cubicBezTo>
                <a:cubicBezTo>
                  <a:pt x="90828" y="0"/>
                  <a:pt x="0" y="90863"/>
                  <a:pt x="0" y="199904"/>
                </a:cubicBezTo>
                <a:cubicBezTo>
                  <a:pt x="0" y="310758"/>
                  <a:pt x="90828" y="399807"/>
                  <a:pt x="199840" y="399807"/>
                </a:cubicBezTo>
                <a:cubicBezTo>
                  <a:pt x="310656" y="399807"/>
                  <a:pt x="399658" y="310758"/>
                  <a:pt x="399658" y="199904"/>
                </a:cubicBezTo>
                <a:cubicBezTo>
                  <a:pt x="399658" y="176286"/>
                  <a:pt x="396025" y="152649"/>
                  <a:pt x="386955" y="130844"/>
                </a:cubicBezTo>
                <a:lnTo>
                  <a:pt x="379691" y="13630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37">
            <a:extLst>
              <a:ext uri="{FF2B5EF4-FFF2-40B4-BE49-F238E27FC236}">
                <a16:creationId xmlns:a16="http://schemas.microsoft.com/office/drawing/2014/main" id="{835F28A2-720B-7AF5-EBBD-69C57D4F785A}"/>
              </a:ext>
            </a:extLst>
          </p:cNvPr>
          <p:cNvSpPr/>
          <p:nvPr/>
        </p:nvSpPr>
        <p:spPr>
          <a:xfrm>
            <a:off x="4800600" y="2273300"/>
            <a:ext cx="311617" cy="278232"/>
          </a:xfrm>
          <a:custGeom>
            <a:avLst/>
            <a:gdLst/>
            <a:ahLst/>
            <a:cxnLst/>
            <a:rect l="l" t="t" r="r" b="b"/>
            <a:pathLst>
              <a:path w="311617" h="278232">
                <a:moveTo>
                  <a:pt x="17413" y="278232"/>
                </a:moveTo>
                <a:cubicBezTo>
                  <a:pt x="43525" y="202980"/>
                  <a:pt x="43525" y="202980"/>
                  <a:pt x="43525" y="202980"/>
                </a:cubicBezTo>
                <a:cubicBezTo>
                  <a:pt x="15668" y="180232"/>
                  <a:pt x="0" y="150490"/>
                  <a:pt x="0" y="120747"/>
                </a:cubicBezTo>
                <a:cubicBezTo>
                  <a:pt x="0" y="54242"/>
                  <a:pt x="69638" y="0"/>
                  <a:pt x="156674" y="0"/>
                </a:cubicBezTo>
                <a:cubicBezTo>
                  <a:pt x="241979" y="0"/>
                  <a:pt x="311617" y="54242"/>
                  <a:pt x="311617" y="120747"/>
                </a:cubicBezTo>
                <a:cubicBezTo>
                  <a:pt x="311617" y="185487"/>
                  <a:pt x="241979" y="239729"/>
                  <a:pt x="156674" y="239729"/>
                </a:cubicBezTo>
                <a:cubicBezTo>
                  <a:pt x="137530" y="239729"/>
                  <a:pt x="118386" y="237978"/>
                  <a:pt x="100973" y="232735"/>
                </a:cubicBezTo>
                <a:cubicBezTo>
                  <a:pt x="94004" y="236239"/>
                  <a:pt x="67892" y="248488"/>
                  <a:pt x="48748" y="260739"/>
                </a:cubicBezTo>
                <a:cubicBezTo>
                  <a:pt x="17413" y="278232"/>
                  <a:pt x="17413" y="278232"/>
                  <a:pt x="17413" y="278232"/>
                </a:cubicBezTo>
                <a:close/>
                <a:moveTo>
                  <a:pt x="156674" y="26252"/>
                </a:moveTo>
                <a:cubicBezTo>
                  <a:pt x="83560" y="26252"/>
                  <a:pt x="26112" y="68243"/>
                  <a:pt x="26112" y="120747"/>
                </a:cubicBezTo>
                <a:cubicBezTo>
                  <a:pt x="26112" y="145233"/>
                  <a:pt x="40034" y="169734"/>
                  <a:pt x="66147" y="187239"/>
                </a:cubicBezTo>
                <a:cubicBezTo>
                  <a:pt x="74860" y="192481"/>
                  <a:pt x="74860" y="192481"/>
                  <a:pt x="74860" y="192481"/>
                </a:cubicBezTo>
                <a:cubicBezTo>
                  <a:pt x="66147" y="220485"/>
                  <a:pt x="66147" y="220485"/>
                  <a:pt x="66147" y="220485"/>
                </a:cubicBezTo>
                <a:cubicBezTo>
                  <a:pt x="94004" y="204732"/>
                  <a:pt x="99226" y="204732"/>
                  <a:pt x="100973" y="204732"/>
                </a:cubicBezTo>
                <a:cubicBezTo>
                  <a:pt x="104450" y="204732"/>
                  <a:pt x="104450" y="204732"/>
                  <a:pt x="104450" y="204732"/>
                </a:cubicBezTo>
                <a:cubicBezTo>
                  <a:pt x="106195" y="206483"/>
                  <a:pt x="106195" y="206483"/>
                  <a:pt x="106195" y="206483"/>
                </a:cubicBezTo>
                <a:cubicBezTo>
                  <a:pt x="121863" y="209987"/>
                  <a:pt x="139276" y="213491"/>
                  <a:pt x="156674" y="213491"/>
                </a:cubicBezTo>
                <a:cubicBezTo>
                  <a:pt x="228058" y="213491"/>
                  <a:pt x="285505" y="171486"/>
                  <a:pt x="285505" y="120747"/>
                </a:cubicBezTo>
                <a:cubicBezTo>
                  <a:pt x="285505" y="68243"/>
                  <a:pt x="228058" y="26252"/>
                  <a:pt x="156674" y="2625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38">
            <a:extLst>
              <a:ext uri="{FF2B5EF4-FFF2-40B4-BE49-F238E27FC236}">
                <a16:creationId xmlns:a16="http://schemas.microsoft.com/office/drawing/2014/main" id="{A3A1C825-7423-A62A-99C6-BBBE7B09AB13}"/>
              </a:ext>
            </a:extLst>
          </p:cNvPr>
          <p:cNvSpPr/>
          <p:nvPr/>
        </p:nvSpPr>
        <p:spPr>
          <a:xfrm>
            <a:off x="4876800" y="23495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FB9EBB77-0209-65EC-D8AA-ECE000B6CEAC}"/>
              </a:ext>
            </a:extLst>
          </p:cNvPr>
          <p:cNvSpPr/>
          <p:nvPr/>
        </p:nvSpPr>
        <p:spPr>
          <a:xfrm>
            <a:off x="4876800" y="23876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40">
            <a:extLst>
              <a:ext uri="{FF2B5EF4-FFF2-40B4-BE49-F238E27FC236}">
                <a16:creationId xmlns:a16="http://schemas.microsoft.com/office/drawing/2014/main" id="{385F520C-B127-1568-0511-8D481B81B2A4}"/>
              </a:ext>
            </a:extLst>
          </p:cNvPr>
          <p:cNvSpPr/>
          <p:nvPr/>
        </p:nvSpPr>
        <p:spPr>
          <a:xfrm>
            <a:off x="4876800" y="24130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Freeform 41">
            <a:extLst>
              <a:ext uri="{FF2B5EF4-FFF2-40B4-BE49-F238E27FC236}">
                <a16:creationId xmlns:a16="http://schemas.microsoft.com/office/drawing/2014/main" id="{A30BC8CB-DC67-3B54-DD6F-CBB3DC865199}"/>
              </a:ext>
            </a:extLst>
          </p:cNvPr>
          <p:cNvSpPr/>
          <p:nvPr/>
        </p:nvSpPr>
        <p:spPr>
          <a:xfrm>
            <a:off x="4635500" y="2434044"/>
            <a:ext cx="221192" cy="240669"/>
          </a:xfrm>
          <a:custGeom>
            <a:avLst/>
            <a:gdLst/>
            <a:ahLst/>
            <a:cxnLst/>
            <a:rect l="l" t="t" r="r" b="b"/>
            <a:pathLst>
              <a:path w="221192" h="240669">
                <a:moveTo>
                  <a:pt x="208996" y="165682"/>
                </a:moveTo>
                <a:cubicBezTo>
                  <a:pt x="186355" y="155209"/>
                  <a:pt x="161972" y="148234"/>
                  <a:pt x="137589" y="146496"/>
                </a:cubicBezTo>
                <a:cubicBezTo>
                  <a:pt x="139330" y="139521"/>
                  <a:pt x="139330" y="134283"/>
                  <a:pt x="141072" y="129059"/>
                </a:cubicBezTo>
                <a:cubicBezTo>
                  <a:pt x="146304" y="125571"/>
                  <a:pt x="149786" y="120334"/>
                  <a:pt x="149786" y="115097"/>
                </a:cubicBezTo>
                <a:cubicBezTo>
                  <a:pt x="149786" y="109871"/>
                  <a:pt x="151526" y="104635"/>
                  <a:pt x="151526" y="99409"/>
                </a:cubicBezTo>
                <a:cubicBezTo>
                  <a:pt x="153267" y="101148"/>
                  <a:pt x="153267" y="101148"/>
                  <a:pt x="155009" y="101148"/>
                </a:cubicBezTo>
                <a:cubicBezTo>
                  <a:pt x="156750" y="101148"/>
                  <a:pt x="160231" y="99409"/>
                  <a:pt x="160231" y="97660"/>
                </a:cubicBezTo>
                <a:cubicBezTo>
                  <a:pt x="161972" y="71498"/>
                  <a:pt x="161972" y="71498"/>
                  <a:pt x="161972" y="71498"/>
                </a:cubicBezTo>
                <a:cubicBezTo>
                  <a:pt x="161972" y="69760"/>
                  <a:pt x="160231" y="66272"/>
                  <a:pt x="158490" y="66272"/>
                </a:cubicBezTo>
                <a:cubicBezTo>
                  <a:pt x="156750" y="66272"/>
                  <a:pt x="156750" y="66272"/>
                  <a:pt x="155009" y="68011"/>
                </a:cubicBezTo>
                <a:cubicBezTo>
                  <a:pt x="156750" y="62785"/>
                  <a:pt x="156750" y="57549"/>
                  <a:pt x="156750" y="52323"/>
                </a:cubicBezTo>
                <a:cubicBezTo>
                  <a:pt x="158490" y="47086"/>
                  <a:pt x="160231" y="29648"/>
                  <a:pt x="148045" y="17437"/>
                </a:cubicBezTo>
                <a:cubicBezTo>
                  <a:pt x="130626" y="0"/>
                  <a:pt x="90566" y="0"/>
                  <a:pt x="73147" y="17437"/>
                </a:cubicBezTo>
                <a:cubicBezTo>
                  <a:pt x="59220" y="29648"/>
                  <a:pt x="62701" y="47086"/>
                  <a:pt x="64442" y="52323"/>
                </a:cubicBezTo>
                <a:cubicBezTo>
                  <a:pt x="64442" y="57549"/>
                  <a:pt x="64442" y="62785"/>
                  <a:pt x="64442" y="68011"/>
                </a:cubicBezTo>
                <a:cubicBezTo>
                  <a:pt x="64442" y="66272"/>
                  <a:pt x="62701" y="66272"/>
                  <a:pt x="62701" y="66272"/>
                </a:cubicBezTo>
                <a:cubicBezTo>
                  <a:pt x="59220" y="66272"/>
                  <a:pt x="57479" y="69760"/>
                  <a:pt x="59220" y="71498"/>
                </a:cubicBezTo>
                <a:cubicBezTo>
                  <a:pt x="60961" y="97660"/>
                  <a:pt x="60961" y="97660"/>
                  <a:pt x="60961" y="97660"/>
                </a:cubicBezTo>
                <a:cubicBezTo>
                  <a:pt x="60961" y="99409"/>
                  <a:pt x="62701" y="101148"/>
                  <a:pt x="66184" y="101148"/>
                </a:cubicBezTo>
                <a:cubicBezTo>
                  <a:pt x="67925" y="101148"/>
                  <a:pt x="67925" y="101148"/>
                  <a:pt x="69666" y="99409"/>
                </a:cubicBezTo>
                <a:cubicBezTo>
                  <a:pt x="69666" y="104635"/>
                  <a:pt x="69666" y="109871"/>
                  <a:pt x="71406" y="115097"/>
                </a:cubicBezTo>
                <a:cubicBezTo>
                  <a:pt x="71406" y="120334"/>
                  <a:pt x="74888" y="125571"/>
                  <a:pt x="80120" y="129059"/>
                </a:cubicBezTo>
                <a:cubicBezTo>
                  <a:pt x="81862" y="134283"/>
                  <a:pt x="81862" y="139521"/>
                  <a:pt x="83603" y="146496"/>
                </a:cubicBezTo>
                <a:cubicBezTo>
                  <a:pt x="59220" y="148234"/>
                  <a:pt x="34837" y="155209"/>
                  <a:pt x="12196" y="165682"/>
                </a:cubicBezTo>
                <a:cubicBezTo>
                  <a:pt x="5222" y="170908"/>
                  <a:pt x="0" y="179633"/>
                  <a:pt x="0" y="188345"/>
                </a:cubicBezTo>
                <a:cubicBezTo>
                  <a:pt x="1741" y="197070"/>
                  <a:pt x="1741" y="205793"/>
                  <a:pt x="3482" y="214507"/>
                </a:cubicBezTo>
                <a:cubicBezTo>
                  <a:pt x="3482" y="221482"/>
                  <a:pt x="10446" y="228456"/>
                  <a:pt x="17419" y="230206"/>
                </a:cubicBezTo>
                <a:cubicBezTo>
                  <a:pt x="80120" y="240669"/>
                  <a:pt x="141072" y="240669"/>
                  <a:pt x="203773" y="230206"/>
                </a:cubicBezTo>
                <a:cubicBezTo>
                  <a:pt x="210746" y="228456"/>
                  <a:pt x="217710" y="221482"/>
                  <a:pt x="217710" y="214507"/>
                </a:cubicBezTo>
                <a:cubicBezTo>
                  <a:pt x="217710" y="205793"/>
                  <a:pt x="219451" y="197070"/>
                  <a:pt x="219451" y="188345"/>
                </a:cubicBezTo>
                <a:cubicBezTo>
                  <a:pt x="221192" y="179633"/>
                  <a:pt x="215970" y="170908"/>
                  <a:pt x="208996" y="16568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Freeform 42">
            <a:extLst>
              <a:ext uri="{FF2B5EF4-FFF2-40B4-BE49-F238E27FC236}">
                <a16:creationId xmlns:a16="http://schemas.microsoft.com/office/drawing/2014/main" id="{A52BC4D1-8C2D-4263-C388-5C64EE40BA91}"/>
              </a:ext>
            </a:extLst>
          </p:cNvPr>
          <p:cNvSpPr/>
          <p:nvPr/>
        </p:nvSpPr>
        <p:spPr>
          <a:xfrm>
            <a:off x="2362200" y="2260600"/>
            <a:ext cx="25706" cy="63586"/>
          </a:xfrm>
          <a:custGeom>
            <a:avLst/>
            <a:gdLst/>
            <a:ahLst/>
            <a:cxnLst/>
            <a:rect l="l" t="t" r="r" b="b"/>
            <a:pathLst>
              <a:path w="25706" h="63586">
                <a:moveTo>
                  <a:pt x="13710" y="63586"/>
                </a:moveTo>
                <a:cubicBezTo>
                  <a:pt x="6855" y="63586"/>
                  <a:pt x="0" y="56892"/>
                  <a:pt x="0" y="50201"/>
                </a:cubicBezTo>
                <a:cubicBezTo>
                  <a:pt x="0" y="11713"/>
                  <a:pt x="0" y="11713"/>
                  <a:pt x="0" y="11713"/>
                </a:cubicBezTo>
                <a:cubicBezTo>
                  <a:pt x="0" y="5019"/>
                  <a:pt x="6855" y="0"/>
                  <a:pt x="13710" y="0"/>
                </a:cubicBezTo>
                <a:cubicBezTo>
                  <a:pt x="20565" y="0"/>
                  <a:pt x="25706" y="5019"/>
                  <a:pt x="25706" y="11713"/>
                </a:cubicBezTo>
                <a:cubicBezTo>
                  <a:pt x="25706" y="50201"/>
                  <a:pt x="25706" y="50201"/>
                  <a:pt x="25706" y="50201"/>
                </a:cubicBezTo>
                <a:cubicBezTo>
                  <a:pt x="25706" y="56892"/>
                  <a:pt x="20565" y="63586"/>
                  <a:pt x="13710" y="635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Freeform 43">
            <a:extLst>
              <a:ext uri="{FF2B5EF4-FFF2-40B4-BE49-F238E27FC236}">
                <a16:creationId xmlns:a16="http://schemas.microsoft.com/office/drawing/2014/main" id="{9B0B4C7B-BB97-02D8-33C7-3C718F3BACB8}"/>
              </a:ext>
            </a:extLst>
          </p:cNvPr>
          <p:cNvSpPr/>
          <p:nvPr/>
        </p:nvSpPr>
        <p:spPr>
          <a:xfrm>
            <a:off x="2258978" y="2271599"/>
            <a:ext cx="47352" cy="59527"/>
          </a:xfrm>
          <a:custGeom>
            <a:avLst/>
            <a:gdLst/>
            <a:ahLst/>
            <a:cxnLst/>
            <a:rect l="l" t="t" r="r" b="b"/>
            <a:pathLst>
              <a:path w="47352" h="59527">
                <a:moveTo>
                  <a:pt x="33824" y="59528"/>
                </a:moveTo>
                <a:cubicBezTo>
                  <a:pt x="28749" y="59528"/>
                  <a:pt x="25366" y="57827"/>
                  <a:pt x="21986" y="54426"/>
                </a:cubicBezTo>
                <a:cubicBezTo>
                  <a:pt x="3382" y="20411"/>
                  <a:pt x="3382" y="20411"/>
                  <a:pt x="3382" y="20411"/>
                </a:cubicBezTo>
                <a:cubicBezTo>
                  <a:pt x="0" y="13606"/>
                  <a:pt x="1691" y="6805"/>
                  <a:pt x="6766" y="3402"/>
                </a:cubicBezTo>
                <a:cubicBezTo>
                  <a:pt x="13528" y="0"/>
                  <a:pt x="20294" y="1701"/>
                  <a:pt x="23676" y="8506"/>
                </a:cubicBezTo>
                <a:cubicBezTo>
                  <a:pt x="43970" y="42521"/>
                  <a:pt x="43970" y="42521"/>
                  <a:pt x="43970" y="42521"/>
                </a:cubicBezTo>
                <a:cubicBezTo>
                  <a:pt x="47352" y="47623"/>
                  <a:pt x="45662" y="56127"/>
                  <a:pt x="38896" y="59528"/>
                </a:cubicBezTo>
                <a:cubicBezTo>
                  <a:pt x="37205" y="59528"/>
                  <a:pt x="35514" y="59528"/>
                  <a:pt x="33824" y="595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Freeform 44">
            <a:extLst>
              <a:ext uri="{FF2B5EF4-FFF2-40B4-BE49-F238E27FC236}">
                <a16:creationId xmlns:a16="http://schemas.microsoft.com/office/drawing/2014/main" id="{88E159D1-E204-7C76-81CE-D83A54D58A79}"/>
              </a:ext>
            </a:extLst>
          </p:cNvPr>
          <p:cNvSpPr/>
          <p:nvPr/>
        </p:nvSpPr>
        <p:spPr>
          <a:xfrm>
            <a:off x="2195417" y="23477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47096" y="45997"/>
                </a:moveTo>
                <a:cubicBezTo>
                  <a:pt x="45413" y="45997"/>
                  <a:pt x="43730" y="45997"/>
                  <a:pt x="42051" y="44294"/>
                </a:cubicBezTo>
                <a:cubicBezTo>
                  <a:pt x="8410" y="23851"/>
                  <a:pt x="8410" y="23851"/>
                  <a:pt x="8410" y="23851"/>
                </a:cubicBezTo>
                <a:cubicBezTo>
                  <a:pt x="1683" y="20443"/>
                  <a:pt x="0" y="13628"/>
                  <a:pt x="3366" y="8518"/>
                </a:cubicBezTo>
                <a:cubicBezTo>
                  <a:pt x="6727" y="1703"/>
                  <a:pt x="15137" y="0"/>
                  <a:pt x="20183" y="3406"/>
                </a:cubicBezTo>
                <a:cubicBezTo>
                  <a:pt x="53823" y="23851"/>
                  <a:pt x="53823" y="23851"/>
                  <a:pt x="53823" y="23851"/>
                </a:cubicBezTo>
                <a:cubicBezTo>
                  <a:pt x="58869" y="27257"/>
                  <a:pt x="62233" y="34071"/>
                  <a:pt x="58869" y="39182"/>
                </a:cubicBezTo>
                <a:cubicBezTo>
                  <a:pt x="55506" y="44294"/>
                  <a:pt x="52140" y="45997"/>
                  <a:pt x="4709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Freeform 45">
            <a:extLst>
              <a:ext uri="{FF2B5EF4-FFF2-40B4-BE49-F238E27FC236}">
                <a16:creationId xmlns:a16="http://schemas.microsoft.com/office/drawing/2014/main" id="{5BC79689-18A2-D5FF-B2C2-70E6F90DED15}"/>
              </a:ext>
            </a:extLst>
          </p:cNvPr>
          <p:cNvSpPr/>
          <p:nvPr/>
        </p:nvSpPr>
        <p:spPr>
          <a:xfrm>
            <a:off x="2159000" y="2451100"/>
            <a:ext cx="63588" cy="22998"/>
          </a:xfrm>
          <a:custGeom>
            <a:avLst/>
            <a:gdLst/>
            <a:ahLst/>
            <a:cxnLst/>
            <a:rect l="l" t="t" r="r" b="b"/>
            <a:pathLst>
              <a:path w="63588" h="22998">
                <a:moveTo>
                  <a:pt x="51873" y="22998"/>
                </a:moveTo>
                <a:cubicBezTo>
                  <a:pt x="13386" y="22998"/>
                  <a:pt x="13386" y="22998"/>
                  <a:pt x="13386" y="22998"/>
                </a:cubicBezTo>
                <a:cubicBezTo>
                  <a:pt x="6694" y="22998"/>
                  <a:pt x="0" y="18070"/>
                  <a:pt x="0" y="11500"/>
                </a:cubicBezTo>
                <a:cubicBezTo>
                  <a:pt x="0" y="4929"/>
                  <a:pt x="6694" y="0"/>
                  <a:pt x="13386" y="0"/>
                </a:cubicBezTo>
                <a:cubicBezTo>
                  <a:pt x="51873" y="0"/>
                  <a:pt x="51873" y="0"/>
                  <a:pt x="51873" y="0"/>
                </a:cubicBezTo>
                <a:cubicBezTo>
                  <a:pt x="58567" y="0"/>
                  <a:pt x="63588" y="4929"/>
                  <a:pt x="63588" y="11500"/>
                </a:cubicBezTo>
                <a:cubicBezTo>
                  <a:pt x="63588" y="18070"/>
                  <a:pt x="58567" y="22998"/>
                  <a:pt x="51873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Freeform 46">
            <a:extLst>
              <a:ext uri="{FF2B5EF4-FFF2-40B4-BE49-F238E27FC236}">
                <a16:creationId xmlns:a16="http://schemas.microsoft.com/office/drawing/2014/main" id="{6A96BFDD-92D8-2BD0-18BD-C600C71DE98D}"/>
              </a:ext>
            </a:extLst>
          </p:cNvPr>
          <p:cNvSpPr/>
          <p:nvPr/>
        </p:nvSpPr>
        <p:spPr>
          <a:xfrm>
            <a:off x="2182390" y="2525664"/>
            <a:ext cx="62233" cy="45998"/>
          </a:xfrm>
          <a:custGeom>
            <a:avLst/>
            <a:gdLst/>
            <a:ahLst/>
            <a:cxnLst/>
            <a:rect l="l" t="t" r="r" b="b"/>
            <a:pathLst>
              <a:path w="62233" h="45998">
                <a:moveTo>
                  <a:pt x="15137" y="45998"/>
                </a:moveTo>
                <a:cubicBezTo>
                  <a:pt x="10091" y="45998"/>
                  <a:pt x="6727" y="42592"/>
                  <a:pt x="3364" y="39185"/>
                </a:cubicBezTo>
                <a:cubicBezTo>
                  <a:pt x="0" y="34073"/>
                  <a:pt x="3364" y="25555"/>
                  <a:pt x="8410" y="22148"/>
                </a:cubicBezTo>
                <a:cubicBezTo>
                  <a:pt x="42049" y="3408"/>
                  <a:pt x="42049" y="3408"/>
                  <a:pt x="42049" y="3408"/>
                </a:cubicBezTo>
                <a:cubicBezTo>
                  <a:pt x="48776" y="0"/>
                  <a:pt x="55504" y="1705"/>
                  <a:pt x="58867" y="6815"/>
                </a:cubicBezTo>
                <a:cubicBezTo>
                  <a:pt x="62232" y="13630"/>
                  <a:pt x="60549" y="20445"/>
                  <a:pt x="53822" y="23852"/>
                </a:cubicBezTo>
                <a:cubicBezTo>
                  <a:pt x="20181" y="44295"/>
                  <a:pt x="20181" y="44295"/>
                  <a:pt x="20181" y="44295"/>
                </a:cubicBezTo>
                <a:cubicBezTo>
                  <a:pt x="18502" y="44295"/>
                  <a:pt x="16819" y="45998"/>
                  <a:pt x="15137" y="45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Freeform 47">
            <a:extLst>
              <a:ext uri="{FF2B5EF4-FFF2-40B4-BE49-F238E27FC236}">
                <a16:creationId xmlns:a16="http://schemas.microsoft.com/office/drawing/2014/main" id="{8F783BDC-3B95-4352-99DF-5D7E16BC892E}"/>
              </a:ext>
            </a:extLst>
          </p:cNvPr>
          <p:cNvSpPr/>
          <p:nvPr/>
        </p:nvSpPr>
        <p:spPr>
          <a:xfrm>
            <a:off x="2500217" y="2538297"/>
            <a:ext cx="62235" cy="45997"/>
          </a:xfrm>
          <a:custGeom>
            <a:avLst/>
            <a:gdLst/>
            <a:ahLst/>
            <a:cxnLst/>
            <a:rect l="l" t="t" r="r" b="b"/>
            <a:pathLst>
              <a:path w="62235" h="45997">
                <a:moveTo>
                  <a:pt x="48780" y="45997"/>
                </a:moveTo>
                <a:cubicBezTo>
                  <a:pt x="45415" y="45997"/>
                  <a:pt x="43733" y="45997"/>
                  <a:pt x="42052" y="44294"/>
                </a:cubicBezTo>
                <a:cubicBezTo>
                  <a:pt x="8410" y="25554"/>
                  <a:pt x="8410" y="25554"/>
                  <a:pt x="8410" y="25554"/>
                </a:cubicBezTo>
                <a:cubicBezTo>
                  <a:pt x="1683" y="22146"/>
                  <a:pt x="0" y="13628"/>
                  <a:pt x="3366" y="8518"/>
                </a:cubicBezTo>
                <a:cubicBezTo>
                  <a:pt x="6729" y="1703"/>
                  <a:pt x="15139" y="0"/>
                  <a:pt x="20183" y="3406"/>
                </a:cubicBezTo>
                <a:cubicBezTo>
                  <a:pt x="53825" y="23851"/>
                  <a:pt x="53825" y="23851"/>
                  <a:pt x="53825" y="23851"/>
                </a:cubicBezTo>
                <a:cubicBezTo>
                  <a:pt x="60553" y="27257"/>
                  <a:pt x="62235" y="34071"/>
                  <a:pt x="58870" y="39182"/>
                </a:cubicBezTo>
                <a:cubicBezTo>
                  <a:pt x="57191" y="44294"/>
                  <a:pt x="52143" y="45997"/>
                  <a:pt x="48780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Freeform 48">
            <a:extLst>
              <a:ext uri="{FF2B5EF4-FFF2-40B4-BE49-F238E27FC236}">
                <a16:creationId xmlns:a16="http://schemas.microsoft.com/office/drawing/2014/main" id="{5FD30585-1182-1E87-DBED-249A98131618}"/>
              </a:ext>
            </a:extLst>
          </p:cNvPr>
          <p:cNvSpPr/>
          <p:nvPr/>
        </p:nvSpPr>
        <p:spPr>
          <a:xfrm>
            <a:off x="2527300" y="2463800"/>
            <a:ext cx="62234" cy="22998"/>
          </a:xfrm>
          <a:custGeom>
            <a:avLst/>
            <a:gdLst/>
            <a:ahLst/>
            <a:cxnLst/>
            <a:rect l="l" t="t" r="r" b="b"/>
            <a:pathLst>
              <a:path w="62234" h="22998">
                <a:moveTo>
                  <a:pt x="50461" y="22998"/>
                </a:moveTo>
                <a:cubicBezTo>
                  <a:pt x="11773" y="22998"/>
                  <a:pt x="11773" y="22998"/>
                  <a:pt x="11773" y="22998"/>
                </a:cubicBezTo>
                <a:cubicBezTo>
                  <a:pt x="5044" y="22998"/>
                  <a:pt x="0" y="18070"/>
                  <a:pt x="0" y="11500"/>
                </a:cubicBezTo>
                <a:cubicBezTo>
                  <a:pt x="0" y="4929"/>
                  <a:pt x="5044" y="0"/>
                  <a:pt x="11773" y="0"/>
                </a:cubicBezTo>
                <a:cubicBezTo>
                  <a:pt x="50461" y="0"/>
                  <a:pt x="50461" y="0"/>
                  <a:pt x="50461" y="0"/>
                </a:cubicBezTo>
                <a:cubicBezTo>
                  <a:pt x="57189" y="0"/>
                  <a:pt x="62234" y="4929"/>
                  <a:pt x="62234" y="11500"/>
                </a:cubicBezTo>
                <a:cubicBezTo>
                  <a:pt x="62234" y="18070"/>
                  <a:pt x="57189" y="22998"/>
                  <a:pt x="50461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Freeform 49">
            <a:extLst>
              <a:ext uri="{FF2B5EF4-FFF2-40B4-BE49-F238E27FC236}">
                <a16:creationId xmlns:a16="http://schemas.microsoft.com/office/drawing/2014/main" id="{3957F574-629D-1D0F-C4CB-1A4F6EC922D2}"/>
              </a:ext>
            </a:extLst>
          </p:cNvPr>
          <p:cNvSpPr/>
          <p:nvPr/>
        </p:nvSpPr>
        <p:spPr>
          <a:xfrm>
            <a:off x="2500217" y="23604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13456" y="45997"/>
                </a:moveTo>
                <a:cubicBezTo>
                  <a:pt x="10093" y="45997"/>
                  <a:pt x="5045" y="44294"/>
                  <a:pt x="3366" y="40886"/>
                </a:cubicBezTo>
                <a:cubicBezTo>
                  <a:pt x="0" y="34071"/>
                  <a:pt x="1683" y="27257"/>
                  <a:pt x="8410" y="23851"/>
                </a:cubicBezTo>
                <a:cubicBezTo>
                  <a:pt x="42051" y="3406"/>
                  <a:pt x="42051" y="3406"/>
                  <a:pt x="42051" y="3406"/>
                </a:cubicBezTo>
                <a:cubicBezTo>
                  <a:pt x="47096" y="0"/>
                  <a:pt x="55506" y="1703"/>
                  <a:pt x="58869" y="8518"/>
                </a:cubicBezTo>
                <a:cubicBezTo>
                  <a:pt x="62233" y="13628"/>
                  <a:pt x="58869" y="22146"/>
                  <a:pt x="53823" y="25554"/>
                </a:cubicBezTo>
                <a:cubicBezTo>
                  <a:pt x="20183" y="44294"/>
                  <a:pt x="20183" y="44294"/>
                  <a:pt x="20183" y="44294"/>
                </a:cubicBezTo>
                <a:cubicBezTo>
                  <a:pt x="18503" y="45997"/>
                  <a:pt x="15137" y="45997"/>
                  <a:pt x="1345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Freeform 50">
            <a:extLst>
              <a:ext uri="{FF2B5EF4-FFF2-40B4-BE49-F238E27FC236}">
                <a16:creationId xmlns:a16="http://schemas.microsoft.com/office/drawing/2014/main" id="{4A9A299C-F477-027A-74D7-6CA3D55F16EC}"/>
              </a:ext>
            </a:extLst>
          </p:cNvPr>
          <p:cNvSpPr/>
          <p:nvPr/>
        </p:nvSpPr>
        <p:spPr>
          <a:xfrm>
            <a:off x="2449431" y="2284368"/>
            <a:ext cx="48705" cy="59527"/>
          </a:xfrm>
          <a:custGeom>
            <a:avLst/>
            <a:gdLst/>
            <a:ahLst/>
            <a:cxnLst/>
            <a:rect l="l" t="t" r="r" b="b"/>
            <a:pathLst>
              <a:path w="48705" h="59527">
                <a:moveTo>
                  <a:pt x="13916" y="59527"/>
                </a:moveTo>
                <a:cubicBezTo>
                  <a:pt x="12177" y="59527"/>
                  <a:pt x="8697" y="59527"/>
                  <a:pt x="6959" y="57827"/>
                </a:cubicBezTo>
                <a:cubicBezTo>
                  <a:pt x="1739" y="54426"/>
                  <a:pt x="0" y="47621"/>
                  <a:pt x="3480" y="40818"/>
                </a:cubicBezTo>
                <a:cubicBezTo>
                  <a:pt x="22614" y="6805"/>
                  <a:pt x="22614" y="6805"/>
                  <a:pt x="22614" y="6805"/>
                </a:cubicBezTo>
                <a:cubicBezTo>
                  <a:pt x="26091" y="1701"/>
                  <a:pt x="33049" y="0"/>
                  <a:pt x="40008" y="3401"/>
                </a:cubicBezTo>
                <a:cubicBezTo>
                  <a:pt x="45226" y="6805"/>
                  <a:pt x="48705" y="13606"/>
                  <a:pt x="45226" y="18710"/>
                </a:cubicBezTo>
                <a:cubicBezTo>
                  <a:pt x="24352" y="54426"/>
                  <a:pt x="24352" y="54426"/>
                  <a:pt x="24352" y="54426"/>
                </a:cubicBezTo>
                <a:cubicBezTo>
                  <a:pt x="22614" y="57827"/>
                  <a:pt x="17394" y="59527"/>
                  <a:pt x="13916" y="595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Freeform 51">
            <a:extLst>
              <a:ext uri="{FF2B5EF4-FFF2-40B4-BE49-F238E27FC236}">
                <a16:creationId xmlns:a16="http://schemas.microsoft.com/office/drawing/2014/main" id="{6E688BC9-B9EF-28A1-0AF7-4D0ACD5AC80B}"/>
              </a:ext>
            </a:extLst>
          </p:cNvPr>
          <p:cNvSpPr/>
          <p:nvPr/>
        </p:nvSpPr>
        <p:spPr>
          <a:xfrm>
            <a:off x="2260600" y="2362200"/>
            <a:ext cx="228639" cy="274634"/>
          </a:xfrm>
          <a:custGeom>
            <a:avLst/>
            <a:gdLst/>
            <a:ahLst/>
            <a:cxnLst/>
            <a:rect l="l" t="t" r="r" b="b"/>
            <a:pathLst>
              <a:path w="228639" h="274634">
                <a:moveTo>
                  <a:pt x="228639" y="113579"/>
                </a:moveTo>
                <a:cubicBezTo>
                  <a:pt x="228639" y="50858"/>
                  <a:pt x="177449" y="0"/>
                  <a:pt x="114319" y="0"/>
                </a:cubicBezTo>
                <a:cubicBezTo>
                  <a:pt x="51190" y="0"/>
                  <a:pt x="0" y="50858"/>
                  <a:pt x="0" y="113579"/>
                </a:cubicBezTo>
                <a:cubicBezTo>
                  <a:pt x="0" y="116973"/>
                  <a:pt x="0" y="120368"/>
                  <a:pt x="0" y="123750"/>
                </a:cubicBezTo>
                <a:cubicBezTo>
                  <a:pt x="0" y="125454"/>
                  <a:pt x="1704" y="169523"/>
                  <a:pt x="44362" y="223775"/>
                </a:cubicBezTo>
                <a:cubicBezTo>
                  <a:pt x="58017" y="240725"/>
                  <a:pt x="52894" y="274634"/>
                  <a:pt x="52894" y="274634"/>
                </a:cubicBezTo>
                <a:cubicBezTo>
                  <a:pt x="69957" y="274634"/>
                  <a:pt x="87020" y="274634"/>
                  <a:pt x="105788" y="274634"/>
                </a:cubicBezTo>
                <a:cubicBezTo>
                  <a:pt x="110912" y="274634"/>
                  <a:pt x="116023" y="274634"/>
                  <a:pt x="121147" y="274634"/>
                </a:cubicBezTo>
                <a:cubicBezTo>
                  <a:pt x="139915" y="274634"/>
                  <a:pt x="156977" y="274634"/>
                  <a:pt x="174041" y="274634"/>
                </a:cubicBezTo>
                <a:cubicBezTo>
                  <a:pt x="174041" y="274634"/>
                  <a:pt x="168918" y="240725"/>
                  <a:pt x="182573" y="223775"/>
                </a:cubicBezTo>
                <a:cubicBezTo>
                  <a:pt x="225231" y="169523"/>
                  <a:pt x="228639" y="125454"/>
                  <a:pt x="226935" y="123750"/>
                </a:cubicBezTo>
                <a:cubicBezTo>
                  <a:pt x="226935" y="120368"/>
                  <a:pt x="228639" y="116973"/>
                  <a:pt x="228639" y="113579"/>
                </a:cubicBezTo>
                <a:close/>
                <a:moveTo>
                  <a:pt x="100665" y="254291"/>
                </a:moveTo>
                <a:cubicBezTo>
                  <a:pt x="100665" y="200038"/>
                  <a:pt x="100665" y="200038"/>
                  <a:pt x="100665" y="200038"/>
                </a:cubicBezTo>
                <a:cubicBezTo>
                  <a:pt x="100665" y="198347"/>
                  <a:pt x="100665" y="198347"/>
                  <a:pt x="98961" y="196656"/>
                </a:cubicBezTo>
                <a:cubicBezTo>
                  <a:pt x="76784" y="154266"/>
                  <a:pt x="76784" y="154266"/>
                  <a:pt x="76784" y="154266"/>
                </a:cubicBezTo>
                <a:cubicBezTo>
                  <a:pt x="78489" y="154266"/>
                  <a:pt x="80193" y="154266"/>
                  <a:pt x="81897" y="152574"/>
                </a:cubicBezTo>
                <a:cubicBezTo>
                  <a:pt x="85316" y="152574"/>
                  <a:pt x="88725" y="149179"/>
                  <a:pt x="92133" y="147489"/>
                </a:cubicBezTo>
                <a:cubicBezTo>
                  <a:pt x="95552" y="150884"/>
                  <a:pt x="100665" y="154266"/>
                  <a:pt x="104084" y="154266"/>
                </a:cubicBezTo>
                <a:cubicBezTo>
                  <a:pt x="110912" y="155969"/>
                  <a:pt x="117728" y="152574"/>
                  <a:pt x="124555" y="147489"/>
                </a:cubicBezTo>
                <a:cubicBezTo>
                  <a:pt x="124555" y="147489"/>
                  <a:pt x="124555" y="147489"/>
                  <a:pt x="124555" y="149179"/>
                </a:cubicBezTo>
                <a:cubicBezTo>
                  <a:pt x="127974" y="154266"/>
                  <a:pt x="133087" y="155969"/>
                  <a:pt x="136506" y="155969"/>
                </a:cubicBezTo>
                <a:cubicBezTo>
                  <a:pt x="138210" y="155969"/>
                  <a:pt x="138210" y="155969"/>
                  <a:pt x="138210" y="155969"/>
                </a:cubicBezTo>
                <a:cubicBezTo>
                  <a:pt x="139915" y="155969"/>
                  <a:pt x="141619" y="155969"/>
                  <a:pt x="143323" y="154266"/>
                </a:cubicBezTo>
                <a:cubicBezTo>
                  <a:pt x="121147" y="196656"/>
                  <a:pt x="121147" y="196656"/>
                  <a:pt x="121147" y="196656"/>
                </a:cubicBezTo>
                <a:cubicBezTo>
                  <a:pt x="121147" y="198347"/>
                  <a:pt x="121147" y="198347"/>
                  <a:pt x="121147" y="200038"/>
                </a:cubicBezTo>
                <a:cubicBezTo>
                  <a:pt x="121147" y="254291"/>
                  <a:pt x="121147" y="254291"/>
                  <a:pt x="121147" y="254291"/>
                </a:cubicBezTo>
                <a:lnTo>
                  <a:pt x="100665" y="254291"/>
                </a:lnTo>
                <a:close/>
                <a:moveTo>
                  <a:pt x="93848" y="122060"/>
                </a:moveTo>
                <a:cubicBezTo>
                  <a:pt x="93848" y="122060"/>
                  <a:pt x="93848" y="122060"/>
                  <a:pt x="93848" y="122060"/>
                </a:cubicBezTo>
                <a:cubicBezTo>
                  <a:pt x="93848" y="122060"/>
                  <a:pt x="93848" y="122060"/>
                  <a:pt x="95552" y="122060"/>
                </a:cubicBezTo>
                <a:cubicBezTo>
                  <a:pt x="97257" y="122060"/>
                  <a:pt x="97257" y="122060"/>
                  <a:pt x="97257" y="125454"/>
                </a:cubicBezTo>
                <a:cubicBezTo>
                  <a:pt x="97257" y="127145"/>
                  <a:pt x="95552" y="130541"/>
                  <a:pt x="93848" y="135626"/>
                </a:cubicBezTo>
                <a:cubicBezTo>
                  <a:pt x="92133" y="128836"/>
                  <a:pt x="92133" y="123750"/>
                  <a:pt x="93848" y="122060"/>
                </a:cubicBezTo>
                <a:close/>
                <a:moveTo>
                  <a:pt x="126260" y="120368"/>
                </a:moveTo>
                <a:cubicBezTo>
                  <a:pt x="126260" y="118665"/>
                  <a:pt x="127974" y="118665"/>
                  <a:pt x="127974" y="118665"/>
                </a:cubicBezTo>
                <a:cubicBezTo>
                  <a:pt x="127974" y="118665"/>
                  <a:pt x="127974" y="118665"/>
                  <a:pt x="127974" y="118665"/>
                </a:cubicBezTo>
                <a:cubicBezTo>
                  <a:pt x="129678" y="118665"/>
                  <a:pt x="129678" y="118665"/>
                  <a:pt x="129678" y="118665"/>
                </a:cubicBezTo>
                <a:cubicBezTo>
                  <a:pt x="129678" y="120368"/>
                  <a:pt x="129678" y="125454"/>
                  <a:pt x="126260" y="132231"/>
                </a:cubicBezTo>
                <a:cubicBezTo>
                  <a:pt x="124555" y="127145"/>
                  <a:pt x="124555" y="122060"/>
                  <a:pt x="126260" y="120368"/>
                </a:cubicBezTo>
                <a:close/>
                <a:moveTo>
                  <a:pt x="208167" y="116973"/>
                </a:moveTo>
                <a:cubicBezTo>
                  <a:pt x="206452" y="130541"/>
                  <a:pt x="206452" y="130541"/>
                  <a:pt x="206452" y="130541"/>
                </a:cubicBezTo>
                <a:cubicBezTo>
                  <a:pt x="206452" y="130541"/>
                  <a:pt x="206452" y="130541"/>
                  <a:pt x="206452" y="130541"/>
                </a:cubicBezTo>
                <a:cubicBezTo>
                  <a:pt x="204748" y="142403"/>
                  <a:pt x="196216" y="174608"/>
                  <a:pt x="167213" y="211913"/>
                </a:cubicBezTo>
                <a:cubicBezTo>
                  <a:pt x="156977" y="223775"/>
                  <a:pt x="153558" y="240725"/>
                  <a:pt x="153558" y="254291"/>
                </a:cubicBezTo>
                <a:cubicBezTo>
                  <a:pt x="134791" y="254291"/>
                  <a:pt x="134791" y="254291"/>
                  <a:pt x="134791" y="254291"/>
                </a:cubicBezTo>
                <a:cubicBezTo>
                  <a:pt x="134791" y="201742"/>
                  <a:pt x="134791" y="201742"/>
                  <a:pt x="134791" y="201742"/>
                </a:cubicBezTo>
                <a:cubicBezTo>
                  <a:pt x="160386" y="152574"/>
                  <a:pt x="160386" y="152574"/>
                  <a:pt x="160386" y="152574"/>
                </a:cubicBezTo>
                <a:cubicBezTo>
                  <a:pt x="162090" y="149179"/>
                  <a:pt x="160386" y="144094"/>
                  <a:pt x="156977" y="142403"/>
                </a:cubicBezTo>
                <a:cubicBezTo>
                  <a:pt x="153558" y="140712"/>
                  <a:pt x="150151" y="142403"/>
                  <a:pt x="148446" y="145797"/>
                </a:cubicBezTo>
                <a:cubicBezTo>
                  <a:pt x="145026" y="147489"/>
                  <a:pt x="141619" y="149179"/>
                  <a:pt x="138210" y="149179"/>
                </a:cubicBezTo>
                <a:cubicBezTo>
                  <a:pt x="134791" y="149179"/>
                  <a:pt x="133087" y="147489"/>
                  <a:pt x="131383" y="144094"/>
                </a:cubicBezTo>
                <a:cubicBezTo>
                  <a:pt x="129678" y="144094"/>
                  <a:pt x="129678" y="142403"/>
                  <a:pt x="127974" y="140712"/>
                </a:cubicBezTo>
                <a:cubicBezTo>
                  <a:pt x="127974" y="140712"/>
                  <a:pt x="127974" y="140712"/>
                  <a:pt x="127974" y="140712"/>
                </a:cubicBezTo>
                <a:cubicBezTo>
                  <a:pt x="134791" y="132231"/>
                  <a:pt x="138210" y="122060"/>
                  <a:pt x="134791" y="115283"/>
                </a:cubicBezTo>
                <a:cubicBezTo>
                  <a:pt x="134791" y="111888"/>
                  <a:pt x="131383" y="110197"/>
                  <a:pt x="127974" y="111888"/>
                </a:cubicBezTo>
                <a:cubicBezTo>
                  <a:pt x="124555" y="111888"/>
                  <a:pt x="121147" y="113579"/>
                  <a:pt x="119442" y="116973"/>
                </a:cubicBezTo>
                <a:cubicBezTo>
                  <a:pt x="117728" y="122060"/>
                  <a:pt x="117728" y="132231"/>
                  <a:pt x="121147" y="139008"/>
                </a:cubicBezTo>
                <a:cubicBezTo>
                  <a:pt x="116023" y="144094"/>
                  <a:pt x="110912" y="149179"/>
                  <a:pt x="105788" y="147489"/>
                </a:cubicBezTo>
                <a:cubicBezTo>
                  <a:pt x="102380" y="147489"/>
                  <a:pt x="98961" y="145797"/>
                  <a:pt x="97257" y="142403"/>
                </a:cubicBezTo>
                <a:cubicBezTo>
                  <a:pt x="102380" y="135626"/>
                  <a:pt x="104084" y="130541"/>
                  <a:pt x="104084" y="123750"/>
                </a:cubicBezTo>
                <a:cubicBezTo>
                  <a:pt x="104084" y="120368"/>
                  <a:pt x="102380" y="115283"/>
                  <a:pt x="97257" y="115283"/>
                </a:cubicBezTo>
                <a:cubicBezTo>
                  <a:pt x="93848" y="113579"/>
                  <a:pt x="90429" y="115283"/>
                  <a:pt x="88725" y="116973"/>
                </a:cubicBezTo>
                <a:cubicBezTo>
                  <a:pt x="83612" y="122060"/>
                  <a:pt x="85316" y="130541"/>
                  <a:pt x="87020" y="137317"/>
                </a:cubicBezTo>
                <a:cubicBezTo>
                  <a:pt x="87020" y="139008"/>
                  <a:pt x="87020" y="140712"/>
                  <a:pt x="88725" y="140712"/>
                </a:cubicBezTo>
                <a:cubicBezTo>
                  <a:pt x="85316" y="144094"/>
                  <a:pt x="81897" y="145797"/>
                  <a:pt x="80193" y="147489"/>
                </a:cubicBezTo>
                <a:cubicBezTo>
                  <a:pt x="76784" y="147489"/>
                  <a:pt x="75080" y="147489"/>
                  <a:pt x="73365" y="147489"/>
                </a:cubicBezTo>
                <a:cubicBezTo>
                  <a:pt x="73365" y="145797"/>
                  <a:pt x="73365" y="145797"/>
                  <a:pt x="73365" y="145797"/>
                </a:cubicBezTo>
                <a:cubicBezTo>
                  <a:pt x="71661" y="142403"/>
                  <a:pt x="68254" y="140712"/>
                  <a:pt x="64834" y="142403"/>
                </a:cubicBezTo>
                <a:cubicBezTo>
                  <a:pt x="64834" y="142403"/>
                  <a:pt x="64834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59722" y="144094"/>
                  <a:pt x="59722" y="149179"/>
                  <a:pt x="61426" y="152574"/>
                </a:cubicBezTo>
                <a:cubicBezTo>
                  <a:pt x="87020" y="201742"/>
                  <a:pt x="87020" y="201742"/>
                  <a:pt x="87020" y="201742"/>
                </a:cubicBezTo>
                <a:cubicBezTo>
                  <a:pt x="87020" y="254291"/>
                  <a:pt x="87020" y="254291"/>
                  <a:pt x="87020" y="254291"/>
                </a:cubicBezTo>
                <a:cubicBezTo>
                  <a:pt x="73365" y="254291"/>
                  <a:pt x="73365" y="254291"/>
                  <a:pt x="73365" y="254291"/>
                </a:cubicBezTo>
                <a:cubicBezTo>
                  <a:pt x="73365" y="240725"/>
                  <a:pt x="69957" y="223775"/>
                  <a:pt x="61426" y="211913"/>
                </a:cubicBezTo>
                <a:cubicBezTo>
                  <a:pt x="30707" y="174608"/>
                  <a:pt x="22187" y="142403"/>
                  <a:pt x="20471" y="130541"/>
                </a:cubicBezTo>
                <a:cubicBezTo>
                  <a:pt x="20471" y="130541"/>
                  <a:pt x="20471" y="130541"/>
                  <a:pt x="20471" y="130541"/>
                </a:cubicBezTo>
                <a:cubicBezTo>
                  <a:pt x="18768" y="116973"/>
                  <a:pt x="18768" y="116973"/>
                  <a:pt x="18768" y="116973"/>
                </a:cubicBezTo>
                <a:cubicBezTo>
                  <a:pt x="18768" y="115283"/>
                  <a:pt x="18768" y="113579"/>
                  <a:pt x="18768" y="113579"/>
                </a:cubicBezTo>
                <a:cubicBezTo>
                  <a:pt x="18768" y="61030"/>
                  <a:pt x="61426" y="18652"/>
                  <a:pt x="114319" y="18652"/>
                </a:cubicBezTo>
                <a:cubicBezTo>
                  <a:pt x="165509" y="18652"/>
                  <a:pt x="208167" y="61030"/>
                  <a:pt x="208167" y="113579"/>
                </a:cubicBezTo>
                <a:cubicBezTo>
                  <a:pt x="208167" y="113579"/>
                  <a:pt x="208167" y="115283"/>
                  <a:pt x="208167" y="11697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Freeform 52">
            <a:extLst>
              <a:ext uri="{FF2B5EF4-FFF2-40B4-BE49-F238E27FC236}">
                <a16:creationId xmlns:a16="http://schemas.microsoft.com/office/drawing/2014/main" id="{2B629E9A-7805-74F1-F217-3E50B0D814D9}"/>
              </a:ext>
            </a:extLst>
          </p:cNvPr>
          <p:cNvSpPr/>
          <p:nvPr/>
        </p:nvSpPr>
        <p:spPr>
          <a:xfrm>
            <a:off x="2311400" y="2641600"/>
            <a:ext cx="120409" cy="68998"/>
          </a:xfrm>
          <a:custGeom>
            <a:avLst/>
            <a:gdLst/>
            <a:ahLst/>
            <a:cxnLst/>
            <a:rect l="l" t="t" r="r" b="b"/>
            <a:pathLst>
              <a:path w="120409" h="68998">
                <a:moveTo>
                  <a:pt x="0" y="10349"/>
                </a:moveTo>
                <a:cubicBezTo>
                  <a:pt x="5089" y="10349"/>
                  <a:pt x="5089" y="10349"/>
                  <a:pt x="5089" y="10349"/>
                </a:cubicBezTo>
                <a:cubicBezTo>
                  <a:pt x="5089" y="18975"/>
                  <a:pt x="5089" y="18975"/>
                  <a:pt x="5089" y="18975"/>
                </a:cubicBezTo>
                <a:cubicBezTo>
                  <a:pt x="0" y="18975"/>
                  <a:pt x="0" y="18975"/>
                  <a:pt x="0" y="18975"/>
                </a:cubicBezTo>
                <a:cubicBezTo>
                  <a:pt x="0" y="29324"/>
                  <a:pt x="0" y="29324"/>
                  <a:pt x="0" y="29324"/>
                </a:cubicBezTo>
                <a:cubicBezTo>
                  <a:pt x="5089" y="29324"/>
                  <a:pt x="5089" y="29324"/>
                  <a:pt x="5089" y="29324"/>
                </a:cubicBezTo>
                <a:cubicBezTo>
                  <a:pt x="5089" y="37949"/>
                  <a:pt x="5089" y="37949"/>
                  <a:pt x="5089" y="37949"/>
                </a:cubicBezTo>
                <a:cubicBezTo>
                  <a:pt x="0" y="37949"/>
                  <a:pt x="0" y="37949"/>
                  <a:pt x="0" y="37949"/>
                </a:cubicBezTo>
                <a:cubicBezTo>
                  <a:pt x="1694" y="48298"/>
                  <a:pt x="11873" y="58649"/>
                  <a:pt x="27136" y="58649"/>
                </a:cubicBezTo>
                <a:cubicBezTo>
                  <a:pt x="28832" y="65549"/>
                  <a:pt x="33920" y="68998"/>
                  <a:pt x="40700" y="68998"/>
                </a:cubicBezTo>
                <a:cubicBezTo>
                  <a:pt x="79709" y="68998"/>
                  <a:pt x="79709" y="68998"/>
                  <a:pt x="79709" y="68998"/>
                </a:cubicBezTo>
                <a:cubicBezTo>
                  <a:pt x="86488" y="68998"/>
                  <a:pt x="91577" y="65549"/>
                  <a:pt x="94973" y="58649"/>
                </a:cubicBezTo>
                <a:cubicBezTo>
                  <a:pt x="108535" y="58649"/>
                  <a:pt x="118715" y="48298"/>
                  <a:pt x="120409" y="37949"/>
                </a:cubicBezTo>
                <a:cubicBezTo>
                  <a:pt x="115320" y="37949"/>
                  <a:pt x="115320" y="37949"/>
                  <a:pt x="115320" y="37949"/>
                </a:cubicBezTo>
                <a:cubicBezTo>
                  <a:pt x="115320" y="29324"/>
                  <a:pt x="115320" y="29324"/>
                  <a:pt x="115320" y="29324"/>
                </a:cubicBezTo>
                <a:cubicBezTo>
                  <a:pt x="120409" y="29324"/>
                  <a:pt x="120409" y="29324"/>
                  <a:pt x="120409" y="29324"/>
                </a:cubicBezTo>
                <a:cubicBezTo>
                  <a:pt x="120409" y="18975"/>
                  <a:pt x="120409" y="18975"/>
                  <a:pt x="120409" y="18975"/>
                </a:cubicBezTo>
                <a:cubicBezTo>
                  <a:pt x="115320" y="18975"/>
                  <a:pt x="115320" y="18975"/>
                  <a:pt x="115320" y="18975"/>
                </a:cubicBezTo>
                <a:cubicBezTo>
                  <a:pt x="115320" y="10349"/>
                  <a:pt x="115320" y="10349"/>
                  <a:pt x="115320" y="10349"/>
                </a:cubicBezTo>
                <a:cubicBezTo>
                  <a:pt x="120409" y="10349"/>
                  <a:pt x="120409" y="10349"/>
                  <a:pt x="120409" y="10349"/>
                </a:cubicBezTo>
                <a:cubicBezTo>
                  <a:pt x="120409" y="0"/>
                  <a:pt x="120409" y="0"/>
                  <a:pt x="12040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3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14179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FDE90AF-D06B-A0A7-4121-3791C83777E6}"/>
              </a:ext>
            </a:extLst>
          </p:cNvPr>
          <p:cNvSpPr/>
          <p:nvPr/>
        </p:nvSpPr>
        <p:spPr>
          <a:xfrm>
            <a:off x="666750" y="2740061"/>
            <a:ext cx="10858500" cy="13441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6557337C-E8A3-E738-19B1-E705B4956512}"/>
              </a:ext>
            </a:extLst>
          </p:cNvPr>
          <p:cNvSpPr/>
          <p:nvPr/>
        </p:nvSpPr>
        <p:spPr>
          <a:xfrm>
            <a:off x="45656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DB99849A-52EA-95E5-FCAF-524325A70610}"/>
              </a:ext>
            </a:extLst>
          </p:cNvPr>
          <p:cNvSpPr/>
          <p:nvPr/>
        </p:nvSpPr>
        <p:spPr>
          <a:xfrm>
            <a:off x="82613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4BAC272A-A091-BEDC-9631-7449FE6F123F}"/>
              </a:ext>
            </a:extLst>
          </p:cNvPr>
          <p:cNvSpPr/>
          <p:nvPr/>
        </p:nvSpPr>
        <p:spPr>
          <a:xfrm>
            <a:off x="45783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8598B6D2-3046-F8D8-FBB0-F4647994D27E}"/>
              </a:ext>
            </a:extLst>
          </p:cNvPr>
          <p:cNvSpPr/>
          <p:nvPr/>
        </p:nvSpPr>
        <p:spPr>
          <a:xfrm>
            <a:off x="82740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" name="Connector 25">
            <a:extLst>
              <a:ext uri="{FF2B5EF4-FFF2-40B4-BE49-F238E27FC236}">
                <a16:creationId xmlns:a16="http://schemas.microsoft.com/office/drawing/2014/main" id="{08384863-0AF4-D3D8-13D8-FF039DBB945B}"/>
              </a:ext>
            </a:extLst>
          </p:cNvPr>
          <p:cNvCxnSpPr/>
          <p:nvPr/>
        </p:nvCxnSpPr>
        <p:spPr>
          <a:xfrm rot="5">
            <a:off x="5657850" y="2319926"/>
            <a:ext cx="8890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1" name="Connector 26">
            <a:extLst>
              <a:ext uri="{FF2B5EF4-FFF2-40B4-BE49-F238E27FC236}">
                <a16:creationId xmlns:a16="http://schemas.microsoft.com/office/drawing/2014/main" id="{5CF3A5FD-E24F-F5D6-E620-A9FECD69AAC0}"/>
              </a:ext>
            </a:extLst>
          </p:cNvPr>
          <p:cNvCxnSpPr/>
          <p:nvPr/>
        </p:nvCxnSpPr>
        <p:spPr>
          <a:xfrm rot="4">
            <a:off x="93408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2">
            <a:extLst>
              <a:ext uri="{FF2B5EF4-FFF2-40B4-BE49-F238E27FC236}">
                <a16:creationId xmlns:a16="http://schemas.microsoft.com/office/drawing/2014/main" id="{148892B6-CD71-F624-A4BE-77AC8FBAAB95}"/>
              </a:ext>
            </a:extLst>
          </p:cNvPr>
          <p:cNvSpPr/>
          <p:nvPr/>
        </p:nvSpPr>
        <p:spPr>
          <a:xfrm>
            <a:off x="8699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F5B0D683-35DA-8DD7-6794-57E57B657050}"/>
              </a:ext>
            </a:extLst>
          </p:cNvPr>
          <p:cNvSpPr/>
          <p:nvPr/>
        </p:nvSpPr>
        <p:spPr>
          <a:xfrm>
            <a:off x="875362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" name="Connector 23">
            <a:extLst>
              <a:ext uri="{FF2B5EF4-FFF2-40B4-BE49-F238E27FC236}">
                <a16:creationId xmlns:a16="http://schemas.microsoft.com/office/drawing/2014/main" id="{6D27593A-F22D-88F9-C79C-97F432C7A2F8}"/>
              </a:ext>
            </a:extLst>
          </p:cNvPr>
          <p:cNvCxnSpPr/>
          <p:nvPr/>
        </p:nvCxnSpPr>
        <p:spPr>
          <a:xfrm rot="4">
            <a:off x="19621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902561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>
            <a:extLst>
              <a:ext uri="{FF2B5EF4-FFF2-40B4-BE49-F238E27FC236}">
                <a16:creationId xmlns:a16="http://schemas.microsoft.com/office/drawing/2014/main" id="{D67635CD-646D-7B00-FCB3-502BC52D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15" b="28415"/>
          <a:stretch>
            <a:fillRect/>
          </a:stretch>
        </p:blipFill>
        <p:spPr>
          <a:xfrm>
            <a:off x="2895600" y="1727200"/>
            <a:ext cx="8623300" cy="200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12">
            <a:extLst>
              <a:ext uri="{FF2B5EF4-FFF2-40B4-BE49-F238E27FC236}">
                <a16:creationId xmlns:a16="http://schemas.microsoft.com/office/drawing/2014/main" id="{9CF639FF-1518-D6A9-E84A-E75D4DA37251}"/>
              </a:ext>
            </a:extLst>
          </p:cNvPr>
          <p:cNvSpPr/>
          <p:nvPr/>
        </p:nvSpPr>
        <p:spPr>
          <a:xfrm>
            <a:off x="673100" y="1739900"/>
            <a:ext cx="10845800" cy="2006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2F6FA">
                  <a:alpha val="53000"/>
                </a:srgbClr>
              </a:gs>
              <a:gs pos="74000">
                <a:srgbClr val="26476A">
                  <a:alpha val="100000"/>
                </a:srgbClr>
              </a:gs>
              <a:gs pos="83000">
                <a:srgbClr val="26476A">
                  <a:alpha val="100000"/>
                </a:srgbClr>
              </a:gs>
              <a:gs pos="100000">
                <a:srgbClr val="26476A">
                  <a:alpha val="100000"/>
                </a:srgbClr>
              </a:gs>
            </a:gsLst>
            <a:lin ang="108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818FDEA-2A9D-C31B-55EA-2C411CE9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6900" y="2273300"/>
            <a:ext cx="7493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4">
            <a:extLst>
              <a:ext uri="{FF2B5EF4-FFF2-40B4-BE49-F238E27FC236}">
                <a16:creationId xmlns:a16="http://schemas.microsoft.com/office/drawing/2014/main" id="{34D927B9-7D42-4BA5-B690-F733FA82FBB2}"/>
              </a:ext>
            </a:extLst>
          </p:cNvPr>
          <p:cNvSpPr/>
          <p:nvPr/>
        </p:nvSpPr>
        <p:spPr>
          <a:xfrm>
            <a:off x="1574800" y="2070100"/>
            <a:ext cx="7137400" cy="1155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4DA18B41-8979-5166-98A7-8E7C79B88FE6}"/>
              </a:ext>
            </a:extLst>
          </p:cNvPr>
          <p:cNvSpPr/>
          <p:nvPr/>
        </p:nvSpPr>
        <p:spPr>
          <a:xfrm rot="5400000">
            <a:off x="1257300" y="2578100"/>
            <a:ext cx="254000" cy="1270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A0AA7D50-A1E0-D31C-9673-874898DD7A2C}"/>
              </a:ext>
            </a:extLst>
          </p:cNvPr>
          <p:cNvSpPr/>
          <p:nvPr/>
        </p:nvSpPr>
        <p:spPr>
          <a:xfrm>
            <a:off x="10160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C8B75C00-2E7F-7A98-39B6-F78DAED698A6}"/>
              </a:ext>
            </a:extLst>
          </p:cNvPr>
          <p:cNvSpPr/>
          <p:nvPr/>
        </p:nvSpPr>
        <p:spPr>
          <a:xfrm>
            <a:off x="4559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DF8ACAC-F5D3-1791-834A-57AB480033ED}"/>
              </a:ext>
            </a:extLst>
          </p:cNvPr>
          <p:cNvSpPr/>
          <p:nvPr/>
        </p:nvSpPr>
        <p:spPr>
          <a:xfrm>
            <a:off x="8115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A389D54C-1E28-ACA2-8067-2F7E43CB2966}"/>
              </a:ext>
            </a:extLst>
          </p:cNvPr>
          <p:cNvSpPr/>
          <p:nvPr/>
        </p:nvSpPr>
        <p:spPr>
          <a:xfrm>
            <a:off x="1219200" y="4533900"/>
            <a:ext cx="27559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420DDB25-6659-9E49-231E-EB244D98E151}"/>
              </a:ext>
            </a:extLst>
          </p:cNvPr>
          <p:cNvSpPr/>
          <p:nvPr/>
        </p:nvSpPr>
        <p:spPr>
          <a:xfrm>
            <a:off x="13208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5FF928F7-2E1B-69BE-B570-5AD5304AD93E}"/>
              </a:ext>
            </a:extLst>
          </p:cNvPr>
          <p:cNvSpPr/>
          <p:nvPr/>
        </p:nvSpPr>
        <p:spPr>
          <a:xfrm>
            <a:off x="18669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6EE6E1BE-923D-18CE-6D5E-B179186DF5F9}"/>
              </a:ext>
            </a:extLst>
          </p:cNvPr>
          <p:cNvSpPr/>
          <p:nvPr/>
        </p:nvSpPr>
        <p:spPr>
          <a:xfrm>
            <a:off x="5410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E21A4340-6557-91FD-BB02-DBE3EED720AB}"/>
              </a:ext>
            </a:extLst>
          </p:cNvPr>
          <p:cNvSpPr/>
          <p:nvPr/>
        </p:nvSpPr>
        <p:spPr>
          <a:xfrm>
            <a:off x="8966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2BEF0DF9-E39D-63C2-364A-FBA037F34491}"/>
              </a:ext>
            </a:extLst>
          </p:cNvPr>
          <p:cNvSpPr/>
          <p:nvPr/>
        </p:nvSpPr>
        <p:spPr>
          <a:xfrm>
            <a:off x="4762500" y="4533900"/>
            <a:ext cx="27813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BE0A1C4A-DA1B-BA9C-E658-4D2F4E7C8F55}"/>
              </a:ext>
            </a:extLst>
          </p:cNvPr>
          <p:cNvSpPr/>
          <p:nvPr/>
        </p:nvSpPr>
        <p:spPr>
          <a:xfrm>
            <a:off x="48641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4" name="AutoShape 26">
            <a:extLst>
              <a:ext uri="{FF2B5EF4-FFF2-40B4-BE49-F238E27FC236}">
                <a16:creationId xmlns:a16="http://schemas.microsoft.com/office/drawing/2014/main" id="{EF639CB7-C0C6-78BE-90A2-F36E36BFFE05}"/>
              </a:ext>
            </a:extLst>
          </p:cNvPr>
          <p:cNvSpPr/>
          <p:nvPr/>
        </p:nvSpPr>
        <p:spPr>
          <a:xfrm>
            <a:off x="8293100" y="4533900"/>
            <a:ext cx="2768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281FBB5F-C6A6-9A45-8DEF-466E1DDE6AB4}"/>
              </a:ext>
            </a:extLst>
          </p:cNvPr>
          <p:cNvSpPr/>
          <p:nvPr/>
        </p:nvSpPr>
        <p:spPr>
          <a:xfrm>
            <a:off x="84074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Freeform 28">
            <a:extLst>
              <a:ext uri="{FF2B5EF4-FFF2-40B4-BE49-F238E27FC236}">
                <a16:creationId xmlns:a16="http://schemas.microsoft.com/office/drawing/2014/main" id="{88F219D0-E60E-7B40-921E-FFEA251AE664}"/>
              </a:ext>
            </a:extLst>
          </p:cNvPr>
          <p:cNvSpPr/>
          <p:nvPr/>
        </p:nvSpPr>
        <p:spPr>
          <a:xfrm>
            <a:off x="2247900" y="3810000"/>
            <a:ext cx="609685" cy="568123"/>
          </a:xfrm>
          <a:custGeom>
            <a:avLst/>
            <a:gdLst/>
            <a:ahLst/>
            <a:cxnLst/>
            <a:rect l="l" t="t" r="r" b="b"/>
            <a:pathLst>
              <a:path w="609685" h="568123">
                <a:moveTo>
                  <a:pt x="261931" y="446413"/>
                </a:moveTo>
                <a:lnTo>
                  <a:pt x="246750" y="507224"/>
                </a:lnTo>
                <a:lnTo>
                  <a:pt x="362936" y="507224"/>
                </a:lnTo>
                <a:lnTo>
                  <a:pt x="347665" y="446413"/>
                </a:lnTo>
                <a:close/>
                <a:moveTo>
                  <a:pt x="0" y="365272"/>
                </a:moveTo>
                <a:lnTo>
                  <a:pt x="609685" y="365272"/>
                </a:lnTo>
                <a:lnTo>
                  <a:pt x="609685" y="400760"/>
                </a:lnTo>
                <a:cubicBezTo>
                  <a:pt x="609685" y="425905"/>
                  <a:pt x="589145" y="446413"/>
                  <a:pt x="563960" y="446413"/>
                </a:cubicBezTo>
                <a:lnTo>
                  <a:pt x="368651" y="446413"/>
                </a:lnTo>
                <a:lnTo>
                  <a:pt x="383922" y="507224"/>
                </a:lnTo>
                <a:lnTo>
                  <a:pt x="386155" y="507224"/>
                </a:lnTo>
                <a:cubicBezTo>
                  <a:pt x="414106" y="507224"/>
                  <a:pt x="436880" y="530050"/>
                  <a:pt x="436880" y="557958"/>
                </a:cubicBezTo>
                <a:cubicBezTo>
                  <a:pt x="436880" y="563575"/>
                  <a:pt x="432326" y="568123"/>
                  <a:pt x="426789" y="568123"/>
                </a:cubicBezTo>
                <a:lnTo>
                  <a:pt x="182897" y="568123"/>
                </a:lnTo>
                <a:cubicBezTo>
                  <a:pt x="177270" y="568123"/>
                  <a:pt x="172716" y="563575"/>
                  <a:pt x="172716" y="557958"/>
                </a:cubicBezTo>
                <a:cubicBezTo>
                  <a:pt x="172716" y="530050"/>
                  <a:pt x="195489" y="507224"/>
                  <a:pt x="223530" y="507224"/>
                </a:cubicBezTo>
                <a:lnTo>
                  <a:pt x="225763" y="507224"/>
                </a:lnTo>
                <a:lnTo>
                  <a:pt x="241033" y="446413"/>
                </a:lnTo>
                <a:lnTo>
                  <a:pt x="45724" y="446413"/>
                </a:lnTo>
                <a:cubicBezTo>
                  <a:pt x="20540" y="446413"/>
                  <a:pt x="0" y="425905"/>
                  <a:pt x="0" y="400760"/>
                </a:cubicBezTo>
                <a:close/>
                <a:moveTo>
                  <a:pt x="101629" y="284042"/>
                </a:moveTo>
                <a:cubicBezTo>
                  <a:pt x="96003" y="284042"/>
                  <a:pt x="91448" y="288590"/>
                  <a:pt x="91448" y="294208"/>
                </a:cubicBezTo>
                <a:cubicBezTo>
                  <a:pt x="91448" y="299827"/>
                  <a:pt x="96003" y="304375"/>
                  <a:pt x="101629" y="304375"/>
                </a:cubicBezTo>
                <a:lnTo>
                  <a:pt x="142263" y="304375"/>
                </a:lnTo>
                <a:cubicBezTo>
                  <a:pt x="147889" y="304375"/>
                  <a:pt x="152443" y="299827"/>
                  <a:pt x="152443" y="294208"/>
                </a:cubicBezTo>
                <a:cubicBezTo>
                  <a:pt x="152443" y="288590"/>
                  <a:pt x="147889" y="284042"/>
                  <a:pt x="142263" y="284042"/>
                </a:cubicBezTo>
                <a:close/>
                <a:moveTo>
                  <a:pt x="101629" y="243464"/>
                </a:moveTo>
                <a:cubicBezTo>
                  <a:pt x="96003" y="243464"/>
                  <a:pt x="91448" y="248012"/>
                  <a:pt x="91448" y="253630"/>
                </a:cubicBezTo>
                <a:cubicBezTo>
                  <a:pt x="91448" y="259249"/>
                  <a:pt x="96003" y="263797"/>
                  <a:pt x="101629" y="263797"/>
                </a:cubicBezTo>
                <a:lnTo>
                  <a:pt x="121901" y="263797"/>
                </a:lnTo>
                <a:cubicBezTo>
                  <a:pt x="127528" y="263797"/>
                  <a:pt x="132083" y="259249"/>
                  <a:pt x="132083" y="253630"/>
                </a:cubicBezTo>
                <a:cubicBezTo>
                  <a:pt x="132083" y="248012"/>
                  <a:pt x="127528" y="243464"/>
                  <a:pt x="121901" y="243464"/>
                </a:cubicBezTo>
                <a:close/>
                <a:moveTo>
                  <a:pt x="101629" y="202886"/>
                </a:moveTo>
                <a:cubicBezTo>
                  <a:pt x="96003" y="202886"/>
                  <a:pt x="91448" y="207435"/>
                  <a:pt x="91448" y="213054"/>
                </a:cubicBezTo>
                <a:cubicBezTo>
                  <a:pt x="91448" y="218671"/>
                  <a:pt x="96003" y="223220"/>
                  <a:pt x="101629" y="223220"/>
                </a:cubicBezTo>
                <a:lnTo>
                  <a:pt x="142263" y="223220"/>
                </a:lnTo>
                <a:cubicBezTo>
                  <a:pt x="147889" y="223220"/>
                  <a:pt x="152443" y="218671"/>
                  <a:pt x="152443" y="213054"/>
                </a:cubicBezTo>
                <a:cubicBezTo>
                  <a:pt x="152443" y="207435"/>
                  <a:pt x="147889" y="202886"/>
                  <a:pt x="142263" y="202886"/>
                </a:cubicBezTo>
                <a:close/>
                <a:moveTo>
                  <a:pt x="101629" y="162310"/>
                </a:moveTo>
                <a:cubicBezTo>
                  <a:pt x="96003" y="162310"/>
                  <a:pt x="91448" y="166858"/>
                  <a:pt x="91448" y="172476"/>
                </a:cubicBezTo>
                <a:cubicBezTo>
                  <a:pt x="91448" y="178095"/>
                  <a:pt x="96003" y="182643"/>
                  <a:pt x="101629" y="182643"/>
                </a:cubicBezTo>
                <a:lnTo>
                  <a:pt x="121901" y="182643"/>
                </a:lnTo>
                <a:cubicBezTo>
                  <a:pt x="127528" y="182643"/>
                  <a:pt x="132083" y="178095"/>
                  <a:pt x="132083" y="172476"/>
                </a:cubicBezTo>
                <a:cubicBezTo>
                  <a:pt x="132083" y="166858"/>
                  <a:pt x="127528" y="162310"/>
                  <a:pt x="121901" y="162310"/>
                </a:cubicBezTo>
                <a:close/>
                <a:moveTo>
                  <a:pt x="101629" y="121732"/>
                </a:moveTo>
                <a:cubicBezTo>
                  <a:pt x="96003" y="121732"/>
                  <a:pt x="91448" y="126281"/>
                  <a:pt x="91448" y="131898"/>
                </a:cubicBezTo>
                <a:cubicBezTo>
                  <a:pt x="91448" y="137428"/>
                  <a:pt x="96003" y="141976"/>
                  <a:pt x="101629" y="141976"/>
                </a:cubicBezTo>
                <a:lnTo>
                  <a:pt x="142263" y="141976"/>
                </a:lnTo>
                <a:cubicBezTo>
                  <a:pt x="147889" y="141976"/>
                  <a:pt x="152443" y="137428"/>
                  <a:pt x="152443" y="131898"/>
                </a:cubicBezTo>
                <a:cubicBezTo>
                  <a:pt x="152443" y="126281"/>
                  <a:pt x="147889" y="121732"/>
                  <a:pt x="142263" y="121732"/>
                </a:cubicBezTo>
                <a:close/>
                <a:moveTo>
                  <a:pt x="477603" y="101399"/>
                </a:moveTo>
                <a:cubicBezTo>
                  <a:pt x="471976" y="101399"/>
                  <a:pt x="467422" y="105947"/>
                  <a:pt x="467422" y="111566"/>
                </a:cubicBezTo>
                <a:cubicBezTo>
                  <a:pt x="467422" y="117184"/>
                  <a:pt x="471976" y="121732"/>
                  <a:pt x="477603" y="121732"/>
                </a:cubicBezTo>
                <a:lnTo>
                  <a:pt x="524130" y="121732"/>
                </a:lnTo>
                <a:lnTo>
                  <a:pt x="402408" y="243375"/>
                </a:lnTo>
                <a:lnTo>
                  <a:pt x="318105" y="159188"/>
                </a:lnTo>
                <a:cubicBezTo>
                  <a:pt x="318016" y="159099"/>
                  <a:pt x="318016" y="159099"/>
                  <a:pt x="317925" y="159099"/>
                </a:cubicBezTo>
                <a:cubicBezTo>
                  <a:pt x="317925" y="159009"/>
                  <a:pt x="317837" y="158920"/>
                  <a:pt x="317837" y="158920"/>
                </a:cubicBezTo>
                <a:cubicBezTo>
                  <a:pt x="317301" y="158474"/>
                  <a:pt x="316765" y="158297"/>
                  <a:pt x="316229" y="157940"/>
                </a:cubicBezTo>
                <a:cubicBezTo>
                  <a:pt x="315693" y="157583"/>
                  <a:pt x="315158" y="157137"/>
                  <a:pt x="314532" y="156958"/>
                </a:cubicBezTo>
                <a:cubicBezTo>
                  <a:pt x="313907" y="156690"/>
                  <a:pt x="313282" y="156690"/>
                  <a:pt x="312656" y="156514"/>
                </a:cubicBezTo>
                <a:cubicBezTo>
                  <a:pt x="312031" y="156423"/>
                  <a:pt x="311407" y="156246"/>
                  <a:pt x="310692" y="156246"/>
                </a:cubicBezTo>
                <a:cubicBezTo>
                  <a:pt x="310067" y="156246"/>
                  <a:pt x="309442" y="156514"/>
                  <a:pt x="308906" y="156601"/>
                </a:cubicBezTo>
                <a:cubicBezTo>
                  <a:pt x="308191" y="156780"/>
                  <a:pt x="307566" y="156780"/>
                  <a:pt x="306941" y="157048"/>
                </a:cubicBezTo>
                <a:cubicBezTo>
                  <a:pt x="306316" y="157316"/>
                  <a:pt x="305780" y="157851"/>
                  <a:pt x="305244" y="158206"/>
                </a:cubicBezTo>
                <a:cubicBezTo>
                  <a:pt x="304709" y="158565"/>
                  <a:pt x="304173" y="158742"/>
                  <a:pt x="303727" y="159188"/>
                </a:cubicBezTo>
                <a:cubicBezTo>
                  <a:pt x="303727" y="159277"/>
                  <a:pt x="303637" y="159277"/>
                  <a:pt x="303637" y="159367"/>
                </a:cubicBezTo>
                <a:cubicBezTo>
                  <a:pt x="303548" y="159456"/>
                  <a:pt x="303459" y="159456"/>
                  <a:pt x="303459" y="159456"/>
                </a:cubicBezTo>
                <a:lnTo>
                  <a:pt x="185576" y="287341"/>
                </a:lnTo>
                <a:cubicBezTo>
                  <a:pt x="181736" y="291443"/>
                  <a:pt x="182093" y="297865"/>
                  <a:pt x="186201" y="301699"/>
                </a:cubicBezTo>
                <a:cubicBezTo>
                  <a:pt x="188166" y="303483"/>
                  <a:pt x="190576" y="304375"/>
                  <a:pt x="193077" y="304375"/>
                </a:cubicBezTo>
                <a:cubicBezTo>
                  <a:pt x="195757" y="304375"/>
                  <a:pt x="198525" y="303304"/>
                  <a:pt x="200579" y="301075"/>
                </a:cubicBezTo>
                <a:lnTo>
                  <a:pt x="311227" y="181037"/>
                </a:lnTo>
                <a:lnTo>
                  <a:pt x="395174" y="264867"/>
                </a:lnTo>
                <a:cubicBezTo>
                  <a:pt x="397139" y="266830"/>
                  <a:pt x="399730" y="267810"/>
                  <a:pt x="402408" y="267810"/>
                </a:cubicBezTo>
                <a:cubicBezTo>
                  <a:pt x="404998" y="267810"/>
                  <a:pt x="407587" y="266830"/>
                  <a:pt x="409552" y="264867"/>
                </a:cubicBezTo>
                <a:lnTo>
                  <a:pt x="538509" y="136091"/>
                </a:lnTo>
                <a:lnTo>
                  <a:pt x="538509" y="182643"/>
                </a:lnTo>
                <a:cubicBezTo>
                  <a:pt x="538509" y="188172"/>
                  <a:pt x="543063" y="192720"/>
                  <a:pt x="548690" y="192720"/>
                </a:cubicBezTo>
                <a:cubicBezTo>
                  <a:pt x="554316" y="192720"/>
                  <a:pt x="558870" y="188172"/>
                  <a:pt x="558870" y="182643"/>
                </a:cubicBezTo>
                <a:lnTo>
                  <a:pt x="558870" y="111566"/>
                </a:lnTo>
                <a:cubicBezTo>
                  <a:pt x="558870" y="110228"/>
                  <a:pt x="558603" y="108980"/>
                  <a:pt x="558067" y="107730"/>
                </a:cubicBezTo>
                <a:cubicBezTo>
                  <a:pt x="556995" y="105233"/>
                  <a:pt x="555031" y="103271"/>
                  <a:pt x="552530" y="102202"/>
                </a:cubicBezTo>
                <a:cubicBezTo>
                  <a:pt x="551369" y="101666"/>
                  <a:pt x="550029" y="101399"/>
                  <a:pt x="548690" y="101399"/>
                </a:cubicBezTo>
                <a:close/>
                <a:moveTo>
                  <a:pt x="101629" y="81154"/>
                </a:moveTo>
                <a:cubicBezTo>
                  <a:pt x="96003" y="81154"/>
                  <a:pt x="91448" y="85702"/>
                  <a:pt x="91448" y="91322"/>
                </a:cubicBezTo>
                <a:cubicBezTo>
                  <a:pt x="91448" y="96851"/>
                  <a:pt x="96003" y="101399"/>
                  <a:pt x="101629" y="101399"/>
                </a:cubicBezTo>
                <a:lnTo>
                  <a:pt x="121901" y="101399"/>
                </a:lnTo>
                <a:cubicBezTo>
                  <a:pt x="127528" y="101399"/>
                  <a:pt x="132083" y="96851"/>
                  <a:pt x="132083" y="91322"/>
                </a:cubicBezTo>
                <a:cubicBezTo>
                  <a:pt x="132083" y="85702"/>
                  <a:pt x="127528" y="81154"/>
                  <a:pt x="121901" y="81154"/>
                </a:cubicBezTo>
                <a:close/>
                <a:moveTo>
                  <a:pt x="60996" y="70988"/>
                </a:moveTo>
                <a:cubicBezTo>
                  <a:pt x="55368" y="70988"/>
                  <a:pt x="50814" y="75536"/>
                  <a:pt x="50814" y="81154"/>
                </a:cubicBezTo>
                <a:lnTo>
                  <a:pt x="50814" y="304375"/>
                </a:lnTo>
                <a:cubicBezTo>
                  <a:pt x="50814" y="309993"/>
                  <a:pt x="55368" y="314541"/>
                  <a:pt x="60996" y="314541"/>
                </a:cubicBezTo>
                <a:cubicBezTo>
                  <a:pt x="66533" y="314541"/>
                  <a:pt x="71087" y="309993"/>
                  <a:pt x="71087" y="304375"/>
                </a:cubicBezTo>
                <a:lnTo>
                  <a:pt x="71087" y="81154"/>
                </a:lnTo>
                <a:cubicBezTo>
                  <a:pt x="71087" y="75536"/>
                  <a:pt x="66533" y="70988"/>
                  <a:pt x="60996" y="70988"/>
                </a:cubicBezTo>
                <a:close/>
                <a:moveTo>
                  <a:pt x="45724" y="0"/>
                </a:moveTo>
                <a:lnTo>
                  <a:pt x="563960" y="0"/>
                </a:lnTo>
                <a:cubicBezTo>
                  <a:pt x="589145" y="0"/>
                  <a:pt x="609685" y="20423"/>
                  <a:pt x="609685" y="45660"/>
                </a:cubicBezTo>
                <a:lnTo>
                  <a:pt x="609685" y="344952"/>
                </a:lnTo>
                <a:lnTo>
                  <a:pt x="0" y="344952"/>
                </a:lnTo>
                <a:lnTo>
                  <a:pt x="0" y="45660"/>
                </a:lnTo>
                <a:cubicBezTo>
                  <a:pt x="0" y="20423"/>
                  <a:pt x="20540" y="0"/>
                  <a:pt x="45724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29">
            <a:extLst>
              <a:ext uri="{FF2B5EF4-FFF2-40B4-BE49-F238E27FC236}">
                <a16:creationId xmlns:a16="http://schemas.microsoft.com/office/drawing/2014/main" id="{4B23951E-527C-B3DD-38D7-E5357D859195}"/>
              </a:ext>
            </a:extLst>
          </p:cNvPr>
          <p:cNvSpPr/>
          <p:nvPr/>
        </p:nvSpPr>
        <p:spPr>
          <a:xfrm>
            <a:off x="5803900" y="3797300"/>
            <a:ext cx="575113" cy="609685"/>
          </a:xfrm>
          <a:custGeom>
            <a:avLst/>
            <a:gdLst/>
            <a:ahLst/>
            <a:cxnLst/>
            <a:rect l="l" t="t" r="r" b="b"/>
            <a:pathLst>
              <a:path w="575113" h="609685">
                <a:moveTo>
                  <a:pt x="164238" y="420007"/>
                </a:moveTo>
                <a:cubicBezTo>
                  <a:pt x="186046" y="443031"/>
                  <a:pt x="213065" y="457672"/>
                  <a:pt x="243655" y="457672"/>
                </a:cubicBezTo>
                <a:cubicBezTo>
                  <a:pt x="274244" y="457672"/>
                  <a:pt x="301263" y="443031"/>
                  <a:pt x="323071" y="420007"/>
                </a:cubicBezTo>
                <a:cubicBezTo>
                  <a:pt x="388304" y="425787"/>
                  <a:pt x="444657" y="468944"/>
                  <a:pt x="466080" y="531753"/>
                </a:cubicBezTo>
                <a:lnTo>
                  <a:pt x="477851" y="566431"/>
                </a:lnTo>
                <a:cubicBezTo>
                  <a:pt x="481230" y="576450"/>
                  <a:pt x="479589" y="587432"/>
                  <a:pt x="473511" y="596006"/>
                </a:cubicBezTo>
                <a:cubicBezTo>
                  <a:pt x="467333" y="604580"/>
                  <a:pt x="457396" y="609685"/>
                  <a:pt x="446876" y="609685"/>
                </a:cubicBezTo>
                <a:lnTo>
                  <a:pt x="40433" y="609685"/>
                </a:lnTo>
                <a:cubicBezTo>
                  <a:pt x="29915" y="609685"/>
                  <a:pt x="19976" y="604580"/>
                  <a:pt x="13896" y="596006"/>
                </a:cubicBezTo>
                <a:cubicBezTo>
                  <a:pt x="7720" y="587432"/>
                  <a:pt x="6081" y="576450"/>
                  <a:pt x="9458" y="566431"/>
                </a:cubicBezTo>
                <a:lnTo>
                  <a:pt x="21231" y="531753"/>
                </a:lnTo>
                <a:cubicBezTo>
                  <a:pt x="42652" y="468944"/>
                  <a:pt x="99102" y="425787"/>
                  <a:pt x="164238" y="420007"/>
                </a:cubicBezTo>
                <a:close/>
                <a:moveTo>
                  <a:pt x="407384" y="314457"/>
                </a:moveTo>
                <a:cubicBezTo>
                  <a:pt x="443678" y="314457"/>
                  <a:pt x="473311" y="343945"/>
                  <a:pt x="473311" y="380177"/>
                </a:cubicBezTo>
                <a:cubicBezTo>
                  <a:pt x="473311" y="405039"/>
                  <a:pt x="459218" y="426432"/>
                  <a:pt x="438852" y="437610"/>
                </a:cubicBezTo>
                <a:cubicBezTo>
                  <a:pt x="412405" y="414291"/>
                  <a:pt x="379973" y="398294"/>
                  <a:pt x="344644" y="391645"/>
                </a:cubicBezTo>
                <a:cubicBezTo>
                  <a:pt x="357096" y="371601"/>
                  <a:pt x="366652" y="348571"/>
                  <a:pt x="372636" y="324575"/>
                </a:cubicBezTo>
                <a:cubicBezTo>
                  <a:pt x="382772" y="318215"/>
                  <a:pt x="394644" y="314457"/>
                  <a:pt x="407384" y="314457"/>
                </a:cubicBezTo>
                <a:close/>
                <a:moveTo>
                  <a:pt x="382525" y="212866"/>
                </a:moveTo>
                <a:lnTo>
                  <a:pt x="432312" y="212866"/>
                </a:lnTo>
                <a:cubicBezTo>
                  <a:pt x="439934" y="212866"/>
                  <a:pt x="446109" y="218935"/>
                  <a:pt x="446109" y="226546"/>
                </a:cubicBezTo>
                <a:lnTo>
                  <a:pt x="446109" y="254772"/>
                </a:lnTo>
                <a:cubicBezTo>
                  <a:pt x="454022" y="257181"/>
                  <a:pt x="461644" y="260361"/>
                  <a:pt x="468880" y="264215"/>
                </a:cubicBezTo>
                <a:lnTo>
                  <a:pt x="488950" y="244272"/>
                </a:lnTo>
                <a:cubicBezTo>
                  <a:pt x="491651" y="241574"/>
                  <a:pt x="495125" y="240226"/>
                  <a:pt x="498696" y="240226"/>
                </a:cubicBezTo>
                <a:cubicBezTo>
                  <a:pt x="502169" y="240226"/>
                  <a:pt x="505738" y="241574"/>
                  <a:pt x="508343" y="244272"/>
                </a:cubicBezTo>
                <a:lnTo>
                  <a:pt x="543561" y="279436"/>
                </a:lnTo>
                <a:cubicBezTo>
                  <a:pt x="546167" y="282037"/>
                  <a:pt x="547614" y="285505"/>
                  <a:pt x="547614" y="289165"/>
                </a:cubicBezTo>
                <a:cubicBezTo>
                  <a:pt x="547614" y="292730"/>
                  <a:pt x="546167" y="296295"/>
                  <a:pt x="543561" y="298799"/>
                </a:cubicBezTo>
                <a:lnTo>
                  <a:pt x="523589" y="318837"/>
                </a:lnTo>
                <a:cubicBezTo>
                  <a:pt x="527449" y="326062"/>
                  <a:pt x="530633" y="333673"/>
                  <a:pt x="533141" y="341574"/>
                </a:cubicBezTo>
                <a:lnTo>
                  <a:pt x="561316" y="341574"/>
                </a:lnTo>
                <a:cubicBezTo>
                  <a:pt x="568937" y="341574"/>
                  <a:pt x="575113" y="347739"/>
                  <a:pt x="575113" y="355350"/>
                </a:cubicBezTo>
                <a:lnTo>
                  <a:pt x="575113" y="405060"/>
                </a:lnTo>
                <a:cubicBezTo>
                  <a:pt x="575113" y="408720"/>
                  <a:pt x="573667" y="412189"/>
                  <a:pt x="571061" y="414790"/>
                </a:cubicBezTo>
                <a:cubicBezTo>
                  <a:pt x="568552" y="417391"/>
                  <a:pt x="564982" y="418836"/>
                  <a:pt x="561316" y="418836"/>
                </a:cubicBezTo>
                <a:lnTo>
                  <a:pt x="533141" y="418836"/>
                </a:lnTo>
                <a:cubicBezTo>
                  <a:pt x="530633" y="426737"/>
                  <a:pt x="527449" y="434346"/>
                  <a:pt x="523589" y="441571"/>
                </a:cubicBezTo>
                <a:lnTo>
                  <a:pt x="543658" y="461609"/>
                </a:lnTo>
                <a:cubicBezTo>
                  <a:pt x="546167" y="464114"/>
                  <a:pt x="547614" y="467679"/>
                  <a:pt x="547614" y="471244"/>
                </a:cubicBezTo>
                <a:cubicBezTo>
                  <a:pt x="547614" y="474904"/>
                  <a:pt x="546167" y="478373"/>
                  <a:pt x="543658" y="480973"/>
                </a:cubicBezTo>
                <a:lnTo>
                  <a:pt x="508441" y="516137"/>
                </a:lnTo>
                <a:cubicBezTo>
                  <a:pt x="505738" y="518834"/>
                  <a:pt x="502169" y="520183"/>
                  <a:pt x="498696" y="520183"/>
                </a:cubicBezTo>
                <a:cubicBezTo>
                  <a:pt x="497152" y="520183"/>
                  <a:pt x="495607" y="519797"/>
                  <a:pt x="494161" y="519317"/>
                </a:cubicBezTo>
                <a:cubicBezTo>
                  <a:pt x="485187" y="494076"/>
                  <a:pt x="471390" y="471533"/>
                  <a:pt x="454022" y="452554"/>
                </a:cubicBezTo>
                <a:cubicBezTo>
                  <a:pt x="477854" y="437140"/>
                  <a:pt x="493775" y="410552"/>
                  <a:pt x="493775" y="380205"/>
                </a:cubicBezTo>
                <a:cubicBezTo>
                  <a:pt x="493775" y="332710"/>
                  <a:pt x="454986" y="294079"/>
                  <a:pt x="407419" y="294079"/>
                </a:cubicBezTo>
                <a:cubicBezTo>
                  <a:pt x="396997" y="294079"/>
                  <a:pt x="387156" y="296198"/>
                  <a:pt x="377797" y="299570"/>
                </a:cubicBezTo>
                <a:cubicBezTo>
                  <a:pt x="379437" y="288299"/>
                  <a:pt x="380402" y="276931"/>
                  <a:pt x="380402" y="265659"/>
                </a:cubicBezTo>
                <a:cubicBezTo>
                  <a:pt x="380402" y="248030"/>
                  <a:pt x="378087" y="231460"/>
                  <a:pt x="373841" y="216141"/>
                </a:cubicBezTo>
                <a:cubicBezTo>
                  <a:pt x="376253" y="214215"/>
                  <a:pt x="379244" y="212866"/>
                  <a:pt x="382525" y="212866"/>
                </a:cubicBezTo>
                <a:close/>
                <a:moveTo>
                  <a:pt x="243677" y="144489"/>
                </a:moveTo>
                <a:cubicBezTo>
                  <a:pt x="296652" y="144537"/>
                  <a:pt x="349614" y="184959"/>
                  <a:pt x="349566" y="265609"/>
                </a:cubicBezTo>
                <a:cubicBezTo>
                  <a:pt x="349566" y="343465"/>
                  <a:pt x="302199" y="427006"/>
                  <a:pt x="243641" y="427006"/>
                </a:cubicBezTo>
                <a:cubicBezTo>
                  <a:pt x="185180" y="427006"/>
                  <a:pt x="137716" y="343465"/>
                  <a:pt x="137716" y="265609"/>
                </a:cubicBezTo>
                <a:cubicBezTo>
                  <a:pt x="137716" y="184766"/>
                  <a:pt x="190703" y="144441"/>
                  <a:pt x="243677" y="144489"/>
                </a:cubicBezTo>
                <a:close/>
                <a:moveTo>
                  <a:pt x="280380" y="119369"/>
                </a:moveTo>
                <a:cubicBezTo>
                  <a:pt x="294881" y="119369"/>
                  <a:pt x="309865" y="116862"/>
                  <a:pt x="310638" y="131425"/>
                </a:cubicBezTo>
                <a:cubicBezTo>
                  <a:pt x="301262" y="126216"/>
                  <a:pt x="291112" y="122166"/>
                  <a:pt x="280380" y="119369"/>
                </a:cubicBezTo>
                <a:close/>
                <a:moveTo>
                  <a:pt x="155368" y="95016"/>
                </a:moveTo>
                <a:cubicBezTo>
                  <a:pt x="175439" y="95016"/>
                  <a:pt x="193195" y="104939"/>
                  <a:pt x="204099" y="120065"/>
                </a:cubicBezTo>
                <a:cubicBezTo>
                  <a:pt x="164052" y="131722"/>
                  <a:pt x="133463" y="161106"/>
                  <a:pt x="118022" y="202051"/>
                </a:cubicBezTo>
                <a:cubicBezTo>
                  <a:pt x="72958" y="166211"/>
                  <a:pt x="98916" y="95016"/>
                  <a:pt x="155368" y="95016"/>
                </a:cubicBezTo>
                <a:close/>
                <a:moveTo>
                  <a:pt x="132207" y="0"/>
                </a:moveTo>
                <a:lnTo>
                  <a:pt x="178431" y="0"/>
                </a:lnTo>
                <a:cubicBezTo>
                  <a:pt x="185476" y="0"/>
                  <a:pt x="191169" y="5685"/>
                  <a:pt x="191169" y="12719"/>
                </a:cubicBezTo>
                <a:lnTo>
                  <a:pt x="191169" y="38829"/>
                </a:lnTo>
                <a:cubicBezTo>
                  <a:pt x="198600" y="41142"/>
                  <a:pt x="205646" y="44129"/>
                  <a:pt x="212303" y="47597"/>
                </a:cubicBezTo>
                <a:lnTo>
                  <a:pt x="230928" y="29098"/>
                </a:lnTo>
                <a:cubicBezTo>
                  <a:pt x="233341" y="26593"/>
                  <a:pt x="236621" y="25436"/>
                  <a:pt x="239903" y="25436"/>
                </a:cubicBezTo>
                <a:cubicBezTo>
                  <a:pt x="243183" y="25436"/>
                  <a:pt x="246369" y="26593"/>
                  <a:pt x="248877" y="29098"/>
                </a:cubicBezTo>
                <a:lnTo>
                  <a:pt x="281496" y="61760"/>
                </a:lnTo>
                <a:cubicBezTo>
                  <a:pt x="283908" y="64073"/>
                  <a:pt x="285259" y="67348"/>
                  <a:pt x="285259" y="70721"/>
                </a:cubicBezTo>
                <a:cubicBezTo>
                  <a:pt x="285259" y="74093"/>
                  <a:pt x="283908" y="77370"/>
                  <a:pt x="281496" y="79681"/>
                </a:cubicBezTo>
                <a:lnTo>
                  <a:pt x="262967" y="98181"/>
                </a:lnTo>
                <a:cubicBezTo>
                  <a:pt x="266151" y="104154"/>
                  <a:pt x="268757" y="110609"/>
                  <a:pt x="270880" y="117065"/>
                </a:cubicBezTo>
                <a:cubicBezTo>
                  <a:pt x="254089" y="113886"/>
                  <a:pt x="240193" y="113886"/>
                  <a:pt x="225332" y="115716"/>
                </a:cubicBezTo>
                <a:cubicBezTo>
                  <a:pt x="211435" y="91340"/>
                  <a:pt x="185476" y="74576"/>
                  <a:pt x="155368" y="74576"/>
                </a:cubicBezTo>
                <a:cubicBezTo>
                  <a:pt x="110880" y="74576"/>
                  <a:pt x="74596" y="110706"/>
                  <a:pt x="74596" y="155123"/>
                </a:cubicBezTo>
                <a:cubicBezTo>
                  <a:pt x="74596" y="183547"/>
                  <a:pt x="89554" y="208501"/>
                  <a:pt x="111845" y="222857"/>
                </a:cubicBezTo>
                <a:cubicBezTo>
                  <a:pt x="108758" y="236249"/>
                  <a:pt x="107020" y="250510"/>
                  <a:pt x="107020" y="265637"/>
                </a:cubicBezTo>
                <a:cubicBezTo>
                  <a:pt x="107020" y="265829"/>
                  <a:pt x="107020" y="266118"/>
                  <a:pt x="107020" y="266311"/>
                </a:cubicBezTo>
                <a:cubicBezTo>
                  <a:pt x="104221" y="265059"/>
                  <a:pt x="101133" y="264095"/>
                  <a:pt x="98335" y="262650"/>
                </a:cubicBezTo>
                <a:lnTo>
                  <a:pt x="79807" y="281149"/>
                </a:lnTo>
                <a:cubicBezTo>
                  <a:pt x="77394" y="283558"/>
                  <a:pt x="74210" y="284907"/>
                  <a:pt x="70832" y="284907"/>
                </a:cubicBezTo>
                <a:cubicBezTo>
                  <a:pt x="67455" y="284907"/>
                  <a:pt x="64173" y="283558"/>
                  <a:pt x="61761" y="281149"/>
                </a:cubicBezTo>
                <a:lnTo>
                  <a:pt x="29143" y="248582"/>
                </a:lnTo>
                <a:cubicBezTo>
                  <a:pt x="24126" y="243572"/>
                  <a:pt x="24126" y="235480"/>
                  <a:pt x="29143" y="230565"/>
                </a:cubicBezTo>
                <a:lnTo>
                  <a:pt x="47671" y="212066"/>
                </a:lnTo>
                <a:cubicBezTo>
                  <a:pt x="44102" y="205321"/>
                  <a:pt x="41110" y="198288"/>
                  <a:pt x="38793" y="190966"/>
                </a:cubicBezTo>
                <a:lnTo>
                  <a:pt x="12738" y="190966"/>
                </a:lnTo>
                <a:cubicBezTo>
                  <a:pt x="5693" y="190966"/>
                  <a:pt x="0" y="185185"/>
                  <a:pt x="0" y="178151"/>
                </a:cubicBezTo>
                <a:lnTo>
                  <a:pt x="0" y="132095"/>
                </a:lnTo>
                <a:cubicBezTo>
                  <a:pt x="0" y="125062"/>
                  <a:pt x="5693" y="119377"/>
                  <a:pt x="12738" y="119377"/>
                </a:cubicBezTo>
                <a:lnTo>
                  <a:pt x="38890" y="119377"/>
                </a:lnTo>
                <a:cubicBezTo>
                  <a:pt x="41110" y="111958"/>
                  <a:pt x="44102" y="104925"/>
                  <a:pt x="47671" y="98276"/>
                </a:cubicBezTo>
                <a:lnTo>
                  <a:pt x="29143" y="79778"/>
                </a:lnTo>
                <a:cubicBezTo>
                  <a:pt x="26731" y="77370"/>
                  <a:pt x="25380" y="74093"/>
                  <a:pt x="25380" y="70721"/>
                </a:cubicBezTo>
                <a:cubicBezTo>
                  <a:pt x="25380" y="67348"/>
                  <a:pt x="26731" y="64073"/>
                  <a:pt x="29143" y="61760"/>
                </a:cubicBezTo>
                <a:lnTo>
                  <a:pt x="61761" y="29098"/>
                </a:lnTo>
                <a:cubicBezTo>
                  <a:pt x="64270" y="26689"/>
                  <a:pt x="67551" y="25436"/>
                  <a:pt x="70832" y="25436"/>
                </a:cubicBezTo>
                <a:cubicBezTo>
                  <a:pt x="74113" y="25436"/>
                  <a:pt x="77299" y="26689"/>
                  <a:pt x="79807" y="29193"/>
                </a:cubicBezTo>
                <a:lnTo>
                  <a:pt x="98335" y="47597"/>
                </a:lnTo>
                <a:cubicBezTo>
                  <a:pt x="105090" y="44129"/>
                  <a:pt x="112135" y="41142"/>
                  <a:pt x="119469" y="38829"/>
                </a:cubicBezTo>
                <a:lnTo>
                  <a:pt x="119469" y="12719"/>
                </a:lnTo>
                <a:cubicBezTo>
                  <a:pt x="119469" y="5685"/>
                  <a:pt x="125259" y="0"/>
                  <a:pt x="132207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30">
            <a:extLst>
              <a:ext uri="{FF2B5EF4-FFF2-40B4-BE49-F238E27FC236}">
                <a16:creationId xmlns:a16="http://schemas.microsoft.com/office/drawing/2014/main" id="{EA9EE65B-6053-F139-8FAB-B6BAF565DE59}"/>
              </a:ext>
            </a:extLst>
          </p:cNvPr>
          <p:cNvSpPr/>
          <p:nvPr/>
        </p:nvSpPr>
        <p:spPr>
          <a:xfrm>
            <a:off x="9347200" y="3797300"/>
            <a:ext cx="609685" cy="608764"/>
          </a:xfrm>
          <a:custGeom>
            <a:avLst/>
            <a:gdLst/>
            <a:ahLst/>
            <a:cxnLst/>
            <a:rect l="l" t="t" r="r" b="b"/>
            <a:pathLst>
              <a:path w="609685" h="608764">
                <a:moveTo>
                  <a:pt x="304843" y="279036"/>
                </a:moveTo>
                <a:cubicBezTo>
                  <a:pt x="318861" y="279036"/>
                  <a:pt x="330227" y="290384"/>
                  <a:pt x="330227" y="304383"/>
                </a:cubicBezTo>
                <a:cubicBezTo>
                  <a:pt x="330227" y="318381"/>
                  <a:pt x="318861" y="329731"/>
                  <a:pt x="304843" y="329731"/>
                </a:cubicBezTo>
                <a:cubicBezTo>
                  <a:pt x="290824" y="329731"/>
                  <a:pt x="279460" y="318381"/>
                  <a:pt x="279460" y="304383"/>
                </a:cubicBezTo>
                <a:cubicBezTo>
                  <a:pt x="279460" y="290384"/>
                  <a:pt x="290824" y="279036"/>
                  <a:pt x="304843" y="279036"/>
                </a:cubicBezTo>
                <a:close/>
                <a:moveTo>
                  <a:pt x="304797" y="253586"/>
                </a:moveTo>
                <a:cubicBezTo>
                  <a:pt x="276850" y="253586"/>
                  <a:pt x="253992" y="276419"/>
                  <a:pt x="253992" y="304338"/>
                </a:cubicBezTo>
                <a:cubicBezTo>
                  <a:pt x="253992" y="332346"/>
                  <a:pt x="276850" y="355091"/>
                  <a:pt x="304797" y="355091"/>
                </a:cubicBezTo>
                <a:cubicBezTo>
                  <a:pt x="332835" y="355091"/>
                  <a:pt x="355604" y="332346"/>
                  <a:pt x="355604" y="304338"/>
                </a:cubicBezTo>
                <a:cubicBezTo>
                  <a:pt x="355604" y="276419"/>
                  <a:pt x="332835" y="253586"/>
                  <a:pt x="304797" y="253586"/>
                </a:cubicBezTo>
                <a:close/>
                <a:moveTo>
                  <a:pt x="304797" y="202922"/>
                </a:moveTo>
                <a:cubicBezTo>
                  <a:pt x="360870" y="202922"/>
                  <a:pt x="406409" y="248412"/>
                  <a:pt x="406409" y="304338"/>
                </a:cubicBezTo>
                <a:cubicBezTo>
                  <a:pt x="406409" y="360352"/>
                  <a:pt x="360870" y="405844"/>
                  <a:pt x="304797" y="405844"/>
                </a:cubicBezTo>
                <a:cubicBezTo>
                  <a:pt x="248813" y="405844"/>
                  <a:pt x="203275" y="360352"/>
                  <a:pt x="203275" y="304338"/>
                </a:cubicBezTo>
                <a:cubicBezTo>
                  <a:pt x="203275" y="248412"/>
                  <a:pt x="248813" y="202922"/>
                  <a:pt x="304797" y="202922"/>
                </a:cubicBezTo>
                <a:close/>
                <a:moveTo>
                  <a:pt x="304797" y="152213"/>
                </a:moveTo>
                <a:cubicBezTo>
                  <a:pt x="220762" y="152213"/>
                  <a:pt x="152443" y="220429"/>
                  <a:pt x="152443" y="304338"/>
                </a:cubicBezTo>
                <a:cubicBezTo>
                  <a:pt x="152443" y="388336"/>
                  <a:pt x="220762" y="456551"/>
                  <a:pt x="304797" y="456551"/>
                </a:cubicBezTo>
                <a:cubicBezTo>
                  <a:pt x="388924" y="456551"/>
                  <a:pt x="457242" y="388336"/>
                  <a:pt x="457242" y="304338"/>
                </a:cubicBezTo>
                <a:cubicBezTo>
                  <a:pt x="457242" y="220429"/>
                  <a:pt x="388924" y="152213"/>
                  <a:pt x="304797" y="152213"/>
                </a:cubicBezTo>
                <a:close/>
                <a:moveTo>
                  <a:pt x="253983" y="0"/>
                </a:moveTo>
                <a:lnTo>
                  <a:pt x="355613" y="0"/>
                </a:lnTo>
                <a:cubicBezTo>
                  <a:pt x="369722" y="0"/>
                  <a:pt x="381065" y="11325"/>
                  <a:pt x="381065" y="25324"/>
                </a:cubicBezTo>
                <a:lnTo>
                  <a:pt x="381065" y="62597"/>
                </a:lnTo>
                <a:cubicBezTo>
                  <a:pt x="395176" y="67056"/>
                  <a:pt x="408927" y="72763"/>
                  <a:pt x="422055" y="79718"/>
                </a:cubicBezTo>
                <a:lnTo>
                  <a:pt x="448490" y="53323"/>
                </a:lnTo>
                <a:cubicBezTo>
                  <a:pt x="458492" y="43336"/>
                  <a:pt x="474566" y="43336"/>
                  <a:pt x="484480" y="53323"/>
                </a:cubicBezTo>
                <a:lnTo>
                  <a:pt x="556280" y="125016"/>
                </a:lnTo>
                <a:cubicBezTo>
                  <a:pt x="566194" y="134915"/>
                  <a:pt x="566194" y="150965"/>
                  <a:pt x="556280" y="160862"/>
                </a:cubicBezTo>
                <a:lnTo>
                  <a:pt x="529847" y="187258"/>
                </a:lnTo>
                <a:cubicBezTo>
                  <a:pt x="536812" y="200454"/>
                  <a:pt x="542527" y="214187"/>
                  <a:pt x="546994" y="228276"/>
                </a:cubicBezTo>
                <a:lnTo>
                  <a:pt x="584233" y="228276"/>
                </a:lnTo>
                <a:cubicBezTo>
                  <a:pt x="598344" y="228276"/>
                  <a:pt x="609685" y="239599"/>
                  <a:pt x="609685" y="253600"/>
                </a:cubicBezTo>
                <a:lnTo>
                  <a:pt x="609685" y="355075"/>
                </a:lnTo>
                <a:cubicBezTo>
                  <a:pt x="609685" y="369165"/>
                  <a:pt x="598255" y="380488"/>
                  <a:pt x="584233" y="380488"/>
                </a:cubicBezTo>
                <a:lnTo>
                  <a:pt x="546994" y="380488"/>
                </a:lnTo>
                <a:cubicBezTo>
                  <a:pt x="542527" y="394578"/>
                  <a:pt x="536812" y="408310"/>
                  <a:pt x="529847" y="421418"/>
                </a:cubicBezTo>
                <a:lnTo>
                  <a:pt x="556280" y="447812"/>
                </a:lnTo>
                <a:cubicBezTo>
                  <a:pt x="566194" y="457798"/>
                  <a:pt x="566194" y="473850"/>
                  <a:pt x="556280" y="483748"/>
                </a:cubicBezTo>
                <a:lnTo>
                  <a:pt x="484480" y="555440"/>
                </a:lnTo>
                <a:cubicBezTo>
                  <a:pt x="474566" y="565338"/>
                  <a:pt x="458492" y="565338"/>
                  <a:pt x="448490" y="555440"/>
                </a:cubicBezTo>
                <a:lnTo>
                  <a:pt x="422055" y="529045"/>
                </a:lnTo>
                <a:cubicBezTo>
                  <a:pt x="408927" y="536001"/>
                  <a:pt x="395176" y="541618"/>
                  <a:pt x="381065" y="546077"/>
                </a:cubicBezTo>
                <a:lnTo>
                  <a:pt x="381065" y="583350"/>
                </a:lnTo>
                <a:cubicBezTo>
                  <a:pt x="381065" y="597438"/>
                  <a:pt x="369634" y="608764"/>
                  <a:pt x="355613" y="608764"/>
                </a:cubicBezTo>
                <a:lnTo>
                  <a:pt x="253983" y="608764"/>
                </a:lnTo>
                <a:cubicBezTo>
                  <a:pt x="239963" y="608764"/>
                  <a:pt x="228622" y="597438"/>
                  <a:pt x="228622" y="583350"/>
                </a:cubicBezTo>
                <a:lnTo>
                  <a:pt x="228622" y="546077"/>
                </a:lnTo>
                <a:cubicBezTo>
                  <a:pt x="214511" y="541618"/>
                  <a:pt x="200758" y="536001"/>
                  <a:pt x="187541" y="529045"/>
                </a:cubicBezTo>
                <a:lnTo>
                  <a:pt x="161107" y="555440"/>
                </a:lnTo>
                <a:cubicBezTo>
                  <a:pt x="151194" y="565338"/>
                  <a:pt x="135118" y="565338"/>
                  <a:pt x="125207" y="555440"/>
                </a:cubicBezTo>
                <a:lnTo>
                  <a:pt x="53405" y="483748"/>
                </a:lnTo>
                <a:cubicBezTo>
                  <a:pt x="43402" y="473850"/>
                  <a:pt x="43402" y="457798"/>
                  <a:pt x="53405" y="447812"/>
                </a:cubicBezTo>
                <a:lnTo>
                  <a:pt x="79750" y="421418"/>
                </a:lnTo>
                <a:cubicBezTo>
                  <a:pt x="72874" y="408310"/>
                  <a:pt x="67158" y="394578"/>
                  <a:pt x="62692" y="380488"/>
                </a:cubicBezTo>
                <a:lnTo>
                  <a:pt x="25363" y="380488"/>
                </a:lnTo>
                <a:cubicBezTo>
                  <a:pt x="11342" y="380488"/>
                  <a:pt x="0" y="369165"/>
                  <a:pt x="0" y="355075"/>
                </a:cubicBezTo>
                <a:lnTo>
                  <a:pt x="0" y="253600"/>
                </a:lnTo>
                <a:cubicBezTo>
                  <a:pt x="0" y="239599"/>
                  <a:pt x="11342" y="228276"/>
                  <a:pt x="25363" y="228276"/>
                </a:cubicBezTo>
                <a:lnTo>
                  <a:pt x="62692" y="228276"/>
                </a:lnTo>
                <a:cubicBezTo>
                  <a:pt x="67158" y="214187"/>
                  <a:pt x="72874" y="200454"/>
                  <a:pt x="79750" y="187258"/>
                </a:cubicBezTo>
                <a:lnTo>
                  <a:pt x="53405" y="160862"/>
                </a:lnTo>
                <a:cubicBezTo>
                  <a:pt x="43402" y="150965"/>
                  <a:pt x="43402" y="134915"/>
                  <a:pt x="53405" y="125016"/>
                </a:cubicBezTo>
                <a:lnTo>
                  <a:pt x="125207" y="53323"/>
                </a:lnTo>
                <a:cubicBezTo>
                  <a:pt x="135118" y="43336"/>
                  <a:pt x="151194" y="43336"/>
                  <a:pt x="161107" y="53323"/>
                </a:cubicBezTo>
                <a:lnTo>
                  <a:pt x="187541" y="79718"/>
                </a:lnTo>
                <a:cubicBezTo>
                  <a:pt x="200758" y="72763"/>
                  <a:pt x="214511" y="67056"/>
                  <a:pt x="228622" y="62597"/>
                </a:cubicBezTo>
                <a:lnTo>
                  <a:pt x="228622" y="25324"/>
                </a:lnTo>
                <a:cubicBezTo>
                  <a:pt x="228622" y="11325"/>
                  <a:pt x="239963" y="0"/>
                  <a:pt x="253983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55172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1">
            <a:extLst>
              <a:ext uri="{FF2B5EF4-FFF2-40B4-BE49-F238E27FC236}">
                <a16:creationId xmlns:a16="http://schemas.microsoft.com/office/drawing/2014/main" id="{FFB01D0F-41AE-6544-D85A-0FE79166A571}"/>
              </a:ext>
            </a:extLst>
          </p:cNvPr>
          <p:cNvSpPr/>
          <p:nvPr/>
        </p:nvSpPr>
        <p:spPr>
          <a:xfrm>
            <a:off x="1155700" y="1574800"/>
            <a:ext cx="10147300" cy="4178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617299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1759F09C-A9EC-9BDF-4FA8-03B1CCE6E393}"/>
              </a:ext>
            </a:extLst>
          </p:cNvPr>
          <p:cNvSpPr/>
          <p:nvPr/>
        </p:nvSpPr>
        <p:spPr>
          <a:xfrm>
            <a:off x="1727200" y="2679700"/>
            <a:ext cx="762000" cy="762000"/>
          </a:xfrm>
          <a:prstGeom prst="ellipse">
            <a:avLst/>
          </a:prstGeom>
          <a:solidFill>
            <a:srgbClr val="297F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C1018B04-3DCF-D6D4-4DAF-3D4ED589DEB6}"/>
              </a:ext>
            </a:extLst>
          </p:cNvPr>
          <p:cNvSpPr/>
          <p:nvPr/>
        </p:nvSpPr>
        <p:spPr>
          <a:xfrm>
            <a:off x="1625600" y="28067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B55D8007-F72B-0FED-4319-139F319041FB}"/>
              </a:ext>
            </a:extLst>
          </p:cNvPr>
          <p:cNvSpPr/>
          <p:nvPr/>
        </p:nvSpPr>
        <p:spPr>
          <a:xfrm>
            <a:off x="1727200" y="3898900"/>
            <a:ext cx="762000" cy="762000"/>
          </a:xfrm>
          <a:prstGeom prst="ellipse">
            <a:avLst/>
          </a:prstGeom>
          <a:solidFill>
            <a:srgbClr val="629D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852D9BA8-46BC-14E0-580E-5CD0209B3424}"/>
              </a:ext>
            </a:extLst>
          </p:cNvPr>
          <p:cNvSpPr/>
          <p:nvPr/>
        </p:nvSpPr>
        <p:spPr>
          <a:xfrm>
            <a:off x="1625600" y="40259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18F99D92-8B3B-F39D-3749-0EFA45A5ED45}"/>
              </a:ext>
            </a:extLst>
          </p:cNvPr>
          <p:cNvSpPr/>
          <p:nvPr/>
        </p:nvSpPr>
        <p:spPr>
          <a:xfrm>
            <a:off x="12446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4287BEF4-C035-C1A9-16FE-03BE163731CF}"/>
              </a:ext>
            </a:extLst>
          </p:cNvPr>
          <p:cNvSpPr/>
          <p:nvPr/>
        </p:nvSpPr>
        <p:spPr>
          <a:xfrm>
            <a:off x="8890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8E8C2DB4-317B-3656-3FB9-D50A6721B959}"/>
              </a:ext>
            </a:extLst>
          </p:cNvPr>
          <p:cNvSpPr/>
          <p:nvPr/>
        </p:nvSpPr>
        <p:spPr>
          <a:xfrm>
            <a:off x="939800" y="1905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9">
            <a:extLst>
              <a:ext uri="{FF2B5EF4-FFF2-40B4-BE49-F238E27FC236}">
                <a16:creationId xmlns:a16="http://schemas.microsoft.com/office/drawing/2014/main" id="{46F2B86F-3C1E-680E-D21F-8B96569A6B26}"/>
              </a:ext>
            </a:extLst>
          </p:cNvPr>
          <p:cNvSpPr/>
          <p:nvPr/>
        </p:nvSpPr>
        <p:spPr>
          <a:xfrm>
            <a:off x="12446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0">
            <a:extLst>
              <a:ext uri="{FF2B5EF4-FFF2-40B4-BE49-F238E27FC236}">
                <a16:creationId xmlns:a16="http://schemas.microsoft.com/office/drawing/2014/main" id="{AE8EF55D-F9E4-8AC0-711E-BDC372122321}"/>
              </a:ext>
            </a:extLst>
          </p:cNvPr>
          <p:cNvSpPr/>
          <p:nvPr/>
        </p:nvSpPr>
        <p:spPr>
          <a:xfrm>
            <a:off x="8890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21">
            <a:extLst>
              <a:ext uri="{FF2B5EF4-FFF2-40B4-BE49-F238E27FC236}">
                <a16:creationId xmlns:a16="http://schemas.microsoft.com/office/drawing/2014/main" id="{31676453-E036-FCB6-0740-E77ECDDF9C11}"/>
              </a:ext>
            </a:extLst>
          </p:cNvPr>
          <p:cNvSpPr/>
          <p:nvPr/>
        </p:nvSpPr>
        <p:spPr>
          <a:xfrm>
            <a:off x="939800" y="24765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22">
            <a:extLst>
              <a:ext uri="{FF2B5EF4-FFF2-40B4-BE49-F238E27FC236}">
                <a16:creationId xmlns:a16="http://schemas.microsoft.com/office/drawing/2014/main" id="{DB91BAEC-8889-1B31-4F47-538BDC224A1A}"/>
              </a:ext>
            </a:extLst>
          </p:cNvPr>
          <p:cNvSpPr/>
          <p:nvPr/>
        </p:nvSpPr>
        <p:spPr>
          <a:xfrm>
            <a:off x="12446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2169DC52-9902-E7E1-60A1-074A2C1A39A9}"/>
              </a:ext>
            </a:extLst>
          </p:cNvPr>
          <p:cNvSpPr/>
          <p:nvPr/>
        </p:nvSpPr>
        <p:spPr>
          <a:xfrm>
            <a:off x="8890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424EEBE2-330D-E44F-FF20-6ADA4F955D71}"/>
              </a:ext>
            </a:extLst>
          </p:cNvPr>
          <p:cNvSpPr/>
          <p:nvPr/>
        </p:nvSpPr>
        <p:spPr>
          <a:xfrm>
            <a:off x="939800" y="3048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A87317F5-727E-EEB3-8F35-73F62370587D}"/>
              </a:ext>
            </a:extLst>
          </p:cNvPr>
          <p:cNvSpPr/>
          <p:nvPr/>
        </p:nvSpPr>
        <p:spPr>
          <a:xfrm>
            <a:off x="12446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7369034C-57C7-C540-00C7-182D66713411}"/>
              </a:ext>
            </a:extLst>
          </p:cNvPr>
          <p:cNvSpPr/>
          <p:nvPr/>
        </p:nvSpPr>
        <p:spPr>
          <a:xfrm>
            <a:off x="8890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D86DA17D-FABF-0DA0-5145-C700FE8DBF05}"/>
              </a:ext>
            </a:extLst>
          </p:cNvPr>
          <p:cNvSpPr/>
          <p:nvPr/>
        </p:nvSpPr>
        <p:spPr>
          <a:xfrm>
            <a:off x="939800" y="3632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ADA088B-4436-5500-D9C8-A115B487C0AC}"/>
              </a:ext>
            </a:extLst>
          </p:cNvPr>
          <p:cNvSpPr/>
          <p:nvPr/>
        </p:nvSpPr>
        <p:spPr>
          <a:xfrm>
            <a:off x="12446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4D16C78C-6CD0-B424-4A21-EF3BEAF452B1}"/>
              </a:ext>
            </a:extLst>
          </p:cNvPr>
          <p:cNvSpPr/>
          <p:nvPr/>
        </p:nvSpPr>
        <p:spPr>
          <a:xfrm>
            <a:off x="8890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AC28B12C-639E-9CF3-F73C-1228F7271D79}"/>
              </a:ext>
            </a:extLst>
          </p:cNvPr>
          <p:cNvSpPr/>
          <p:nvPr/>
        </p:nvSpPr>
        <p:spPr>
          <a:xfrm>
            <a:off x="939800" y="4203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31">
            <a:extLst>
              <a:ext uri="{FF2B5EF4-FFF2-40B4-BE49-F238E27FC236}">
                <a16:creationId xmlns:a16="http://schemas.microsoft.com/office/drawing/2014/main" id="{37743A3E-0088-EC55-685E-8F46626AB9A2}"/>
              </a:ext>
            </a:extLst>
          </p:cNvPr>
          <p:cNvSpPr/>
          <p:nvPr/>
        </p:nvSpPr>
        <p:spPr>
          <a:xfrm>
            <a:off x="12446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2">
            <a:extLst>
              <a:ext uri="{FF2B5EF4-FFF2-40B4-BE49-F238E27FC236}">
                <a16:creationId xmlns:a16="http://schemas.microsoft.com/office/drawing/2014/main" id="{6EF4D42B-2B05-8A11-CFAF-EEBD7DB22727}"/>
              </a:ext>
            </a:extLst>
          </p:cNvPr>
          <p:cNvSpPr/>
          <p:nvPr/>
        </p:nvSpPr>
        <p:spPr>
          <a:xfrm>
            <a:off x="8890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A73DC5E0-A810-CDE5-9092-1F479592771A}"/>
              </a:ext>
            </a:extLst>
          </p:cNvPr>
          <p:cNvSpPr/>
          <p:nvPr/>
        </p:nvSpPr>
        <p:spPr>
          <a:xfrm>
            <a:off x="939800" y="4775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2FDC18C0-4835-FCFB-436A-DDAFED40DB86}"/>
              </a:ext>
            </a:extLst>
          </p:cNvPr>
          <p:cNvSpPr/>
          <p:nvPr/>
        </p:nvSpPr>
        <p:spPr>
          <a:xfrm>
            <a:off x="12446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8A3D8BBA-F389-3EBF-F2F0-CEEA1FE71E61}"/>
              </a:ext>
            </a:extLst>
          </p:cNvPr>
          <p:cNvSpPr/>
          <p:nvPr/>
        </p:nvSpPr>
        <p:spPr>
          <a:xfrm>
            <a:off x="8890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AE7238FF-42C4-E09D-0999-D91C9F1940DF}"/>
              </a:ext>
            </a:extLst>
          </p:cNvPr>
          <p:cNvSpPr/>
          <p:nvPr/>
        </p:nvSpPr>
        <p:spPr>
          <a:xfrm>
            <a:off x="939800" y="5346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7">
            <a:extLst>
              <a:ext uri="{FF2B5EF4-FFF2-40B4-BE49-F238E27FC236}">
                <a16:creationId xmlns:a16="http://schemas.microsoft.com/office/drawing/2014/main" id="{5D4DD1C1-7615-7967-7FCC-1CF737AC059B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0" name="AutoShape 38">
            <a:extLst>
              <a:ext uri="{FF2B5EF4-FFF2-40B4-BE49-F238E27FC236}">
                <a16:creationId xmlns:a16="http://schemas.microsoft.com/office/drawing/2014/main" id="{6D9AEE91-BEB8-BFA1-A2AF-3800CEA2377A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1" name="AutoShape 39">
            <a:extLst>
              <a:ext uri="{FF2B5EF4-FFF2-40B4-BE49-F238E27FC236}">
                <a16:creationId xmlns:a16="http://schemas.microsoft.com/office/drawing/2014/main" id="{2E679C30-5DB3-CAD4-CE18-EAE2388A1949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32" name="Connector 40">
            <a:extLst>
              <a:ext uri="{FF2B5EF4-FFF2-40B4-BE49-F238E27FC236}">
                <a16:creationId xmlns:a16="http://schemas.microsoft.com/office/drawing/2014/main" id="{0F23ADE6-5341-8DDB-A020-EB0917A539C5}"/>
              </a:ext>
            </a:extLst>
          </p:cNvPr>
          <p:cNvCxnSpPr/>
          <p:nvPr/>
        </p:nvCxnSpPr>
        <p:spPr>
          <a:xfrm>
            <a:off x="2806700" y="30353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33" name="Connector 41">
            <a:extLst>
              <a:ext uri="{FF2B5EF4-FFF2-40B4-BE49-F238E27FC236}">
                <a16:creationId xmlns:a16="http://schemas.microsoft.com/office/drawing/2014/main" id="{D2BC8812-EFF3-9FC5-2C66-649566C9D751}"/>
              </a:ext>
            </a:extLst>
          </p:cNvPr>
          <p:cNvCxnSpPr/>
          <p:nvPr/>
        </p:nvCxnSpPr>
        <p:spPr>
          <a:xfrm>
            <a:off x="2806700" y="42926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414235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777666A5-E308-86CE-DB68-04FFD47C8F01}"/>
              </a:ext>
            </a:extLst>
          </p:cNvPr>
          <p:cNvSpPr/>
          <p:nvPr/>
        </p:nvSpPr>
        <p:spPr>
          <a:xfrm>
            <a:off x="7239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337FB9E3-E239-1B90-EBCD-5F7FC9294357}"/>
              </a:ext>
            </a:extLst>
          </p:cNvPr>
          <p:cNvSpPr/>
          <p:nvPr/>
        </p:nvSpPr>
        <p:spPr>
          <a:xfrm>
            <a:off x="8509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B1A6A787-0ADD-6E7E-0BC4-6263E3623362}"/>
              </a:ext>
            </a:extLst>
          </p:cNvPr>
          <p:cNvSpPr/>
          <p:nvPr/>
        </p:nvSpPr>
        <p:spPr>
          <a:xfrm>
            <a:off x="19050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3A838E8-0B3E-7CC4-4A80-B195DB077401}"/>
              </a:ext>
            </a:extLst>
          </p:cNvPr>
          <p:cNvSpPr/>
          <p:nvPr/>
        </p:nvSpPr>
        <p:spPr>
          <a:xfrm>
            <a:off x="12573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FF78B2-2499-AFB2-6E70-925A1C36DC00}"/>
              </a:ext>
            </a:extLst>
          </p:cNvPr>
          <p:cNvSpPr/>
          <p:nvPr/>
        </p:nvSpPr>
        <p:spPr>
          <a:xfrm>
            <a:off x="63627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D3793847-702C-7BA1-103F-7EE22A8334BF}"/>
              </a:ext>
            </a:extLst>
          </p:cNvPr>
          <p:cNvSpPr/>
          <p:nvPr/>
        </p:nvSpPr>
        <p:spPr>
          <a:xfrm>
            <a:off x="64897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6BFC270F-646B-4252-442B-2C561115A40A}"/>
              </a:ext>
            </a:extLst>
          </p:cNvPr>
          <p:cNvSpPr/>
          <p:nvPr/>
        </p:nvSpPr>
        <p:spPr>
          <a:xfrm>
            <a:off x="75438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4CA4FF0-7961-EA3C-3962-CA3D0214682D}"/>
              </a:ext>
            </a:extLst>
          </p:cNvPr>
          <p:cNvSpPr/>
          <p:nvPr/>
        </p:nvSpPr>
        <p:spPr>
          <a:xfrm>
            <a:off x="68961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892088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3DA67CB2-74D5-95D4-E4C5-300370DF0582}"/>
              </a:ext>
            </a:extLst>
          </p:cNvPr>
          <p:cNvSpPr/>
          <p:nvPr/>
        </p:nvSpPr>
        <p:spPr>
          <a:xfrm>
            <a:off x="6146800" y="1866900"/>
            <a:ext cx="1795729" cy="1795725"/>
          </a:xfrm>
          <a:custGeom>
            <a:avLst/>
            <a:gdLst/>
            <a:ahLst/>
            <a:cxnLst/>
            <a:rect l="l" t="t" r="r" b="b"/>
            <a:pathLst>
              <a:path w="1795729" h="1795725">
                <a:moveTo>
                  <a:pt x="0" y="0"/>
                </a:moveTo>
                <a:lnTo>
                  <a:pt x="88795" y="4483"/>
                </a:lnTo>
                <a:cubicBezTo>
                  <a:pt x="986448" y="95645"/>
                  <a:pt x="1700083" y="809280"/>
                  <a:pt x="1791245" y="1706935"/>
                </a:cubicBezTo>
                <a:lnTo>
                  <a:pt x="1795729" y="1795725"/>
                </a:lnTo>
                <a:lnTo>
                  <a:pt x="1210380" y="1795725"/>
                </a:lnTo>
                <a:lnTo>
                  <a:pt x="1208742" y="1763292"/>
                </a:lnTo>
                <a:cubicBezTo>
                  <a:pt x="1144880" y="1134455"/>
                  <a:pt x="644954" y="634528"/>
                  <a:pt x="16116" y="570666"/>
                </a:cubicBezTo>
                <a:lnTo>
                  <a:pt x="0" y="569852"/>
                </a:ln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95CB6475-C771-37E2-17B0-99975A140F6B}"/>
              </a:ext>
            </a:extLst>
          </p:cNvPr>
          <p:cNvSpPr/>
          <p:nvPr/>
        </p:nvSpPr>
        <p:spPr>
          <a:xfrm>
            <a:off x="4140200" y="1866900"/>
            <a:ext cx="1795725" cy="1795725"/>
          </a:xfrm>
          <a:custGeom>
            <a:avLst/>
            <a:gdLst/>
            <a:ahLst/>
            <a:cxnLst/>
            <a:rect l="l" t="t" r="r" b="b"/>
            <a:pathLst>
              <a:path w="1795725" h="1795725">
                <a:moveTo>
                  <a:pt x="1795725" y="0"/>
                </a:moveTo>
                <a:lnTo>
                  <a:pt x="1795725" y="568411"/>
                </a:lnTo>
                <a:lnTo>
                  <a:pt x="1751054" y="570666"/>
                </a:lnTo>
                <a:cubicBezTo>
                  <a:pt x="1122216" y="634528"/>
                  <a:pt x="622290" y="1134455"/>
                  <a:pt x="558428" y="1763292"/>
                </a:cubicBezTo>
                <a:lnTo>
                  <a:pt x="556791" y="1795725"/>
                </a:lnTo>
                <a:lnTo>
                  <a:pt x="0" y="1795725"/>
                </a:lnTo>
                <a:lnTo>
                  <a:pt x="4483" y="1706935"/>
                </a:lnTo>
                <a:cubicBezTo>
                  <a:pt x="95645" y="809280"/>
                  <a:pt x="809281" y="95645"/>
                  <a:pt x="1706935" y="4483"/>
                </a:cubicBezTo>
                <a:lnTo>
                  <a:pt x="1795725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94CBADAD-25F7-840F-69A7-EE69DF79A74C}"/>
              </a:ext>
            </a:extLst>
          </p:cNvPr>
          <p:cNvSpPr/>
          <p:nvPr/>
        </p:nvSpPr>
        <p:spPr>
          <a:xfrm>
            <a:off x="4140200" y="3873500"/>
            <a:ext cx="1795725" cy="1795728"/>
          </a:xfrm>
          <a:custGeom>
            <a:avLst/>
            <a:gdLst/>
            <a:ahLst/>
            <a:cxnLst/>
            <a:rect l="l" t="t" r="r" b="b"/>
            <a:pathLst>
              <a:path w="1795725" h="1795728">
                <a:moveTo>
                  <a:pt x="0" y="0"/>
                </a:moveTo>
                <a:lnTo>
                  <a:pt x="556997" y="0"/>
                </a:lnTo>
                <a:lnTo>
                  <a:pt x="558428" y="28353"/>
                </a:lnTo>
                <a:cubicBezTo>
                  <a:pt x="622290" y="657191"/>
                  <a:pt x="1122216" y="1157117"/>
                  <a:pt x="1751054" y="1220979"/>
                </a:cubicBezTo>
                <a:lnTo>
                  <a:pt x="1795725" y="1223235"/>
                </a:lnTo>
                <a:lnTo>
                  <a:pt x="1795725" y="1795728"/>
                </a:lnTo>
                <a:lnTo>
                  <a:pt x="1706935" y="1791244"/>
                </a:lnTo>
                <a:cubicBezTo>
                  <a:pt x="809281" y="1700082"/>
                  <a:pt x="95645" y="986448"/>
                  <a:pt x="4483" y="88793"/>
                </a:cubicBez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DBD16696-4C93-46B5-ACA4-21F917533263}"/>
              </a:ext>
            </a:extLst>
          </p:cNvPr>
          <p:cNvSpPr/>
          <p:nvPr/>
        </p:nvSpPr>
        <p:spPr>
          <a:xfrm>
            <a:off x="6146800" y="3873500"/>
            <a:ext cx="1795729" cy="1795728"/>
          </a:xfrm>
          <a:custGeom>
            <a:avLst/>
            <a:gdLst/>
            <a:ahLst/>
            <a:cxnLst/>
            <a:rect l="l" t="t" r="r" b="b"/>
            <a:pathLst>
              <a:path w="1795729" h="1795728">
                <a:moveTo>
                  <a:pt x="1210174" y="0"/>
                </a:moveTo>
                <a:lnTo>
                  <a:pt x="1795729" y="0"/>
                </a:lnTo>
                <a:lnTo>
                  <a:pt x="1791245" y="88793"/>
                </a:lnTo>
                <a:cubicBezTo>
                  <a:pt x="1700083" y="986448"/>
                  <a:pt x="986448" y="1700082"/>
                  <a:pt x="88795" y="1791244"/>
                </a:cubicBezTo>
                <a:lnTo>
                  <a:pt x="0" y="1795728"/>
                </a:lnTo>
                <a:lnTo>
                  <a:pt x="0" y="1221793"/>
                </a:lnTo>
                <a:lnTo>
                  <a:pt x="16116" y="1220979"/>
                </a:lnTo>
                <a:cubicBezTo>
                  <a:pt x="644954" y="1157117"/>
                  <a:pt x="1144880" y="657191"/>
                  <a:pt x="1208742" y="28353"/>
                </a:cubicBezTo>
                <a:lnTo>
                  <a:pt x="1210174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D4096B83-C640-E964-FDD1-11C9A0A61157}"/>
              </a:ext>
            </a:extLst>
          </p:cNvPr>
          <p:cNvSpPr/>
          <p:nvPr/>
        </p:nvSpPr>
        <p:spPr>
          <a:xfrm>
            <a:off x="4445000" y="307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5563BAA9-F7C7-3106-A9C9-E972856FCBB2}"/>
              </a:ext>
            </a:extLst>
          </p:cNvPr>
          <p:cNvSpPr/>
          <p:nvPr/>
        </p:nvSpPr>
        <p:spPr>
          <a:xfrm>
            <a:off x="5727700" y="3873500"/>
            <a:ext cx="631999" cy="627784"/>
          </a:xfrm>
          <a:custGeom>
            <a:avLst/>
            <a:gdLst/>
            <a:ahLst/>
            <a:cxnLst/>
            <a:rect l="l" t="t" r="r" b="b"/>
            <a:pathLst>
              <a:path w="631999" h="627784">
                <a:moveTo>
                  <a:pt x="59280" y="0"/>
                </a:moveTo>
                <a:cubicBezTo>
                  <a:pt x="23905" y="0"/>
                  <a:pt x="0" y="29790"/>
                  <a:pt x="0" y="64261"/>
                </a:cubicBezTo>
                <a:lnTo>
                  <a:pt x="0" y="340224"/>
                </a:lnTo>
                <a:cubicBezTo>
                  <a:pt x="0" y="377339"/>
                  <a:pt x="37686" y="386203"/>
                  <a:pt x="37686" y="386203"/>
                </a:cubicBezTo>
                <a:cubicBezTo>
                  <a:pt x="37686" y="386203"/>
                  <a:pt x="37686" y="103090"/>
                  <a:pt x="37686" y="74811"/>
                </a:cubicBezTo>
                <a:cubicBezTo>
                  <a:pt x="37686" y="46502"/>
                  <a:pt x="53047" y="41562"/>
                  <a:pt x="83125" y="41562"/>
                </a:cubicBezTo>
                <a:cubicBezTo>
                  <a:pt x="113175" y="41562"/>
                  <a:pt x="547996" y="41562"/>
                  <a:pt x="547996" y="41562"/>
                </a:cubicBezTo>
                <a:cubicBezTo>
                  <a:pt x="547996" y="41562"/>
                  <a:pt x="533864" y="0"/>
                  <a:pt x="506419" y="0"/>
                </a:cubicBezTo>
                <a:lnTo>
                  <a:pt x="59280" y="0"/>
                </a:lnTo>
                <a:close/>
                <a:moveTo>
                  <a:pt x="108610" y="70917"/>
                </a:moveTo>
                <a:cubicBezTo>
                  <a:pt x="67940" y="70917"/>
                  <a:pt x="70924" y="105270"/>
                  <a:pt x="70924" y="105270"/>
                </a:cubicBezTo>
                <a:cubicBezTo>
                  <a:pt x="70924" y="105270"/>
                  <a:pt x="70924" y="415529"/>
                  <a:pt x="70924" y="439391"/>
                </a:cubicBezTo>
                <a:cubicBezTo>
                  <a:pt x="70924" y="463281"/>
                  <a:pt x="85057" y="480953"/>
                  <a:pt x="108054" y="480953"/>
                </a:cubicBezTo>
                <a:cubicBezTo>
                  <a:pt x="131053" y="480953"/>
                  <a:pt x="262631" y="480953"/>
                  <a:pt x="262631" y="480953"/>
                </a:cubicBezTo>
                <a:lnTo>
                  <a:pt x="344089" y="627784"/>
                </a:lnTo>
                <a:lnTo>
                  <a:pt x="436051" y="478192"/>
                </a:lnTo>
                <a:cubicBezTo>
                  <a:pt x="436051" y="478192"/>
                  <a:pt x="559027" y="478192"/>
                  <a:pt x="587320" y="478192"/>
                </a:cubicBezTo>
                <a:cubicBezTo>
                  <a:pt x="615615" y="478192"/>
                  <a:pt x="629425" y="478046"/>
                  <a:pt x="629425" y="433840"/>
                </a:cubicBezTo>
                <a:lnTo>
                  <a:pt x="629425" y="121895"/>
                </a:lnTo>
                <a:cubicBezTo>
                  <a:pt x="629425" y="92714"/>
                  <a:pt x="631999" y="70917"/>
                  <a:pt x="593962" y="70917"/>
                </a:cubicBezTo>
                <a:lnTo>
                  <a:pt x="108610" y="70917"/>
                </a:lnTo>
                <a:close/>
              </a:path>
            </a:pathLst>
          </a:custGeom>
          <a:solidFill>
            <a:srgbClr val="284E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7">
            <a:extLst>
              <a:ext uri="{FF2B5EF4-FFF2-40B4-BE49-F238E27FC236}">
                <a16:creationId xmlns:a16="http://schemas.microsoft.com/office/drawing/2014/main" id="{1755CC42-AF77-37AB-D2FB-D3878D85654C}"/>
              </a:ext>
            </a:extLst>
          </p:cNvPr>
          <p:cNvCxnSpPr/>
          <p:nvPr/>
        </p:nvCxnSpPr>
        <p:spPr>
          <a:xfrm rot="3">
            <a:off x="3543300" y="2057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0" name="Connector 18">
            <a:extLst>
              <a:ext uri="{FF2B5EF4-FFF2-40B4-BE49-F238E27FC236}">
                <a16:creationId xmlns:a16="http://schemas.microsoft.com/office/drawing/2014/main" id="{4B272935-1530-FF7E-4523-541C8ECB743B}"/>
              </a:ext>
            </a:extLst>
          </p:cNvPr>
          <p:cNvCxnSpPr/>
          <p:nvPr/>
        </p:nvCxnSpPr>
        <p:spPr>
          <a:xfrm rot="5223772">
            <a:off x="43306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1" name="Connector 19">
            <a:extLst>
              <a:ext uri="{FF2B5EF4-FFF2-40B4-BE49-F238E27FC236}">
                <a16:creationId xmlns:a16="http://schemas.microsoft.com/office/drawing/2014/main" id="{01E825D4-C761-C3A5-C8B7-F31EC43E5484}"/>
              </a:ext>
            </a:extLst>
          </p:cNvPr>
          <p:cNvCxnSpPr/>
          <p:nvPr/>
        </p:nvCxnSpPr>
        <p:spPr>
          <a:xfrm rot="3">
            <a:off x="7505700" y="2057400"/>
            <a:ext cx="101607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2" name="Connector 20">
            <a:extLst>
              <a:ext uri="{FF2B5EF4-FFF2-40B4-BE49-F238E27FC236}">
                <a16:creationId xmlns:a16="http://schemas.microsoft.com/office/drawing/2014/main" id="{E5D6AE73-5266-42FA-1FBF-80556DCBC3E4}"/>
              </a:ext>
            </a:extLst>
          </p:cNvPr>
          <p:cNvCxnSpPr/>
          <p:nvPr/>
        </p:nvCxnSpPr>
        <p:spPr>
          <a:xfrm rot="5223772">
            <a:off x="72389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8C9C02C5-5F20-329C-ED7A-1527C8BFEA2F}"/>
              </a:ext>
            </a:extLst>
          </p:cNvPr>
          <p:cNvCxnSpPr/>
          <p:nvPr/>
        </p:nvCxnSpPr>
        <p:spPr>
          <a:xfrm rot="3">
            <a:off x="3543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4" name="Connector 22">
            <a:extLst>
              <a:ext uri="{FF2B5EF4-FFF2-40B4-BE49-F238E27FC236}">
                <a16:creationId xmlns:a16="http://schemas.microsoft.com/office/drawing/2014/main" id="{A2C5BB72-C508-3A04-AF55-46C8B3E76327}"/>
              </a:ext>
            </a:extLst>
          </p:cNvPr>
          <p:cNvCxnSpPr/>
          <p:nvPr/>
        </p:nvCxnSpPr>
        <p:spPr>
          <a:xfrm rot="5223772">
            <a:off x="4330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5" name="Connector 23">
            <a:extLst>
              <a:ext uri="{FF2B5EF4-FFF2-40B4-BE49-F238E27FC236}">
                <a16:creationId xmlns:a16="http://schemas.microsoft.com/office/drawing/2014/main" id="{CE10274B-30FF-9A07-C8A9-53BDD470907A}"/>
              </a:ext>
            </a:extLst>
          </p:cNvPr>
          <p:cNvCxnSpPr/>
          <p:nvPr/>
        </p:nvCxnSpPr>
        <p:spPr>
          <a:xfrm rot="3">
            <a:off x="7480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6" name="Connector 24">
            <a:extLst>
              <a:ext uri="{FF2B5EF4-FFF2-40B4-BE49-F238E27FC236}">
                <a16:creationId xmlns:a16="http://schemas.microsoft.com/office/drawing/2014/main" id="{AB4321F1-92DA-11D2-83F1-93B60EA127DB}"/>
              </a:ext>
            </a:extLst>
          </p:cNvPr>
          <p:cNvCxnSpPr/>
          <p:nvPr/>
        </p:nvCxnSpPr>
        <p:spPr>
          <a:xfrm rot="5223772">
            <a:off x="7251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7" name="AutoShape 25">
            <a:extLst>
              <a:ext uri="{FF2B5EF4-FFF2-40B4-BE49-F238E27FC236}">
                <a16:creationId xmlns:a16="http://schemas.microsoft.com/office/drawing/2014/main" id="{93008BEA-E94D-1DEC-55C8-A0D57986AE54}"/>
              </a:ext>
            </a:extLst>
          </p:cNvPr>
          <p:cNvSpPr/>
          <p:nvPr/>
        </p:nvSpPr>
        <p:spPr>
          <a:xfrm>
            <a:off x="3302000" y="19304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3A88A187-F5DD-4281-7B2A-748351EB4A6B}"/>
              </a:ext>
            </a:extLst>
          </p:cNvPr>
          <p:cNvSpPr/>
          <p:nvPr/>
        </p:nvSpPr>
        <p:spPr>
          <a:xfrm>
            <a:off x="3289300" y="53721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181862E4-B5C0-89B6-CA49-3FAAFC7A3062}"/>
              </a:ext>
            </a:extLst>
          </p:cNvPr>
          <p:cNvSpPr/>
          <p:nvPr/>
        </p:nvSpPr>
        <p:spPr>
          <a:xfrm>
            <a:off x="8521700" y="19304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BBF3AD1D-EE2F-D470-E13A-B497CC424F61}"/>
              </a:ext>
            </a:extLst>
          </p:cNvPr>
          <p:cNvSpPr/>
          <p:nvPr/>
        </p:nvSpPr>
        <p:spPr>
          <a:xfrm>
            <a:off x="8470900" y="53721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0982D153-4420-00C6-DE2E-FB9371D4B6AA}"/>
              </a:ext>
            </a:extLst>
          </p:cNvPr>
          <p:cNvSpPr/>
          <p:nvPr/>
        </p:nvSpPr>
        <p:spPr>
          <a:xfrm>
            <a:off x="2283941" y="1646933"/>
            <a:ext cx="542149" cy="631850"/>
          </a:xfrm>
          <a:custGeom>
            <a:avLst/>
            <a:gdLst/>
            <a:ahLst/>
            <a:cxnLst/>
            <a:rect l="l" t="t" r="r" b="b"/>
            <a:pathLst>
              <a:path w="542149" h="631850">
                <a:moveTo>
                  <a:pt x="301044" y="452505"/>
                </a:moveTo>
                <a:lnTo>
                  <a:pt x="301044" y="303055"/>
                </a:lnTo>
                <a:cubicBezTo>
                  <a:pt x="301044" y="286498"/>
                  <a:pt x="287616" y="273100"/>
                  <a:pt x="271075" y="273100"/>
                </a:cubicBezTo>
                <a:cubicBezTo>
                  <a:pt x="254585" y="273100"/>
                  <a:pt x="241206" y="286498"/>
                  <a:pt x="241206" y="303055"/>
                </a:cubicBezTo>
                <a:lnTo>
                  <a:pt x="241206" y="452505"/>
                </a:lnTo>
                <a:lnTo>
                  <a:pt x="94149" y="452505"/>
                </a:lnTo>
                <a:lnTo>
                  <a:pt x="174869" y="351585"/>
                </a:lnTo>
                <a:cubicBezTo>
                  <a:pt x="182022" y="342546"/>
                  <a:pt x="183503" y="330319"/>
                  <a:pt x="178559" y="319992"/>
                </a:cubicBezTo>
                <a:cubicBezTo>
                  <a:pt x="173614" y="309520"/>
                  <a:pt x="163072" y="303055"/>
                  <a:pt x="151527" y="303055"/>
                </a:cubicBezTo>
                <a:lnTo>
                  <a:pt x="119324" y="303055"/>
                </a:lnTo>
                <a:lnTo>
                  <a:pt x="271075" y="86119"/>
                </a:lnTo>
                <a:lnTo>
                  <a:pt x="423053" y="303055"/>
                </a:lnTo>
                <a:lnTo>
                  <a:pt x="390674" y="303055"/>
                </a:lnTo>
                <a:cubicBezTo>
                  <a:pt x="379305" y="303055"/>
                  <a:pt x="368712" y="309520"/>
                  <a:pt x="363742" y="319992"/>
                </a:cubicBezTo>
                <a:cubicBezTo>
                  <a:pt x="358773" y="330319"/>
                  <a:pt x="360153" y="342546"/>
                  <a:pt x="367433" y="351585"/>
                </a:cubicBezTo>
                <a:lnTo>
                  <a:pt x="448177" y="452505"/>
                </a:lnTo>
                <a:cubicBezTo>
                  <a:pt x="448177" y="452505"/>
                  <a:pt x="301044" y="452505"/>
                  <a:pt x="301044" y="452505"/>
                </a:cubicBezTo>
                <a:close/>
                <a:moveTo>
                  <a:pt x="533666" y="463680"/>
                </a:moveTo>
                <a:lnTo>
                  <a:pt x="452946" y="362701"/>
                </a:lnTo>
                <a:lnTo>
                  <a:pt x="480380" y="362701"/>
                </a:lnTo>
                <a:cubicBezTo>
                  <a:pt x="491525" y="362701"/>
                  <a:pt x="501739" y="356528"/>
                  <a:pt x="506960" y="346641"/>
                </a:cubicBezTo>
                <a:cubicBezTo>
                  <a:pt x="512055" y="336724"/>
                  <a:pt x="511202" y="324877"/>
                  <a:pt x="504978" y="315721"/>
                </a:cubicBezTo>
                <a:lnTo>
                  <a:pt x="295598" y="16733"/>
                </a:lnTo>
                <a:cubicBezTo>
                  <a:pt x="286110" y="3335"/>
                  <a:pt x="267410" y="0"/>
                  <a:pt x="254033" y="9478"/>
                </a:cubicBezTo>
                <a:cubicBezTo>
                  <a:pt x="251222" y="11409"/>
                  <a:pt x="249214" y="13866"/>
                  <a:pt x="247306" y="16382"/>
                </a:cubicBezTo>
                <a:cubicBezTo>
                  <a:pt x="246578" y="16733"/>
                  <a:pt x="37374" y="315721"/>
                  <a:pt x="37374" y="315721"/>
                </a:cubicBezTo>
                <a:cubicBezTo>
                  <a:pt x="30973" y="324877"/>
                  <a:pt x="30271" y="336724"/>
                  <a:pt x="35366" y="346641"/>
                </a:cubicBezTo>
                <a:cubicBezTo>
                  <a:pt x="40461" y="356528"/>
                  <a:pt x="50652" y="362701"/>
                  <a:pt x="61896" y="362701"/>
                </a:cubicBezTo>
                <a:lnTo>
                  <a:pt x="89380" y="362701"/>
                </a:lnTo>
                <a:lnTo>
                  <a:pt x="8686" y="463680"/>
                </a:lnTo>
                <a:cubicBezTo>
                  <a:pt x="1457" y="472602"/>
                  <a:pt x="0" y="484917"/>
                  <a:pt x="4995" y="495360"/>
                </a:cubicBezTo>
                <a:cubicBezTo>
                  <a:pt x="9941" y="505568"/>
                  <a:pt x="20482" y="512180"/>
                  <a:pt x="32027" y="512180"/>
                </a:cubicBezTo>
                <a:lnTo>
                  <a:pt x="241206" y="512180"/>
                </a:lnTo>
                <a:lnTo>
                  <a:pt x="241206" y="601955"/>
                </a:lnTo>
                <a:cubicBezTo>
                  <a:pt x="241206" y="618395"/>
                  <a:pt x="254585" y="631851"/>
                  <a:pt x="271075" y="631851"/>
                </a:cubicBezTo>
                <a:cubicBezTo>
                  <a:pt x="287616" y="631851"/>
                  <a:pt x="301044" y="618395"/>
                  <a:pt x="301044" y="601955"/>
                </a:cubicBezTo>
                <a:lnTo>
                  <a:pt x="301044" y="512180"/>
                </a:lnTo>
                <a:lnTo>
                  <a:pt x="510349" y="512180"/>
                </a:lnTo>
                <a:cubicBezTo>
                  <a:pt x="521719" y="512180"/>
                  <a:pt x="532236" y="505568"/>
                  <a:pt x="537180" y="495360"/>
                </a:cubicBezTo>
                <a:cubicBezTo>
                  <a:pt x="542149" y="484917"/>
                  <a:pt x="540845" y="472602"/>
                  <a:pt x="533666" y="463680"/>
                </a:cubicBezTo>
                <a:cubicBezTo>
                  <a:pt x="533666" y="463680"/>
                  <a:pt x="533666" y="463680"/>
                  <a:pt x="533666" y="46368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30">
            <a:extLst>
              <a:ext uri="{FF2B5EF4-FFF2-40B4-BE49-F238E27FC236}">
                <a16:creationId xmlns:a16="http://schemas.microsoft.com/office/drawing/2014/main" id="{FDFA3E8F-FEE3-C21C-6025-D0F7094C4977}"/>
              </a:ext>
            </a:extLst>
          </p:cNvPr>
          <p:cNvSpPr/>
          <p:nvPr/>
        </p:nvSpPr>
        <p:spPr>
          <a:xfrm>
            <a:off x="9182100" y="1651000"/>
            <a:ext cx="630241" cy="627784"/>
          </a:xfrm>
          <a:custGeom>
            <a:avLst/>
            <a:gdLst/>
            <a:ahLst/>
            <a:cxnLst/>
            <a:rect l="l" t="t" r="r" b="b"/>
            <a:pathLst>
              <a:path w="630241" h="627784">
                <a:moveTo>
                  <a:pt x="154175" y="0"/>
                </a:moveTo>
                <a:cubicBezTo>
                  <a:pt x="143584" y="0"/>
                  <a:pt x="137603" y="6656"/>
                  <a:pt x="137603" y="17206"/>
                </a:cubicBezTo>
                <a:lnTo>
                  <a:pt x="137603" y="75566"/>
                </a:lnTo>
                <a:cubicBezTo>
                  <a:pt x="135969" y="66672"/>
                  <a:pt x="129170" y="59581"/>
                  <a:pt x="119775" y="59581"/>
                </a:cubicBezTo>
                <a:cubicBezTo>
                  <a:pt x="112277" y="59581"/>
                  <a:pt x="104719" y="59204"/>
                  <a:pt x="97658" y="58971"/>
                </a:cubicBezTo>
                <a:cubicBezTo>
                  <a:pt x="67022" y="58042"/>
                  <a:pt x="37960" y="57198"/>
                  <a:pt x="18440" y="76177"/>
                </a:cubicBezTo>
                <a:cubicBezTo>
                  <a:pt x="5777" y="88412"/>
                  <a:pt x="0" y="106723"/>
                  <a:pt x="0" y="132067"/>
                </a:cubicBezTo>
                <a:cubicBezTo>
                  <a:pt x="0" y="201530"/>
                  <a:pt x="46568" y="334150"/>
                  <a:pt x="119775" y="334150"/>
                </a:cubicBezTo>
                <a:cubicBezTo>
                  <a:pt x="130367" y="334150"/>
                  <a:pt x="138828" y="325692"/>
                  <a:pt x="138828" y="315112"/>
                </a:cubicBezTo>
                <a:cubicBezTo>
                  <a:pt x="138828" y="304563"/>
                  <a:pt x="130367" y="296075"/>
                  <a:pt x="119775" y="296075"/>
                </a:cubicBezTo>
                <a:cubicBezTo>
                  <a:pt x="81902" y="296075"/>
                  <a:pt x="38077" y="196851"/>
                  <a:pt x="38077" y="132067"/>
                </a:cubicBezTo>
                <a:cubicBezTo>
                  <a:pt x="38077" y="122273"/>
                  <a:pt x="38952" y="109572"/>
                  <a:pt x="44846" y="103817"/>
                </a:cubicBezTo>
                <a:cubicBezTo>
                  <a:pt x="52812" y="96115"/>
                  <a:pt x="73995" y="96347"/>
                  <a:pt x="96432" y="97045"/>
                </a:cubicBezTo>
                <a:cubicBezTo>
                  <a:pt x="103844" y="97306"/>
                  <a:pt x="111868" y="97655"/>
                  <a:pt x="119775" y="97655"/>
                </a:cubicBezTo>
                <a:cubicBezTo>
                  <a:pt x="129170" y="97655"/>
                  <a:pt x="135969" y="90564"/>
                  <a:pt x="137603" y="81699"/>
                </a:cubicBezTo>
                <a:lnTo>
                  <a:pt x="137603" y="299767"/>
                </a:lnTo>
                <a:cubicBezTo>
                  <a:pt x="137603" y="395300"/>
                  <a:pt x="207192" y="478452"/>
                  <a:pt x="294842" y="498159"/>
                </a:cubicBezTo>
                <a:lnTo>
                  <a:pt x="294842" y="589711"/>
                </a:lnTo>
                <a:lnTo>
                  <a:pt x="195958" y="589711"/>
                </a:lnTo>
                <a:cubicBezTo>
                  <a:pt x="185425" y="589711"/>
                  <a:pt x="176905" y="598197"/>
                  <a:pt x="176905" y="608747"/>
                </a:cubicBezTo>
                <a:cubicBezTo>
                  <a:pt x="176905" y="619269"/>
                  <a:pt x="185425" y="627784"/>
                  <a:pt x="195958" y="627784"/>
                </a:cubicBezTo>
                <a:lnTo>
                  <a:pt x="473001" y="627784"/>
                </a:lnTo>
                <a:cubicBezTo>
                  <a:pt x="483593" y="627784"/>
                  <a:pt x="492026" y="619269"/>
                  <a:pt x="492026" y="608747"/>
                </a:cubicBezTo>
                <a:cubicBezTo>
                  <a:pt x="492026" y="598197"/>
                  <a:pt x="483535" y="589711"/>
                  <a:pt x="473001" y="589711"/>
                </a:cubicBezTo>
                <a:lnTo>
                  <a:pt x="332948" y="589711"/>
                </a:lnTo>
                <a:lnTo>
                  <a:pt x="332948" y="506151"/>
                </a:lnTo>
                <a:lnTo>
                  <a:pt x="340302" y="506151"/>
                </a:lnTo>
                <a:cubicBezTo>
                  <a:pt x="434924" y="506151"/>
                  <a:pt x="517294" y="425237"/>
                  <a:pt x="532583" y="329237"/>
                </a:cubicBezTo>
                <a:cubicBezTo>
                  <a:pt x="592630" y="305812"/>
                  <a:pt x="630241" y="194061"/>
                  <a:pt x="630241" y="132067"/>
                </a:cubicBezTo>
                <a:cubicBezTo>
                  <a:pt x="630241" y="106665"/>
                  <a:pt x="623792" y="88412"/>
                  <a:pt x="611188" y="76177"/>
                </a:cubicBezTo>
                <a:cubicBezTo>
                  <a:pt x="593098" y="58651"/>
                  <a:pt x="566809" y="58216"/>
                  <a:pt x="538710" y="58971"/>
                </a:cubicBezTo>
                <a:lnTo>
                  <a:pt x="538710" y="17206"/>
                </a:lnTo>
                <a:cubicBezTo>
                  <a:pt x="538710" y="6656"/>
                  <a:pt x="527740" y="0"/>
                  <a:pt x="517206" y="0"/>
                </a:cubicBezTo>
                <a:lnTo>
                  <a:pt x="154175" y="0"/>
                </a:lnTo>
                <a:close/>
                <a:moveTo>
                  <a:pt x="175679" y="38073"/>
                </a:moveTo>
                <a:cubicBezTo>
                  <a:pt x="175679" y="38073"/>
                  <a:pt x="500633" y="38073"/>
                  <a:pt x="500633" y="38073"/>
                </a:cubicBezTo>
                <a:lnTo>
                  <a:pt x="500633" y="63882"/>
                </a:lnTo>
                <a:cubicBezTo>
                  <a:pt x="495440" y="67313"/>
                  <a:pt x="491413" y="71963"/>
                  <a:pt x="491413" y="78618"/>
                </a:cubicBezTo>
                <a:cubicBezTo>
                  <a:pt x="491413" y="85303"/>
                  <a:pt x="495440" y="89953"/>
                  <a:pt x="500633" y="93383"/>
                </a:cubicBezTo>
                <a:lnTo>
                  <a:pt x="500633" y="299767"/>
                </a:lnTo>
                <a:cubicBezTo>
                  <a:pt x="500633" y="299970"/>
                  <a:pt x="500633" y="300173"/>
                  <a:pt x="500633" y="300377"/>
                </a:cubicBezTo>
                <a:cubicBezTo>
                  <a:pt x="495440" y="303807"/>
                  <a:pt x="491413" y="308428"/>
                  <a:pt x="491413" y="315112"/>
                </a:cubicBezTo>
                <a:cubicBezTo>
                  <a:pt x="491413" y="318920"/>
                  <a:pt x="493193" y="321972"/>
                  <a:pt x="495089" y="324936"/>
                </a:cubicBezTo>
                <a:cubicBezTo>
                  <a:pt x="481843" y="401462"/>
                  <a:pt x="414617" y="468076"/>
                  <a:pt x="340302" y="468076"/>
                </a:cubicBezTo>
                <a:lnTo>
                  <a:pt x="331081" y="468076"/>
                </a:lnTo>
                <a:cubicBezTo>
                  <a:pt x="248303" y="468076"/>
                  <a:pt x="175679" y="386639"/>
                  <a:pt x="175679" y="299767"/>
                </a:cubicBezTo>
                <a:lnTo>
                  <a:pt x="175679" y="38073"/>
                </a:lnTo>
                <a:close/>
                <a:moveTo>
                  <a:pt x="538710" y="97045"/>
                </a:moveTo>
                <a:cubicBezTo>
                  <a:pt x="558872" y="96493"/>
                  <a:pt x="577517" y="96783"/>
                  <a:pt x="584782" y="103817"/>
                </a:cubicBezTo>
                <a:cubicBezTo>
                  <a:pt x="590647" y="109572"/>
                  <a:pt x="592164" y="122273"/>
                  <a:pt x="592164" y="132067"/>
                </a:cubicBezTo>
                <a:cubicBezTo>
                  <a:pt x="592164" y="181069"/>
                  <a:pt x="567304" y="249516"/>
                  <a:pt x="538710" y="280120"/>
                </a:cubicBezTo>
                <a:lnTo>
                  <a:pt x="538710" y="97045"/>
                </a:lnTo>
                <a:close/>
                <a:moveTo>
                  <a:pt x="225428" y="216237"/>
                </a:moveTo>
                <a:cubicBezTo>
                  <a:pt x="220205" y="216237"/>
                  <a:pt x="216237" y="220102"/>
                  <a:pt x="216237" y="225450"/>
                </a:cubicBezTo>
                <a:lnTo>
                  <a:pt x="216237" y="280120"/>
                </a:lnTo>
                <a:cubicBezTo>
                  <a:pt x="216237" y="355802"/>
                  <a:pt x="245678" y="397626"/>
                  <a:pt x="308964" y="409106"/>
                </a:cubicBezTo>
                <a:cubicBezTo>
                  <a:pt x="309576" y="409193"/>
                  <a:pt x="309023" y="409716"/>
                  <a:pt x="309606" y="409716"/>
                </a:cubicBezTo>
                <a:cubicBezTo>
                  <a:pt x="314187" y="409716"/>
                  <a:pt x="318621" y="406345"/>
                  <a:pt x="319410" y="401724"/>
                </a:cubicBezTo>
                <a:cubicBezTo>
                  <a:pt x="320344" y="396521"/>
                  <a:pt x="317222" y="391639"/>
                  <a:pt x="312057" y="390679"/>
                </a:cubicBezTo>
                <a:cubicBezTo>
                  <a:pt x="257874" y="380884"/>
                  <a:pt x="235261" y="346822"/>
                  <a:pt x="235261" y="280120"/>
                </a:cubicBezTo>
                <a:lnTo>
                  <a:pt x="235261" y="225450"/>
                </a:lnTo>
                <a:cubicBezTo>
                  <a:pt x="235261" y="220102"/>
                  <a:pt x="230709" y="216237"/>
                  <a:pt x="225428" y="216237"/>
                </a:cubicBezTo>
                <a:close/>
                <a:moveTo>
                  <a:pt x="323728" y="412797"/>
                </a:moveTo>
                <a:cubicBezTo>
                  <a:pt x="318446" y="412797"/>
                  <a:pt x="314508" y="416721"/>
                  <a:pt x="314508" y="422011"/>
                </a:cubicBezTo>
                <a:cubicBezTo>
                  <a:pt x="314508" y="427271"/>
                  <a:pt x="318446" y="431834"/>
                  <a:pt x="323728" y="431834"/>
                </a:cubicBezTo>
                <a:lnTo>
                  <a:pt x="333560" y="431834"/>
                </a:lnTo>
                <a:cubicBezTo>
                  <a:pt x="338842" y="431834"/>
                  <a:pt x="342751" y="427271"/>
                  <a:pt x="342751" y="422011"/>
                </a:cubicBezTo>
                <a:cubicBezTo>
                  <a:pt x="342751" y="416721"/>
                  <a:pt x="338842" y="412797"/>
                  <a:pt x="333560" y="412797"/>
                </a:cubicBezTo>
                <a:lnTo>
                  <a:pt x="323728" y="412797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59AFF46-CC10-4EA7-C5E3-979BE4E20DAE}"/>
              </a:ext>
            </a:extLst>
          </p:cNvPr>
          <p:cNvSpPr/>
          <p:nvPr/>
        </p:nvSpPr>
        <p:spPr>
          <a:xfrm>
            <a:off x="9182100" y="5295900"/>
            <a:ext cx="627784" cy="627784"/>
          </a:xfrm>
          <a:custGeom>
            <a:avLst/>
            <a:gdLst/>
            <a:ahLst/>
            <a:cxnLst/>
            <a:rect l="l" t="t" r="r" b="b"/>
            <a:pathLst>
              <a:path w="627784" h="627784">
                <a:moveTo>
                  <a:pt x="313892" y="448429"/>
                </a:moveTo>
                <a:cubicBezTo>
                  <a:pt x="239663" y="448429"/>
                  <a:pt x="179354" y="388093"/>
                  <a:pt x="179354" y="313892"/>
                </a:cubicBezTo>
                <a:cubicBezTo>
                  <a:pt x="179354" y="239720"/>
                  <a:pt x="239663" y="179384"/>
                  <a:pt x="313892" y="179384"/>
                </a:cubicBezTo>
                <a:cubicBezTo>
                  <a:pt x="388035" y="179384"/>
                  <a:pt x="448400" y="239720"/>
                  <a:pt x="448400" y="313892"/>
                </a:cubicBezTo>
                <a:cubicBezTo>
                  <a:pt x="448400" y="388093"/>
                  <a:pt x="388035" y="448429"/>
                  <a:pt x="313892" y="448429"/>
                </a:cubicBezTo>
                <a:cubicBezTo>
                  <a:pt x="313892" y="448429"/>
                  <a:pt x="313892" y="448429"/>
                  <a:pt x="313892" y="448429"/>
                </a:cubicBezTo>
                <a:close/>
                <a:moveTo>
                  <a:pt x="313892" y="125586"/>
                </a:moveTo>
                <a:cubicBezTo>
                  <a:pt x="210017" y="125586"/>
                  <a:pt x="125586" y="210047"/>
                  <a:pt x="125586" y="313892"/>
                </a:cubicBezTo>
                <a:cubicBezTo>
                  <a:pt x="125586" y="417766"/>
                  <a:pt x="210017" y="502199"/>
                  <a:pt x="313892" y="502199"/>
                </a:cubicBezTo>
                <a:cubicBezTo>
                  <a:pt x="417739" y="502199"/>
                  <a:pt x="502169" y="417766"/>
                  <a:pt x="502169" y="313892"/>
                </a:cubicBezTo>
                <a:cubicBezTo>
                  <a:pt x="502169" y="210047"/>
                  <a:pt x="417739" y="125586"/>
                  <a:pt x="313892" y="125586"/>
                </a:cubicBezTo>
                <a:cubicBezTo>
                  <a:pt x="313892" y="125586"/>
                  <a:pt x="313892" y="125586"/>
                  <a:pt x="313892" y="125586"/>
                </a:cubicBezTo>
                <a:close/>
                <a:moveTo>
                  <a:pt x="313892" y="520131"/>
                </a:moveTo>
                <a:cubicBezTo>
                  <a:pt x="298953" y="520131"/>
                  <a:pt x="287007" y="532251"/>
                  <a:pt x="287007" y="547014"/>
                </a:cubicBezTo>
                <a:lnTo>
                  <a:pt x="287007" y="600899"/>
                </a:lnTo>
                <a:cubicBezTo>
                  <a:pt x="287007" y="615693"/>
                  <a:pt x="298953" y="627784"/>
                  <a:pt x="313892" y="627784"/>
                </a:cubicBezTo>
                <a:cubicBezTo>
                  <a:pt x="328773" y="627784"/>
                  <a:pt x="340777" y="615693"/>
                  <a:pt x="340777" y="600899"/>
                </a:cubicBezTo>
                <a:lnTo>
                  <a:pt x="340777" y="547014"/>
                </a:lnTo>
                <a:cubicBezTo>
                  <a:pt x="340777" y="532251"/>
                  <a:pt x="328773" y="520131"/>
                  <a:pt x="313892" y="520131"/>
                </a:cubicBezTo>
                <a:cubicBezTo>
                  <a:pt x="313892" y="520131"/>
                  <a:pt x="313892" y="520131"/>
                  <a:pt x="313892" y="520131"/>
                </a:cubicBezTo>
                <a:close/>
                <a:moveTo>
                  <a:pt x="512225" y="474268"/>
                </a:moveTo>
                <a:cubicBezTo>
                  <a:pt x="507430" y="469355"/>
                  <a:pt x="500658" y="466362"/>
                  <a:pt x="493246" y="466362"/>
                </a:cubicBezTo>
                <a:cubicBezTo>
                  <a:pt x="478366" y="466362"/>
                  <a:pt x="466362" y="478395"/>
                  <a:pt x="466362" y="493246"/>
                </a:cubicBezTo>
                <a:cubicBezTo>
                  <a:pt x="466362" y="500687"/>
                  <a:pt x="469327" y="507459"/>
                  <a:pt x="474268" y="512284"/>
                </a:cubicBezTo>
                <a:lnTo>
                  <a:pt x="510017" y="548178"/>
                </a:lnTo>
                <a:cubicBezTo>
                  <a:pt x="514957" y="553002"/>
                  <a:pt x="521729" y="556054"/>
                  <a:pt x="529170" y="556054"/>
                </a:cubicBezTo>
                <a:cubicBezTo>
                  <a:pt x="543935" y="556054"/>
                  <a:pt x="556025" y="543963"/>
                  <a:pt x="556025" y="529170"/>
                </a:cubicBezTo>
                <a:cubicBezTo>
                  <a:pt x="556025" y="521729"/>
                  <a:pt x="553002" y="514986"/>
                  <a:pt x="548178" y="510103"/>
                </a:cubicBezTo>
                <a:cubicBezTo>
                  <a:pt x="548178" y="510103"/>
                  <a:pt x="512225" y="474268"/>
                  <a:pt x="512225" y="474268"/>
                </a:cubicBezTo>
                <a:close/>
                <a:moveTo>
                  <a:pt x="600842" y="287007"/>
                </a:moveTo>
                <a:lnTo>
                  <a:pt x="547014" y="287007"/>
                </a:lnTo>
                <a:cubicBezTo>
                  <a:pt x="532192" y="287007"/>
                  <a:pt x="520131" y="299011"/>
                  <a:pt x="520131" y="313892"/>
                </a:cubicBezTo>
                <a:cubicBezTo>
                  <a:pt x="520131" y="328773"/>
                  <a:pt x="532192" y="340777"/>
                  <a:pt x="547014" y="340777"/>
                </a:cubicBezTo>
                <a:lnTo>
                  <a:pt x="600842" y="340777"/>
                </a:lnTo>
                <a:cubicBezTo>
                  <a:pt x="615635" y="340777"/>
                  <a:pt x="627784" y="328773"/>
                  <a:pt x="627784" y="313892"/>
                </a:cubicBezTo>
                <a:cubicBezTo>
                  <a:pt x="627784" y="299011"/>
                  <a:pt x="615635" y="287007"/>
                  <a:pt x="600842" y="287007"/>
                </a:cubicBezTo>
                <a:cubicBezTo>
                  <a:pt x="600842" y="287007"/>
                  <a:pt x="600842" y="287007"/>
                  <a:pt x="600842" y="287007"/>
                </a:cubicBezTo>
                <a:close/>
                <a:moveTo>
                  <a:pt x="115500" y="153546"/>
                </a:moveTo>
                <a:cubicBezTo>
                  <a:pt x="120296" y="158399"/>
                  <a:pt x="127069" y="161422"/>
                  <a:pt x="134537" y="161422"/>
                </a:cubicBezTo>
                <a:cubicBezTo>
                  <a:pt x="149418" y="161422"/>
                  <a:pt x="161393" y="149389"/>
                  <a:pt x="161393" y="134537"/>
                </a:cubicBezTo>
                <a:cubicBezTo>
                  <a:pt x="161393" y="127069"/>
                  <a:pt x="158370" y="120354"/>
                  <a:pt x="153516" y="115500"/>
                </a:cubicBezTo>
                <a:lnTo>
                  <a:pt x="117681" y="79635"/>
                </a:lnTo>
                <a:cubicBezTo>
                  <a:pt x="112798" y="74811"/>
                  <a:pt x="106055" y="71730"/>
                  <a:pt x="98614" y="71730"/>
                </a:cubicBezTo>
                <a:cubicBezTo>
                  <a:pt x="83792" y="71730"/>
                  <a:pt x="71702" y="83821"/>
                  <a:pt x="71702" y="98585"/>
                </a:cubicBezTo>
                <a:cubicBezTo>
                  <a:pt x="71702" y="106055"/>
                  <a:pt x="74752" y="112827"/>
                  <a:pt x="79606" y="117652"/>
                </a:cubicBezTo>
                <a:cubicBezTo>
                  <a:pt x="79606" y="117652"/>
                  <a:pt x="115500" y="153546"/>
                  <a:pt x="115500" y="153546"/>
                </a:cubicBezTo>
                <a:close/>
                <a:moveTo>
                  <a:pt x="493246" y="161422"/>
                </a:moveTo>
                <a:cubicBezTo>
                  <a:pt x="500658" y="161422"/>
                  <a:pt x="507430" y="158399"/>
                  <a:pt x="512225" y="153546"/>
                </a:cubicBezTo>
                <a:lnTo>
                  <a:pt x="548178" y="117710"/>
                </a:lnTo>
                <a:cubicBezTo>
                  <a:pt x="553002" y="112798"/>
                  <a:pt x="556025" y="106055"/>
                  <a:pt x="556025" y="98585"/>
                </a:cubicBezTo>
                <a:cubicBezTo>
                  <a:pt x="556025" y="83821"/>
                  <a:pt x="543935" y="71730"/>
                  <a:pt x="529170" y="71730"/>
                </a:cubicBezTo>
                <a:cubicBezTo>
                  <a:pt x="521729" y="71730"/>
                  <a:pt x="514957" y="74781"/>
                  <a:pt x="510017" y="79606"/>
                </a:cubicBezTo>
                <a:lnTo>
                  <a:pt x="474268" y="115500"/>
                </a:lnTo>
                <a:cubicBezTo>
                  <a:pt x="469327" y="120354"/>
                  <a:pt x="466362" y="127069"/>
                  <a:pt x="466362" y="134537"/>
                </a:cubicBezTo>
                <a:cubicBezTo>
                  <a:pt x="466362" y="149389"/>
                  <a:pt x="478366" y="161422"/>
                  <a:pt x="493246" y="161422"/>
                </a:cubicBezTo>
                <a:cubicBezTo>
                  <a:pt x="493246" y="161422"/>
                  <a:pt x="493246" y="161422"/>
                  <a:pt x="493246" y="161422"/>
                </a:cubicBezTo>
                <a:close/>
                <a:moveTo>
                  <a:pt x="313892" y="107653"/>
                </a:moveTo>
                <a:cubicBezTo>
                  <a:pt x="328773" y="107653"/>
                  <a:pt x="340777" y="95592"/>
                  <a:pt x="340777" y="80769"/>
                </a:cubicBezTo>
                <a:lnTo>
                  <a:pt x="340777" y="26885"/>
                </a:lnTo>
                <a:cubicBezTo>
                  <a:pt x="340777" y="12090"/>
                  <a:pt x="328773" y="0"/>
                  <a:pt x="313892" y="0"/>
                </a:cubicBezTo>
                <a:cubicBezTo>
                  <a:pt x="298953" y="0"/>
                  <a:pt x="287007" y="12090"/>
                  <a:pt x="287007" y="26885"/>
                </a:cubicBezTo>
                <a:lnTo>
                  <a:pt x="287007" y="80769"/>
                </a:lnTo>
                <a:cubicBezTo>
                  <a:pt x="287007" y="95592"/>
                  <a:pt x="298953" y="107653"/>
                  <a:pt x="313892" y="107653"/>
                </a:cubicBezTo>
                <a:cubicBezTo>
                  <a:pt x="313892" y="107653"/>
                  <a:pt x="313892" y="107653"/>
                  <a:pt x="313892" y="107653"/>
                </a:cubicBezTo>
                <a:close/>
                <a:moveTo>
                  <a:pt x="134537" y="466362"/>
                </a:moveTo>
                <a:cubicBezTo>
                  <a:pt x="127069" y="466362"/>
                  <a:pt x="120296" y="469355"/>
                  <a:pt x="115500" y="474268"/>
                </a:cubicBezTo>
                <a:lnTo>
                  <a:pt x="79606" y="510103"/>
                </a:lnTo>
                <a:cubicBezTo>
                  <a:pt x="74752" y="514986"/>
                  <a:pt x="71702" y="521729"/>
                  <a:pt x="71702" y="529170"/>
                </a:cubicBezTo>
                <a:cubicBezTo>
                  <a:pt x="71702" y="543992"/>
                  <a:pt x="83792" y="556054"/>
                  <a:pt x="98614" y="556054"/>
                </a:cubicBezTo>
                <a:cubicBezTo>
                  <a:pt x="106055" y="556054"/>
                  <a:pt x="112798" y="553002"/>
                  <a:pt x="117593" y="548178"/>
                </a:cubicBezTo>
                <a:lnTo>
                  <a:pt x="153516" y="512284"/>
                </a:lnTo>
                <a:cubicBezTo>
                  <a:pt x="158370" y="507459"/>
                  <a:pt x="161393" y="500687"/>
                  <a:pt x="161393" y="493246"/>
                </a:cubicBezTo>
                <a:cubicBezTo>
                  <a:pt x="161393" y="478395"/>
                  <a:pt x="149418" y="466362"/>
                  <a:pt x="134537" y="466362"/>
                </a:cubicBezTo>
                <a:cubicBezTo>
                  <a:pt x="134537" y="466362"/>
                  <a:pt x="134537" y="466362"/>
                  <a:pt x="134537" y="466362"/>
                </a:cubicBezTo>
                <a:close/>
                <a:moveTo>
                  <a:pt x="107596" y="313921"/>
                </a:moveTo>
                <a:cubicBezTo>
                  <a:pt x="107596" y="299011"/>
                  <a:pt x="95533" y="287037"/>
                  <a:pt x="80740" y="287037"/>
                </a:cubicBezTo>
                <a:lnTo>
                  <a:pt x="26855" y="287037"/>
                </a:lnTo>
                <a:cubicBezTo>
                  <a:pt x="12090" y="287037"/>
                  <a:pt x="0" y="299011"/>
                  <a:pt x="0" y="313921"/>
                </a:cubicBezTo>
                <a:cubicBezTo>
                  <a:pt x="0" y="328773"/>
                  <a:pt x="12090" y="340806"/>
                  <a:pt x="26855" y="340806"/>
                </a:cubicBezTo>
                <a:lnTo>
                  <a:pt x="80740" y="340806"/>
                </a:lnTo>
                <a:cubicBezTo>
                  <a:pt x="95533" y="340806"/>
                  <a:pt x="107596" y="328773"/>
                  <a:pt x="107596" y="313921"/>
                </a:cubicBezTo>
                <a:cubicBezTo>
                  <a:pt x="107596" y="313921"/>
                  <a:pt x="107596" y="313921"/>
                  <a:pt x="107596" y="313921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FA3B6DC7-A2E3-52AE-0C9E-CE07FD529609}"/>
              </a:ext>
            </a:extLst>
          </p:cNvPr>
          <p:cNvSpPr/>
          <p:nvPr/>
        </p:nvSpPr>
        <p:spPr>
          <a:xfrm>
            <a:off x="2336800" y="5280603"/>
            <a:ext cx="431869" cy="630381"/>
          </a:xfrm>
          <a:custGeom>
            <a:avLst/>
            <a:gdLst/>
            <a:ahLst/>
            <a:cxnLst/>
            <a:rect l="l" t="t" r="r" b="b"/>
            <a:pathLst>
              <a:path w="431869" h="630381">
                <a:moveTo>
                  <a:pt x="159851" y="3443"/>
                </a:moveTo>
                <a:cubicBezTo>
                  <a:pt x="146876" y="0"/>
                  <a:pt x="134019" y="7296"/>
                  <a:pt x="130580" y="20225"/>
                </a:cubicBezTo>
                <a:lnTo>
                  <a:pt x="122462" y="51656"/>
                </a:lnTo>
                <a:cubicBezTo>
                  <a:pt x="119103" y="64584"/>
                  <a:pt x="126322" y="77542"/>
                  <a:pt x="139258" y="80928"/>
                </a:cubicBezTo>
                <a:cubicBezTo>
                  <a:pt x="141317" y="81628"/>
                  <a:pt x="143676" y="82008"/>
                  <a:pt x="145755" y="82008"/>
                </a:cubicBezTo>
                <a:cubicBezTo>
                  <a:pt x="155952" y="82008"/>
                  <a:pt x="165769" y="75033"/>
                  <a:pt x="168529" y="64117"/>
                </a:cubicBezTo>
                <a:lnTo>
                  <a:pt x="176646" y="32686"/>
                </a:lnTo>
                <a:cubicBezTo>
                  <a:pt x="180045" y="19757"/>
                  <a:pt x="172747" y="6829"/>
                  <a:pt x="159851" y="3443"/>
                </a:cubicBezTo>
                <a:close/>
                <a:moveTo>
                  <a:pt x="333238" y="3443"/>
                </a:moveTo>
                <a:cubicBezTo>
                  <a:pt x="320302" y="0"/>
                  <a:pt x="307406" y="7296"/>
                  <a:pt x="303987" y="20225"/>
                </a:cubicBezTo>
                <a:lnTo>
                  <a:pt x="295849" y="51656"/>
                </a:lnTo>
                <a:cubicBezTo>
                  <a:pt x="292430" y="64584"/>
                  <a:pt x="299688" y="77542"/>
                  <a:pt x="312664" y="80928"/>
                </a:cubicBezTo>
                <a:cubicBezTo>
                  <a:pt x="314664" y="81628"/>
                  <a:pt x="317102" y="82008"/>
                  <a:pt x="319162" y="82008"/>
                </a:cubicBezTo>
                <a:cubicBezTo>
                  <a:pt x="329339" y="82008"/>
                  <a:pt x="339216" y="75033"/>
                  <a:pt x="341916" y="64117"/>
                </a:cubicBezTo>
                <a:lnTo>
                  <a:pt x="350053" y="32686"/>
                </a:lnTo>
                <a:cubicBezTo>
                  <a:pt x="353432" y="19757"/>
                  <a:pt x="346194" y="6829"/>
                  <a:pt x="333238" y="3443"/>
                </a:cubicBezTo>
                <a:close/>
                <a:moveTo>
                  <a:pt x="246545" y="55449"/>
                </a:moveTo>
                <a:cubicBezTo>
                  <a:pt x="233609" y="52065"/>
                  <a:pt x="220712" y="59332"/>
                  <a:pt x="217293" y="72260"/>
                </a:cubicBezTo>
                <a:lnTo>
                  <a:pt x="209156" y="103662"/>
                </a:lnTo>
                <a:cubicBezTo>
                  <a:pt x="205737" y="116591"/>
                  <a:pt x="213035" y="129520"/>
                  <a:pt x="225951" y="132935"/>
                </a:cubicBezTo>
                <a:cubicBezTo>
                  <a:pt x="227990" y="133634"/>
                  <a:pt x="230430" y="134014"/>
                  <a:pt x="232468" y="134014"/>
                </a:cubicBezTo>
                <a:cubicBezTo>
                  <a:pt x="243365" y="134014"/>
                  <a:pt x="252523" y="127039"/>
                  <a:pt x="255222" y="116153"/>
                </a:cubicBezTo>
                <a:lnTo>
                  <a:pt x="263340" y="84722"/>
                </a:lnTo>
                <a:cubicBezTo>
                  <a:pt x="266779" y="71764"/>
                  <a:pt x="259500" y="58864"/>
                  <a:pt x="246545" y="55449"/>
                </a:cubicBezTo>
                <a:close/>
                <a:moveTo>
                  <a:pt x="73157" y="90120"/>
                </a:moveTo>
                <a:cubicBezTo>
                  <a:pt x="60241" y="86736"/>
                  <a:pt x="47245" y="94003"/>
                  <a:pt x="43886" y="106931"/>
                </a:cubicBezTo>
                <a:lnTo>
                  <a:pt x="35770" y="138363"/>
                </a:lnTo>
                <a:cubicBezTo>
                  <a:pt x="32351" y="151291"/>
                  <a:pt x="39607" y="164191"/>
                  <a:pt x="52564" y="167606"/>
                </a:cubicBezTo>
                <a:cubicBezTo>
                  <a:pt x="54563" y="168276"/>
                  <a:pt x="57023" y="168714"/>
                  <a:pt x="59061" y="168714"/>
                </a:cubicBezTo>
                <a:cubicBezTo>
                  <a:pt x="69338" y="168714"/>
                  <a:pt x="79136" y="161710"/>
                  <a:pt x="81815" y="150824"/>
                </a:cubicBezTo>
                <a:lnTo>
                  <a:pt x="89953" y="119393"/>
                </a:lnTo>
                <a:cubicBezTo>
                  <a:pt x="93372" y="106464"/>
                  <a:pt x="86114" y="93506"/>
                  <a:pt x="73157" y="90120"/>
                </a:cubicBezTo>
                <a:close/>
                <a:moveTo>
                  <a:pt x="402617" y="90120"/>
                </a:moveTo>
                <a:cubicBezTo>
                  <a:pt x="389661" y="86736"/>
                  <a:pt x="376765" y="94003"/>
                  <a:pt x="373346" y="106931"/>
                </a:cubicBezTo>
                <a:lnTo>
                  <a:pt x="365209" y="138363"/>
                </a:lnTo>
                <a:cubicBezTo>
                  <a:pt x="361850" y="151291"/>
                  <a:pt x="369087" y="164191"/>
                  <a:pt x="382024" y="167606"/>
                </a:cubicBezTo>
                <a:cubicBezTo>
                  <a:pt x="384082" y="168276"/>
                  <a:pt x="386462" y="168714"/>
                  <a:pt x="388521" y="168714"/>
                </a:cubicBezTo>
                <a:cubicBezTo>
                  <a:pt x="398738" y="168714"/>
                  <a:pt x="407895" y="161710"/>
                  <a:pt x="411274" y="150824"/>
                </a:cubicBezTo>
                <a:lnTo>
                  <a:pt x="419412" y="119393"/>
                </a:lnTo>
                <a:cubicBezTo>
                  <a:pt x="422791" y="106464"/>
                  <a:pt x="415553" y="93506"/>
                  <a:pt x="402617" y="90120"/>
                </a:cubicBezTo>
                <a:close/>
                <a:moveTo>
                  <a:pt x="216214" y="176303"/>
                </a:moveTo>
                <a:cubicBezTo>
                  <a:pt x="167209" y="176303"/>
                  <a:pt x="118904" y="191711"/>
                  <a:pt x="80735" y="219641"/>
                </a:cubicBezTo>
                <a:cubicBezTo>
                  <a:pt x="29671" y="256413"/>
                  <a:pt x="0" y="312126"/>
                  <a:pt x="0" y="371371"/>
                </a:cubicBezTo>
                <a:cubicBezTo>
                  <a:pt x="0" y="384270"/>
                  <a:pt x="10897" y="395214"/>
                  <a:pt x="23833" y="395214"/>
                </a:cubicBezTo>
                <a:cubicBezTo>
                  <a:pt x="34050" y="395214"/>
                  <a:pt x="43207" y="390107"/>
                  <a:pt x="46605" y="380563"/>
                </a:cubicBezTo>
                <a:cubicBezTo>
                  <a:pt x="47266" y="378521"/>
                  <a:pt x="55523" y="359988"/>
                  <a:pt x="83454" y="359988"/>
                </a:cubicBezTo>
                <a:cubicBezTo>
                  <a:pt x="108627" y="359988"/>
                  <a:pt x="118284" y="374697"/>
                  <a:pt x="120303" y="379483"/>
                </a:cubicBezTo>
                <a:cubicBezTo>
                  <a:pt x="120983" y="381527"/>
                  <a:pt x="121623" y="383598"/>
                  <a:pt x="123002" y="384911"/>
                </a:cubicBezTo>
                <a:cubicBezTo>
                  <a:pt x="127820" y="391740"/>
                  <a:pt x="134879" y="395739"/>
                  <a:pt x="143057" y="395739"/>
                </a:cubicBezTo>
                <a:cubicBezTo>
                  <a:pt x="152613" y="395739"/>
                  <a:pt x="161351" y="389961"/>
                  <a:pt x="164729" y="381118"/>
                </a:cubicBezTo>
                <a:cubicBezTo>
                  <a:pt x="168209" y="376331"/>
                  <a:pt x="182145" y="359988"/>
                  <a:pt x="216214" y="359988"/>
                </a:cubicBezTo>
                <a:cubicBezTo>
                  <a:pt x="251604" y="359988"/>
                  <a:pt x="264939" y="377557"/>
                  <a:pt x="267678" y="381672"/>
                </a:cubicBezTo>
                <a:lnTo>
                  <a:pt x="269857" y="385991"/>
                </a:lnTo>
                <a:cubicBezTo>
                  <a:pt x="274616" y="392120"/>
                  <a:pt x="281894" y="395739"/>
                  <a:pt x="289352" y="395739"/>
                </a:cubicBezTo>
                <a:cubicBezTo>
                  <a:pt x="300269" y="395739"/>
                  <a:pt x="309965" y="388473"/>
                  <a:pt x="312664" y="378958"/>
                </a:cubicBezTo>
                <a:cubicBezTo>
                  <a:pt x="315403" y="373501"/>
                  <a:pt x="325140" y="359988"/>
                  <a:pt x="348953" y="359988"/>
                </a:cubicBezTo>
                <a:cubicBezTo>
                  <a:pt x="376185" y="359988"/>
                  <a:pt x="385102" y="379221"/>
                  <a:pt x="385802" y="380563"/>
                </a:cubicBezTo>
                <a:cubicBezTo>
                  <a:pt x="389161" y="390107"/>
                  <a:pt x="397759" y="395739"/>
                  <a:pt x="408036" y="395739"/>
                </a:cubicBezTo>
                <a:cubicBezTo>
                  <a:pt x="420952" y="395739"/>
                  <a:pt x="431869" y="384941"/>
                  <a:pt x="431869" y="371371"/>
                </a:cubicBezTo>
                <a:cubicBezTo>
                  <a:pt x="431869" y="312126"/>
                  <a:pt x="402737" y="257055"/>
                  <a:pt x="351672" y="219641"/>
                </a:cubicBezTo>
                <a:cubicBezTo>
                  <a:pt x="313544" y="191711"/>
                  <a:pt x="265219" y="176303"/>
                  <a:pt x="216214" y="176303"/>
                </a:cubicBezTo>
                <a:close/>
                <a:moveTo>
                  <a:pt x="216214" y="224514"/>
                </a:moveTo>
                <a:cubicBezTo>
                  <a:pt x="255702" y="224514"/>
                  <a:pt x="293530" y="236860"/>
                  <a:pt x="323501" y="258661"/>
                </a:cubicBezTo>
                <a:cubicBezTo>
                  <a:pt x="344614" y="274303"/>
                  <a:pt x="360930" y="293244"/>
                  <a:pt x="371187" y="315016"/>
                </a:cubicBezTo>
                <a:cubicBezTo>
                  <a:pt x="364368" y="312972"/>
                  <a:pt x="357151" y="312300"/>
                  <a:pt x="348953" y="312300"/>
                </a:cubicBezTo>
                <a:cubicBezTo>
                  <a:pt x="319663" y="312300"/>
                  <a:pt x="300648" y="322953"/>
                  <a:pt x="287732" y="334510"/>
                </a:cubicBezTo>
                <a:cubicBezTo>
                  <a:pt x="272736" y="322953"/>
                  <a:pt x="250243" y="312300"/>
                  <a:pt x="216214" y="312300"/>
                </a:cubicBezTo>
                <a:cubicBezTo>
                  <a:pt x="182145" y="312300"/>
                  <a:pt x="159631" y="322953"/>
                  <a:pt x="144676" y="334510"/>
                </a:cubicBezTo>
                <a:cubicBezTo>
                  <a:pt x="131719" y="322953"/>
                  <a:pt x="112046" y="312300"/>
                  <a:pt x="83454" y="312300"/>
                </a:cubicBezTo>
                <a:cubicBezTo>
                  <a:pt x="75297" y="312300"/>
                  <a:pt x="67520" y="313673"/>
                  <a:pt x="60682" y="315016"/>
                </a:cubicBezTo>
                <a:cubicBezTo>
                  <a:pt x="70879" y="293244"/>
                  <a:pt x="87273" y="274303"/>
                  <a:pt x="108367" y="258661"/>
                </a:cubicBezTo>
                <a:cubicBezTo>
                  <a:pt x="138337" y="236860"/>
                  <a:pt x="176707" y="224514"/>
                  <a:pt x="216214" y="224514"/>
                </a:cubicBezTo>
                <a:close/>
                <a:moveTo>
                  <a:pt x="214574" y="401722"/>
                </a:moveTo>
                <a:cubicBezTo>
                  <a:pt x="201638" y="401722"/>
                  <a:pt x="190741" y="412578"/>
                  <a:pt x="190741" y="425565"/>
                </a:cubicBezTo>
                <a:lnTo>
                  <a:pt x="190741" y="556690"/>
                </a:lnTo>
                <a:cubicBezTo>
                  <a:pt x="190741" y="597549"/>
                  <a:pt x="223572" y="630381"/>
                  <a:pt x="264439" y="630381"/>
                </a:cubicBezTo>
                <a:cubicBezTo>
                  <a:pt x="305266" y="630381"/>
                  <a:pt x="338117" y="596994"/>
                  <a:pt x="338117" y="556137"/>
                </a:cubicBezTo>
                <a:cubicBezTo>
                  <a:pt x="338117" y="543207"/>
                  <a:pt x="327221" y="532292"/>
                  <a:pt x="314284" y="532292"/>
                </a:cubicBezTo>
                <a:cubicBezTo>
                  <a:pt x="301328" y="532292"/>
                  <a:pt x="290431" y="543207"/>
                  <a:pt x="290431" y="556137"/>
                </a:cubicBezTo>
                <a:cubicBezTo>
                  <a:pt x="290431" y="570437"/>
                  <a:pt x="278714" y="582169"/>
                  <a:pt x="264439" y="582169"/>
                </a:cubicBezTo>
                <a:cubicBezTo>
                  <a:pt x="250124" y="582140"/>
                  <a:pt x="238427" y="570437"/>
                  <a:pt x="238427" y="556137"/>
                </a:cubicBezTo>
                <a:lnTo>
                  <a:pt x="238427" y="425565"/>
                </a:lnTo>
                <a:cubicBezTo>
                  <a:pt x="238427" y="412578"/>
                  <a:pt x="227510" y="401722"/>
                  <a:pt x="214574" y="40172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EAB323E1-1B5B-9C75-5A6A-894C871D7780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5FE067AE-055C-0FF7-F903-7214B5604250}"/>
              </a:ext>
            </a:extLst>
          </p:cNvPr>
          <p:cNvSpPr/>
          <p:nvPr/>
        </p:nvSpPr>
        <p:spPr>
          <a:xfrm>
            <a:off x="1435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2180B7F8-3DFA-2C97-92AE-185B8A9622B8}"/>
              </a:ext>
            </a:extLst>
          </p:cNvPr>
          <p:cNvSpPr/>
          <p:nvPr/>
        </p:nvSpPr>
        <p:spPr>
          <a:xfrm>
            <a:off x="8039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37CEF1AC-AA83-80DF-A536-631B770D1FFB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42777678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FBF16A7B-58F2-97AB-32FE-C0AED742F73C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E4257F3E-DD8A-C668-498A-58512791D1B2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0ED34B00-B0D1-3914-51F3-0D1813072B61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AD5E7D8-3065-BE2B-0589-6B7023273604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0F70A29F-AC20-9DFF-BDB3-3AEF1F4AFEAE}"/>
              </a:ext>
            </a:extLst>
          </p:cNvPr>
          <p:cNvSpPr/>
          <p:nvPr/>
        </p:nvSpPr>
        <p:spPr>
          <a:xfrm>
            <a:off x="5575300" y="19685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C0E1B826-D779-CC29-79E4-F8FA59168F72}"/>
              </a:ext>
            </a:extLst>
          </p:cNvPr>
          <p:cNvSpPr/>
          <p:nvPr/>
        </p:nvSpPr>
        <p:spPr>
          <a:xfrm>
            <a:off x="5638800" y="20574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67ACC2A3-6E12-3E81-1853-D9CBBB92D8FE}"/>
              </a:ext>
            </a:extLst>
          </p:cNvPr>
          <p:cNvSpPr/>
          <p:nvPr/>
        </p:nvSpPr>
        <p:spPr>
          <a:xfrm>
            <a:off x="5575300" y="41783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916DB8AA-EE32-AE66-FBF7-F3FA103B4930}"/>
              </a:ext>
            </a:extLst>
          </p:cNvPr>
          <p:cNvSpPr/>
          <p:nvPr/>
        </p:nvSpPr>
        <p:spPr>
          <a:xfrm>
            <a:off x="5664200" y="42672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287DCE6D-D1AF-1CA7-0BDC-91BCF6839734}"/>
              </a:ext>
            </a:extLst>
          </p:cNvPr>
          <p:cNvSpPr/>
          <p:nvPr/>
        </p:nvSpPr>
        <p:spPr>
          <a:xfrm>
            <a:off x="5575300" y="3073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9B45316D-66A0-3175-D3E4-1C0BC2434989}"/>
              </a:ext>
            </a:extLst>
          </p:cNvPr>
          <p:cNvSpPr/>
          <p:nvPr/>
        </p:nvSpPr>
        <p:spPr>
          <a:xfrm>
            <a:off x="5715000" y="31242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F02A35E7-1C85-3160-DD30-C6C27BD30C2F}"/>
              </a:ext>
            </a:extLst>
          </p:cNvPr>
          <p:cNvCxnSpPr/>
          <p:nvPr/>
        </p:nvCxnSpPr>
        <p:spPr>
          <a:xfrm rot="5377383">
            <a:off x="3117840" y="3752860"/>
            <a:ext cx="38608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00C0BB">
                <a:alpha val="100000"/>
              </a:srgbClr>
            </a:solidFill>
            <a:prstDash val="solid"/>
            <a:round/>
            <a:headEnd type="oval" w="sm" len="sm"/>
            <a:tailEnd type="oval" w="sm" len="sm"/>
          </a:ln>
        </p:spPr>
      </p:cxnSp>
      <p:sp>
        <p:nvSpPr>
          <p:cNvPr id="14" name="AutoShape 22">
            <a:extLst>
              <a:ext uri="{FF2B5EF4-FFF2-40B4-BE49-F238E27FC236}">
                <a16:creationId xmlns:a16="http://schemas.microsoft.com/office/drawing/2014/main" id="{AC3CA4BD-81ED-B316-2EA5-D04A361F56CC}"/>
              </a:ext>
            </a:extLst>
          </p:cNvPr>
          <p:cNvSpPr/>
          <p:nvPr/>
        </p:nvSpPr>
        <p:spPr>
          <a:xfrm>
            <a:off x="1676400" y="23241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595FF08A-E306-B665-3213-30891E2E71FF}"/>
              </a:ext>
            </a:extLst>
          </p:cNvPr>
          <p:cNvSpPr/>
          <p:nvPr/>
        </p:nvSpPr>
        <p:spPr>
          <a:xfrm>
            <a:off x="3098800" y="23241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1677D183-94BC-1738-83F9-1DE3A3D0A32C}"/>
              </a:ext>
            </a:extLst>
          </p:cNvPr>
          <p:cNvSpPr/>
          <p:nvPr/>
        </p:nvSpPr>
        <p:spPr>
          <a:xfrm>
            <a:off x="1676400" y="37592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F4B290E6-3BAD-D5BD-BCB0-9DEEB679F09C}"/>
              </a:ext>
            </a:extLst>
          </p:cNvPr>
          <p:cNvSpPr/>
          <p:nvPr/>
        </p:nvSpPr>
        <p:spPr>
          <a:xfrm>
            <a:off x="3098800" y="37719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CE630ED2-7284-E2DE-213F-8E68EBC0FAAF}"/>
              </a:ext>
            </a:extLst>
          </p:cNvPr>
          <p:cNvSpPr/>
          <p:nvPr/>
        </p:nvSpPr>
        <p:spPr>
          <a:xfrm>
            <a:off x="2387600" y="30480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547799D4-A8EE-D90D-0B3D-4AABCE4201F6}"/>
              </a:ext>
            </a:extLst>
          </p:cNvPr>
          <p:cNvSpPr/>
          <p:nvPr/>
        </p:nvSpPr>
        <p:spPr>
          <a:xfrm>
            <a:off x="3022600" y="30480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8CFED0F-BC8A-06D1-41BD-1F0F97283360}"/>
              </a:ext>
            </a:extLst>
          </p:cNvPr>
          <p:cNvSpPr/>
          <p:nvPr/>
        </p:nvSpPr>
        <p:spPr>
          <a:xfrm>
            <a:off x="2387600" y="36449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00640663-BD6D-2742-A272-59EF4E769BC4}"/>
              </a:ext>
            </a:extLst>
          </p:cNvPr>
          <p:cNvSpPr/>
          <p:nvPr/>
        </p:nvSpPr>
        <p:spPr>
          <a:xfrm>
            <a:off x="3022600" y="36449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E19C12EB-063E-6529-E48B-6E5D45C64D60}"/>
              </a:ext>
            </a:extLst>
          </p:cNvPr>
          <p:cNvSpPr/>
          <p:nvPr/>
        </p:nvSpPr>
        <p:spPr>
          <a:xfrm>
            <a:off x="1841500" y="26797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2623A36D-1138-14F9-0B49-000FCCF7B734}"/>
              </a:ext>
            </a:extLst>
          </p:cNvPr>
          <p:cNvSpPr/>
          <p:nvPr/>
        </p:nvSpPr>
        <p:spPr>
          <a:xfrm>
            <a:off x="26035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22962014-1931-ADC8-DC9F-AEEC6D4CB34F}"/>
              </a:ext>
            </a:extLst>
          </p:cNvPr>
          <p:cNvSpPr/>
          <p:nvPr/>
        </p:nvSpPr>
        <p:spPr>
          <a:xfrm>
            <a:off x="2679700" y="33528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B2406F23-8EFB-F2A1-1967-2CF0C09D7FEB}"/>
              </a:ext>
            </a:extLst>
          </p:cNvPr>
          <p:cNvSpPr/>
          <p:nvPr/>
        </p:nvSpPr>
        <p:spPr>
          <a:xfrm>
            <a:off x="3619500" y="26670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AF7A49D3-6FC8-448B-72CD-530F6C1C4DB0}"/>
              </a:ext>
            </a:extLst>
          </p:cNvPr>
          <p:cNvSpPr/>
          <p:nvPr/>
        </p:nvSpPr>
        <p:spPr>
          <a:xfrm>
            <a:off x="32258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78BE89B1-5092-DBFC-8B3A-170C49BA72F8}"/>
              </a:ext>
            </a:extLst>
          </p:cNvPr>
          <p:cNvSpPr/>
          <p:nvPr/>
        </p:nvSpPr>
        <p:spPr>
          <a:xfrm>
            <a:off x="3365500" y="33147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49284F50-B66C-AC09-4E23-B223604A1CB8}"/>
              </a:ext>
            </a:extLst>
          </p:cNvPr>
          <p:cNvSpPr/>
          <p:nvPr/>
        </p:nvSpPr>
        <p:spPr>
          <a:xfrm>
            <a:off x="3175000" y="38862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EA9AB64E-D2B2-2F4B-74DD-A93F8072538C}"/>
              </a:ext>
            </a:extLst>
          </p:cNvPr>
          <p:cNvSpPr/>
          <p:nvPr/>
        </p:nvSpPr>
        <p:spPr>
          <a:xfrm>
            <a:off x="3263900" y="39751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8">
            <a:extLst>
              <a:ext uri="{FF2B5EF4-FFF2-40B4-BE49-F238E27FC236}">
                <a16:creationId xmlns:a16="http://schemas.microsoft.com/office/drawing/2014/main" id="{3FE1B40B-62BF-1F70-1887-CE36819F885B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9">
            <a:extLst>
              <a:ext uri="{FF2B5EF4-FFF2-40B4-BE49-F238E27FC236}">
                <a16:creationId xmlns:a16="http://schemas.microsoft.com/office/drawing/2014/main" id="{BB5A7E2E-A941-21E6-5D1D-8950A974F179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C2A5642B-99BA-62AC-D53F-402FF1F6BC03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41">
            <a:extLst>
              <a:ext uri="{FF2B5EF4-FFF2-40B4-BE49-F238E27FC236}">
                <a16:creationId xmlns:a16="http://schemas.microsoft.com/office/drawing/2014/main" id="{275D9F2E-8B01-07D1-851E-60D1B3177B86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42">
            <a:extLst>
              <a:ext uri="{FF2B5EF4-FFF2-40B4-BE49-F238E27FC236}">
                <a16:creationId xmlns:a16="http://schemas.microsoft.com/office/drawing/2014/main" id="{E39FBD9A-9E5C-A777-130D-0E139A6E52C9}"/>
              </a:ext>
            </a:extLst>
          </p:cNvPr>
          <p:cNvSpPr/>
          <p:nvPr/>
        </p:nvSpPr>
        <p:spPr>
          <a:xfrm>
            <a:off x="1816100" y="42926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5" name="AutoShape 43">
            <a:extLst>
              <a:ext uri="{FF2B5EF4-FFF2-40B4-BE49-F238E27FC236}">
                <a16:creationId xmlns:a16="http://schemas.microsoft.com/office/drawing/2014/main" id="{6C1BED2E-A20D-9643-FE5D-838BDCB97DC9}"/>
              </a:ext>
            </a:extLst>
          </p:cNvPr>
          <p:cNvSpPr/>
          <p:nvPr/>
        </p:nvSpPr>
        <p:spPr>
          <a:xfrm>
            <a:off x="3606800" y="42672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6" name="AutoShape 44">
            <a:extLst>
              <a:ext uri="{FF2B5EF4-FFF2-40B4-BE49-F238E27FC236}">
                <a16:creationId xmlns:a16="http://schemas.microsoft.com/office/drawing/2014/main" id="{FA6A42CB-BC59-040E-6D8A-7C9CC4BA19DC}"/>
              </a:ext>
            </a:extLst>
          </p:cNvPr>
          <p:cNvSpPr/>
          <p:nvPr/>
        </p:nvSpPr>
        <p:spPr>
          <a:xfrm>
            <a:off x="6400800" y="1549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7" name="AutoShape 45">
            <a:extLst>
              <a:ext uri="{FF2B5EF4-FFF2-40B4-BE49-F238E27FC236}">
                <a16:creationId xmlns:a16="http://schemas.microsoft.com/office/drawing/2014/main" id="{55B81F03-20DC-ADF2-5015-5BA16B51045C}"/>
              </a:ext>
            </a:extLst>
          </p:cNvPr>
          <p:cNvSpPr/>
          <p:nvPr/>
        </p:nvSpPr>
        <p:spPr>
          <a:xfrm>
            <a:off x="6413500" y="2692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AutoShape 46">
            <a:extLst>
              <a:ext uri="{FF2B5EF4-FFF2-40B4-BE49-F238E27FC236}">
                <a16:creationId xmlns:a16="http://schemas.microsoft.com/office/drawing/2014/main" id="{04C36F31-131A-5570-A5AF-10B0DE508F5D}"/>
              </a:ext>
            </a:extLst>
          </p:cNvPr>
          <p:cNvSpPr/>
          <p:nvPr/>
        </p:nvSpPr>
        <p:spPr>
          <a:xfrm>
            <a:off x="6438900" y="38227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9" name="AutoShape 47">
            <a:extLst>
              <a:ext uri="{FF2B5EF4-FFF2-40B4-BE49-F238E27FC236}">
                <a16:creationId xmlns:a16="http://schemas.microsoft.com/office/drawing/2014/main" id="{46EC8251-9567-95BF-E045-7BF6DC8FAF40}"/>
              </a:ext>
            </a:extLst>
          </p:cNvPr>
          <p:cNvSpPr/>
          <p:nvPr/>
        </p:nvSpPr>
        <p:spPr>
          <a:xfrm>
            <a:off x="6451600" y="49911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294255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3CB35F4C-268A-AF59-EE72-9D03EE282EAB}"/>
              </a:ext>
            </a:extLst>
          </p:cNvPr>
          <p:cNvSpPr/>
          <p:nvPr/>
        </p:nvSpPr>
        <p:spPr>
          <a:xfrm>
            <a:off x="16764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5B1C1C04-4538-56D7-F2A1-425A9558629D}"/>
              </a:ext>
            </a:extLst>
          </p:cNvPr>
          <p:cNvSpPr/>
          <p:nvPr/>
        </p:nvSpPr>
        <p:spPr>
          <a:xfrm>
            <a:off x="92456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A59B2510-F421-CEDE-3FDF-3633D0185974}"/>
              </a:ext>
            </a:extLst>
          </p:cNvPr>
          <p:cNvSpPr/>
          <p:nvPr/>
        </p:nvSpPr>
        <p:spPr>
          <a:xfrm>
            <a:off x="673100" y="1587500"/>
            <a:ext cx="10845800" cy="1775293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306826D7-CA97-FEE1-665C-C40E7B68E70C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3F6934-A6F9-C35D-FAE4-1795520E8F16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F8C2B705-8395-13AD-EB66-BC2A3E463CD5}"/>
              </a:ext>
            </a:extLst>
          </p:cNvPr>
          <p:cNvSpPr/>
          <p:nvPr/>
        </p:nvSpPr>
        <p:spPr>
          <a:xfrm>
            <a:off x="9779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AE47F250-6DBB-9684-E439-30F204BB13A7}"/>
              </a:ext>
            </a:extLst>
          </p:cNvPr>
          <p:cNvSpPr/>
          <p:nvPr/>
        </p:nvSpPr>
        <p:spPr>
          <a:xfrm>
            <a:off x="12954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12A82319-67C4-1759-5B5F-9F024B7917B6}"/>
              </a:ext>
            </a:extLst>
          </p:cNvPr>
          <p:cNvSpPr/>
          <p:nvPr/>
        </p:nvSpPr>
        <p:spPr>
          <a:xfrm>
            <a:off x="54610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D3668D57-E8D8-5890-17F9-93BCB1F4A640}"/>
              </a:ext>
            </a:extLst>
          </p:cNvPr>
          <p:cNvSpPr/>
          <p:nvPr/>
        </p:nvSpPr>
        <p:spPr>
          <a:xfrm>
            <a:off x="47752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100" dirty="0"/>
              <a:t>	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CD29A42C-4226-AD18-AEAD-027BFC1EED55}"/>
              </a:ext>
            </a:extLst>
          </p:cNvPr>
          <p:cNvSpPr/>
          <p:nvPr/>
        </p:nvSpPr>
        <p:spPr>
          <a:xfrm>
            <a:off x="50927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E6B4029C-16E1-5F77-2A1C-2C3F8461A86B}"/>
              </a:ext>
            </a:extLst>
          </p:cNvPr>
          <p:cNvSpPr/>
          <p:nvPr/>
        </p:nvSpPr>
        <p:spPr>
          <a:xfrm>
            <a:off x="85598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9BD53BFA-7837-01CC-30D1-F7C5720977D6}"/>
              </a:ext>
            </a:extLst>
          </p:cNvPr>
          <p:cNvSpPr/>
          <p:nvPr/>
        </p:nvSpPr>
        <p:spPr>
          <a:xfrm>
            <a:off x="8877300" y="43434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447245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A9CEBC97-BF41-AB8E-2EB5-73A22334FB3E}"/>
              </a:ext>
            </a:extLst>
          </p:cNvPr>
          <p:cNvSpPr/>
          <p:nvPr/>
        </p:nvSpPr>
        <p:spPr>
          <a:xfrm rot="5400000">
            <a:off x="17526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45868A40-A3B6-4F0F-B7F8-1E17216769AB}"/>
              </a:ext>
            </a:extLst>
          </p:cNvPr>
          <p:cNvSpPr/>
          <p:nvPr/>
        </p:nvSpPr>
        <p:spPr>
          <a:xfrm>
            <a:off x="25527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552640" y="235430"/>
                </a:moveTo>
                <a:cubicBezTo>
                  <a:pt x="485729" y="223039"/>
                  <a:pt x="485729" y="223039"/>
                  <a:pt x="485729" y="223039"/>
                </a:cubicBezTo>
                <a:cubicBezTo>
                  <a:pt x="480772" y="208170"/>
                  <a:pt x="475817" y="195778"/>
                  <a:pt x="468382" y="183388"/>
                </a:cubicBezTo>
                <a:cubicBezTo>
                  <a:pt x="508033" y="123910"/>
                  <a:pt x="508033" y="123910"/>
                  <a:pt x="508033" y="123910"/>
                </a:cubicBezTo>
                <a:cubicBezTo>
                  <a:pt x="512990" y="118955"/>
                  <a:pt x="510511" y="111520"/>
                  <a:pt x="508033" y="106563"/>
                </a:cubicBezTo>
                <a:cubicBezTo>
                  <a:pt x="458469" y="59477"/>
                  <a:pt x="458469" y="59477"/>
                  <a:pt x="458469" y="59477"/>
                </a:cubicBezTo>
                <a:cubicBezTo>
                  <a:pt x="453512" y="54521"/>
                  <a:pt x="446077" y="52042"/>
                  <a:pt x="441122" y="56999"/>
                </a:cubicBezTo>
                <a:cubicBezTo>
                  <a:pt x="384123" y="96651"/>
                  <a:pt x="384123" y="96651"/>
                  <a:pt x="384123" y="96651"/>
                </a:cubicBezTo>
                <a:cubicBezTo>
                  <a:pt x="369254" y="89215"/>
                  <a:pt x="356862" y="84259"/>
                  <a:pt x="341993" y="79303"/>
                </a:cubicBezTo>
                <a:cubicBezTo>
                  <a:pt x="329602" y="12391"/>
                  <a:pt x="329602" y="12391"/>
                  <a:pt x="329602" y="12391"/>
                </a:cubicBezTo>
                <a:cubicBezTo>
                  <a:pt x="329602" y="4957"/>
                  <a:pt x="322167" y="0"/>
                  <a:pt x="314733" y="0"/>
                </a:cubicBezTo>
                <a:cubicBezTo>
                  <a:pt x="247821" y="0"/>
                  <a:pt x="247821" y="0"/>
                  <a:pt x="247821" y="0"/>
                </a:cubicBezTo>
                <a:cubicBezTo>
                  <a:pt x="240387" y="0"/>
                  <a:pt x="235430" y="4957"/>
                  <a:pt x="232952" y="12391"/>
                </a:cubicBezTo>
                <a:cubicBezTo>
                  <a:pt x="220561" y="79303"/>
                  <a:pt x="220561" y="79303"/>
                  <a:pt x="220561" y="79303"/>
                </a:cubicBezTo>
                <a:cubicBezTo>
                  <a:pt x="205692" y="84259"/>
                  <a:pt x="193300" y="89215"/>
                  <a:pt x="180909" y="96651"/>
                </a:cubicBezTo>
                <a:cubicBezTo>
                  <a:pt x="123910" y="56999"/>
                  <a:pt x="123910" y="56999"/>
                  <a:pt x="123910" y="56999"/>
                </a:cubicBezTo>
                <a:cubicBezTo>
                  <a:pt x="118955" y="54521"/>
                  <a:pt x="111520" y="54521"/>
                  <a:pt x="106563" y="59477"/>
                </a:cubicBezTo>
                <a:cubicBezTo>
                  <a:pt x="56999" y="106563"/>
                  <a:pt x="56999" y="106563"/>
                  <a:pt x="56999" y="106563"/>
                </a:cubicBezTo>
                <a:cubicBezTo>
                  <a:pt x="54521" y="111520"/>
                  <a:pt x="52042" y="121432"/>
                  <a:pt x="56999" y="126389"/>
                </a:cubicBezTo>
                <a:cubicBezTo>
                  <a:pt x="96651" y="183388"/>
                  <a:pt x="96651" y="183388"/>
                  <a:pt x="96651" y="183388"/>
                </a:cubicBezTo>
                <a:cubicBezTo>
                  <a:pt x="89215" y="195778"/>
                  <a:pt x="84259" y="208170"/>
                  <a:pt x="79303" y="223039"/>
                </a:cubicBezTo>
                <a:cubicBezTo>
                  <a:pt x="12391" y="235430"/>
                  <a:pt x="12391" y="235430"/>
                  <a:pt x="12391" y="235430"/>
                </a:cubicBezTo>
                <a:cubicBezTo>
                  <a:pt x="4957" y="235430"/>
                  <a:pt x="0" y="242865"/>
                  <a:pt x="0" y="247821"/>
                </a:cubicBezTo>
                <a:cubicBezTo>
                  <a:pt x="0" y="317210"/>
                  <a:pt x="0" y="317210"/>
                  <a:pt x="0" y="317210"/>
                </a:cubicBezTo>
                <a:cubicBezTo>
                  <a:pt x="0" y="324645"/>
                  <a:pt x="4957" y="329602"/>
                  <a:pt x="12391" y="332080"/>
                </a:cubicBezTo>
                <a:cubicBezTo>
                  <a:pt x="79303" y="344471"/>
                  <a:pt x="79303" y="344471"/>
                  <a:pt x="79303" y="344471"/>
                </a:cubicBezTo>
                <a:cubicBezTo>
                  <a:pt x="84259" y="356862"/>
                  <a:pt x="89215" y="371732"/>
                  <a:pt x="96651" y="384123"/>
                </a:cubicBezTo>
                <a:cubicBezTo>
                  <a:pt x="56999" y="441122"/>
                  <a:pt x="56999" y="441122"/>
                  <a:pt x="56999" y="441122"/>
                </a:cubicBezTo>
                <a:cubicBezTo>
                  <a:pt x="54521" y="446077"/>
                  <a:pt x="54521" y="453512"/>
                  <a:pt x="59477" y="458469"/>
                </a:cubicBezTo>
                <a:cubicBezTo>
                  <a:pt x="106563" y="505555"/>
                  <a:pt x="106563" y="505555"/>
                  <a:pt x="106563" y="505555"/>
                </a:cubicBezTo>
                <a:cubicBezTo>
                  <a:pt x="111520" y="510511"/>
                  <a:pt x="118955" y="512990"/>
                  <a:pt x="126389" y="508033"/>
                </a:cubicBezTo>
                <a:cubicBezTo>
                  <a:pt x="180909" y="468382"/>
                  <a:pt x="180909" y="468382"/>
                  <a:pt x="180909" y="468382"/>
                </a:cubicBezTo>
                <a:cubicBezTo>
                  <a:pt x="193300" y="475817"/>
                  <a:pt x="208170" y="480772"/>
                  <a:pt x="220561" y="485729"/>
                </a:cubicBezTo>
                <a:cubicBezTo>
                  <a:pt x="232952" y="552640"/>
                  <a:pt x="232952" y="552640"/>
                  <a:pt x="232952" y="552640"/>
                </a:cubicBezTo>
                <a:cubicBezTo>
                  <a:pt x="235430" y="560075"/>
                  <a:pt x="240387" y="565032"/>
                  <a:pt x="247821" y="565032"/>
                </a:cubicBezTo>
                <a:cubicBezTo>
                  <a:pt x="314733" y="565032"/>
                  <a:pt x="314733" y="565032"/>
                  <a:pt x="314733" y="565032"/>
                </a:cubicBezTo>
                <a:cubicBezTo>
                  <a:pt x="322167" y="565032"/>
                  <a:pt x="329602" y="560075"/>
                  <a:pt x="329602" y="552640"/>
                </a:cubicBezTo>
                <a:cubicBezTo>
                  <a:pt x="341993" y="485729"/>
                  <a:pt x="341993" y="485729"/>
                  <a:pt x="341993" y="485729"/>
                </a:cubicBezTo>
                <a:cubicBezTo>
                  <a:pt x="356862" y="480772"/>
                  <a:pt x="369254" y="475817"/>
                  <a:pt x="381644" y="470860"/>
                </a:cubicBezTo>
                <a:cubicBezTo>
                  <a:pt x="438643" y="508033"/>
                  <a:pt x="438643" y="508033"/>
                  <a:pt x="438643" y="508033"/>
                </a:cubicBezTo>
                <a:cubicBezTo>
                  <a:pt x="446077" y="512990"/>
                  <a:pt x="453512" y="512990"/>
                  <a:pt x="458469" y="508033"/>
                </a:cubicBezTo>
                <a:cubicBezTo>
                  <a:pt x="505555" y="458469"/>
                  <a:pt x="505555" y="458469"/>
                  <a:pt x="505555" y="458469"/>
                </a:cubicBezTo>
                <a:cubicBezTo>
                  <a:pt x="510511" y="453512"/>
                  <a:pt x="510511" y="446077"/>
                  <a:pt x="508033" y="441122"/>
                </a:cubicBezTo>
                <a:cubicBezTo>
                  <a:pt x="468382" y="384123"/>
                  <a:pt x="468382" y="384123"/>
                  <a:pt x="468382" y="384123"/>
                </a:cubicBezTo>
                <a:cubicBezTo>
                  <a:pt x="475817" y="371732"/>
                  <a:pt x="480772" y="356862"/>
                  <a:pt x="485729" y="344471"/>
                </a:cubicBezTo>
                <a:cubicBezTo>
                  <a:pt x="552640" y="332080"/>
                  <a:pt x="552640" y="332080"/>
                  <a:pt x="552640" y="332080"/>
                </a:cubicBezTo>
                <a:cubicBezTo>
                  <a:pt x="560075" y="329602"/>
                  <a:pt x="565032" y="324645"/>
                  <a:pt x="565032" y="317210"/>
                </a:cubicBezTo>
                <a:cubicBezTo>
                  <a:pt x="565032" y="247821"/>
                  <a:pt x="565032" y="247821"/>
                  <a:pt x="565032" y="247821"/>
                </a:cubicBezTo>
                <a:cubicBezTo>
                  <a:pt x="565032" y="242865"/>
                  <a:pt x="560075" y="235430"/>
                  <a:pt x="552640" y="235430"/>
                </a:cubicBezTo>
                <a:close/>
                <a:moveTo>
                  <a:pt x="282517" y="369254"/>
                </a:moveTo>
                <a:cubicBezTo>
                  <a:pt x="235430" y="369254"/>
                  <a:pt x="195778" y="329602"/>
                  <a:pt x="195778" y="282517"/>
                </a:cubicBezTo>
                <a:cubicBezTo>
                  <a:pt x="195778" y="235430"/>
                  <a:pt x="235430" y="195778"/>
                  <a:pt x="282517" y="195778"/>
                </a:cubicBezTo>
                <a:cubicBezTo>
                  <a:pt x="329602" y="195778"/>
                  <a:pt x="369254" y="235430"/>
                  <a:pt x="369254" y="282517"/>
                </a:cubicBezTo>
                <a:cubicBezTo>
                  <a:pt x="369254" y="329602"/>
                  <a:pt x="329602" y="369254"/>
                  <a:pt x="282517" y="36925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2883F5DA-48AC-1BD0-72C7-08E0EC1803C4}"/>
              </a:ext>
            </a:extLst>
          </p:cNvPr>
          <p:cNvSpPr/>
          <p:nvPr/>
        </p:nvSpPr>
        <p:spPr>
          <a:xfrm>
            <a:off x="14351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8E60BF4B-C75B-48EF-FF90-54A6B9A290A5}"/>
              </a:ext>
            </a:extLst>
          </p:cNvPr>
          <p:cNvSpPr/>
          <p:nvPr/>
        </p:nvSpPr>
        <p:spPr>
          <a:xfrm>
            <a:off x="1714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C033B28F-DC0E-2DBC-AC71-699BD730A50F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BAC4252F-89E2-7976-0446-FA391568F9C6}"/>
              </a:ext>
            </a:extLst>
          </p:cNvPr>
          <p:cNvSpPr/>
          <p:nvPr/>
        </p:nvSpPr>
        <p:spPr>
          <a:xfrm rot="5400000">
            <a:off x="50165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448A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B13DA7AB-840C-1374-65B8-9CF900B31E7E}"/>
              </a:ext>
            </a:extLst>
          </p:cNvPr>
          <p:cNvSpPr/>
          <p:nvPr/>
        </p:nvSpPr>
        <p:spPr>
          <a:xfrm>
            <a:off x="58293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311247" y="2394"/>
                </a:moveTo>
                <a:cubicBezTo>
                  <a:pt x="301669" y="0"/>
                  <a:pt x="292092" y="0"/>
                  <a:pt x="282517" y="0"/>
                </a:cubicBezTo>
                <a:cubicBezTo>
                  <a:pt x="198719" y="0"/>
                  <a:pt x="122104" y="38307"/>
                  <a:pt x="71826" y="95768"/>
                </a:cubicBezTo>
                <a:cubicBezTo>
                  <a:pt x="162806" y="251391"/>
                  <a:pt x="162806" y="251391"/>
                  <a:pt x="162806" y="251391"/>
                </a:cubicBezTo>
                <a:lnTo>
                  <a:pt x="311247" y="2394"/>
                </a:lnTo>
                <a:close/>
                <a:moveTo>
                  <a:pt x="47884" y="124498"/>
                </a:moveTo>
                <a:cubicBezTo>
                  <a:pt x="16759" y="169988"/>
                  <a:pt x="0" y="225055"/>
                  <a:pt x="0" y="282517"/>
                </a:cubicBezTo>
                <a:cubicBezTo>
                  <a:pt x="0" y="311247"/>
                  <a:pt x="4788" y="339976"/>
                  <a:pt x="11971" y="366314"/>
                </a:cubicBezTo>
                <a:cubicBezTo>
                  <a:pt x="193930" y="366314"/>
                  <a:pt x="193930" y="366314"/>
                  <a:pt x="193930" y="366314"/>
                </a:cubicBezTo>
                <a:lnTo>
                  <a:pt x="47884" y="124498"/>
                </a:lnTo>
                <a:close/>
                <a:moveTo>
                  <a:pt x="538696" y="162806"/>
                </a:moveTo>
                <a:cubicBezTo>
                  <a:pt x="502783" y="86191"/>
                  <a:pt x="430957" y="26336"/>
                  <a:pt x="347160" y="7183"/>
                </a:cubicBezTo>
                <a:cubicBezTo>
                  <a:pt x="253785" y="162806"/>
                  <a:pt x="253785" y="162806"/>
                  <a:pt x="253785" y="162806"/>
                </a:cubicBezTo>
                <a:lnTo>
                  <a:pt x="538696" y="162806"/>
                </a:lnTo>
                <a:close/>
                <a:moveTo>
                  <a:pt x="311247" y="399832"/>
                </a:moveTo>
                <a:cubicBezTo>
                  <a:pt x="26336" y="399832"/>
                  <a:pt x="26336" y="399832"/>
                  <a:pt x="26336" y="399832"/>
                </a:cubicBezTo>
                <a:cubicBezTo>
                  <a:pt x="62249" y="481235"/>
                  <a:pt x="138864" y="543484"/>
                  <a:pt x="229843" y="560244"/>
                </a:cubicBezTo>
                <a:cubicBezTo>
                  <a:pt x="222661" y="555455"/>
                  <a:pt x="222661" y="555455"/>
                  <a:pt x="222661" y="555455"/>
                </a:cubicBezTo>
                <a:lnTo>
                  <a:pt x="311247" y="399832"/>
                </a:lnTo>
                <a:close/>
                <a:moveTo>
                  <a:pt x="550667" y="196324"/>
                </a:moveTo>
                <a:cubicBezTo>
                  <a:pt x="371102" y="196324"/>
                  <a:pt x="371102" y="196324"/>
                  <a:pt x="371102" y="196324"/>
                </a:cubicBezTo>
                <a:cubicBezTo>
                  <a:pt x="514754" y="445322"/>
                  <a:pt x="514754" y="445322"/>
                  <a:pt x="514754" y="445322"/>
                </a:cubicBezTo>
                <a:cubicBezTo>
                  <a:pt x="545878" y="399832"/>
                  <a:pt x="565032" y="342372"/>
                  <a:pt x="565032" y="282517"/>
                </a:cubicBezTo>
                <a:cubicBezTo>
                  <a:pt x="565032" y="253785"/>
                  <a:pt x="560244" y="225055"/>
                  <a:pt x="550667" y="196324"/>
                </a:cubicBezTo>
                <a:close/>
                <a:moveTo>
                  <a:pt x="258575" y="565032"/>
                </a:moveTo>
                <a:cubicBezTo>
                  <a:pt x="265756" y="565032"/>
                  <a:pt x="275333" y="565032"/>
                  <a:pt x="282517" y="565032"/>
                </a:cubicBezTo>
                <a:cubicBezTo>
                  <a:pt x="363918" y="565032"/>
                  <a:pt x="438140" y="529119"/>
                  <a:pt x="490812" y="474053"/>
                </a:cubicBezTo>
                <a:cubicBezTo>
                  <a:pt x="399832" y="316034"/>
                  <a:pt x="399832" y="316034"/>
                  <a:pt x="399832" y="316034"/>
                </a:cubicBezTo>
                <a:lnTo>
                  <a:pt x="258575" y="5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F73CAF8-F4AB-6DFF-753D-6B8059FEC75A}"/>
              </a:ext>
            </a:extLst>
          </p:cNvPr>
          <p:cNvSpPr/>
          <p:nvPr/>
        </p:nvSpPr>
        <p:spPr>
          <a:xfrm>
            <a:off x="46990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3801955C-EB39-EB20-EC17-C7DE07CE0B73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50B799EE-E599-ABAB-0ADA-C185A45B9E28}"/>
              </a:ext>
            </a:extLst>
          </p:cNvPr>
          <p:cNvSpPr/>
          <p:nvPr/>
        </p:nvSpPr>
        <p:spPr>
          <a:xfrm>
            <a:off x="49784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4411208B-4DE0-5584-AA90-166B2070B570}"/>
              </a:ext>
            </a:extLst>
          </p:cNvPr>
          <p:cNvSpPr/>
          <p:nvPr/>
        </p:nvSpPr>
        <p:spPr>
          <a:xfrm rot="5400000">
            <a:off x="82804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5D90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51F336C0-D055-2568-FC78-5DE5B76F5126}"/>
              </a:ext>
            </a:extLst>
          </p:cNvPr>
          <p:cNvSpPr/>
          <p:nvPr/>
        </p:nvSpPr>
        <p:spPr>
          <a:xfrm>
            <a:off x="90805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282517" y="0"/>
                </a:moveTo>
                <a:cubicBezTo>
                  <a:pt x="126893" y="0"/>
                  <a:pt x="0" y="126893"/>
                  <a:pt x="0" y="282517"/>
                </a:cubicBezTo>
                <a:cubicBezTo>
                  <a:pt x="0" y="438140"/>
                  <a:pt x="126893" y="565032"/>
                  <a:pt x="282517" y="565032"/>
                </a:cubicBezTo>
                <a:cubicBezTo>
                  <a:pt x="438140" y="565032"/>
                  <a:pt x="565032" y="438140"/>
                  <a:pt x="565032" y="282517"/>
                </a:cubicBezTo>
                <a:cubicBezTo>
                  <a:pt x="565032" y="126893"/>
                  <a:pt x="438140" y="0"/>
                  <a:pt x="282517" y="0"/>
                </a:cubicBezTo>
                <a:close/>
                <a:moveTo>
                  <a:pt x="253785" y="409409"/>
                </a:moveTo>
                <a:cubicBezTo>
                  <a:pt x="129287" y="390256"/>
                  <a:pt x="129287" y="390256"/>
                  <a:pt x="129287" y="390256"/>
                </a:cubicBezTo>
                <a:cubicBezTo>
                  <a:pt x="129287" y="289698"/>
                  <a:pt x="129287" y="289698"/>
                  <a:pt x="129287" y="289698"/>
                </a:cubicBezTo>
                <a:cubicBezTo>
                  <a:pt x="253785" y="289698"/>
                  <a:pt x="253785" y="289698"/>
                  <a:pt x="253785" y="289698"/>
                </a:cubicBezTo>
                <a:lnTo>
                  <a:pt x="253785" y="409409"/>
                </a:lnTo>
                <a:close/>
                <a:moveTo>
                  <a:pt x="253785" y="272940"/>
                </a:moveTo>
                <a:cubicBezTo>
                  <a:pt x="129287" y="272940"/>
                  <a:pt x="129287" y="272940"/>
                  <a:pt x="129287" y="272940"/>
                </a:cubicBezTo>
                <a:cubicBezTo>
                  <a:pt x="129287" y="172382"/>
                  <a:pt x="129287" y="172382"/>
                  <a:pt x="129287" y="172382"/>
                </a:cubicBezTo>
                <a:cubicBezTo>
                  <a:pt x="253785" y="153229"/>
                  <a:pt x="253785" y="153229"/>
                  <a:pt x="253785" y="153229"/>
                </a:cubicBezTo>
                <a:lnTo>
                  <a:pt x="253785" y="272940"/>
                </a:lnTo>
                <a:close/>
                <a:moveTo>
                  <a:pt x="435745" y="435745"/>
                </a:moveTo>
                <a:cubicBezTo>
                  <a:pt x="270546" y="411803"/>
                  <a:pt x="270546" y="411803"/>
                  <a:pt x="270546" y="411803"/>
                </a:cubicBezTo>
                <a:cubicBezTo>
                  <a:pt x="270546" y="289698"/>
                  <a:pt x="270546" y="289698"/>
                  <a:pt x="270546" y="289698"/>
                </a:cubicBezTo>
                <a:cubicBezTo>
                  <a:pt x="435745" y="289698"/>
                  <a:pt x="435745" y="289698"/>
                  <a:pt x="435745" y="289698"/>
                </a:cubicBezTo>
                <a:lnTo>
                  <a:pt x="435745" y="435745"/>
                </a:lnTo>
                <a:close/>
                <a:moveTo>
                  <a:pt x="435745" y="272940"/>
                </a:moveTo>
                <a:cubicBezTo>
                  <a:pt x="270546" y="272940"/>
                  <a:pt x="270546" y="272940"/>
                  <a:pt x="270546" y="272940"/>
                </a:cubicBezTo>
                <a:cubicBezTo>
                  <a:pt x="270546" y="150835"/>
                  <a:pt x="270546" y="150835"/>
                  <a:pt x="270546" y="150835"/>
                </a:cubicBezTo>
                <a:cubicBezTo>
                  <a:pt x="435745" y="126893"/>
                  <a:pt x="435745" y="126893"/>
                  <a:pt x="435745" y="126893"/>
                </a:cubicBezTo>
                <a:lnTo>
                  <a:pt x="435745" y="2729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52C3F0F6-5389-8853-F6E6-46C93F4CA46D}"/>
              </a:ext>
            </a:extLst>
          </p:cNvPr>
          <p:cNvSpPr/>
          <p:nvPr/>
        </p:nvSpPr>
        <p:spPr>
          <a:xfrm>
            <a:off x="79629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BD0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5D2158F1-D1C5-BF4F-76FF-6C8D43C46FDF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DBFA3E45-57BB-6CC2-FC04-9F2BAA84BF73}"/>
              </a:ext>
            </a:extLst>
          </p:cNvPr>
          <p:cNvSpPr/>
          <p:nvPr/>
        </p:nvSpPr>
        <p:spPr>
          <a:xfrm>
            <a:off x="8318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461011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A860E43-ED1B-00AC-09F7-33B5922AF3D9}"/>
              </a:ext>
            </a:extLst>
          </p:cNvPr>
          <p:cNvSpPr/>
          <p:nvPr/>
        </p:nvSpPr>
        <p:spPr>
          <a:xfrm>
            <a:off x="643783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4A66AC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D12B520-2826-BB4F-561F-129162B2E170}"/>
              </a:ext>
            </a:extLst>
          </p:cNvPr>
          <p:cNvSpPr/>
          <p:nvPr/>
        </p:nvSpPr>
        <p:spPr>
          <a:xfrm>
            <a:off x="905957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6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EFC6D69-7F05-C197-585C-14BDD85A7225}"/>
              </a:ext>
            </a:extLst>
          </p:cNvPr>
          <p:cNvSpPr/>
          <p:nvPr/>
        </p:nvSpPr>
        <p:spPr>
          <a:xfrm>
            <a:off x="1212469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4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4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7" y="1015699"/>
                  <a:pt x="1541434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4" y="394376"/>
                  <a:pt x="1541434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73233544-E976-4A04-CC6D-21218A20525B}"/>
              </a:ext>
            </a:extLst>
          </p:cNvPr>
          <p:cNvSpPr/>
          <p:nvPr/>
        </p:nvSpPr>
        <p:spPr>
          <a:xfrm>
            <a:off x="1278236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5C9BFD3-4439-442F-8F2C-EEB5822766BB}"/>
              </a:ext>
            </a:extLst>
          </p:cNvPr>
          <p:cNvSpPr/>
          <p:nvPr/>
        </p:nvSpPr>
        <p:spPr>
          <a:xfrm>
            <a:off x="1348466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4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5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31373D56-0DB8-6CB4-8E04-A5A9BF9742C0}"/>
              </a:ext>
            </a:extLst>
          </p:cNvPr>
          <p:cNvSpPr/>
          <p:nvPr/>
        </p:nvSpPr>
        <p:spPr>
          <a:xfrm>
            <a:off x="1705271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8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8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02EBCBDC-81A1-6843-2890-9E5C85206EA8}"/>
              </a:ext>
            </a:extLst>
          </p:cNvPr>
          <p:cNvSpPr/>
          <p:nvPr/>
        </p:nvSpPr>
        <p:spPr>
          <a:xfrm>
            <a:off x="1754671" y="4156969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8" y="125347"/>
                  <a:pt x="489664" y="155707"/>
                </a:cubicBezTo>
                <a:cubicBezTo>
                  <a:pt x="502890" y="187269"/>
                  <a:pt x="509803" y="2206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DA90FDF1-941A-EB7F-9940-700B4CFF5211}"/>
              </a:ext>
            </a:extLst>
          </p:cNvPr>
          <p:cNvSpPr/>
          <p:nvPr/>
        </p:nvSpPr>
        <p:spPr>
          <a:xfrm>
            <a:off x="1775503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1C8FC0D6-8B8E-7B31-BC07-8485F6D3A0FC}"/>
              </a:ext>
            </a:extLst>
          </p:cNvPr>
          <p:cNvSpPr/>
          <p:nvPr/>
        </p:nvSpPr>
        <p:spPr>
          <a:xfrm>
            <a:off x="1754671" y="2377107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702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702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8" y="125347"/>
                  <a:pt x="489664" y="155706"/>
                </a:cubicBezTo>
                <a:cubicBezTo>
                  <a:pt x="502890" y="186968"/>
                  <a:pt x="509803" y="2203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BD789A7F-7A61-413E-0559-AAC5FC27D680}"/>
              </a:ext>
            </a:extLst>
          </p:cNvPr>
          <p:cNvSpPr/>
          <p:nvPr/>
        </p:nvSpPr>
        <p:spPr>
          <a:xfrm>
            <a:off x="1775503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19603979-132A-72BF-8E58-614097E2CFDB}"/>
              </a:ext>
            </a:extLst>
          </p:cNvPr>
          <p:cNvSpPr/>
          <p:nvPr/>
        </p:nvSpPr>
        <p:spPr>
          <a:xfrm>
            <a:off x="200702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6D8103-DA63-0A6B-FB4D-69AE3078790E}"/>
              </a:ext>
            </a:extLst>
          </p:cNvPr>
          <p:cNvGrpSpPr/>
          <p:nvPr/>
        </p:nvGrpSpPr>
        <p:grpSpPr>
          <a:xfrm>
            <a:off x="1928909" y="4303381"/>
            <a:ext cx="150281" cy="183609"/>
            <a:chOff x="1934918" y="4278943"/>
            <a:chExt cx="150281" cy="183609"/>
          </a:xfrm>
          <a:solidFill>
            <a:srgbClr val="4A66AC"/>
          </a:solidFill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3DD5FD44-075E-1AE7-8660-768993B5112B}"/>
                </a:ext>
              </a:extLst>
            </p:cNvPr>
            <p:cNvSpPr/>
            <p:nvPr/>
          </p:nvSpPr>
          <p:spPr>
            <a:xfrm>
              <a:off x="1934918" y="4278943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504 h 185464"/>
                <a:gd name="connsiteX12" fmla="*/ 55309 w 82362"/>
                <a:gd name="connsiteY12" fmla="*/ 142480 h 185464"/>
                <a:gd name="connsiteX13" fmla="*/ 55309 w 82362"/>
                <a:gd name="connsiteY13" fmla="*/ 42684 h 185464"/>
                <a:gd name="connsiteX14" fmla="*/ 51702 w 82362"/>
                <a:gd name="connsiteY14" fmla="*/ 30660 h 185464"/>
                <a:gd name="connsiteX15" fmla="*/ 41482 w 82362"/>
                <a:gd name="connsiteY15" fmla="*/ 26452 h 185464"/>
                <a:gd name="connsiteX16" fmla="*/ 31261 w 82362"/>
                <a:gd name="connsiteY16" fmla="*/ 30660 h 185464"/>
                <a:gd name="connsiteX17" fmla="*/ 27654 w 82362"/>
                <a:gd name="connsiteY17" fmla="*/ 42684 h 185464"/>
                <a:gd name="connsiteX18" fmla="*/ 27654 w 82362"/>
                <a:gd name="connsiteY18" fmla="*/ 142480 h 185464"/>
                <a:gd name="connsiteX19" fmla="*/ 31261 w 82362"/>
                <a:gd name="connsiteY19" fmla="*/ 154504 h 185464"/>
                <a:gd name="connsiteX20" fmla="*/ 41482 w 82362"/>
                <a:gd name="connsiteY20" fmla="*/ 158712 h 185464"/>
                <a:gd name="connsiteX21" fmla="*/ 51702 w 82362"/>
                <a:gd name="connsiteY21" fmla="*/ 154504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504"/>
                  </a:moveTo>
                  <a:cubicBezTo>
                    <a:pt x="54107" y="151799"/>
                    <a:pt x="55309" y="147590"/>
                    <a:pt x="55309" y="142480"/>
                  </a:cubicBezTo>
                  <a:lnTo>
                    <a:pt x="55309" y="42684"/>
                  </a:lnTo>
                  <a:cubicBezTo>
                    <a:pt x="55309" y="37574"/>
                    <a:pt x="54107" y="33666"/>
                    <a:pt x="51702" y="30660"/>
                  </a:cubicBezTo>
                  <a:cubicBezTo>
                    <a:pt x="49297" y="27654"/>
                    <a:pt x="45990" y="26452"/>
                    <a:pt x="41482" y="26452"/>
                  </a:cubicBezTo>
                  <a:cubicBezTo>
                    <a:pt x="37273" y="26452"/>
                    <a:pt x="33666" y="27955"/>
                    <a:pt x="31261" y="30660"/>
                  </a:cubicBezTo>
                  <a:cubicBezTo>
                    <a:pt x="28857" y="33366"/>
                    <a:pt x="27654" y="37574"/>
                    <a:pt x="27654" y="42684"/>
                  </a:cubicBezTo>
                  <a:lnTo>
                    <a:pt x="27654" y="142480"/>
                  </a:lnTo>
                  <a:cubicBezTo>
                    <a:pt x="27654" y="147590"/>
                    <a:pt x="28857" y="151498"/>
                    <a:pt x="31261" y="154504"/>
                  </a:cubicBezTo>
                  <a:cubicBezTo>
                    <a:pt x="33666" y="157209"/>
                    <a:pt x="36973" y="158712"/>
                    <a:pt x="41482" y="158712"/>
                  </a:cubicBezTo>
                  <a:cubicBezTo>
                    <a:pt x="45690" y="159013"/>
                    <a:pt x="49297" y="157510"/>
                    <a:pt x="51702" y="154504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225C3615-D927-8449-4793-6FF8292DC0DD}"/>
                </a:ext>
              </a:extLst>
            </p:cNvPr>
            <p:cNvSpPr/>
            <p:nvPr/>
          </p:nvSpPr>
          <p:spPr>
            <a:xfrm>
              <a:off x="2032824" y="4281027"/>
              <a:ext cx="52375" cy="179443"/>
            </a:xfrm>
            <a:custGeom>
              <a:avLst/>
              <a:gdLst>
                <a:gd name="connsiteX0" fmla="*/ 52604 w 52904"/>
                <a:gd name="connsiteY0" fmla="*/ 181257 h 181256"/>
                <a:gd name="connsiteX1" fmla="*/ 25250 w 52904"/>
                <a:gd name="connsiteY1" fmla="*/ 181257 h 181256"/>
                <a:gd name="connsiteX2" fmla="*/ 25250 w 52904"/>
                <a:gd name="connsiteY2" fmla="*/ 29759 h 181256"/>
                <a:gd name="connsiteX3" fmla="*/ 0 w 52904"/>
                <a:gd name="connsiteY3" fmla="*/ 43886 h 181256"/>
                <a:gd name="connsiteX4" fmla="*/ 0 w 52904"/>
                <a:gd name="connsiteY4" fmla="*/ 14729 h 181256"/>
                <a:gd name="connsiteX5" fmla="*/ 24047 w 52904"/>
                <a:gd name="connsiteY5" fmla="*/ 0 h 181256"/>
                <a:gd name="connsiteX6" fmla="*/ 52904 w 52904"/>
                <a:gd name="connsiteY6" fmla="*/ 0 h 181256"/>
                <a:gd name="connsiteX7" fmla="*/ 52604 w 52904"/>
                <a:gd name="connsiteY7" fmla="*/ 181257 h 181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904" h="181256">
                  <a:moveTo>
                    <a:pt x="52604" y="181257"/>
                  </a:moveTo>
                  <a:lnTo>
                    <a:pt x="25250" y="181257"/>
                  </a:lnTo>
                  <a:lnTo>
                    <a:pt x="25250" y="29759"/>
                  </a:lnTo>
                  <a:lnTo>
                    <a:pt x="0" y="43886"/>
                  </a:lnTo>
                  <a:lnTo>
                    <a:pt x="0" y="14729"/>
                  </a:lnTo>
                  <a:lnTo>
                    <a:pt x="24047" y="0"/>
                  </a:lnTo>
                  <a:lnTo>
                    <a:pt x="52904" y="0"/>
                  </a:lnTo>
                  <a:lnTo>
                    <a:pt x="52604" y="181257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67D73C5D-CB7E-1358-906F-337C7EAC1EB4}"/>
              </a:ext>
            </a:extLst>
          </p:cNvPr>
          <p:cNvSpPr/>
          <p:nvPr/>
        </p:nvSpPr>
        <p:spPr>
          <a:xfrm>
            <a:off x="3369669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629DD1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CB7D54-0AC6-F481-B609-D4B29F768289}"/>
              </a:ext>
            </a:extLst>
          </p:cNvPr>
          <p:cNvSpPr/>
          <p:nvPr/>
        </p:nvSpPr>
        <p:spPr>
          <a:xfrm>
            <a:off x="3631842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2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2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2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2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7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E6E2F26-F7D1-3767-1004-D03D3563A168}"/>
              </a:ext>
            </a:extLst>
          </p:cNvPr>
          <p:cNvSpPr/>
          <p:nvPr/>
        </p:nvSpPr>
        <p:spPr>
          <a:xfrm>
            <a:off x="3938356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E4279DA-57FD-B4BC-B7ED-EFF893C6F486}"/>
              </a:ext>
            </a:extLst>
          </p:cNvPr>
          <p:cNvSpPr/>
          <p:nvPr/>
        </p:nvSpPr>
        <p:spPr>
          <a:xfrm>
            <a:off x="4004121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5973DB5B-1C83-FFE5-2044-4233AE3FE185}"/>
              </a:ext>
            </a:extLst>
          </p:cNvPr>
          <p:cNvSpPr/>
          <p:nvPr/>
        </p:nvSpPr>
        <p:spPr>
          <a:xfrm>
            <a:off x="4074352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5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4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72C275AC-068D-4D86-E259-2E8E04E18603}"/>
              </a:ext>
            </a:extLst>
          </p:cNvPr>
          <p:cNvSpPr/>
          <p:nvPr/>
        </p:nvSpPr>
        <p:spPr>
          <a:xfrm>
            <a:off x="4091314" y="1987865"/>
            <a:ext cx="1283189" cy="1283189"/>
          </a:xfrm>
          <a:custGeom>
            <a:avLst/>
            <a:gdLst>
              <a:gd name="connsiteX0" fmla="*/ 1296151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1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1" y="648076"/>
                </a:moveTo>
                <a:cubicBezTo>
                  <a:pt x="1296151" y="1005998"/>
                  <a:pt x="1005998" y="1296151"/>
                  <a:pt x="648076" y="1296151"/>
                </a:cubicBezTo>
                <a:cubicBezTo>
                  <a:pt x="290153" y="1296151"/>
                  <a:pt x="0" y="1005998"/>
                  <a:pt x="0" y="648076"/>
                </a:cubicBezTo>
                <a:cubicBezTo>
                  <a:pt x="0" y="290153"/>
                  <a:pt x="290154" y="0"/>
                  <a:pt x="648076" y="0"/>
                </a:cubicBezTo>
                <a:cubicBezTo>
                  <a:pt x="1005998" y="0"/>
                  <a:pt x="1296151" y="290153"/>
                  <a:pt x="1296151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E6FCCA08-EBDA-920F-3B8B-1886B6556D65}"/>
              </a:ext>
            </a:extLst>
          </p:cNvPr>
          <p:cNvSpPr/>
          <p:nvPr/>
        </p:nvSpPr>
        <p:spPr>
          <a:xfrm>
            <a:off x="4431157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6A713E04-BEC7-A3DC-FDED-A400C1A34437}"/>
              </a:ext>
            </a:extLst>
          </p:cNvPr>
          <p:cNvSpPr/>
          <p:nvPr/>
        </p:nvSpPr>
        <p:spPr>
          <a:xfrm>
            <a:off x="4480557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4A424E5F-DA4E-C65F-D723-1B79C965BB48}"/>
              </a:ext>
            </a:extLst>
          </p:cNvPr>
          <p:cNvSpPr/>
          <p:nvPr/>
        </p:nvSpPr>
        <p:spPr>
          <a:xfrm>
            <a:off x="4523706" y="4200118"/>
            <a:ext cx="418405" cy="418405"/>
          </a:xfrm>
          <a:custGeom>
            <a:avLst/>
            <a:gdLst>
              <a:gd name="connsiteX0" fmla="*/ 422632 w 422631"/>
              <a:gd name="connsiteY0" fmla="*/ 211316 h 422631"/>
              <a:gd name="connsiteX1" fmla="*/ 211316 w 422631"/>
              <a:gd name="connsiteY1" fmla="*/ 422632 h 422631"/>
              <a:gd name="connsiteX2" fmla="*/ 0 w 422631"/>
              <a:gd name="connsiteY2" fmla="*/ 211316 h 422631"/>
              <a:gd name="connsiteX3" fmla="*/ 211316 w 422631"/>
              <a:gd name="connsiteY3" fmla="*/ 0 h 422631"/>
              <a:gd name="connsiteX4" fmla="*/ 422632 w 422631"/>
              <a:gd name="connsiteY4" fmla="*/ 211316 h 422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631" h="422631">
                <a:moveTo>
                  <a:pt x="422632" y="211316"/>
                </a:moveTo>
                <a:cubicBezTo>
                  <a:pt x="422632" y="328023"/>
                  <a:pt x="328023" y="422632"/>
                  <a:pt x="211316" y="422632"/>
                </a:cubicBezTo>
                <a:cubicBezTo>
                  <a:pt x="94610" y="422632"/>
                  <a:pt x="0" y="328023"/>
                  <a:pt x="0" y="211316"/>
                </a:cubicBezTo>
                <a:cubicBezTo>
                  <a:pt x="0" y="94610"/>
                  <a:pt x="94609" y="0"/>
                  <a:pt x="211316" y="0"/>
                </a:cubicBezTo>
                <a:cubicBezTo>
                  <a:pt x="328022" y="0"/>
                  <a:pt x="422632" y="94609"/>
                  <a:pt x="422632" y="21131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9232D63A-61C6-796A-3331-3C0799AF34A7}"/>
              </a:ext>
            </a:extLst>
          </p:cNvPr>
          <p:cNvSpPr/>
          <p:nvPr/>
        </p:nvSpPr>
        <p:spPr>
          <a:xfrm>
            <a:off x="4480557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0F4E02F-6049-0242-1BFD-3EA924704079}"/>
              </a:ext>
            </a:extLst>
          </p:cNvPr>
          <p:cNvSpPr/>
          <p:nvPr/>
        </p:nvSpPr>
        <p:spPr>
          <a:xfrm>
            <a:off x="4501388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F6190C8-ED85-68BB-E9CB-FF590004463B}"/>
              </a:ext>
            </a:extLst>
          </p:cNvPr>
          <p:cNvSpPr/>
          <p:nvPr/>
        </p:nvSpPr>
        <p:spPr>
          <a:xfrm>
            <a:off x="4732909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2FC2D28-E7C9-3B9E-AEA7-4A0386164E56}"/>
              </a:ext>
            </a:extLst>
          </p:cNvPr>
          <p:cNvGrpSpPr/>
          <p:nvPr/>
        </p:nvGrpSpPr>
        <p:grpSpPr>
          <a:xfrm>
            <a:off x="4639765" y="4303380"/>
            <a:ext cx="185693" cy="183909"/>
            <a:chOff x="4644122" y="4278641"/>
            <a:chExt cx="185693" cy="183909"/>
          </a:xfrm>
          <a:solidFill>
            <a:srgbClr val="629DD1"/>
          </a:solidFill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B995F5EE-2DAA-6510-65AF-F9233E780A96}"/>
                </a:ext>
              </a:extLst>
            </p:cNvPr>
            <p:cNvSpPr/>
            <p:nvPr/>
          </p:nvSpPr>
          <p:spPr>
            <a:xfrm>
              <a:off x="4644122" y="4278941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805 h 185464"/>
                <a:gd name="connsiteX12" fmla="*/ 55309 w 82362"/>
                <a:gd name="connsiteY12" fmla="*/ 142781 h 185464"/>
                <a:gd name="connsiteX13" fmla="*/ 55309 w 82362"/>
                <a:gd name="connsiteY13" fmla="*/ 42984 h 185464"/>
                <a:gd name="connsiteX14" fmla="*/ 51702 w 82362"/>
                <a:gd name="connsiteY14" fmla="*/ 30961 h 185464"/>
                <a:gd name="connsiteX15" fmla="*/ 41482 w 82362"/>
                <a:gd name="connsiteY15" fmla="*/ 26752 h 185464"/>
                <a:gd name="connsiteX16" fmla="*/ 31262 w 82362"/>
                <a:gd name="connsiteY16" fmla="*/ 30961 h 185464"/>
                <a:gd name="connsiteX17" fmla="*/ 27655 w 82362"/>
                <a:gd name="connsiteY17" fmla="*/ 42984 h 185464"/>
                <a:gd name="connsiteX18" fmla="*/ 27655 w 82362"/>
                <a:gd name="connsiteY18" fmla="*/ 142781 h 185464"/>
                <a:gd name="connsiteX19" fmla="*/ 31262 w 82362"/>
                <a:gd name="connsiteY19" fmla="*/ 154805 h 185464"/>
                <a:gd name="connsiteX20" fmla="*/ 41482 w 82362"/>
                <a:gd name="connsiteY20" fmla="*/ 159013 h 185464"/>
                <a:gd name="connsiteX21" fmla="*/ 51702 w 82362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805"/>
                  </a:moveTo>
                  <a:cubicBezTo>
                    <a:pt x="54107" y="152099"/>
                    <a:pt x="55309" y="147891"/>
                    <a:pt x="55309" y="142781"/>
                  </a:cubicBezTo>
                  <a:lnTo>
                    <a:pt x="55309" y="42984"/>
                  </a:lnTo>
                  <a:cubicBezTo>
                    <a:pt x="55309" y="37874"/>
                    <a:pt x="54107" y="33967"/>
                    <a:pt x="51702" y="30961"/>
                  </a:cubicBezTo>
                  <a:cubicBezTo>
                    <a:pt x="49297" y="28255"/>
                    <a:pt x="45991" y="26752"/>
                    <a:pt x="41482" y="26752"/>
                  </a:cubicBezTo>
                  <a:cubicBezTo>
                    <a:pt x="37273" y="26752"/>
                    <a:pt x="33666" y="28255"/>
                    <a:pt x="31262" y="30961"/>
                  </a:cubicBezTo>
                  <a:cubicBezTo>
                    <a:pt x="28857" y="33666"/>
                    <a:pt x="27655" y="37874"/>
                    <a:pt x="27655" y="42984"/>
                  </a:cubicBezTo>
                  <a:lnTo>
                    <a:pt x="27655" y="142781"/>
                  </a:lnTo>
                  <a:cubicBezTo>
                    <a:pt x="27655" y="147891"/>
                    <a:pt x="28857" y="151799"/>
                    <a:pt x="31262" y="154805"/>
                  </a:cubicBezTo>
                  <a:cubicBezTo>
                    <a:pt x="33666" y="157510"/>
                    <a:pt x="36973" y="159013"/>
                    <a:pt x="41482" y="159013"/>
                  </a:cubicBezTo>
                  <a:cubicBezTo>
                    <a:pt x="45690" y="159013"/>
                    <a:pt x="49297" y="157510"/>
                    <a:pt x="51702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49B4A910-DFE2-6410-D7DB-CC03029F7E8B}"/>
                </a:ext>
              </a:extLst>
            </p:cNvPr>
            <p:cNvSpPr/>
            <p:nvPr/>
          </p:nvSpPr>
          <p:spPr>
            <a:xfrm>
              <a:off x="4746789" y="4278641"/>
              <a:ext cx="83026" cy="180931"/>
            </a:xfrm>
            <a:custGeom>
              <a:avLst/>
              <a:gdLst>
                <a:gd name="connsiteX0" fmla="*/ 902 w 83865"/>
                <a:gd name="connsiteY0" fmla="*/ 159314 h 182759"/>
                <a:gd name="connsiteX1" fmla="*/ 39678 w 83865"/>
                <a:gd name="connsiteY1" fmla="*/ 91380 h 182759"/>
                <a:gd name="connsiteX2" fmla="*/ 52003 w 83865"/>
                <a:gd name="connsiteY2" fmla="*/ 65529 h 182759"/>
                <a:gd name="connsiteX3" fmla="*/ 55910 w 83865"/>
                <a:gd name="connsiteY3" fmla="*/ 45089 h 182759"/>
                <a:gd name="connsiteX4" fmla="*/ 55910 w 83865"/>
                <a:gd name="connsiteY4" fmla="*/ 43887 h 182759"/>
                <a:gd name="connsiteX5" fmla="*/ 52604 w 83865"/>
                <a:gd name="connsiteY5" fmla="*/ 31262 h 182759"/>
                <a:gd name="connsiteX6" fmla="*/ 42985 w 83865"/>
                <a:gd name="connsiteY6" fmla="*/ 27053 h 182759"/>
                <a:gd name="connsiteX7" fmla="*/ 31562 w 83865"/>
                <a:gd name="connsiteY7" fmla="*/ 32464 h 182759"/>
                <a:gd name="connsiteX8" fmla="*/ 27955 w 83865"/>
                <a:gd name="connsiteY8" fmla="*/ 49297 h 182759"/>
                <a:gd name="connsiteX9" fmla="*/ 27955 w 83865"/>
                <a:gd name="connsiteY9" fmla="*/ 52904 h 182759"/>
                <a:gd name="connsiteX10" fmla="*/ 0 w 83865"/>
                <a:gd name="connsiteY10" fmla="*/ 52904 h 182759"/>
                <a:gd name="connsiteX11" fmla="*/ 0 w 83865"/>
                <a:gd name="connsiteY11" fmla="*/ 49297 h 182759"/>
                <a:gd name="connsiteX12" fmla="*/ 4809 w 83865"/>
                <a:gd name="connsiteY12" fmla="*/ 21943 h 182759"/>
                <a:gd name="connsiteX13" fmla="*/ 18637 w 83865"/>
                <a:gd name="connsiteY13" fmla="*/ 5411 h 182759"/>
                <a:gd name="connsiteX14" fmla="*/ 41782 w 83865"/>
                <a:gd name="connsiteY14" fmla="*/ 0 h 182759"/>
                <a:gd name="connsiteX15" fmla="*/ 64928 w 83865"/>
                <a:gd name="connsiteY15" fmla="*/ 4810 h 182759"/>
                <a:gd name="connsiteX16" fmla="*/ 79056 w 83865"/>
                <a:gd name="connsiteY16" fmla="*/ 19238 h 182759"/>
                <a:gd name="connsiteX17" fmla="*/ 83865 w 83865"/>
                <a:gd name="connsiteY17" fmla="*/ 43285 h 182759"/>
                <a:gd name="connsiteX18" fmla="*/ 83865 w 83865"/>
                <a:gd name="connsiteY18" fmla="*/ 44488 h 182759"/>
                <a:gd name="connsiteX19" fmla="*/ 79356 w 83865"/>
                <a:gd name="connsiteY19" fmla="*/ 68235 h 182759"/>
                <a:gd name="connsiteX20" fmla="*/ 66130 w 83865"/>
                <a:gd name="connsiteY20" fmla="*/ 97692 h 182759"/>
                <a:gd name="connsiteX21" fmla="*/ 34568 w 83865"/>
                <a:gd name="connsiteY21" fmla="*/ 156308 h 182759"/>
                <a:gd name="connsiteX22" fmla="*/ 83264 w 83865"/>
                <a:gd name="connsiteY22" fmla="*/ 156308 h 182759"/>
                <a:gd name="connsiteX23" fmla="*/ 83264 w 83865"/>
                <a:gd name="connsiteY23" fmla="*/ 182760 h 182759"/>
                <a:gd name="connsiteX24" fmla="*/ 601 w 83865"/>
                <a:gd name="connsiteY24" fmla="*/ 182760 h 182759"/>
                <a:gd name="connsiteX25" fmla="*/ 902 w 83865"/>
                <a:gd name="connsiteY25" fmla="*/ 159314 h 18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865" h="182759">
                  <a:moveTo>
                    <a:pt x="902" y="159314"/>
                  </a:moveTo>
                  <a:lnTo>
                    <a:pt x="39678" y="91380"/>
                  </a:lnTo>
                  <a:cubicBezTo>
                    <a:pt x="45089" y="81761"/>
                    <a:pt x="49297" y="73344"/>
                    <a:pt x="52003" y="65529"/>
                  </a:cubicBezTo>
                  <a:cubicBezTo>
                    <a:pt x="54708" y="57714"/>
                    <a:pt x="55910" y="51101"/>
                    <a:pt x="55910" y="45089"/>
                  </a:cubicBezTo>
                  <a:lnTo>
                    <a:pt x="55910" y="43887"/>
                  </a:lnTo>
                  <a:cubicBezTo>
                    <a:pt x="55910" y="38175"/>
                    <a:pt x="54708" y="34268"/>
                    <a:pt x="52604" y="31262"/>
                  </a:cubicBezTo>
                  <a:cubicBezTo>
                    <a:pt x="50500" y="28256"/>
                    <a:pt x="47193" y="27053"/>
                    <a:pt x="42985" y="27053"/>
                  </a:cubicBezTo>
                  <a:cubicBezTo>
                    <a:pt x="37874" y="27053"/>
                    <a:pt x="33967" y="28857"/>
                    <a:pt x="31562" y="32464"/>
                  </a:cubicBezTo>
                  <a:cubicBezTo>
                    <a:pt x="29158" y="36071"/>
                    <a:pt x="27955" y="41782"/>
                    <a:pt x="27955" y="49297"/>
                  </a:cubicBezTo>
                  <a:lnTo>
                    <a:pt x="27955" y="52904"/>
                  </a:lnTo>
                  <a:lnTo>
                    <a:pt x="0" y="52904"/>
                  </a:lnTo>
                  <a:lnTo>
                    <a:pt x="0" y="49297"/>
                  </a:lnTo>
                  <a:cubicBezTo>
                    <a:pt x="0" y="38175"/>
                    <a:pt x="1803" y="29158"/>
                    <a:pt x="4809" y="21943"/>
                  </a:cubicBezTo>
                  <a:cubicBezTo>
                    <a:pt x="7815" y="14729"/>
                    <a:pt x="12625" y="9319"/>
                    <a:pt x="18637" y="5411"/>
                  </a:cubicBezTo>
                  <a:cubicBezTo>
                    <a:pt x="24949" y="1804"/>
                    <a:pt x="32464" y="0"/>
                    <a:pt x="41782" y="0"/>
                  </a:cubicBezTo>
                  <a:cubicBezTo>
                    <a:pt x="51101" y="0"/>
                    <a:pt x="58916" y="1503"/>
                    <a:pt x="64928" y="4810"/>
                  </a:cubicBezTo>
                  <a:cubicBezTo>
                    <a:pt x="71240" y="8116"/>
                    <a:pt x="75749" y="12926"/>
                    <a:pt x="79056" y="19238"/>
                  </a:cubicBezTo>
                  <a:cubicBezTo>
                    <a:pt x="82062" y="25550"/>
                    <a:pt x="83865" y="33666"/>
                    <a:pt x="83865" y="43285"/>
                  </a:cubicBezTo>
                  <a:lnTo>
                    <a:pt x="83865" y="44488"/>
                  </a:lnTo>
                  <a:cubicBezTo>
                    <a:pt x="83865" y="51401"/>
                    <a:pt x="82362" y="59517"/>
                    <a:pt x="79356" y="68235"/>
                  </a:cubicBezTo>
                  <a:cubicBezTo>
                    <a:pt x="76350" y="77252"/>
                    <a:pt x="72142" y="86871"/>
                    <a:pt x="66130" y="97692"/>
                  </a:cubicBezTo>
                  <a:lnTo>
                    <a:pt x="34568" y="156308"/>
                  </a:lnTo>
                  <a:lnTo>
                    <a:pt x="83264" y="156308"/>
                  </a:lnTo>
                  <a:lnTo>
                    <a:pt x="83264" y="182760"/>
                  </a:lnTo>
                  <a:lnTo>
                    <a:pt x="601" y="182760"/>
                  </a:lnTo>
                  <a:lnTo>
                    <a:pt x="902" y="15931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FFEB4AD7-9D2F-E682-0590-87785EDDD71C}"/>
              </a:ext>
            </a:extLst>
          </p:cNvPr>
          <p:cNvSpPr/>
          <p:nvPr/>
        </p:nvSpPr>
        <p:spPr>
          <a:xfrm>
            <a:off x="6095555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297FD5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8C18EA7A-C350-C4E1-72F4-F6FCA46B881C}"/>
              </a:ext>
            </a:extLst>
          </p:cNvPr>
          <p:cNvSpPr/>
          <p:nvPr/>
        </p:nvSpPr>
        <p:spPr>
          <a:xfrm>
            <a:off x="6357728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BB14EFAC-9602-2D20-3904-353DA35B85EC}"/>
              </a:ext>
            </a:extLst>
          </p:cNvPr>
          <p:cNvSpPr/>
          <p:nvPr/>
        </p:nvSpPr>
        <p:spPr>
          <a:xfrm>
            <a:off x="6664242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4DA30B7-0FD0-C036-52B2-B1EFF8CDD1E3}"/>
              </a:ext>
            </a:extLst>
          </p:cNvPr>
          <p:cNvSpPr/>
          <p:nvPr/>
        </p:nvSpPr>
        <p:spPr>
          <a:xfrm>
            <a:off x="6730008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EE0B83AC-A0BC-9F4D-3AAE-57CE1D4D0708}"/>
              </a:ext>
            </a:extLst>
          </p:cNvPr>
          <p:cNvSpPr/>
          <p:nvPr/>
        </p:nvSpPr>
        <p:spPr>
          <a:xfrm>
            <a:off x="6800237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63957C6C-6DBA-CCD0-DA3D-B37EB41C020C}"/>
              </a:ext>
            </a:extLst>
          </p:cNvPr>
          <p:cNvSpPr/>
          <p:nvPr/>
        </p:nvSpPr>
        <p:spPr>
          <a:xfrm>
            <a:off x="6817201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D8E07ACB-D96A-B1E4-6BF9-DD19E46A0E52}"/>
              </a:ext>
            </a:extLst>
          </p:cNvPr>
          <p:cNvSpPr/>
          <p:nvPr/>
        </p:nvSpPr>
        <p:spPr>
          <a:xfrm>
            <a:off x="7157044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68752FFC-A739-8248-C055-3A9E5C659191}"/>
              </a:ext>
            </a:extLst>
          </p:cNvPr>
          <p:cNvSpPr/>
          <p:nvPr/>
        </p:nvSpPr>
        <p:spPr>
          <a:xfrm>
            <a:off x="7206442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5DF35972-D486-96B1-5988-F75506BD57B0}"/>
              </a:ext>
            </a:extLst>
          </p:cNvPr>
          <p:cNvSpPr/>
          <p:nvPr/>
        </p:nvSpPr>
        <p:spPr>
          <a:xfrm>
            <a:off x="7227274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5125F069-1DA9-CE63-79EB-80965A6F726E}"/>
              </a:ext>
            </a:extLst>
          </p:cNvPr>
          <p:cNvSpPr/>
          <p:nvPr/>
        </p:nvSpPr>
        <p:spPr>
          <a:xfrm>
            <a:off x="7206442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8DB8CDD4-3E02-A6D2-A786-B163901EB5A0}"/>
              </a:ext>
            </a:extLst>
          </p:cNvPr>
          <p:cNvSpPr/>
          <p:nvPr/>
        </p:nvSpPr>
        <p:spPr>
          <a:xfrm>
            <a:off x="7227274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EDFCFD1C-03E8-53EB-B836-2EDCD956A2B8}"/>
              </a:ext>
            </a:extLst>
          </p:cNvPr>
          <p:cNvSpPr/>
          <p:nvPr/>
        </p:nvSpPr>
        <p:spPr>
          <a:xfrm>
            <a:off x="7458796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33EB9D8-BD03-6BA3-4034-3482AFC98CC2}"/>
              </a:ext>
            </a:extLst>
          </p:cNvPr>
          <p:cNvGrpSpPr/>
          <p:nvPr/>
        </p:nvGrpSpPr>
        <p:grpSpPr>
          <a:xfrm>
            <a:off x="7366989" y="4315582"/>
            <a:ext cx="183015" cy="183907"/>
            <a:chOff x="7370595" y="4278520"/>
            <a:chExt cx="183015" cy="183907"/>
          </a:xfrm>
          <a:solidFill>
            <a:srgbClr val="297FD5"/>
          </a:solidFill>
        </p:grpSpPr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659D9263-7041-B6CE-6B34-6CC7C6B83BB2}"/>
                </a:ext>
              </a:extLst>
            </p:cNvPr>
            <p:cNvSpPr/>
            <p:nvPr/>
          </p:nvSpPr>
          <p:spPr>
            <a:xfrm>
              <a:off x="7370595" y="4278818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672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4CBA26CC-56DD-A1D2-5B30-9B22A844C40A}"/>
                </a:ext>
              </a:extLst>
            </p:cNvPr>
            <p:cNvSpPr/>
            <p:nvPr/>
          </p:nvSpPr>
          <p:spPr>
            <a:xfrm>
              <a:off x="7470287" y="4278520"/>
              <a:ext cx="83323" cy="183441"/>
            </a:xfrm>
            <a:custGeom>
              <a:avLst/>
              <a:gdLst>
                <a:gd name="connsiteX0" fmla="*/ 19538 w 84165"/>
                <a:gd name="connsiteY0" fmla="*/ 180956 h 185294"/>
                <a:gd name="connsiteX1" fmla="*/ 5110 w 84165"/>
                <a:gd name="connsiteY1" fmla="*/ 167730 h 185294"/>
                <a:gd name="connsiteX2" fmla="*/ 0 w 84165"/>
                <a:gd name="connsiteY2" fmla="*/ 146689 h 185294"/>
                <a:gd name="connsiteX3" fmla="*/ 0 w 84165"/>
                <a:gd name="connsiteY3" fmla="*/ 133463 h 185294"/>
                <a:gd name="connsiteX4" fmla="*/ 27353 w 84165"/>
                <a:gd name="connsiteY4" fmla="*/ 133463 h 185294"/>
                <a:gd name="connsiteX5" fmla="*/ 27353 w 84165"/>
                <a:gd name="connsiteY5" fmla="*/ 145186 h 185294"/>
                <a:gd name="connsiteX6" fmla="*/ 29157 w 84165"/>
                <a:gd name="connsiteY6" fmla="*/ 152400 h 185294"/>
                <a:gd name="connsiteX7" fmla="*/ 34267 w 84165"/>
                <a:gd name="connsiteY7" fmla="*/ 156909 h 185294"/>
                <a:gd name="connsiteX8" fmla="*/ 42383 w 84165"/>
                <a:gd name="connsiteY8" fmla="*/ 158412 h 185294"/>
                <a:gd name="connsiteX9" fmla="*/ 52904 w 84165"/>
                <a:gd name="connsiteY9" fmla="*/ 154504 h 185294"/>
                <a:gd name="connsiteX10" fmla="*/ 56511 w 84165"/>
                <a:gd name="connsiteY10" fmla="*/ 143683 h 185294"/>
                <a:gd name="connsiteX11" fmla="*/ 56511 w 84165"/>
                <a:gd name="connsiteY11" fmla="*/ 118133 h 185294"/>
                <a:gd name="connsiteX12" fmla="*/ 53205 w 84165"/>
                <a:gd name="connsiteY12" fmla="*/ 106410 h 185294"/>
                <a:gd name="connsiteX13" fmla="*/ 43285 w 84165"/>
                <a:gd name="connsiteY13" fmla="*/ 102201 h 185294"/>
                <a:gd name="connsiteX14" fmla="*/ 31862 w 84165"/>
                <a:gd name="connsiteY14" fmla="*/ 102201 h 185294"/>
                <a:gd name="connsiteX15" fmla="*/ 31862 w 84165"/>
                <a:gd name="connsiteY15" fmla="*/ 75749 h 185294"/>
                <a:gd name="connsiteX16" fmla="*/ 43285 w 84165"/>
                <a:gd name="connsiteY16" fmla="*/ 75749 h 185294"/>
                <a:gd name="connsiteX17" fmla="*/ 50800 w 84165"/>
                <a:gd name="connsiteY17" fmla="*/ 72142 h 185294"/>
                <a:gd name="connsiteX18" fmla="*/ 53505 w 84165"/>
                <a:gd name="connsiteY18" fmla="*/ 62223 h 185294"/>
                <a:gd name="connsiteX19" fmla="*/ 53505 w 84165"/>
                <a:gd name="connsiteY19" fmla="*/ 38476 h 185294"/>
                <a:gd name="connsiteX20" fmla="*/ 50500 w 84165"/>
                <a:gd name="connsiteY20" fmla="*/ 29759 h 185294"/>
                <a:gd name="connsiteX21" fmla="*/ 42083 w 84165"/>
                <a:gd name="connsiteY21" fmla="*/ 26753 h 185294"/>
                <a:gd name="connsiteX22" fmla="*/ 35470 w 84165"/>
                <a:gd name="connsiteY22" fmla="*/ 28256 h 185294"/>
                <a:gd name="connsiteX23" fmla="*/ 31261 w 84165"/>
                <a:gd name="connsiteY23" fmla="*/ 32464 h 185294"/>
                <a:gd name="connsiteX24" fmla="*/ 29758 w 84165"/>
                <a:gd name="connsiteY24" fmla="*/ 38776 h 185294"/>
                <a:gd name="connsiteX25" fmla="*/ 29758 w 84165"/>
                <a:gd name="connsiteY25" fmla="*/ 52303 h 185294"/>
                <a:gd name="connsiteX26" fmla="*/ 2405 w 84165"/>
                <a:gd name="connsiteY26" fmla="*/ 52303 h 185294"/>
                <a:gd name="connsiteX27" fmla="*/ 2405 w 84165"/>
                <a:gd name="connsiteY27" fmla="*/ 38476 h 185294"/>
                <a:gd name="connsiteX28" fmla="*/ 7214 w 84165"/>
                <a:gd name="connsiteY28" fmla="*/ 17735 h 185294"/>
                <a:gd name="connsiteX29" fmla="*/ 21041 w 84165"/>
                <a:gd name="connsiteY29" fmla="*/ 4509 h 185294"/>
                <a:gd name="connsiteX30" fmla="*/ 42985 w 84165"/>
                <a:gd name="connsiteY30" fmla="*/ 0 h 185294"/>
                <a:gd name="connsiteX31" fmla="*/ 70939 w 84165"/>
                <a:gd name="connsiteY31" fmla="*/ 10220 h 185294"/>
                <a:gd name="connsiteX32" fmla="*/ 80859 w 84165"/>
                <a:gd name="connsiteY32" fmla="*/ 38776 h 185294"/>
                <a:gd name="connsiteX33" fmla="*/ 80859 w 84165"/>
                <a:gd name="connsiteY33" fmla="*/ 63726 h 185294"/>
                <a:gd name="connsiteX34" fmla="*/ 76651 w 84165"/>
                <a:gd name="connsiteY34" fmla="*/ 76952 h 185294"/>
                <a:gd name="connsiteX35" fmla="*/ 64627 w 84165"/>
                <a:gd name="connsiteY35" fmla="*/ 88675 h 185294"/>
                <a:gd name="connsiteX36" fmla="*/ 79056 w 84165"/>
                <a:gd name="connsiteY36" fmla="*/ 99496 h 185294"/>
                <a:gd name="connsiteX37" fmla="*/ 84166 w 84165"/>
                <a:gd name="connsiteY37" fmla="*/ 117532 h 185294"/>
                <a:gd name="connsiteX38" fmla="*/ 84166 w 84165"/>
                <a:gd name="connsiteY38" fmla="*/ 143984 h 185294"/>
                <a:gd name="connsiteX39" fmla="*/ 79356 w 84165"/>
                <a:gd name="connsiteY39" fmla="*/ 166227 h 185294"/>
                <a:gd name="connsiteX40" fmla="*/ 64927 w 84165"/>
                <a:gd name="connsiteY40" fmla="*/ 180355 h 185294"/>
                <a:gd name="connsiteX41" fmla="*/ 42383 w 84165"/>
                <a:gd name="connsiteY41" fmla="*/ 185165 h 185294"/>
                <a:gd name="connsiteX42" fmla="*/ 19538 w 84165"/>
                <a:gd name="connsiteY42" fmla="*/ 180956 h 18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4165" h="185294">
                  <a:moveTo>
                    <a:pt x="19538" y="180956"/>
                  </a:moveTo>
                  <a:cubicBezTo>
                    <a:pt x="13226" y="177951"/>
                    <a:pt x="8417" y="173442"/>
                    <a:pt x="5110" y="167730"/>
                  </a:cubicBezTo>
                  <a:cubicBezTo>
                    <a:pt x="1803" y="161719"/>
                    <a:pt x="0" y="154805"/>
                    <a:pt x="0" y="146689"/>
                  </a:cubicBezTo>
                  <a:lnTo>
                    <a:pt x="0" y="133463"/>
                  </a:lnTo>
                  <a:lnTo>
                    <a:pt x="27353" y="133463"/>
                  </a:lnTo>
                  <a:lnTo>
                    <a:pt x="27353" y="145186"/>
                  </a:lnTo>
                  <a:cubicBezTo>
                    <a:pt x="27353" y="147891"/>
                    <a:pt x="27955" y="150296"/>
                    <a:pt x="29157" y="152400"/>
                  </a:cubicBezTo>
                  <a:cubicBezTo>
                    <a:pt x="30359" y="154504"/>
                    <a:pt x="32163" y="156007"/>
                    <a:pt x="34267" y="156909"/>
                  </a:cubicBezTo>
                  <a:cubicBezTo>
                    <a:pt x="36371" y="158112"/>
                    <a:pt x="39077" y="158412"/>
                    <a:pt x="42383" y="158412"/>
                  </a:cubicBezTo>
                  <a:cubicBezTo>
                    <a:pt x="46892" y="158412"/>
                    <a:pt x="50500" y="157210"/>
                    <a:pt x="52904" y="154504"/>
                  </a:cubicBezTo>
                  <a:cubicBezTo>
                    <a:pt x="55309" y="151799"/>
                    <a:pt x="56511" y="148192"/>
                    <a:pt x="56511" y="143683"/>
                  </a:cubicBezTo>
                  <a:lnTo>
                    <a:pt x="56511" y="118133"/>
                  </a:lnTo>
                  <a:cubicBezTo>
                    <a:pt x="56511" y="113023"/>
                    <a:pt x="55309" y="109115"/>
                    <a:pt x="53205" y="106410"/>
                  </a:cubicBezTo>
                  <a:cubicBezTo>
                    <a:pt x="51101" y="103704"/>
                    <a:pt x="47794" y="102201"/>
                    <a:pt x="43285" y="102201"/>
                  </a:cubicBezTo>
                  <a:lnTo>
                    <a:pt x="31862" y="102201"/>
                  </a:lnTo>
                  <a:lnTo>
                    <a:pt x="31862" y="75749"/>
                  </a:lnTo>
                  <a:lnTo>
                    <a:pt x="43285" y="75749"/>
                  </a:lnTo>
                  <a:cubicBezTo>
                    <a:pt x="46592" y="75749"/>
                    <a:pt x="48997" y="74547"/>
                    <a:pt x="50800" y="72142"/>
                  </a:cubicBezTo>
                  <a:cubicBezTo>
                    <a:pt x="52604" y="69738"/>
                    <a:pt x="53505" y="66431"/>
                    <a:pt x="53505" y="62223"/>
                  </a:cubicBezTo>
                  <a:lnTo>
                    <a:pt x="53505" y="38476"/>
                  </a:lnTo>
                  <a:cubicBezTo>
                    <a:pt x="53505" y="34869"/>
                    <a:pt x="52604" y="31863"/>
                    <a:pt x="50500" y="29759"/>
                  </a:cubicBezTo>
                  <a:cubicBezTo>
                    <a:pt x="48395" y="27655"/>
                    <a:pt x="45690" y="26753"/>
                    <a:pt x="42083" y="26753"/>
                  </a:cubicBezTo>
                  <a:cubicBezTo>
                    <a:pt x="39377" y="26753"/>
                    <a:pt x="37273" y="27354"/>
                    <a:pt x="35470" y="28256"/>
                  </a:cubicBezTo>
                  <a:cubicBezTo>
                    <a:pt x="33666" y="29158"/>
                    <a:pt x="32163" y="30661"/>
                    <a:pt x="31261" y="32464"/>
                  </a:cubicBezTo>
                  <a:cubicBezTo>
                    <a:pt x="30359" y="34268"/>
                    <a:pt x="29758" y="36372"/>
                    <a:pt x="29758" y="38776"/>
                  </a:cubicBezTo>
                  <a:lnTo>
                    <a:pt x="29758" y="52303"/>
                  </a:lnTo>
                  <a:lnTo>
                    <a:pt x="2405" y="52303"/>
                  </a:lnTo>
                  <a:lnTo>
                    <a:pt x="2405" y="38476"/>
                  </a:lnTo>
                  <a:cubicBezTo>
                    <a:pt x="2405" y="30360"/>
                    <a:pt x="3908" y="23446"/>
                    <a:pt x="7214" y="17735"/>
                  </a:cubicBezTo>
                  <a:cubicBezTo>
                    <a:pt x="10521" y="12024"/>
                    <a:pt x="15030" y="7515"/>
                    <a:pt x="21041" y="4509"/>
                  </a:cubicBezTo>
                  <a:cubicBezTo>
                    <a:pt x="27053" y="1503"/>
                    <a:pt x="34267" y="0"/>
                    <a:pt x="42985" y="0"/>
                  </a:cubicBezTo>
                  <a:cubicBezTo>
                    <a:pt x="55008" y="0"/>
                    <a:pt x="64326" y="3307"/>
                    <a:pt x="70939" y="10220"/>
                  </a:cubicBezTo>
                  <a:cubicBezTo>
                    <a:pt x="77553" y="16833"/>
                    <a:pt x="80859" y="26452"/>
                    <a:pt x="80859" y="38776"/>
                  </a:cubicBezTo>
                  <a:lnTo>
                    <a:pt x="80859" y="63726"/>
                  </a:lnTo>
                  <a:cubicBezTo>
                    <a:pt x="80859" y="68235"/>
                    <a:pt x="79356" y="72743"/>
                    <a:pt x="76651" y="76952"/>
                  </a:cubicBezTo>
                  <a:cubicBezTo>
                    <a:pt x="73945" y="81160"/>
                    <a:pt x="69737" y="85368"/>
                    <a:pt x="64627" y="88675"/>
                  </a:cubicBezTo>
                  <a:cubicBezTo>
                    <a:pt x="70639" y="90779"/>
                    <a:pt x="75448" y="94686"/>
                    <a:pt x="79056" y="99496"/>
                  </a:cubicBezTo>
                  <a:cubicBezTo>
                    <a:pt x="82362" y="104606"/>
                    <a:pt x="84166" y="110618"/>
                    <a:pt x="84166" y="117532"/>
                  </a:cubicBezTo>
                  <a:lnTo>
                    <a:pt x="84166" y="143984"/>
                  </a:lnTo>
                  <a:cubicBezTo>
                    <a:pt x="84166" y="152701"/>
                    <a:pt x="82663" y="160216"/>
                    <a:pt x="79356" y="166227"/>
                  </a:cubicBezTo>
                  <a:cubicBezTo>
                    <a:pt x="76050" y="172239"/>
                    <a:pt x="71240" y="177049"/>
                    <a:pt x="64927" y="180355"/>
                  </a:cubicBezTo>
                  <a:cubicBezTo>
                    <a:pt x="58615" y="183662"/>
                    <a:pt x="51101" y="185165"/>
                    <a:pt x="42383" y="185165"/>
                  </a:cubicBezTo>
                  <a:cubicBezTo>
                    <a:pt x="33666" y="185766"/>
                    <a:pt x="25850" y="184263"/>
                    <a:pt x="19538" y="180956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A50468D-FDEC-C3F3-2AE7-6A930AE7EE60}"/>
              </a:ext>
            </a:extLst>
          </p:cNvPr>
          <p:cNvSpPr/>
          <p:nvPr/>
        </p:nvSpPr>
        <p:spPr>
          <a:xfrm>
            <a:off x="8821440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7F8FA9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C5C0657-3AA7-AEB2-CF26-185CB830C287}"/>
              </a:ext>
            </a:extLst>
          </p:cNvPr>
          <p:cNvSpPr/>
          <p:nvPr/>
        </p:nvSpPr>
        <p:spPr>
          <a:xfrm>
            <a:off x="9083614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BFA50F1D-E4C2-FC92-6EB7-D8EB894AD95B}"/>
              </a:ext>
            </a:extLst>
          </p:cNvPr>
          <p:cNvSpPr/>
          <p:nvPr/>
        </p:nvSpPr>
        <p:spPr>
          <a:xfrm>
            <a:off x="9390127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1C12BB0-40CF-4995-393E-E571899C1508}"/>
              </a:ext>
            </a:extLst>
          </p:cNvPr>
          <p:cNvSpPr/>
          <p:nvPr/>
        </p:nvSpPr>
        <p:spPr>
          <a:xfrm>
            <a:off x="9455895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D4075602-0980-162E-02F2-E1DD514F7301}"/>
              </a:ext>
            </a:extLst>
          </p:cNvPr>
          <p:cNvSpPr/>
          <p:nvPr/>
        </p:nvSpPr>
        <p:spPr>
          <a:xfrm>
            <a:off x="9526123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08FF6167-2480-5A16-12AC-0FCE134EB88C}"/>
              </a:ext>
            </a:extLst>
          </p:cNvPr>
          <p:cNvSpPr/>
          <p:nvPr/>
        </p:nvSpPr>
        <p:spPr>
          <a:xfrm>
            <a:off x="9543085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15F6710-84EA-DB81-CDD9-A345F018242B}"/>
              </a:ext>
            </a:extLst>
          </p:cNvPr>
          <p:cNvSpPr/>
          <p:nvPr/>
        </p:nvSpPr>
        <p:spPr>
          <a:xfrm>
            <a:off x="9882930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C26A8EC6-6F49-FB46-A7E5-C1739670142C}"/>
              </a:ext>
            </a:extLst>
          </p:cNvPr>
          <p:cNvSpPr/>
          <p:nvPr/>
        </p:nvSpPr>
        <p:spPr>
          <a:xfrm>
            <a:off x="9932329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08D08CC0-3202-6BCA-D09F-4E5EF177D8D7}"/>
              </a:ext>
            </a:extLst>
          </p:cNvPr>
          <p:cNvSpPr/>
          <p:nvPr/>
        </p:nvSpPr>
        <p:spPr>
          <a:xfrm>
            <a:off x="9953160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E55F7B2-8D0F-C62B-4EF4-5D8FB248B650}"/>
              </a:ext>
            </a:extLst>
          </p:cNvPr>
          <p:cNvSpPr/>
          <p:nvPr/>
        </p:nvSpPr>
        <p:spPr>
          <a:xfrm>
            <a:off x="9932329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42C29D4D-0C44-444F-8806-0A911803E7A5}"/>
              </a:ext>
            </a:extLst>
          </p:cNvPr>
          <p:cNvSpPr/>
          <p:nvPr/>
        </p:nvSpPr>
        <p:spPr>
          <a:xfrm>
            <a:off x="9953160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91C691F6-95E0-DC9F-2381-6D0D888B2EDA}"/>
              </a:ext>
            </a:extLst>
          </p:cNvPr>
          <p:cNvSpPr/>
          <p:nvPr/>
        </p:nvSpPr>
        <p:spPr>
          <a:xfrm>
            <a:off x="1018468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CE25E42-D1DF-770A-691E-EF88C07377E2}"/>
              </a:ext>
            </a:extLst>
          </p:cNvPr>
          <p:cNvGrpSpPr/>
          <p:nvPr/>
        </p:nvGrpSpPr>
        <p:grpSpPr>
          <a:xfrm>
            <a:off x="10091834" y="4318144"/>
            <a:ext cx="197003" cy="183609"/>
            <a:chOff x="10091983" y="4278794"/>
            <a:chExt cx="197003" cy="183609"/>
          </a:xfrm>
          <a:solidFill>
            <a:srgbClr val="7F8FA9"/>
          </a:solidFill>
        </p:grpSpPr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258DC2E9-778E-474C-48B5-B3EDA755C312}"/>
                </a:ext>
              </a:extLst>
            </p:cNvPr>
            <p:cNvSpPr/>
            <p:nvPr/>
          </p:nvSpPr>
          <p:spPr>
            <a:xfrm>
              <a:off x="10091983" y="4278794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973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0B1266D5-AF12-F89F-50D2-34421EE1177D}"/>
                </a:ext>
              </a:extLst>
            </p:cNvPr>
            <p:cNvSpPr/>
            <p:nvPr/>
          </p:nvSpPr>
          <p:spPr>
            <a:xfrm>
              <a:off x="10194057" y="4280877"/>
              <a:ext cx="94929" cy="179741"/>
            </a:xfrm>
            <a:custGeom>
              <a:avLst/>
              <a:gdLst>
                <a:gd name="connsiteX0" fmla="*/ 300 w 95888"/>
                <a:gd name="connsiteY0" fmla="*/ 128653 h 181557"/>
                <a:gd name="connsiteX1" fmla="*/ 38776 w 95888"/>
                <a:gd name="connsiteY1" fmla="*/ 0 h 181557"/>
                <a:gd name="connsiteX2" fmla="*/ 67332 w 95888"/>
                <a:gd name="connsiteY2" fmla="*/ 0 h 181557"/>
                <a:gd name="connsiteX3" fmla="*/ 30359 w 95888"/>
                <a:gd name="connsiteY3" fmla="*/ 127150 h 181557"/>
                <a:gd name="connsiteX4" fmla="*/ 95888 w 95888"/>
                <a:gd name="connsiteY4" fmla="*/ 127150 h 181557"/>
                <a:gd name="connsiteX5" fmla="*/ 95888 w 95888"/>
                <a:gd name="connsiteY5" fmla="*/ 153602 h 181557"/>
                <a:gd name="connsiteX6" fmla="*/ 0 w 95888"/>
                <a:gd name="connsiteY6" fmla="*/ 153602 h 181557"/>
                <a:gd name="connsiteX7" fmla="*/ 0 w 95888"/>
                <a:gd name="connsiteY7" fmla="*/ 128653 h 181557"/>
                <a:gd name="connsiteX8" fmla="*/ 57413 w 95888"/>
                <a:gd name="connsiteY8" fmla="*/ 78154 h 181557"/>
                <a:gd name="connsiteX9" fmla="*/ 84166 w 95888"/>
                <a:gd name="connsiteY9" fmla="*/ 78154 h 181557"/>
                <a:gd name="connsiteX10" fmla="*/ 84166 w 95888"/>
                <a:gd name="connsiteY10" fmla="*/ 181557 h 181557"/>
                <a:gd name="connsiteX11" fmla="*/ 57413 w 95888"/>
                <a:gd name="connsiteY11" fmla="*/ 181557 h 181557"/>
                <a:gd name="connsiteX12" fmla="*/ 57413 w 95888"/>
                <a:gd name="connsiteY12" fmla="*/ 78154 h 18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888" h="181557">
                  <a:moveTo>
                    <a:pt x="300" y="128653"/>
                  </a:moveTo>
                  <a:lnTo>
                    <a:pt x="38776" y="0"/>
                  </a:lnTo>
                  <a:lnTo>
                    <a:pt x="67332" y="0"/>
                  </a:lnTo>
                  <a:lnTo>
                    <a:pt x="30359" y="127150"/>
                  </a:lnTo>
                  <a:lnTo>
                    <a:pt x="95888" y="127150"/>
                  </a:lnTo>
                  <a:lnTo>
                    <a:pt x="95888" y="153602"/>
                  </a:lnTo>
                  <a:lnTo>
                    <a:pt x="0" y="153602"/>
                  </a:lnTo>
                  <a:lnTo>
                    <a:pt x="0" y="128653"/>
                  </a:lnTo>
                  <a:close/>
                  <a:moveTo>
                    <a:pt x="57413" y="78154"/>
                  </a:moveTo>
                  <a:lnTo>
                    <a:pt x="84166" y="78154"/>
                  </a:lnTo>
                  <a:lnTo>
                    <a:pt x="84166" y="181557"/>
                  </a:lnTo>
                  <a:lnTo>
                    <a:pt x="57413" y="181557"/>
                  </a:lnTo>
                  <a:lnTo>
                    <a:pt x="57413" y="7815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287823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1"/>
          <p:cNvSpPr/>
          <p:nvPr/>
        </p:nvSpPr>
        <p:spPr>
          <a:xfrm>
            <a:off x="2339341" y="1828800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7" name="矩形 1"/>
          <p:cNvSpPr/>
          <p:nvPr/>
        </p:nvSpPr>
        <p:spPr>
          <a:xfrm flipV="1">
            <a:off x="2339341" y="3975538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9" name="直角三角形 38"/>
          <p:cNvSpPr/>
          <p:nvPr/>
        </p:nvSpPr>
        <p:spPr>
          <a:xfrm>
            <a:off x="2339339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9623384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85873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/>
          <p:cNvSpPr/>
          <p:nvPr/>
        </p:nvSpPr>
        <p:spPr>
          <a:xfrm>
            <a:off x="1804988" y="1238249"/>
            <a:ext cx="8582025" cy="4381502"/>
          </a:xfrm>
          <a:prstGeom prst="roundRect">
            <a:avLst>
              <a:gd name="adj" fmla="val 10270"/>
            </a:avLst>
          </a:prstGeom>
          <a:solidFill>
            <a:srgbClr val="083B5E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7" name="矩形 46"/>
          <p:cNvSpPr/>
          <p:nvPr/>
        </p:nvSpPr>
        <p:spPr>
          <a:xfrm>
            <a:off x="2382811" y="1236586"/>
            <a:ext cx="1041400" cy="234964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8" name="箭头: V 形 47"/>
          <p:cNvSpPr/>
          <p:nvPr/>
        </p:nvSpPr>
        <p:spPr>
          <a:xfrm rot="16200000">
            <a:off x="2346397" y="3081437"/>
            <a:ext cx="1114224" cy="1041399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29808" y="1806775"/>
            <a:ext cx="923330" cy="1538883"/>
          </a:xfrm>
          <a:prstGeom prst="rect">
            <a:avLst/>
          </a:prstGeom>
          <a:noFill/>
        </p:spPr>
        <p:txBody>
          <a:bodyPr vert="eaVert" wrap="none" lIns="0" tIns="0" rIns="0" bIns="0" rtlCol="0" anchor="t">
            <a:spAutoFit/>
          </a:bodyPr>
          <a:lstStyle/>
          <a:p>
            <a:pPr algn="l"/>
            <a:r>
              <a:rPr lang="zh-CN" altLang="en-US" sz="6000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2374986" y="4412874"/>
            <a:ext cx="1075615" cy="246221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CONTENTS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58887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423533" y="1111885"/>
            <a:ext cx="1292800" cy="551590"/>
            <a:chOff x="1678849" y="4526839"/>
            <a:chExt cx="1924050" cy="905586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2456" y="4805814"/>
              <a:ext cx="841321" cy="626611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1678849" y="4526839"/>
              <a:ext cx="1924050" cy="870092"/>
              <a:chOff x="-2243" y="91934"/>
              <a:chExt cx="1924050" cy="870092"/>
            </a:xfrm>
          </p:grpSpPr>
          <p:sp>
            <p:nvSpPr>
              <p:cNvPr id="14" name="Rectangle 40"/>
              <p:cNvSpPr/>
              <p:nvPr/>
            </p:nvSpPr>
            <p:spPr>
              <a:xfrm>
                <a:off x="1622424" y="901700"/>
                <a:ext cx="60327" cy="60326"/>
              </a:xfrm>
              <a:prstGeom prst="rect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5" name="Rectangle 43"/>
              <p:cNvSpPr/>
              <p:nvPr/>
            </p:nvSpPr>
            <p:spPr>
              <a:xfrm>
                <a:off x="1622424" y="422273"/>
                <a:ext cx="60327" cy="479427"/>
              </a:xfrm>
              <a:prstGeom prst="rect">
                <a:avLst/>
              </a:prstGeom>
              <a:solidFill>
                <a:srgbClr val="F05F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6" name="Freeform 44"/>
              <p:cNvSpPr/>
              <p:nvPr/>
            </p:nvSpPr>
            <p:spPr>
              <a:xfrm>
                <a:off x="-2243" y="91934"/>
                <a:ext cx="1924050" cy="6193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lnTo>
                      <a:pt x="0" y="10848"/>
                    </a:lnTo>
                    <a:lnTo>
                      <a:pt x="10800" y="0"/>
                    </a:lnTo>
                    <a:lnTo>
                      <a:pt x="21600" y="10848"/>
                    </a:lnTo>
                    <a:lnTo>
                      <a:pt x="10800" y="21600"/>
                    </a:lnTo>
                    <a:close/>
                  </a:path>
                </a:pathLst>
              </a:custGeom>
              <a:solidFill>
                <a:srgbClr val="647A8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7" name="Oval 45"/>
              <p:cNvSpPr/>
              <p:nvPr/>
            </p:nvSpPr>
            <p:spPr>
              <a:xfrm>
                <a:off x="901700" y="330200"/>
                <a:ext cx="120652" cy="60329"/>
              </a:xfrm>
              <a:prstGeom prst="ellipse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</p:grpSp>
      </p:grpSp>
      <p:cxnSp>
        <p:nvCxnSpPr>
          <p:cNvPr id="20" name="直接连接符 19"/>
          <p:cNvCxnSpPr/>
          <p:nvPr/>
        </p:nvCxnSpPr>
        <p:spPr>
          <a:xfrm flipH="1">
            <a:off x="2501900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284464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253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16">
            <a:extLst>
              <a:ext uri="{FF2B5EF4-FFF2-40B4-BE49-F238E27FC236}">
                <a16:creationId xmlns:a16="http://schemas.microsoft.com/office/drawing/2014/main" id="{2BA872FF-D57A-E66F-A590-0DD2972C1AD3}"/>
              </a:ext>
            </a:extLst>
          </p:cNvPr>
          <p:cNvCxnSpPr/>
          <p:nvPr/>
        </p:nvCxnSpPr>
        <p:spPr>
          <a:xfrm rot="10739157">
            <a:off x="25018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17">
            <a:extLst>
              <a:ext uri="{FF2B5EF4-FFF2-40B4-BE49-F238E27FC236}">
                <a16:creationId xmlns:a16="http://schemas.microsoft.com/office/drawing/2014/main" id="{B72F5999-8D01-F5EB-4497-20EED7FFC857}"/>
              </a:ext>
            </a:extLst>
          </p:cNvPr>
          <p:cNvCxnSpPr/>
          <p:nvPr/>
        </p:nvCxnSpPr>
        <p:spPr>
          <a:xfrm rot="10739157">
            <a:off x="82803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8">
            <a:extLst>
              <a:ext uri="{FF2B5EF4-FFF2-40B4-BE49-F238E27FC236}">
                <a16:creationId xmlns:a16="http://schemas.microsoft.com/office/drawing/2014/main" id="{DB27A922-6DC8-7216-5DBF-0CE92AB2F1D4}"/>
              </a:ext>
            </a:extLst>
          </p:cNvPr>
          <p:cNvSpPr/>
          <p:nvPr/>
        </p:nvSpPr>
        <p:spPr>
          <a:xfrm>
            <a:off x="2794000" y="2616200"/>
            <a:ext cx="66040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6" name="AutoShape 19">
            <a:extLst>
              <a:ext uri="{FF2B5EF4-FFF2-40B4-BE49-F238E27FC236}">
                <a16:creationId xmlns:a16="http://schemas.microsoft.com/office/drawing/2014/main" id="{00902952-820D-3028-5E3B-6BA7398D1C82}"/>
              </a:ext>
            </a:extLst>
          </p:cNvPr>
          <p:cNvSpPr/>
          <p:nvPr/>
        </p:nvSpPr>
        <p:spPr>
          <a:xfrm>
            <a:off x="5168900" y="3810000"/>
            <a:ext cx="1841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100"/>
          </a:p>
        </p:txBody>
      </p:sp>
      <p:sp>
        <p:nvSpPr>
          <p:cNvPr id="7" name="AutoShape 20">
            <a:extLst>
              <a:ext uri="{FF2B5EF4-FFF2-40B4-BE49-F238E27FC236}">
                <a16:creationId xmlns:a16="http://schemas.microsoft.com/office/drawing/2014/main" id="{EAB3F337-91A1-1454-6295-E0EFC812B30E}"/>
              </a:ext>
            </a:extLst>
          </p:cNvPr>
          <p:cNvSpPr/>
          <p:nvPr/>
        </p:nvSpPr>
        <p:spPr>
          <a:xfrm>
            <a:off x="4330700" y="46355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21">
            <a:extLst>
              <a:ext uri="{FF2B5EF4-FFF2-40B4-BE49-F238E27FC236}">
                <a16:creationId xmlns:a16="http://schemas.microsoft.com/office/drawing/2014/main" id="{A376A097-1993-C3DF-435B-74D640349EF8}"/>
              </a:ext>
            </a:extLst>
          </p:cNvPr>
          <p:cNvSpPr/>
          <p:nvPr/>
        </p:nvSpPr>
        <p:spPr>
          <a:xfrm>
            <a:off x="4648200" y="4584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9" name="AutoShape 22">
            <a:extLst>
              <a:ext uri="{FF2B5EF4-FFF2-40B4-BE49-F238E27FC236}">
                <a16:creationId xmlns:a16="http://schemas.microsoft.com/office/drawing/2014/main" id="{87165766-B8A9-85BE-BC61-27AE8BE9000D}"/>
              </a:ext>
            </a:extLst>
          </p:cNvPr>
          <p:cNvSpPr/>
          <p:nvPr/>
        </p:nvSpPr>
        <p:spPr>
          <a:xfrm>
            <a:off x="4330700" y="50800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23">
            <a:extLst>
              <a:ext uri="{FF2B5EF4-FFF2-40B4-BE49-F238E27FC236}">
                <a16:creationId xmlns:a16="http://schemas.microsoft.com/office/drawing/2014/main" id="{ECAE423B-7C55-6B5A-1BD9-8BA7DBCAA443}"/>
              </a:ext>
            </a:extLst>
          </p:cNvPr>
          <p:cNvSpPr/>
          <p:nvPr/>
        </p:nvSpPr>
        <p:spPr>
          <a:xfrm>
            <a:off x="4648200" y="50292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1" name="AutoShape 24">
            <a:extLst>
              <a:ext uri="{FF2B5EF4-FFF2-40B4-BE49-F238E27FC236}">
                <a16:creationId xmlns:a16="http://schemas.microsoft.com/office/drawing/2014/main" id="{E34DD8FC-1247-63F1-7FF1-941D322F8D15}"/>
              </a:ext>
            </a:extLst>
          </p:cNvPr>
          <p:cNvSpPr/>
          <p:nvPr/>
        </p:nvSpPr>
        <p:spPr>
          <a:xfrm>
            <a:off x="4330700" y="55245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5">
            <a:extLst>
              <a:ext uri="{FF2B5EF4-FFF2-40B4-BE49-F238E27FC236}">
                <a16:creationId xmlns:a16="http://schemas.microsoft.com/office/drawing/2014/main" id="{8CEA0E75-24CC-3010-F5C4-BC9963791E7F}"/>
              </a:ext>
            </a:extLst>
          </p:cNvPr>
          <p:cNvSpPr/>
          <p:nvPr/>
        </p:nvSpPr>
        <p:spPr>
          <a:xfrm>
            <a:off x="4648200" y="5473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9516151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955358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396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1">
            <a:extLst>
              <a:ext uri="{FF2B5EF4-FFF2-40B4-BE49-F238E27FC236}">
                <a16:creationId xmlns:a16="http://schemas.microsoft.com/office/drawing/2014/main" id="{777F70BD-4E4B-2EF1-27AA-1DF5A4C1665F}"/>
              </a:ext>
            </a:extLst>
          </p:cNvPr>
          <p:cNvSpPr/>
          <p:nvPr/>
        </p:nvSpPr>
        <p:spPr>
          <a:xfrm>
            <a:off x="1917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EED6143E-96A9-84C4-F8F8-91BBF291BF6E}"/>
              </a:ext>
            </a:extLst>
          </p:cNvPr>
          <p:cNvSpPr/>
          <p:nvPr/>
        </p:nvSpPr>
        <p:spPr>
          <a:xfrm>
            <a:off x="13335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C4CCE2D0-7F92-2E3A-F775-376A9EE8B703}"/>
              </a:ext>
            </a:extLst>
          </p:cNvPr>
          <p:cNvSpPr/>
          <p:nvPr/>
        </p:nvSpPr>
        <p:spPr>
          <a:xfrm>
            <a:off x="13335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0DEEF6A3-776F-76F2-0C90-E0106FE24BD5}"/>
              </a:ext>
            </a:extLst>
          </p:cNvPr>
          <p:cNvSpPr/>
          <p:nvPr/>
        </p:nvSpPr>
        <p:spPr>
          <a:xfrm>
            <a:off x="43942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15">
            <a:extLst>
              <a:ext uri="{FF2B5EF4-FFF2-40B4-BE49-F238E27FC236}">
                <a16:creationId xmlns:a16="http://schemas.microsoft.com/office/drawing/2014/main" id="{A3FBDAB0-A31A-CC72-8FDD-6336DBE22D99}"/>
              </a:ext>
            </a:extLst>
          </p:cNvPr>
          <p:cNvSpPr/>
          <p:nvPr/>
        </p:nvSpPr>
        <p:spPr>
          <a:xfrm>
            <a:off x="38100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C7AD95B7-C8FB-F636-D520-ADBAF4BC96A1}"/>
              </a:ext>
            </a:extLst>
          </p:cNvPr>
          <p:cNvSpPr/>
          <p:nvPr/>
        </p:nvSpPr>
        <p:spPr>
          <a:xfrm>
            <a:off x="38100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B98BD100-8E6C-E393-4828-AC699115079E}"/>
              </a:ext>
            </a:extLst>
          </p:cNvPr>
          <p:cNvSpPr/>
          <p:nvPr/>
        </p:nvSpPr>
        <p:spPr>
          <a:xfrm>
            <a:off x="6870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626A40E-E729-C60B-448F-96058EE6936D}"/>
              </a:ext>
            </a:extLst>
          </p:cNvPr>
          <p:cNvSpPr/>
          <p:nvPr/>
        </p:nvSpPr>
        <p:spPr>
          <a:xfrm>
            <a:off x="62992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9">
            <a:extLst>
              <a:ext uri="{FF2B5EF4-FFF2-40B4-BE49-F238E27FC236}">
                <a16:creationId xmlns:a16="http://schemas.microsoft.com/office/drawing/2014/main" id="{DD2FA33B-F1B4-F0F3-6C16-93712B192CB8}"/>
              </a:ext>
            </a:extLst>
          </p:cNvPr>
          <p:cNvSpPr/>
          <p:nvPr/>
        </p:nvSpPr>
        <p:spPr>
          <a:xfrm>
            <a:off x="62992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01C81C89-FBBE-D01B-0EEF-15DB16FE0C28}"/>
              </a:ext>
            </a:extLst>
          </p:cNvPr>
          <p:cNvSpPr/>
          <p:nvPr/>
        </p:nvSpPr>
        <p:spPr>
          <a:xfrm>
            <a:off x="93599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21">
            <a:extLst>
              <a:ext uri="{FF2B5EF4-FFF2-40B4-BE49-F238E27FC236}">
                <a16:creationId xmlns:a16="http://schemas.microsoft.com/office/drawing/2014/main" id="{0E9827E6-630D-19EE-F0FE-73626FB2EDDA}"/>
              </a:ext>
            </a:extLst>
          </p:cNvPr>
          <p:cNvSpPr/>
          <p:nvPr/>
        </p:nvSpPr>
        <p:spPr>
          <a:xfrm>
            <a:off x="87757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22">
            <a:extLst>
              <a:ext uri="{FF2B5EF4-FFF2-40B4-BE49-F238E27FC236}">
                <a16:creationId xmlns:a16="http://schemas.microsoft.com/office/drawing/2014/main" id="{BAEF8623-1D15-BDAC-1583-183584CFEA1A}"/>
              </a:ext>
            </a:extLst>
          </p:cNvPr>
          <p:cNvSpPr/>
          <p:nvPr/>
        </p:nvSpPr>
        <p:spPr>
          <a:xfrm>
            <a:off x="87757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4" name="Connector 23">
            <a:extLst>
              <a:ext uri="{FF2B5EF4-FFF2-40B4-BE49-F238E27FC236}">
                <a16:creationId xmlns:a16="http://schemas.microsoft.com/office/drawing/2014/main" id="{06F4D476-40EE-C2CF-3CE3-7B43AC852482}"/>
              </a:ext>
            </a:extLst>
          </p:cNvPr>
          <p:cNvCxnSpPr/>
          <p:nvPr/>
        </p:nvCxnSpPr>
        <p:spPr>
          <a:xfrm>
            <a:off x="2374900" y="2019300"/>
            <a:ext cx="74422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5" name="AutoShape 24">
            <a:extLst>
              <a:ext uri="{FF2B5EF4-FFF2-40B4-BE49-F238E27FC236}">
                <a16:creationId xmlns:a16="http://schemas.microsoft.com/office/drawing/2014/main" id="{516F39C7-22F4-4A60-46AE-95E999A6693A}"/>
              </a:ext>
            </a:extLst>
          </p:cNvPr>
          <p:cNvSpPr/>
          <p:nvPr/>
        </p:nvSpPr>
        <p:spPr>
          <a:xfrm>
            <a:off x="1524000" y="3771900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6" name="AutoShape 25">
            <a:extLst>
              <a:ext uri="{FF2B5EF4-FFF2-40B4-BE49-F238E27FC236}">
                <a16:creationId xmlns:a16="http://schemas.microsoft.com/office/drawing/2014/main" id="{D6F5603A-9C05-D62F-34CF-35766B53B9DE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26">
            <a:extLst>
              <a:ext uri="{FF2B5EF4-FFF2-40B4-BE49-F238E27FC236}">
                <a16:creationId xmlns:a16="http://schemas.microsoft.com/office/drawing/2014/main" id="{78BDF310-BF23-5AFA-C0C4-636823C464AB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8B9EDDAF-9CB2-2E90-8449-1AC9D613EDF2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28">
            <a:extLst>
              <a:ext uri="{FF2B5EF4-FFF2-40B4-BE49-F238E27FC236}">
                <a16:creationId xmlns:a16="http://schemas.microsoft.com/office/drawing/2014/main" id="{C8A72F0E-4944-93DF-455E-DCF83C396F34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29">
            <a:extLst>
              <a:ext uri="{FF2B5EF4-FFF2-40B4-BE49-F238E27FC236}">
                <a16:creationId xmlns:a16="http://schemas.microsoft.com/office/drawing/2014/main" id="{95BEB450-3522-D794-9195-AB69412C4282}"/>
              </a:ext>
            </a:extLst>
          </p:cNvPr>
          <p:cNvSpPr/>
          <p:nvPr/>
        </p:nvSpPr>
        <p:spPr>
          <a:xfrm>
            <a:off x="39878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1" name="AutoShape 30">
            <a:extLst>
              <a:ext uri="{FF2B5EF4-FFF2-40B4-BE49-F238E27FC236}">
                <a16:creationId xmlns:a16="http://schemas.microsoft.com/office/drawing/2014/main" id="{A1AEA079-7095-A8D3-6CE6-3CCA8F7F873D}"/>
              </a:ext>
            </a:extLst>
          </p:cNvPr>
          <p:cNvSpPr/>
          <p:nvPr/>
        </p:nvSpPr>
        <p:spPr>
          <a:xfrm>
            <a:off x="4762500" y="3378200"/>
            <a:ext cx="190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31">
            <a:extLst>
              <a:ext uri="{FF2B5EF4-FFF2-40B4-BE49-F238E27FC236}">
                <a16:creationId xmlns:a16="http://schemas.microsoft.com/office/drawing/2014/main" id="{F2B62CF2-7090-28E9-C86A-FB598A9052D6}"/>
              </a:ext>
            </a:extLst>
          </p:cNvPr>
          <p:cNvSpPr/>
          <p:nvPr/>
        </p:nvSpPr>
        <p:spPr>
          <a:xfrm>
            <a:off x="6426200" y="37846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3" name="AutoShape 32">
            <a:extLst>
              <a:ext uri="{FF2B5EF4-FFF2-40B4-BE49-F238E27FC236}">
                <a16:creationId xmlns:a16="http://schemas.microsoft.com/office/drawing/2014/main" id="{93FCF18E-2706-2849-FBB2-76EB68E51891}"/>
              </a:ext>
            </a:extLst>
          </p:cNvPr>
          <p:cNvSpPr/>
          <p:nvPr/>
        </p:nvSpPr>
        <p:spPr>
          <a:xfrm>
            <a:off x="89154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4" name="Freeform 33">
            <a:extLst>
              <a:ext uri="{FF2B5EF4-FFF2-40B4-BE49-F238E27FC236}">
                <a16:creationId xmlns:a16="http://schemas.microsoft.com/office/drawing/2014/main" id="{D93EA3E8-9BAE-159E-D678-E6A8B18BB649}"/>
              </a:ext>
            </a:extLst>
          </p:cNvPr>
          <p:cNvSpPr/>
          <p:nvPr/>
        </p:nvSpPr>
        <p:spPr>
          <a:xfrm>
            <a:off x="7148897" y="2362200"/>
            <a:ext cx="209551" cy="124764"/>
          </a:xfrm>
          <a:custGeom>
            <a:avLst/>
            <a:gdLst/>
            <a:ahLst/>
            <a:cxnLst/>
            <a:rect l="l" t="t" r="r" b="b"/>
            <a:pathLst>
              <a:path w="209551" h="124764">
                <a:moveTo>
                  <a:pt x="166196" y="124764"/>
                </a:moveTo>
                <a:cubicBezTo>
                  <a:pt x="190284" y="124764"/>
                  <a:pt x="209552" y="105570"/>
                  <a:pt x="209552" y="81576"/>
                </a:cubicBezTo>
                <a:cubicBezTo>
                  <a:pt x="209552" y="57582"/>
                  <a:pt x="209552" y="57582"/>
                  <a:pt x="209552" y="57582"/>
                </a:cubicBezTo>
                <a:cubicBezTo>
                  <a:pt x="204731" y="47988"/>
                  <a:pt x="195096" y="43188"/>
                  <a:pt x="185463" y="43188"/>
                </a:cubicBezTo>
                <a:cubicBezTo>
                  <a:pt x="146929" y="43188"/>
                  <a:pt x="146929" y="43188"/>
                  <a:pt x="146929" y="43188"/>
                </a:cubicBezTo>
                <a:cubicBezTo>
                  <a:pt x="146929" y="40791"/>
                  <a:pt x="146929" y="40791"/>
                  <a:pt x="146929" y="40791"/>
                </a:cubicBezTo>
                <a:cubicBezTo>
                  <a:pt x="146929" y="19194"/>
                  <a:pt x="130067" y="0"/>
                  <a:pt x="108385" y="0"/>
                </a:cubicBezTo>
                <a:cubicBezTo>
                  <a:pt x="55395" y="0"/>
                  <a:pt x="55395" y="0"/>
                  <a:pt x="55395" y="0"/>
                </a:cubicBezTo>
                <a:cubicBezTo>
                  <a:pt x="33723" y="0"/>
                  <a:pt x="16861" y="19194"/>
                  <a:pt x="16861" y="40791"/>
                </a:cubicBezTo>
                <a:cubicBezTo>
                  <a:pt x="16861" y="43188"/>
                  <a:pt x="16861" y="43188"/>
                  <a:pt x="16861" y="43188"/>
                </a:cubicBezTo>
                <a:cubicBezTo>
                  <a:pt x="4821" y="43188"/>
                  <a:pt x="4821" y="43188"/>
                  <a:pt x="4821" y="43188"/>
                </a:cubicBezTo>
                <a:cubicBezTo>
                  <a:pt x="0" y="62382"/>
                  <a:pt x="0" y="81576"/>
                  <a:pt x="4821" y="100769"/>
                </a:cubicBezTo>
                <a:cubicBezTo>
                  <a:pt x="7228" y="110369"/>
                  <a:pt x="9633" y="117566"/>
                  <a:pt x="14455" y="124764"/>
                </a:cubicBezTo>
                <a:cubicBezTo>
                  <a:pt x="74673" y="124764"/>
                  <a:pt x="74673" y="124764"/>
                  <a:pt x="74673" y="124764"/>
                </a:cubicBezTo>
                <a:cubicBezTo>
                  <a:pt x="74673" y="119964"/>
                  <a:pt x="74673" y="119964"/>
                  <a:pt x="74673" y="119964"/>
                </a:cubicBezTo>
                <a:cubicBezTo>
                  <a:pt x="74673" y="115164"/>
                  <a:pt x="77078" y="112767"/>
                  <a:pt x="79485" y="112767"/>
                </a:cubicBezTo>
                <a:cubicBezTo>
                  <a:pt x="86712" y="112767"/>
                  <a:pt x="86712" y="112767"/>
                  <a:pt x="86712" y="112767"/>
                </a:cubicBezTo>
                <a:cubicBezTo>
                  <a:pt x="89117" y="112767"/>
                  <a:pt x="91524" y="115164"/>
                  <a:pt x="91524" y="119964"/>
                </a:cubicBezTo>
                <a:cubicBezTo>
                  <a:pt x="91524" y="124764"/>
                  <a:pt x="91524" y="124764"/>
                  <a:pt x="91524" y="124764"/>
                </a:cubicBezTo>
                <a:lnTo>
                  <a:pt x="166196" y="124764"/>
                </a:lnTo>
                <a:close/>
                <a:moveTo>
                  <a:pt x="38535" y="43188"/>
                </a:moveTo>
                <a:cubicBezTo>
                  <a:pt x="38535" y="40791"/>
                  <a:pt x="38535" y="40791"/>
                  <a:pt x="38535" y="40791"/>
                </a:cubicBezTo>
                <a:cubicBezTo>
                  <a:pt x="38535" y="28793"/>
                  <a:pt x="45762" y="21591"/>
                  <a:pt x="55395" y="21591"/>
                </a:cubicBezTo>
                <a:cubicBezTo>
                  <a:pt x="108385" y="21591"/>
                  <a:pt x="108385" y="21591"/>
                  <a:pt x="108385" y="21591"/>
                </a:cubicBezTo>
                <a:cubicBezTo>
                  <a:pt x="118028" y="21591"/>
                  <a:pt x="127662" y="28793"/>
                  <a:pt x="127662" y="40791"/>
                </a:cubicBezTo>
                <a:cubicBezTo>
                  <a:pt x="127662" y="43188"/>
                  <a:pt x="127662" y="43188"/>
                  <a:pt x="127662" y="43188"/>
                </a:cubicBezTo>
                <a:lnTo>
                  <a:pt x="38535" y="4318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34">
            <a:extLst>
              <a:ext uri="{FF2B5EF4-FFF2-40B4-BE49-F238E27FC236}">
                <a16:creationId xmlns:a16="http://schemas.microsoft.com/office/drawing/2014/main" id="{9F21A119-C7F2-6FD7-4B78-658660C41FBA}"/>
              </a:ext>
            </a:extLst>
          </p:cNvPr>
          <p:cNvSpPr/>
          <p:nvPr/>
        </p:nvSpPr>
        <p:spPr>
          <a:xfrm>
            <a:off x="7162800" y="2476500"/>
            <a:ext cx="192595" cy="82368"/>
          </a:xfrm>
          <a:custGeom>
            <a:avLst/>
            <a:gdLst/>
            <a:ahLst/>
            <a:cxnLst/>
            <a:rect l="l" t="t" r="r" b="b"/>
            <a:pathLst>
              <a:path w="192595" h="82368">
                <a:moveTo>
                  <a:pt x="122780" y="79948"/>
                </a:moveTo>
                <a:cubicBezTo>
                  <a:pt x="154076" y="72680"/>
                  <a:pt x="178151" y="53296"/>
                  <a:pt x="192596" y="29073"/>
                </a:cubicBezTo>
                <a:cubicBezTo>
                  <a:pt x="192596" y="0"/>
                  <a:pt x="192596" y="0"/>
                  <a:pt x="192596" y="0"/>
                </a:cubicBezTo>
                <a:cubicBezTo>
                  <a:pt x="185373" y="19380"/>
                  <a:pt x="166113" y="31495"/>
                  <a:pt x="144446" y="31495"/>
                </a:cubicBezTo>
                <a:cubicBezTo>
                  <a:pt x="69816" y="31495"/>
                  <a:pt x="69816" y="31495"/>
                  <a:pt x="69816" y="31495"/>
                </a:cubicBezTo>
                <a:cubicBezTo>
                  <a:pt x="69816" y="38763"/>
                  <a:pt x="69816" y="38763"/>
                  <a:pt x="69816" y="38763"/>
                </a:cubicBezTo>
                <a:cubicBezTo>
                  <a:pt x="69816" y="41185"/>
                  <a:pt x="67408" y="43605"/>
                  <a:pt x="65001" y="43605"/>
                </a:cubicBezTo>
                <a:cubicBezTo>
                  <a:pt x="57779" y="43605"/>
                  <a:pt x="57779" y="43605"/>
                  <a:pt x="57779" y="43605"/>
                </a:cubicBezTo>
                <a:cubicBezTo>
                  <a:pt x="55371" y="43605"/>
                  <a:pt x="52964" y="41185"/>
                  <a:pt x="52964" y="38763"/>
                </a:cubicBezTo>
                <a:cubicBezTo>
                  <a:pt x="52964" y="31495"/>
                  <a:pt x="52964" y="31495"/>
                  <a:pt x="52964" y="31495"/>
                </a:cubicBezTo>
                <a:cubicBezTo>
                  <a:pt x="0" y="31495"/>
                  <a:pt x="0" y="31495"/>
                  <a:pt x="0" y="31495"/>
                </a:cubicBezTo>
                <a:cubicBezTo>
                  <a:pt x="21667" y="62989"/>
                  <a:pt x="55371" y="82368"/>
                  <a:pt x="96298" y="82368"/>
                </a:cubicBezTo>
                <a:cubicBezTo>
                  <a:pt x="105927" y="82368"/>
                  <a:pt x="113149" y="82368"/>
                  <a:pt x="122780" y="799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35">
            <a:extLst>
              <a:ext uri="{FF2B5EF4-FFF2-40B4-BE49-F238E27FC236}">
                <a16:creationId xmlns:a16="http://schemas.microsoft.com/office/drawing/2014/main" id="{0E7FF4EF-D77D-CC7D-1811-A97E0D0A5295}"/>
              </a:ext>
            </a:extLst>
          </p:cNvPr>
          <p:cNvSpPr/>
          <p:nvPr/>
        </p:nvSpPr>
        <p:spPr>
          <a:xfrm>
            <a:off x="7069658" y="2256373"/>
            <a:ext cx="502683" cy="405793"/>
          </a:xfrm>
          <a:custGeom>
            <a:avLst/>
            <a:gdLst/>
            <a:ahLst/>
            <a:cxnLst/>
            <a:rect l="l" t="t" r="r" b="b"/>
            <a:pathLst>
              <a:path w="502683" h="405793">
                <a:moveTo>
                  <a:pt x="481039" y="338556"/>
                </a:moveTo>
                <a:cubicBezTo>
                  <a:pt x="384832" y="273722"/>
                  <a:pt x="384832" y="273722"/>
                  <a:pt x="384832" y="273722"/>
                </a:cubicBezTo>
                <a:cubicBezTo>
                  <a:pt x="375196" y="268932"/>
                  <a:pt x="365585" y="268932"/>
                  <a:pt x="355974" y="268932"/>
                </a:cubicBezTo>
                <a:cubicBezTo>
                  <a:pt x="353553" y="271337"/>
                  <a:pt x="348759" y="271337"/>
                  <a:pt x="346339" y="273722"/>
                </a:cubicBezTo>
                <a:cubicBezTo>
                  <a:pt x="331910" y="264122"/>
                  <a:pt x="331910" y="264122"/>
                  <a:pt x="331910" y="264122"/>
                </a:cubicBezTo>
                <a:cubicBezTo>
                  <a:pt x="351156" y="228109"/>
                  <a:pt x="355974" y="187285"/>
                  <a:pt x="346339" y="144076"/>
                </a:cubicBezTo>
                <a:cubicBezTo>
                  <a:pt x="324696" y="55233"/>
                  <a:pt x="235702" y="0"/>
                  <a:pt x="144312" y="21604"/>
                </a:cubicBezTo>
                <a:cubicBezTo>
                  <a:pt x="55318" y="43229"/>
                  <a:pt x="0" y="134457"/>
                  <a:pt x="21644" y="223299"/>
                </a:cubicBezTo>
                <a:cubicBezTo>
                  <a:pt x="43287" y="312141"/>
                  <a:pt x="134700" y="367375"/>
                  <a:pt x="223670" y="345769"/>
                </a:cubicBezTo>
                <a:cubicBezTo>
                  <a:pt x="259766" y="336150"/>
                  <a:pt x="288623" y="316951"/>
                  <a:pt x="310266" y="292941"/>
                </a:cubicBezTo>
                <a:cubicBezTo>
                  <a:pt x="327115" y="302541"/>
                  <a:pt x="327115" y="302541"/>
                  <a:pt x="327115" y="302541"/>
                </a:cubicBezTo>
                <a:cubicBezTo>
                  <a:pt x="327115" y="314546"/>
                  <a:pt x="331910" y="328956"/>
                  <a:pt x="343942" y="336150"/>
                </a:cubicBezTo>
                <a:cubicBezTo>
                  <a:pt x="440150" y="398598"/>
                  <a:pt x="440150" y="398598"/>
                  <a:pt x="440150" y="398598"/>
                </a:cubicBezTo>
                <a:cubicBezTo>
                  <a:pt x="449762" y="403389"/>
                  <a:pt x="459396" y="405793"/>
                  <a:pt x="469007" y="403389"/>
                </a:cubicBezTo>
                <a:cubicBezTo>
                  <a:pt x="478643" y="400984"/>
                  <a:pt x="485856" y="396193"/>
                  <a:pt x="490651" y="386594"/>
                </a:cubicBezTo>
                <a:cubicBezTo>
                  <a:pt x="502683" y="369779"/>
                  <a:pt x="497866" y="348175"/>
                  <a:pt x="481039" y="338556"/>
                </a:cubicBezTo>
                <a:close/>
                <a:moveTo>
                  <a:pt x="216456" y="314546"/>
                </a:moveTo>
                <a:cubicBezTo>
                  <a:pt x="144312" y="333765"/>
                  <a:pt x="69747" y="288132"/>
                  <a:pt x="52921" y="216104"/>
                </a:cubicBezTo>
                <a:cubicBezTo>
                  <a:pt x="36072" y="144076"/>
                  <a:pt x="79382" y="69642"/>
                  <a:pt x="151526" y="52829"/>
                </a:cubicBezTo>
                <a:cubicBezTo>
                  <a:pt x="226091" y="33610"/>
                  <a:pt x="298236" y="79242"/>
                  <a:pt x="317481" y="151271"/>
                </a:cubicBezTo>
                <a:cubicBezTo>
                  <a:pt x="334330" y="225704"/>
                  <a:pt x="288623" y="297751"/>
                  <a:pt x="216456" y="31454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Freeform 36">
            <a:extLst>
              <a:ext uri="{FF2B5EF4-FFF2-40B4-BE49-F238E27FC236}">
                <a16:creationId xmlns:a16="http://schemas.microsoft.com/office/drawing/2014/main" id="{455E703C-5770-9777-3516-468A37C18A73}"/>
              </a:ext>
            </a:extLst>
          </p:cNvPr>
          <p:cNvSpPr/>
          <p:nvPr/>
        </p:nvSpPr>
        <p:spPr>
          <a:xfrm>
            <a:off x="9626600" y="2286000"/>
            <a:ext cx="443266" cy="399807"/>
          </a:xfrm>
          <a:custGeom>
            <a:avLst/>
            <a:gdLst/>
            <a:ahLst/>
            <a:cxnLst/>
            <a:rect l="l" t="t" r="r" b="b"/>
            <a:pathLst>
              <a:path w="443266" h="399807">
                <a:moveTo>
                  <a:pt x="379691" y="136305"/>
                </a:moveTo>
                <a:cubicBezTo>
                  <a:pt x="346979" y="119943"/>
                  <a:pt x="346979" y="119943"/>
                  <a:pt x="346979" y="119943"/>
                </a:cubicBezTo>
                <a:cubicBezTo>
                  <a:pt x="332449" y="129031"/>
                  <a:pt x="332449" y="129031"/>
                  <a:pt x="332449" y="129031"/>
                </a:cubicBezTo>
                <a:cubicBezTo>
                  <a:pt x="345173" y="149021"/>
                  <a:pt x="352438" y="174454"/>
                  <a:pt x="352438" y="199904"/>
                </a:cubicBezTo>
                <a:cubicBezTo>
                  <a:pt x="352438" y="283493"/>
                  <a:pt x="283403" y="352553"/>
                  <a:pt x="199840" y="352553"/>
                </a:cubicBezTo>
                <a:cubicBezTo>
                  <a:pt x="118081" y="352553"/>
                  <a:pt x="49046" y="283493"/>
                  <a:pt x="49046" y="199904"/>
                </a:cubicBezTo>
                <a:cubicBezTo>
                  <a:pt x="49046" y="116314"/>
                  <a:pt x="118081" y="49069"/>
                  <a:pt x="199840" y="49069"/>
                </a:cubicBezTo>
                <a:cubicBezTo>
                  <a:pt x="248886" y="49069"/>
                  <a:pt x="290667" y="70874"/>
                  <a:pt x="317920" y="105413"/>
                </a:cubicBezTo>
                <a:cubicBezTo>
                  <a:pt x="294300" y="121756"/>
                  <a:pt x="294300" y="121756"/>
                  <a:pt x="294300" y="121756"/>
                </a:cubicBezTo>
                <a:cubicBezTo>
                  <a:pt x="272506" y="94492"/>
                  <a:pt x="237989" y="76333"/>
                  <a:pt x="199840" y="76333"/>
                </a:cubicBezTo>
                <a:cubicBezTo>
                  <a:pt x="132611" y="76333"/>
                  <a:pt x="78125" y="132659"/>
                  <a:pt x="78125" y="199904"/>
                </a:cubicBezTo>
                <a:cubicBezTo>
                  <a:pt x="78125" y="268963"/>
                  <a:pt x="132611" y="323474"/>
                  <a:pt x="199840" y="323474"/>
                </a:cubicBezTo>
                <a:cubicBezTo>
                  <a:pt x="268874" y="323474"/>
                  <a:pt x="323359" y="268963"/>
                  <a:pt x="323359" y="199904"/>
                </a:cubicBezTo>
                <a:cubicBezTo>
                  <a:pt x="323359" y="179913"/>
                  <a:pt x="319726" y="159923"/>
                  <a:pt x="310656" y="143561"/>
                </a:cubicBezTo>
                <a:cubicBezTo>
                  <a:pt x="270680" y="169012"/>
                  <a:pt x="270680" y="169012"/>
                  <a:pt x="270680" y="169012"/>
                </a:cubicBezTo>
                <a:cubicBezTo>
                  <a:pt x="274312" y="178100"/>
                  <a:pt x="277945" y="189001"/>
                  <a:pt x="277945" y="199904"/>
                </a:cubicBezTo>
                <a:cubicBezTo>
                  <a:pt x="277945" y="243512"/>
                  <a:pt x="243427" y="278051"/>
                  <a:pt x="199840" y="278051"/>
                </a:cubicBezTo>
                <a:cubicBezTo>
                  <a:pt x="158057" y="278051"/>
                  <a:pt x="123539" y="243512"/>
                  <a:pt x="123539" y="199904"/>
                </a:cubicBezTo>
                <a:cubicBezTo>
                  <a:pt x="123539" y="158109"/>
                  <a:pt x="158057" y="123570"/>
                  <a:pt x="199840" y="123570"/>
                </a:cubicBezTo>
                <a:cubicBezTo>
                  <a:pt x="221633" y="123570"/>
                  <a:pt x="241621" y="132659"/>
                  <a:pt x="256150" y="147207"/>
                </a:cubicBezTo>
                <a:cubicBezTo>
                  <a:pt x="228897" y="163551"/>
                  <a:pt x="228897" y="163551"/>
                  <a:pt x="228897" y="163551"/>
                </a:cubicBezTo>
                <a:cubicBezTo>
                  <a:pt x="221633" y="158109"/>
                  <a:pt x="210736" y="154462"/>
                  <a:pt x="199840" y="154462"/>
                </a:cubicBezTo>
                <a:cubicBezTo>
                  <a:pt x="174393" y="154462"/>
                  <a:pt x="154424" y="174454"/>
                  <a:pt x="154424" y="199904"/>
                </a:cubicBezTo>
                <a:cubicBezTo>
                  <a:pt x="154424" y="225355"/>
                  <a:pt x="174393" y="247159"/>
                  <a:pt x="199840" y="247159"/>
                </a:cubicBezTo>
                <a:cubicBezTo>
                  <a:pt x="227091" y="247159"/>
                  <a:pt x="247059" y="225355"/>
                  <a:pt x="247059" y="199904"/>
                </a:cubicBezTo>
                <a:cubicBezTo>
                  <a:pt x="247059" y="196276"/>
                  <a:pt x="245254" y="190816"/>
                  <a:pt x="245254" y="187188"/>
                </a:cubicBezTo>
                <a:cubicBezTo>
                  <a:pt x="207104" y="210806"/>
                  <a:pt x="207104" y="210806"/>
                  <a:pt x="207104" y="210806"/>
                </a:cubicBezTo>
                <a:cubicBezTo>
                  <a:pt x="201646" y="203531"/>
                  <a:pt x="201646" y="203531"/>
                  <a:pt x="201646" y="203531"/>
                </a:cubicBezTo>
                <a:cubicBezTo>
                  <a:pt x="348806" y="105413"/>
                  <a:pt x="348806" y="105413"/>
                  <a:pt x="348806" y="105413"/>
                </a:cubicBezTo>
                <a:cubicBezTo>
                  <a:pt x="385129" y="121756"/>
                  <a:pt x="385129" y="121756"/>
                  <a:pt x="385129" y="121756"/>
                </a:cubicBezTo>
                <a:cubicBezTo>
                  <a:pt x="443266" y="83589"/>
                  <a:pt x="443266" y="83589"/>
                  <a:pt x="443266" y="83589"/>
                </a:cubicBezTo>
                <a:cubicBezTo>
                  <a:pt x="406942" y="67245"/>
                  <a:pt x="406942" y="67245"/>
                  <a:pt x="406942" y="67245"/>
                </a:cubicBezTo>
                <a:cubicBezTo>
                  <a:pt x="417840" y="61786"/>
                  <a:pt x="417840" y="61786"/>
                  <a:pt x="417840" y="61786"/>
                </a:cubicBezTo>
                <a:cubicBezTo>
                  <a:pt x="408748" y="47255"/>
                  <a:pt x="408748" y="47255"/>
                  <a:pt x="408748" y="47255"/>
                </a:cubicBezTo>
                <a:cubicBezTo>
                  <a:pt x="397852" y="52697"/>
                  <a:pt x="397852" y="52697"/>
                  <a:pt x="397852" y="52697"/>
                </a:cubicBezTo>
                <a:cubicBezTo>
                  <a:pt x="397852" y="14530"/>
                  <a:pt x="397852" y="14530"/>
                  <a:pt x="397852" y="14530"/>
                </a:cubicBezTo>
                <a:cubicBezTo>
                  <a:pt x="339714" y="52697"/>
                  <a:pt x="339714" y="52697"/>
                  <a:pt x="339714" y="52697"/>
                </a:cubicBezTo>
                <a:cubicBezTo>
                  <a:pt x="339714" y="90863"/>
                  <a:pt x="339714" y="90863"/>
                  <a:pt x="339714" y="90863"/>
                </a:cubicBezTo>
                <a:cubicBezTo>
                  <a:pt x="326991" y="99952"/>
                  <a:pt x="326991" y="99952"/>
                  <a:pt x="326991" y="99952"/>
                </a:cubicBezTo>
                <a:cubicBezTo>
                  <a:pt x="326991" y="56344"/>
                  <a:pt x="326991" y="56344"/>
                  <a:pt x="326991" y="56344"/>
                </a:cubicBezTo>
                <a:cubicBezTo>
                  <a:pt x="332449" y="50883"/>
                  <a:pt x="332449" y="50883"/>
                  <a:pt x="332449" y="50883"/>
                </a:cubicBezTo>
                <a:cubicBezTo>
                  <a:pt x="297932" y="19990"/>
                  <a:pt x="250692" y="0"/>
                  <a:pt x="199840" y="0"/>
                </a:cubicBezTo>
                <a:cubicBezTo>
                  <a:pt x="90828" y="0"/>
                  <a:pt x="0" y="90863"/>
                  <a:pt x="0" y="199904"/>
                </a:cubicBezTo>
                <a:cubicBezTo>
                  <a:pt x="0" y="310758"/>
                  <a:pt x="90828" y="399807"/>
                  <a:pt x="199840" y="399807"/>
                </a:cubicBezTo>
                <a:cubicBezTo>
                  <a:pt x="310656" y="399807"/>
                  <a:pt x="399658" y="310758"/>
                  <a:pt x="399658" y="199904"/>
                </a:cubicBezTo>
                <a:cubicBezTo>
                  <a:pt x="399658" y="176286"/>
                  <a:pt x="396025" y="152649"/>
                  <a:pt x="386955" y="130844"/>
                </a:cubicBezTo>
                <a:lnTo>
                  <a:pt x="379691" y="13630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37">
            <a:extLst>
              <a:ext uri="{FF2B5EF4-FFF2-40B4-BE49-F238E27FC236}">
                <a16:creationId xmlns:a16="http://schemas.microsoft.com/office/drawing/2014/main" id="{835F28A2-720B-7AF5-EBBD-69C57D4F785A}"/>
              </a:ext>
            </a:extLst>
          </p:cNvPr>
          <p:cNvSpPr/>
          <p:nvPr/>
        </p:nvSpPr>
        <p:spPr>
          <a:xfrm>
            <a:off x="4800600" y="2273300"/>
            <a:ext cx="311617" cy="278232"/>
          </a:xfrm>
          <a:custGeom>
            <a:avLst/>
            <a:gdLst/>
            <a:ahLst/>
            <a:cxnLst/>
            <a:rect l="l" t="t" r="r" b="b"/>
            <a:pathLst>
              <a:path w="311617" h="278232">
                <a:moveTo>
                  <a:pt x="17413" y="278232"/>
                </a:moveTo>
                <a:cubicBezTo>
                  <a:pt x="43525" y="202980"/>
                  <a:pt x="43525" y="202980"/>
                  <a:pt x="43525" y="202980"/>
                </a:cubicBezTo>
                <a:cubicBezTo>
                  <a:pt x="15668" y="180232"/>
                  <a:pt x="0" y="150490"/>
                  <a:pt x="0" y="120747"/>
                </a:cubicBezTo>
                <a:cubicBezTo>
                  <a:pt x="0" y="54242"/>
                  <a:pt x="69638" y="0"/>
                  <a:pt x="156674" y="0"/>
                </a:cubicBezTo>
                <a:cubicBezTo>
                  <a:pt x="241979" y="0"/>
                  <a:pt x="311617" y="54242"/>
                  <a:pt x="311617" y="120747"/>
                </a:cubicBezTo>
                <a:cubicBezTo>
                  <a:pt x="311617" y="185487"/>
                  <a:pt x="241979" y="239729"/>
                  <a:pt x="156674" y="239729"/>
                </a:cubicBezTo>
                <a:cubicBezTo>
                  <a:pt x="137530" y="239729"/>
                  <a:pt x="118386" y="237978"/>
                  <a:pt x="100973" y="232735"/>
                </a:cubicBezTo>
                <a:cubicBezTo>
                  <a:pt x="94004" y="236239"/>
                  <a:pt x="67892" y="248488"/>
                  <a:pt x="48748" y="260739"/>
                </a:cubicBezTo>
                <a:cubicBezTo>
                  <a:pt x="17413" y="278232"/>
                  <a:pt x="17413" y="278232"/>
                  <a:pt x="17413" y="278232"/>
                </a:cubicBezTo>
                <a:close/>
                <a:moveTo>
                  <a:pt x="156674" y="26252"/>
                </a:moveTo>
                <a:cubicBezTo>
                  <a:pt x="83560" y="26252"/>
                  <a:pt x="26112" y="68243"/>
                  <a:pt x="26112" y="120747"/>
                </a:cubicBezTo>
                <a:cubicBezTo>
                  <a:pt x="26112" y="145233"/>
                  <a:pt x="40034" y="169734"/>
                  <a:pt x="66147" y="187239"/>
                </a:cubicBezTo>
                <a:cubicBezTo>
                  <a:pt x="74860" y="192481"/>
                  <a:pt x="74860" y="192481"/>
                  <a:pt x="74860" y="192481"/>
                </a:cubicBezTo>
                <a:cubicBezTo>
                  <a:pt x="66147" y="220485"/>
                  <a:pt x="66147" y="220485"/>
                  <a:pt x="66147" y="220485"/>
                </a:cubicBezTo>
                <a:cubicBezTo>
                  <a:pt x="94004" y="204732"/>
                  <a:pt x="99226" y="204732"/>
                  <a:pt x="100973" y="204732"/>
                </a:cubicBezTo>
                <a:cubicBezTo>
                  <a:pt x="104450" y="204732"/>
                  <a:pt x="104450" y="204732"/>
                  <a:pt x="104450" y="204732"/>
                </a:cubicBezTo>
                <a:cubicBezTo>
                  <a:pt x="106195" y="206483"/>
                  <a:pt x="106195" y="206483"/>
                  <a:pt x="106195" y="206483"/>
                </a:cubicBezTo>
                <a:cubicBezTo>
                  <a:pt x="121863" y="209987"/>
                  <a:pt x="139276" y="213491"/>
                  <a:pt x="156674" y="213491"/>
                </a:cubicBezTo>
                <a:cubicBezTo>
                  <a:pt x="228058" y="213491"/>
                  <a:pt x="285505" y="171486"/>
                  <a:pt x="285505" y="120747"/>
                </a:cubicBezTo>
                <a:cubicBezTo>
                  <a:pt x="285505" y="68243"/>
                  <a:pt x="228058" y="26252"/>
                  <a:pt x="156674" y="2625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38">
            <a:extLst>
              <a:ext uri="{FF2B5EF4-FFF2-40B4-BE49-F238E27FC236}">
                <a16:creationId xmlns:a16="http://schemas.microsoft.com/office/drawing/2014/main" id="{A3A1C825-7423-A62A-99C6-BBBE7B09AB13}"/>
              </a:ext>
            </a:extLst>
          </p:cNvPr>
          <p:cNvSpPr/>
          <p:nvPr/>
        </p:nvSpPr>
        <p:spPr>
          <a:xfrm>
            <a:off x="4876800" y="23495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FB9EBB77-0209-65EC-D8AA-ECE000B6CEAC}"/>
              </a:ext>
            </a:extLst>
          </p:cNvPr>
          <p:cNvSpPr/>
          <p:nvPr/>
        </p:nvSpPr>
        <p:spPr>
          <a:xfrm>
            <a:off x="4876800" y="23876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40">
            <a:extLst>
              <a:ext uri="{FF2B5EF4-FFF2-40B4-BE49-F238E27FC236}">
                <a16:creationId xmlns:a16="http://schemas.microsoft.com/office/drawing/2014/main" id="{385F520C-B127-1568-0511-8D481B81B2A4}"/>
              </a:ext>
            </a:extLst>
          </p:cNvPr>
          <p:cNvSpPr/>
          <p:nvPr/>
        </p:nvSpPr>
        <p:spPr>
          <a:xfrm>
            <a:off x="4876800" y="24130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Freeform 41">
            <a:extLst>
              <a:ext uri="{FF2B5EF4-FFF2-40B4-BE49-F238E27FC236}">
                <a16:creationId xmlns:a16="http://schemas.microsoft.com/office/drawing/2014/main" id="{A30BC8CB-DC67-3B54-DD6F-CBB3DC865199}"/>
              </a:ext>
            </a:extLst>
          </p:cNvPr>
          <p:cNvSpPr/>
          <p:nvPr/>
        </p:nvSpPr>
        <p:spPr>
          <a:xfrm>
            <a:off x="4635500" y="2434044"/>
            <a:ext cx="221192" cy="240669"/>
          </a:xfrm>
          <a:custGeom>
            <a:avLst/>
            <a:gdLst/>
            <a:ahLst/>
            <a:cxnLst/>
            <a:rect l="l" t="t" r="r" b="b"/>
            <a:pathLst>
              <a:path w="221192" h="240669">
                <a:moveTo>
                  <a:pt x="208996" y="165682"/>
                </a:moveTo>
                <a:cubicBezTo>
                  <a:pt x="186355" y="155209"/>
                  <a:pt x="161972" y="148234"/>
                  <a:pt x="137589" y="146496"/>
                </a:cubicBezTo>
                <a:cubicBezTo>
                  <a:pt x="139330" y="139521"/>
                  <a:pt x="139330" y="134283"/>
                  <a:pt x="141072" y="129059"/>
                </a:cubicBezTo>
                <a:cubicBezTo>
                  <a:pt x="146304" y="125571"/>
                  <a:pt x="149786" y="120334"/>
                  <a:pt x="149786" y="115097"/>
                </a:cubicBezTo>
                <a:cubicBezTo>
                  <a:pt x="149786" y="109871"/>
                  <a:pt x="151526" y="104635"/>
                  <a:pt x="151526" y="99409"/>
                </a:cubicBezTo>
                <a:cubicBezTo>
                  <a:pt x="153267" y="101148"/>
                  <a:pt x="153267" y="101148"/>
                  <a:pt x="155009" y="101148"/>
                </a:cubicBezTo>
                <a:cubicBezTo>
                  <a:pt x="156750" y="101148"/>
                  <a:pt x="160231" y="99409"/>
                  <a:pt x="160231" y="97660"/>
                </a:cubicBezTo>
                <a:cubicBezTo>
                  <a:pt x="161972" y="71498"/>
                  <a:pt x="161972" y="71498"/>
                  <a:pt x="161972" y="71498"/>
                </a:cubicBezTo>
                <a:cubicBezTo>
                  <a:pt x="161972" y="69760"/>
                  <a:pt x="160231" y="66272"/>
                  <a:pt x="158490" y="66272"/>
                </a:cubicBezTo>
                <a:cubicBezTo>
                  <a:pt x="156750" y="66272"/>
                  <a:pt x="156750" y="66272"/>
                  <a:pt x="155009" y="68011"/>
                </a:cubicBezTo>
                <a:cubicBezTo>
                  <a:pt x="156750" y="62785"/>
                  <a:pt x="156750" y="57549"/>
                  <a:pt x="156750" y="52323"/>
                </a:cubicBezTo>
                <a:cubicBezTo>
                  <a:pt x="158490" y="47086"/>
                  <a:pt x="160231" y="29648"/>
                  <a:pt x="148045" y="17437"/>
                </a:cubicBezTo>
                <a:cubicBezTo>
                  <a:pt x="130626" y="0"/>
                  <a:pt x="90566" y="0"/>
                  <a:pt x="73147" y="17437"/>
                </a:cubicBezTo>
                <a:cubicBezTo>
                  <a:pt x="59220" y="29648"/>
                  <a:pt x="62701" y="47086"/>
                  <a:pt x="64442" y="52323"/>
                </a:cubicBezTo>
                <a:cubicBezTo>
                  <a:pt x="64442" y="57549"/>
                  <a:pt x="64442" y="62785"/>
                  <a:pt x="64442" y="68011"/>
                </a:cubicBezTo>
                <a:cubicBezTo>
                  <a:pt x="64442" y="66272"/>
                  <a:pt x="62701" y="66272"/>
                  <a:pt x="62701" y="66272"/>
                </a:cubicBezTo>
                <a:cubicBezTo>
                  <a:pt x="59220" y="66272"/>
                  <a:pt x="57479" y="69760"/>
                  <a:pt x="59220" y="71498"/>
                </a:cubicBezTo>
                <a:cubicBezTo>
                  <a:pt x="60961" y="97660"/>
                  <a:pt x="60961" y="97660"/>
                  <a:pt x="60961" y="97660"/>
                </a:cubicBezTo>
                <a:cubicBezTo>
                  <a:pt x="60961" y="99409"/>
                  <a:pt x="62701" y="101148"/>
                  <a:pt x="66184" y="101148"/>
                </a:cubicBezTo>
                <a:cubicBezTo>
                  <a:pt x="67925" y="101148"/>
                  <a:pt x="67925" y="101148"/>
                  <a:pt x="69666" y="99409"/>
                </a:cubicBezTo>
                <a:cubicBezTo>
                  <a:pt x="69666" y="104635"/>
                  <a:pt x="69666" y="109871"/>
                  <a:pt x="71406" y="115097"/>
                </a:cubicBezTo>
                <a:cubicBezTo>
                  <a:pt x="71406" y="120334"/>
                  <a:pt x="74888" y="125571"/>
                  <a:pt x="80120" y="129059"/>
                </a:cubicBezTo>
                <a:cubicBezTo>
                  <a:pt x="81862" y="134283"/>
                  <a:pt x="81862" y="139521"/>
                  <a:pt x="83603" y="146496"/>
                </a:cubicBezTo>
                <a:cubicBezTo>
                  <a:pt x="59220" y="148234"/>
                  <a:pt x="34837" y="155209"/>
                  <a:pt x="12196" y="165682"/>
                </a:cubicBezTo>
                <a:cubicBezTo>
                  <a:pt x="5222" y="170908"/>
                  <a:pt x="0" y="179633"/>
                  <a:pt x="0" y="188345"/>
                </a:cubicBezTo>
                <a:cubicBezTo>
                  <a:pt x="1741" y="197070"/>
                  <a:pt x="1741" y="205793"/>
                  <a:pt x="3482" y="214507"/>
                </a:cubicBezTo>
                <a:cubicBezTo>
                  <a:pt x="3482" y="221482"/>
                  <a:pt x="10446" y="228456"/>
                  <a:pt x="17419" y="230206"/>
                </a:cubicBezTo>
                <a:cubicBezTo>
                  <a:pt x="80120" y="240669"/>
                  <a:pt x="141072" y="240669"/>
                  <a:pt x="203773" y="230206"/>
                </a:cubicBezTo>
                <a:cubicBezTo>
                  <a:pt x="210746" y="228456"/>
                  <a:pt x="217710" y="221482"/>
                  <a:pt x="217710" y="214507"/>
                </a:cubicBezTo>
                <a:cubicBezTo>
                  <a:pt x="217710" y="205793"/>
                  <a:pt x="219451" y="197070"/>
                  <a:pt x="219451" y="188345"/>
                </a:cubicBezTo>
                <a:cubicBezTo>
                  <a:pt x="221192" y="179633"/>
                  <a:pt x="215970" y="170908"/>
                  <a:pt x="208996" y="16568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Freeform 42">
            <a:extLst>
              <a:ext uri="{FF2B5EF4-FFF2-40B4-BE49-F238E27FC236}">
                <a16:creationId xmlns:a16="http://schemas.microsoft.com/office/drawing/2014/main" id="{A52BC4D1-8C2D-4263-C388-5C64EE40BA91}"/>
              </a:ext>
            </a:extLst>
          </p:cNvPr>
          <p:cNvSpPr/>
          <p:nvPr/>
        </p:nvSpPr>
        <p:spPr>
          <a:xfrm>
            <a:off x="2362200" y="2260600"/>
            <a:ext cx="25706" cy="63586"/>
          </a:xfrm>
          <a:custGeom>
            <a:avLst/>
            <a:gdLst/>
            <a:ahLst/>
            <a:cxnLst/>
            <a:rect l="l" t="t" r="r" b="b"/>
            <a:pathLst>
              <a:path w="25706" h="63586">
                <a:moveTo>
                  <a:pt x="13710" y="63586"/>
                </a:moveTo>
                <a:cubicBezTo>
                  <a:pt x="6855" y="63586"/>
                  <a:pt x="0" y="56892"/>
                  <a:pt x="0" y="50201"/>
                </a:cubicBezTo>
                <a:cubicBezTo>
                  <a:pt x="0" y="11713"/>
                  <a:pt x="0" y="11713"/>
                  <a:pt x="0" y="11713"/>
                </a:cubicBezTo>
                <a:cubicBezTo>
                  <a:pt x="0" y="5019"/>
                  <a:pt x="6855" y="0"/>
                  <a:pt x="13710" y="0"/>
                </a:cubicBezTo>
                <a:cubicBezTo>
                  <a:pt x="20565" y="0"/>
                  <a:pt x="25706" y="5019"/>
                  <a:pt x="25706" y="11713"/>
                </a:cubicBezTo>
                <a:cubicBezTo>
                  <a:pt x="25706" y="50201"/>
                  <a:pt x="25706" y="50201"/>
                  <a:pt x="25706" y="50201"/>
                </a:cubicBezTo>
                <a:cubicBezTo>
                  <a:pt x="25706" y="56892"/>
                  <a:pt x="20565" y="63586"/>
                  <a:pt x="13710" y="635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Freeform 43">
            <a:extLst>
              <a:ext uri="{FF2B5EF4-FFF2-40B4-BE49-F238E27FC236}">
                <a16:creationId xmlns:a16="http://schemas.microsoft.com/office/drawing/2014/main" id="{9B0B4C7B-BB97-02D8-33C7-3C718F3BACB8}"/>
              </a:ext>
            </a:extLst>
          </p:cNvPr>
          <p:cNvSpPr/>
          <p:nvPr/>
        </p:nvSpPr>
        <p:spPr>
          <a:xfrm>
            <a:off x="2258978" y="2271599"/>
            <a:ext cx="47352" cy="59527"/>
          </a:xfrm>
          <a:custGeom>
            <a:avLst/>
            <a:gdLst/>
            <a:ahLst/>
            <a:cxnLst/>
            <a:rect l="l" t="t" r="r" b="b"/>
            <a:pathLst>
              <a:path w="47352" h="59527">
                <a:moveTo>
                  <a:pt x="33824" y="59528"/>
                </a:moveTo>
                <a:cubicBezTo>
                  <a:pt x="28749" y="59528"/>
                  <a:pt x="25366" y="57827"/>
                  <a:pt x="21986" y="54426"/>
                </a:cubicBezTo>
                <a:cubicBezTo>
                  <a:pt x="3382" y="20411"/>
                  <a:pt x="3382" y="20411"/>
                  <a:pt x="3382" y="20411"/>
                </a:cubicBezTo>
                <a:cubicBezTo>
                  <a:pt x="0" y="13606"/>
                  <a:pt x="1691" y="6805"/>
                  <a:pt x="6766" y="3402"/>
                </a:cubicBezTo>
                <a:cubicBezTo>
                  <a:pt x="13528" y="0"/>
                  <a:pt x="20294" y="1701"/>
                  <a:pt x="23676" y="8506"/>
                </a:cubicBezTo>
                <a:cubicBezTo>
                  <a:pt x="43970" y="42521"/>
                  <a:pt x="43970" y="42521"/>
                  <a:pt x="43970" y="42521"/>
                </a:cubicBezTo>
                <a:cubicBezTo>
                  <a:pt x="47352" y="47623"/>
                  <a:pt x="45662" y="56127"/>
                  <a:pt x="38896" y="59528"/>
                </a:cubicBezTo>
                <a:cubicBezTo>
                  <a:pt x="37205" y="59528"/>
                  <a:pt x="35514" y="59528"/>
                  <a:pt x="33824" y="595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Freeform 44">
            <a:extLst>
              <a:ext uri="{FF2B5EF4-FFF2-40B4-BE49-F238E27FC236}">
                <a16:creationId xmlns:a16="http://schemas.microsoft.com/office/drawing/2014/main" id="{88E159D1-E204-7C76-81CE-D83A54D58A79}"/>
              </a:ext>
            </a:extLst>
          </p:cNvPr>
          <p:cNvSpPr/>
          <p:nvPr/>
        </p:nvSpPr>
        <p:spPr>
          <a:xfrm>
            <a:off x="2195417" y="23477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47096" y="45997"/>
                </a:moveTo>
                <a:cubicBezTo>
                  <a:pt x="45413" y="45997"/>
                  <a:pt x="43730" y="45997"/>
                  <a:pt x="42051" y="44294"/>
                </a:cubicBezTo>
                <a:cubicBezTo>
                  <a:pt x="8410" y="23851"/>
                  <a:pt x="8410" y="23851"/>
                  <a:pt x="8410" y="23851"/>
                </a:cubicBezTo>
                <a:cubicBezTo>
                  <a:pt x="1683" y="20443"/>
                  <a:pt x="0" y="13628"/>
                  <a:pt x="3366" y="8518"/>
                </a:cubicBezTo>
                <a:cubicBezTo>
                  <a:pt x="6727" y="1703"/>
                  <a:pt x="15137" y="0"/>
                  <a:pt x="20183" y="3406"/>
                </a:cubicBezTo>
                <a:cubicBezTo>
                  <a:pt x="53823" y="23851"/>
                  <a:pt x="53823" y="23851"/>
                  <a:pt x="53823" y="23851"/>
                </a:cubicBezTo>
                <a:cubicBezTo>
                  <a:pt x="58869" y="27257"/>
                  <a:pt x="62233" y="34071"/>
                  <a:pt x="58869" y="39182"/>
                </a:cubicBezTo>
                <a:cubicBezTo>
                  <a:pt x="55506" y="44294"/>
                  <a:pt x="52140" y="45997"/>
                  <a:pt x="4709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Freeform 45">
            <a:extLst>
              <a:ext uri="{FF2B5EF4-FFF2-40B4-BE49-F238E27FC236}">
                <a16:creationId xmlns:a16="http://schemas.microsoft.com/office/drawing/2014/main" id="{5BC79689-18A2-D5FF-B2C2-70E6F90DED15}"/>
              </a:ext>
            </a:extLst>
          </p:cNvPr>
          <p:cNvSpPr/>
          <p:nvPr/>
        </p:nvSpPr>
        <p:spPr>
          <a:xfrm>
            <a:off x="2159000" y="2451100"/>
            <a:ext cx="63588" cy="22998"/>
          </a:xfrm>
          <a:custGeom>
            <a:avLst/>
            <a:gdLst/>
            <a:ahLst/>
            <a:cxnLst/>
            <a:rect l="l" t="t" r="r" b="b"/>
            <a:pathLst>
              <a:path w="63588" h="22998">
                <a:moveTo>
                  <a:pt x="51873" y="22998"/>
                </a:moveTo>
                <a:cubicBezTo>
                  <a:pt x="13386" y="22998"/>
                  <a:pt x="13386" y="22998"/>
                  <a:pt x="13386" y="22998"/>
                </a:cubicBezTo>
                <a:cubicBezTo>
                  <a:pt x="6694" y="22998"/>
                  <a:pt x="0" y="18070"/>
                  <a:pt x="0" y="11500"/>
                </a:cubicBezTo>
                <a:cubicBezTo>
                  <a:pt x="0" y="4929"/>
                  <a:pt x="6694" y="0"/>
                  <a:pt x="13386" y="0"/>
                </a:cubicBezTo>
                <a:cubicBezTo>
                  <a:pt x="51873" y="0"/>
                  <a:pt x="51873" y="0"/>
                  <a:pt x="51873" y="0"/>
                </a:cubicBezTo>
                <a:cubicBezTo>
                  <a:pt x="58567" y="0"/>
                  <a:pt x="63588" y="4929"/>
                  <a:pt x="63588" y="11500"/>
                </a:cubicBezTo>
                <a:cubicBezTo>
                  <a:pt x="63588" y="18070"/>
                  <a:pt x="58567" y="22998"/>
                  <a:pt x="51873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Freeform 46">
            <a:extLst>
              <a:ext uri="{FF2B5EF4-FFF2-40B4-BE49-F238E27FC236}">
                <a16:creationId xmlns:a16="http://schemas.microsoft.com/office/drawing/2014/main" id="{6A96BFDD-92D8-2BD0-18BD-C600C71DE98D}"/>
              </a:ext>
            </a:extLst>
          </p:cNvPr>
          <p:cNvSpPr/>
          <p:nvPr/>
        </p:nvSpPr>
        <p:spPr>
          <a:xfrm>
            <a:off x="2182390" y="2525664"/>
            <a:ext cx="62233" cy="45998"/>
          </a:xfrm>
          <a:custGeom>
            <a:avLst/>
            <a:gdLst/>
            <a:ahLst/>
            <a:cxnLst/>
            <a:rect l="l" t="t" r="r" b="b"/>
            <a:pathLst>
              <a:path w="62233" h="45998">
                <a:moveTo>
                  <a:pt x="15137" y="45998"/>
                </a:moveTo>
                <a:cubicBezTo>
                  <a:pt x="10091" y="45998"/>
                  <a:pt x="6727" y="42592"/>
                  <a:pt x="3364" y="39185"/>
                </a:cubicBezTo>
                <a:cubicBezTo>
                  <a:pt x="0" y="34073"/>
                  <a:pt x="3364" y="25555"/>
                  <a:pt x="8410" y="22148"/>
                </a:cubicBezTo>
                <a:cubicBezTo>
                  <a:pt x="42049" y="3408"/>
                  <a:pt x="42049" y="3408"/>
                  <a:pt x="42049" y="3408"/>
                </a:cubicBezTo>
                <a:cubicBezTo>
                  <a:pt x="48776" y="0"/>
                  <a:pt x="55504" y="1705"/>
                  <a:pt x="58867" y="6815"/>
                </a:cubicBezTo>
                <a:cubicBezTo>
                  <a:pt x="62232" y="13630"/>
                  <a:pt x="60549" y="20445"/>
                  <a:pt x="53822" y="23852"/>
                </a:cubicBezTo>
                <a:cubicBezTo>
                  <a:pt x="20181" y="44295"/>
                  <a:pt x="20181" y="44295"/>
                  <a:pt x="20181" y="44295"/>
                </a:cubicBezTo>
                <a:cubicBezTo>
                  <a:pt x="18502" y="44295"/>
                  <a:pt x="16819" y="45998"/>
                  <a:pt x="15137" y="45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Freeform 47">
            <a:extLst>
              <a:ext uri="{FF2B5EF4-FFF2-40B4-BE49-F238E27FC236}">
                <a16:creationId xmlns:a16="http://schemas.microsoft.com/office/drawing/2014/main" id="{8F783BDC-3B95-4352-99DF-5D7E16BC892E}"/>
              </a:ext>
            </a:extLst>
          </p:cNvPr>
          <p:cNvSpPr/>
          <p:nvPr/>
        </p:nvSpPr>
        <p:spPr>
          <a:xfrm>
            <a:off x="2500217" y="2538297"/>
            <a:ext cx="62235" cy="45997"/>
          </a:xfrm>
          <a:custGeom>
            <a:avLst/>
            <a:gdLst/>
            <a:ahLst/>
            <a:cxnLst/>
            <a:rect l="l" t="t" r="r" b="b"/>
            <a:pathLst>
              <a:path w="62235" h="45997">
                <a:moveTo>
                  <a:pt x="48780" y="45997"/>
                </a:moveTo>
                <a:cubicBezTo>
                  <a:pt x="45415" y="45997"/>
                  <a:pt x="43733" y="45997"/>
                  <a:pt x="42052" y="44294"/>
                </a:cubicBezTo>
                <a:cubicBezTo>
                  <a:pt x="8410" y="25554"/>
                  <a:pt x="8410" y="25554"/>
                  <a:pt x="8410" y="25554"/>
                </a:cubicBezTo>
                <a:cubicBezTo>
                  <a:pt x="1683" y="22146"/>
                  <a:pt x="0" y="13628"/>
                  <a:pt x="3366" y="8518"/>
                </a:cubicBezTo>
                <a:cubicBezTo>
                  <a:pt x="6729" y="1703"/>
                  <a:pt x="15139" y="0"/>
                  <a:pt x="20183" y="3406"/>
                </a:cubicBezTo>
                <a:cubicBezTo>
                  <a:pt x="53825" y="23851"/>
                  <a:pt x="53825" y="23851"/>
                  <a:pt x="53825" y="23851"/>
                </a:cubicBezTo>
                <a:cubicBezTo>
                  <a:pt x="60553" y="27257"/>
                  <a:pt x="62235" y="34071"/>
                  <a:pt x="58870" y="39182"/>
                </a:cubicBezTo>
                <a:cubicBezTo>
                  <a:pt x="57191" y="44294"/>
                  <a:pt x="52143" y="45997"/>
                  <a:pt x="48780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Freeform 48">
            <a:extLst>
              <a:ext uri="{FF2B5EF4-FFF2-40B4-BE49-F238E27FC236}">
                <a16:creationId xmlns:a16="http://schemas.microsoft.com/office/drawing/2014/main" id="{5FD30585-1182-1E87-DBED-249A98131618}"/>
              </a:ext>
            </a:extLst>
          </p:cNvPr>
          <p:cNvSpPr/>
          <p:nvPr/>
        </p:nvSpPr>
        <p:spPr>
          <a:xfrm>
            <a:off x="2527300" y="2463800"/>
            <a:ext cx="62234" cy="22998"/>
          </a:xfrm>
          <a:custGeom>
            <a:avLst/>
            <a:gdLst/>
            <a:ahLst/>
            <a:cxnLst/>
            <a:rect l="l" t="t" r="r" b="b"/>
            <a:pathLst>
              <a:path w="62234" h="22998">
                <a:moveTo>
                  <a:pt x="50461" y="22998"/>
                </a:moveTo>
                <a:cubicBezTo>
                  <a:pt x="11773" y="22998"/>
                  <a:pt x="11773" y="22998"/>
                  <a:pt x="11773" y="22998"/>
                </a:cubicBezTo>
                <a:cubicBezTo>
                  <a:pt x="5044" y="22998"/>
                  <a:pt x="0" y="18070"/>
                  <a:pt x="0" y="11500"/>
                </a:cubicBezTo>
                <a:cubicBezTo>
                  <a:pt x="0" y="4929"/>
                  <a:pt x="5044" y="0"/>
                  <a:pt x="11773" y="0"/>
                </a:cubicBezTo>
                <a:cubicBezTo>
                  <a:pt x="50461" y="0"/>
                  <a:pt x="50461" y="0"/>
                  <a:pt x="50461" y="0"/>
                </a:cubicBezTo>
                <a:cubicBezTo>
                  <a:pt x="57189" y="0"/>
                  <a:pt x="62234" y="4929"/>
                  <a:pt x="62234" y="11500"/>
                </a:cubicBezTo>
                <a:cubicBezTo>
                  <a:pt x="62234" y="18070"/>
                  <a:pt x="57189" y="22998"/>
                  <a:pt x="50461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Freeform 49">
            <a:extLst>
              <a:ext uri="{FF2B5EF4-FFF2-40B4-BE49-F238E27FC236}">
                <a16:creationId xmlns:a16="http://schemas.microsoft.com/office/drawing/2014/main" id="{3957F574-629D-1D0F-C4CB-1A4F6EC922D2}"/>
              </a:ext>
            </a:extLst>
          </p:cNvPr>
          <p:cNvSpPr/>
          <p:nvPr/>
        </p:nvSpPr>
        <p:spPr>
          <a:xfrm>
            <a:off x="2500217" y="23604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13456" y="45997"/>
                </a:moveTo>
                <a:cubicBezTo>
                  <a:pt x="10093" y="45997"/>
                  <a:pt x="5045" y="44294"/>
                  <a:pt x="3366" y="40886"/>
                </a:cubicBezTo>
                <a:cubicBezTo>
                  <a:pt x="0" y="34071"/>
                  <a:pt x="1683" y="27257"/>
                  <a:pt x="8410" y="23851"/>
                </a:cubicBezTo>
                <a:cubicBezTo>
                  <a:pt x="42051" y="3406"/>
                  <a:pt x="42051" y="3406"/>
                  <a:pt x="42051" y="3406"/>
                </a:cubicBezTo>
                <a:cubicBezTo>
                  <a:pt x="47096" y="0"/>
                  <a:pt x="55506" y="1703"/>
                  <a:pt x="58869" y="8518"/>
                </a:cubicBezTo>
                <a:cubicBezTo>
                  <a:pt x="62233" y="13628"/>
                  <a:pt x="58869" y="22146"/>
                  <a:pt x="53823" y="25554"/>
                </a:cubicBezTo>
                <a:cubicBezTo>
                  <a:pt x="20183" y="44294"/>
                  <a:pt x="20183" y="44294"/>
                  <a:pt x="20183" y="44294"/>
                </a:cubicBezTo>
                <a:cubicBezTo>
                  <a:pt x="18503" y="45997"/>
                  <a:pt x="15137" y="45997"/>
                  <a:pt x="1345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Freeform 50">
            <a:extLst>
              <a:ext uri="{FF2B5EF4-FFF2-40B4-BE49-F238E27FC236}">
                <a16:creationId xmlns:a16="http://schemas.microsoft.com/office/drawing/2014/main" id="{4A9A299C-F477-027A-74D7-6CA3D55F16EC}"/>
              </a:ext>
            </a:extLst>
          </p:cNvPr>
          <p:cNvSpPr/>
          <p:nvPr/>
        </p:nvSpPr>
        <p:spPr>
          <a:xfrm>
            <a:off x="2449431" y="2284368"/>
            <a:ext cx="48705" cy="59527"/>
          </a:xfrm>
          <a:custGeom>
            <a:avLst/>
            <a:gdLst/>
            <a:ahLst/>
            <a:cxnLst/>
            <a:rect l="l" t="t" r="r" b="b"/>
            <a:pathLst>
              <a:path w="48705" h="59527">
                <a:moveTo>
                  <a:pt x="13916" y="59527"/>
                </a:moveTo>
                <a:cubicBezTo>
                  <a:pt x="12177" y="59527"/>
                  <a:pt x="8697" y="59527"/>
                  <a:pt x="6959" y="57827"/>
                </a:cubicBezTo>
                <a:cubicBezTo>
                  <a:pt x="1739" y="54426"/>
                  <a:pt x="0" y="47621"/>
                  <a:pt x="3480" y="40818"/>
                </a:cubicBezTo>
                <a:cubicBezTo>
                  <a:pt x="22614" y="6805"/>
                  <a:pt x="22614" y="6805"/>
                  <a:pt x="22614" y="6805"/>
                </a:cubicBezTo>
                <a:cubicBezTo>
                  <a:pt x="26091" y="1701"/>
                  <a:pt x="33049" y="0"/>
                  <a:pt x="40008" y="3401"/>
                </a:cubicBezTo>
                <a:cubicBezTo>
                  <a:pt x="45226" y="6805"/>
                  <a:pt x="48705" y="13606"/>
                  <a:pt x="45226" y="18710"/>
                </a:cubicBezTo>
                <a:cubicBezTo>
                  <a:pt x="24352" y="54426"/>
                  <a:pt x="24352" y="54426"/>
                  <a:pt x="24352" y="54426"/>
                </a:cubicBezTo>
                <a:cubicBezTo>
                  <a:pt x="22614" y="57827"/>
                  <a:pt x="17394" y="59527"/>
                  <a:pt x="13916" y="595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Freeform 51">
            <a:extLst>
              <a:ext uri="{FF2B5EF4-FFF2-40B4-BE49-F238E27FC236}">
                <a16:creationId xmlns:a16="http://schemas.microsoft.com/office/drawing/2014/main" id="{6E688BC9-B9EF-28A1-0AF7-4D0ACD5AC80B}"/>
              </a:ext>
            </a:extLst>
          </p:cNvPr>
          <p:cNvSpPr/>
          <p:nvPr/>
        </p:nvSpPr>
        <p:spPr>
          <a:xfrm>
            <a:off x="2260600" y="2362200"/>
            <a:ext cx="228639" cy="274634"/>
          </a:xfrm>
          <a:custGeom>
            <a:avLst/>
            <a:gdLst/>
            <a:ahLst/>
            <a:cxnLst/>
            <a:rect l="l" t="t" r="r" b="b"/>
            <a:pathLst>
              <a:path w="228639" h="274634">
                <a:moveTo>
                  <a:pt x="228639" y="113579"/>
                </a:moveTo>
                <a:cubicBezTo>
                  <a:pt x="228639" y="50858"/>
                  <a:pt x="177449" y="0"/>
                  <a:pt x="114319" y="0"/>
                </a:cubicBezTo>
                <a:cubicBezTo>
                  <a:pt x="51190" y="0"/>
                  <a:pt x="0" y="50858"/>
                  <a:pt x="0" y="113579"/>
                </a:cubicBezTo>
                <a:cubicBezTo>
                  <a:pt x="0" y="116973"/>
                  <a:pt x="0" y="120368"/>
                  <a:pt x="0" y="123750"/>
                </a:cubicBezTo>
                <a:cubicBezTo>
                  <a:pt x="0" y="125454"/>
                  <a:pt x="1704" y="169523"/>
                  <a:pt x="44362" y="223775"/>
                </a:cubicBezTo>
                <a:cubicBezTo>
                  <a:pt x="58017" y="240725"/>
                  <a:pt x="52894" y="274634"/>
                  <a:pt x="52894" y="274634"/>
                </a:cubicBezTo>
                <a:cubicBezTo>
                  <a:pt x="69957" y="274634"/>
                  <a:pt x="87020" y="274634"/>
                  <a:pt x="105788" y="274634"/>
                </a:cubicBezTo>
                <a:cubicBezTo>
                  <a:pt x="110912" y="274634"/>
                  <a:pt x="116023" y="274634"/>
                  <a:pt x="121147" y="274634"/>
                </a:cubicBezTo>
                <a:cubicBezTo>
                  <a:pt x="139915" y="274634"/>
                  <a:pt x="156977" y="274634"/>
                  <a:pt x="174041" y="274634"/>
                </a:cubicBezTo>
                <a:cubicBezTo>
                  <a:pt x="174041" y="274634"/>
                  <a:pt x="168918" y="240725"/>
                  <a:pt x="182573" y="223775"/>
                </a:cubicBezTo>
                <a:cubicBezTo>
                  <a:pt x="225231" y="169523"/>
                  <a:pt x="228639" y="125454"/>
                  <a:pt x="226935" y="123750"/>
                </a:cubicBezTo>
                <a:cubicBezTo>
                  <a:pt x="226935" y="120368"/>
                  <a:pt x="228639" y="116973"/>
                  <a:pt x="228639" y="113579"/>
                </a:cubicBezTo>
                <a:close/>
                <a:moveTo>
                  <a:pt x="100665" y="254291"/>
                </a:moveTo>
                <a:cubicBezTo>
                  <a:pt x="100665" y="200038"/>
                  <a:pt x="100665" y="200038"/>
                  <a:pt x="100665" y="200038"/>
                </a:cubicBezTo>
                <a:cubicBezTo>
                  <a:pt x="100665" y="198347"/>
                  <a:pt x="100665" y="198347"/>
                  <a:pt x="98961" y="196656"/>
                </a:cubicBezTo>
                <a:cubicBezTo>
                  <a:pt x="76784" y="154266"/>
                  <a:pt x="76784" y="154266"/>
                  <a:pt x="76784" y="154266"/>
                </a:cubicBezTo>
                <a:cubicBezTo>
                  <a:pt x="78489" y="154266"/>
                  <a:pt x="80193" y="154266"/>
                  <a:pt x="81897" y="152574"/>
                </a:cubicBezTo>
                <a:cubicBezTo>
                  <a:pt x="85316" y="152574"/>
                  <a:pt x="88725" y="149179"/>
                  <a:pt x="92133" y="147489"/>
                </a:cubicBezTo>
                <a:cubicBezTo>
                  <a:pt x="95552" y="150884"/>
                  <a:pt x="100665" y="154266"/>
                  <a:pt x="104084" y="154266"/>
                </a:cubicBezTo>
                <a:cubicBezTo>
                  <a:pt x="110912" y="155969"/>
                  <a:pt x="117728" y="152574"/>
                  <a:pt x="124555" y="147489"/>
                </a:cubicBezTo>
                <a:cubicBezTo>
                  <a:pt x="124555" y="147489"/>
                  <a:pt x="124555" y="147489"/>
                  <a:pt x="124555" y="149179"/>
                </a:cubicBezTo>
                <a:cubicBezTo>
                  <a:pt x="127974" y="154266"/>
                  <a:pt x="133087" y="155969"/>
                  <a:pt x="136506" y="155969"/>
                </a:cubicBezTo>
                <a:cubicBezTo>
                  <a:pt x="138210" y="155969"/>
                  <a:pt x="138210" y="155969"/>
                  <a:pt x="138210" y="155969"/>
                </a:cubicBezTo>
                <a:cubicBezTo>
                  <a:pt x="139915" y="155969"/>
                  <a:pt x="141619" y="155969"/>
                  <a:pt x="143323" y="154266"/>
                </a:cubicBezTo>
                <a:cubicBezTo>
                  <a:pt x="121147" y="196656"/>
                  <a:pt x="121147" y="196656"/>
                  <a:pt x="121147" y="196656"/>
                </a:cubicBezTo>
                <a:cubicBezTo>
                  <a:pt x="121147" y="198347"/>
                  <a:pt x="121147" y="198347"/>
                  <a:pt x="121147" y="200038"/>
                </a:cubicBezTo>
                <a:cubicBezTo>
                  <a:pt x="121147" y="254291"/>
                  <a:pt x="121147" y="254291"/>
                  <a:pt x="121147" y="254291"/>
                </a:cubicBezTo>
                <a:lnTo>
                  <a:pt x="100665" y="254291"/>
                </a:lnTo>
                <a:close/>
                <a:moveTo>
                  <a:pt x="93848" y="122060"/>
                </a:moveTo>
                <a:cubicBezTo>
                  <a:pt x="93848" y="122060"/>
                  <a:pt x="93848" y="122060"/>
                  <a:pt x="93848" y="122060"/>
                </a:cubicBezTo>
                <a:cubicBezTo>
                  <a:pt x="93848" y="122060"/>
                  <a:pt x="93848" y="122060"/>
                  <a:pt x="95552" y="122060"/>
                </a:cubicBezTo>
                <a:cubicBezTo>
                  <a:pt x="97257" y="122060"/>
                  <a:pt x="97257" y="122060"/>
                  <a:pt x="97257" y="125454"/>
                </a:cubicBezTo>
                <a:cubicBezTo>
                  <a:pt x="97257" y="127145"/>
                  <a:pt x="95552" y="130541"/>
                  <a:pt x="93848" y="135626"/>
                </a:cubicBezTo>
                <a:cubicBezTo>
                  <a:pt x="92133" y="128836"/>
                  <a:pt x="92133" y="123750"/>
                  <a:pt x="93848" y="122060"/>
                </a:cubicBezTo>
                <a:close/>
                <a:moveTo>
                  <a:pt x="126260" y="120368"/>
                </a:moveTo>
                <a:cubicBezTo>
                  <a:pt x="126260" y="118665"/>
                  <a:pt x="127974" y="118665"/>
                  <a:pt x="127974" y="118665"/>
                </a:cubicBezTo>
                <a:cubicBezTo>
                  <a:pt x="127974" y="118665"/>
                  <a:pt x="127974" y="118665"/>
                  <a:pt x="127974" y="118665"/>
                </a:cubicBezTo>
                <a:cubicBezTo>
                  <a:pt x="129678" y="118665"/>
                  <a:pt x="129678" y="118665"/>
                  <a:pt x="129678" y="118665"/>
                </a:cubicBezTo>
                <a:cubicBezTo>
                  <a:pt x="129678" y="120368"/>
                  <a:pt x="129678" y="125454"/>
                  <a:pt x="126260" y="132231"/>
                </a:cubicBezTo>
                <a:cubicBezTo>
                  <a:pt x="124555" y="127145"/>
                  <a:pt x="124555" y="122060"/>
                  <a:pt x="126260" y="120368"/>
                </a:cubicBezTo>
                <a:close/>
                <a:moveTo>
                  <a:pt x="208167" y="116973"/>
                </a:moveTo>
                <a:cubicBezTo>
                  <a:pt x="206452" y="130541"/>
                  <a:pt x="206452" y="130541"/>
                  <a:pt x="206452" y="130541"/>
                </a:cubicBezTo>
                <a:cubicBezTo>
                  <a:pt x="206452" y="130541"/>
                  <a:pt x="206452" y="130541"/>
                  <a:pt x="206452" y="130541"/>
                </a:cubicBezTo>
                <a:cubicBezTo>
                  <a:pt x="204748" y="142403"/>
                  <a:pt x="196216" y="174608"/>
                  <a:pt x="167213" y="211913"/>
                </a:cubicBezTo>
                <a:cubicBezTo>
                  <a:pt x="156977" y="223775"/>
                  <a:pt x="153558" y="240725"/>
                  <a:pt x="153558" y="254291"/>
                </a:cubicBezTo>
                <a:cubicBezTo>
                  <a:pt x="134791" y="254291"/>
                  <a:pt x="134791" y="254291"/>
                  <a:pt x="134791" y="254291"/>
                </a:cubicBezTo>
                <a:cubicBezTo>
                  <a:pt x="134791" y="201742"/>
                  <a:pt x="134791" y="201742"/>
                  <a:pt x="134791" y="201742"/>
                </a:cubicBezTo>
                <a:cubicBezTo>
                  <a:pt x="160386" y="152574"/>
                  <a:pt x="160386" y="152574"/>
                  <a:pt x="160386" y="152574"/>
                </a:cubicBezTo>
                <a:cubicBezTo>
                  <a:pt x="162090" y="149179"/>
                  <a:pt x="160386" y="144094"/>
                  <a:pt x="156977" y="142403"/>
                </a:cubicBezTo>
                <a:cubicBezTo>
                  <a:pt x="153558" y="140712"/>
                  <a:pt x="150151" y="142403"/>
                  <a:pt x="148446" y="145797"/>
                </a:cubicBezTo>
                <a:cubicBezTo>
                  <a:pt x="145026" y="147489"/>
                  <a:pt x="141619" y="149179"/>
                  <a:pt x="138210" y="149179"/>
                </a:cubicBezTo>
                <a:cubicBezTo>
                  <a:pt x="134791" y="149179"/>
                  <a:pt x="133087" y="147489"/>
                  <a:pt x="131383" y="144094"/>
                </a:cubicBezTo>
                <a:cubicBezTo>
                  <a:pt x="129678" y="144094"/>
                  <a:pt x="129678" y="142403"/>
                  <a:pt x="127974" y="140712"/>
                </a:cubicBezTo>
                <a:cubicBezTo>
                  <a:pt x="127974" y="140712"/>
                  <a:pt x="127974" y="140712"/>
                  <a:pt x="127974" y="140712"/>
                </a:cubicBezTo>
                <a:cubicBezTo>
                  <a:pt x="134791" y="132231"/>
                  <a:pt x="138210" y="122060"/>
                  <a:pt x="134791" y="115283"/>
                </a:cubicBezTo>
                <a:cubicBezTo>
                  <a:pt x="134791" y="111888"/>
                  <a:pt x="131383" y="110197"/>
                  <a:pt x="127974" y="111888"/>
                </a:cubicBezTo>
                <a:cubicBezTo>
                  <a:pt x="124555" y="111888"/>
                  <a:pt x="121147" y="113579"/>
                  <a:pt x="119442" y="116973"/>
                </a:cubicBezTo>
                <a:cubicBezTo>
                  <a:pt x="117728" y="122060"/>
                  <a:pt x="117728" y="132231"/>
                  <a:pt x="121147" y="139008"/>
                </a:cubicBezTo>
                <a:cubicBezTo>
                  <a:pt x="116023" y="144094"/>
                  <a:pt x="110912" y="149179"/>
                  <a:pt x="105788" y="147489"/>
                </a:cubicBezTo>
                <a:cubicBezTo>
                  <a:pt x="102380" y="147489"/>
                  <a:pt x="98961" y="145797"/>
                  <a:pt x="97257" y="142403"/>
                </a:cubicBezTo>
                <a:cubicBezTo>
                  <a:pt x="102380" y="135626"/>
                  <a:pt x="104084" y="130541"/>
                  <a:pt x="104084" y="123750"/>
                </a:cubicBezTo>
                <a:cubicBezTo>
                  <a:pt x="104084" y="120368"/>
                  <a:pt x="102380" y="115283"/>
                  <a:pt x="97257" y="115283"/>
                </a:cubicBezTo>
                <a:cubicBezTo>
                  <a:pt x="93848" y="113579"/>
                  <a:pt x="90429" y="115283"/>
                  <a:pt x="88725" y="116973"/>
                </a:cubicBezTo>
                <a:cubicBezTo>
                  <a:pt x="83612" y="122060"/>
                  <a:pt x="85316" y="130541"/>
                  <a:pt x="87020" y="137317"/>
                </a:cubicBezTo>
                <a:cubicBezTo>
                  <a:pt x="87020" y="139008"/>
                  <a:pt x="87020" y="140712"/>
                  <a:pt x="88725" y="140712"/>
                </a:cubicBezTo>
                <a:cubicBezTo>
                  <a:pt x="85316" y="144094"/>
                  <a:pt x="81897" y="145797"/>
                  <a:pt x="80193" y="147489"/>
                </a:cubicBezTo>
                <a:cubicBezTo>
                  <a:pt x="76784" y="147489"/>
                  <a:pt x="75080" y="147489"/>
                  <a:pt x="73365" y="147489"/>
                </a:cubicBezTo>
                <a:cubicBezTo>
                  <a:pt x="73365" y="145797"/>
                  <a:pt x="73365" y="145797"/>
                  <a:pt x="73365" y="145797"/>
                </a:cubicBezTo>
                <a:cubicBezTo>
                  <a:pt x="71661" y="142403"/>
                  <a:pt x="68254" y="140712"/>
                  <a:pt x="64834" y="142403"/>
                </a:cubicBezTo>
                <a:cubicBezTo>
                  <a:pt x="64834" y="142403"/>
                  <a:pt x="64834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59722" y="144094"/>
                  <a:pt x="59722" y="149179"/>
                  <a:pt x="61426" y="152574"/>
                </a:cubicBezTo>
                <a:cubicBezTo>
                  <a:pt x="87020" y="201742"/>
                  <a:pt x="87020" y="201742"/>
                  <a:pt x="87020" y="201742"/>
                </a:cubicBezTo>
                <a:cubicBezTo>
                  <a:pt x="87020" y="254291"/>
                  <a:pt x="87020" y="254291"/>
                  <a:pt x="87020" y="254291"/>
                </a:cubicBezTo>
                <a:cubicBezTo>
                  <a:pt x="73365" y="254291"/>
                  <a:pt x="73365" y="254291"/>
                  <a:pt x="73365" y="254291"/>
                </a:cubicBezTo>
                <a:cubicBezTo>
                  <a:pt x="73365" y="240725"/>
                  <a:pt x="69957" y="223775"/>
                  <a:pt x="61426" y="211913"/>
                </a:cubicBezTo>
                <a:cubicBezTo>
                  <a:pt x="30707" y="174608"/>
                  <a:pt x="22187" y="142403"/>
                  <a:pt x="20471" y="130541"/>
                </a:cubicBezTo>
                <a:cubicBezTo>
                  <a:pt x="20471" y="130541"/>
                  <a:pt x="20471" y="130541"/>
                  <a:pt x="20471" y="130541"/>
                </a:cubicBezTo>
                <a:cubicBezTo>
                  <a:pt x="18768" y="116973"/>
                  <a:pt x="18768" y="116973"/>
                  <a:pt x="18768" y="116973"/>
                </a:cubicBezTo>
                <a:cubicBezTo>
                  <a:pt x="18768" y="115283"/>
                  <a:pt x="18768" y="113579"/>
                  <a:pt x="18768" y="113579"/>
                </a:cubicBezTo>
                <a:cubicBezTo>
                  <a:pt x="18768" y="61030"/>
                  <a:pt x="61426" y="18652"/>
                  <a:pt x="114319" y="18652"/>
                </a:cubicBezTo>
                <a:cubicBezTo>
                  <a:pt x="165509" y="18652"/>
                  <a:pt x="208167" y="61030"/>
                  <a:pt x="208167" y="113579"/>
                </a:cubicBezTo>
                <a:cubicBezTo>
                  <a:pt x="208167" y="113579"/>
                  <a:pt x="208167" y="115283"/>
                  <a:pt x="208167" y="11697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Freeform 52">
            <a:extLst>
              <a:ext uri="{FF2B5EF4-FFF2-40B4-BE49-F238E27FC236}">
                <a16:creationId xmlns:a16="http://schemas.microsoft.com/office/drawing/2014/main" id="{2B629E9A-7805-74F1-F217-3E50B0D814D9}"/>
              </a:ext>
            </a:extLst>
          </p:cNvPr>
          <p:cNvSpPr/>
          <p:nvPr/>
        </p:nvSpPr>
        <p:spPr>
          <a:xfrm>
            <a:off x="2311400" y="2641600"/>
            <a:ext cx="120409" cy="68998"/>
          </a:xfrm>
          <a:custGeom>
            <a:avLst/>
            <a:gdLst/>
            <a:ahLst/>
            <a:cxnLst/>
            <a:rect l="l" t="t" r="r" b="b"/>
            <a:pathLst>
              <a:path w="120409" h="68998">
                <a:moveTo>
                  <a:pt x="0" y="10349"/>
                </a:moveTo>
                <a:cubicBezTo>
                  <a:pt x="5089" y="10349"/>
                  <a:pt x="5089" y="10349"/>
                  <a:pt x="5089" y="10349"/>
                </a:cubicBezTo>
                <a:cubicBezTo>
                  <a:pt x="5089" y="18975"/>
                  <a:pt x="5089" y="18975"/>
                  <a:pt x="5089" y="18975"/>
                </a:cubicBezTo>
                <a:cubicBezTo>
                  <a:pt x="0" y="18975"/>
                  <a:pt x="0" y="18975"/>
                  <a:pt x="0" y="18975"/>
                </a:cubicBezTo>
                <a:cubicBezTo>
                  <a:pt x="0" y="29324"/>
                  <a:pt x="0" y="29324"/>
                  <a:pt x="0" y="29324"/>
                </a:cubicBezTo>
                <a:cubicBezTo>
                  <a:pt x="5089" y="29324"/>
                  <a:pt x="5089" y="29324"/>
                  <a:pt x="5089" y="29324"/>
                </a:cubicBezTo>
                <a:cubicBezTo>
                  <a:pt x="5089" y="37949"/>
                  <a:pt x="5089" y="37949"/>
                  <a:pt x="5089" y="37949"/>
                </a:cubicBezTo>
                <a:cubicBezTo>
                  <a:pt x="0" y="37949"/>
                  <a:pt x="0" y="37949"/>
                  <a:pt x="0" y="37949"/>
                </a:cubicBezTo>
                <a:cubicBezTo>
                  <a:pt x="1694" y="48298"/>
                  <a:pt x="11873" y="58649"/>
                  <a:pt x="27136" y="58649"/>
                </a:cubicBezTo>
                <a:cubicBezTo>
                  <a:pt x="28832" y="65549"/>
                  <a:pt x="33920" y="68998"/>
                  <a:pt x="40700" y="68998"/>
                </a:cubicBezTo>
                <a:cubicBezTo>
                  <a:pt x="79709" y="68998"/>
                  <a:pt x="79709" y="68998"/>
                  <a:pt x="79709" y="68998"/>
                </a:cubicBezTo>
                <a:cubicBezTo>
                  <a:pt x="86488" y="68998"/>
                  <a:pt x="91577" y="65549"/>
                  <a:pt x="94973" y="58649"/>
                </a:cubicBezTo>
                <a:cubicBezTo>
                  <a:pt x="108535" y="58649"/>
                  <a:pt x="118715" y="48298"/>
                  <a:pt x="120409" y="37949"/>
                </a:cubicBezTo>
                <a:cubicBezTo>
                  <a:pt x="115320" y="37949"/>
                  <a:pt x="115320" y="37949"/>
                  <a:pt x="115320" y="37949"/>
                </a:cubicBezTo>
                <a:cubicBezTo>
                  <a:pt x="115320" y="29324"/>
                  <a:pt x="115320" y="29324"/>
                  <a:pt x="115320" y="29324"/>
                </a:cubicBezTo>
                <a:cubicBezTo>
                  <a:pt x="120409" y="29324"/>
                  <a:pt x="120409" y="29324"/>
                  <a:pt x="120409" y="29324"/>
                </a:cubicBezTo>
                <a:cubicBezTo>
                  <a:pt x="120409" y="18975"/>
                  <a:pt x="120409" y="18975"/>
                  <a:pt x="120409" y="18975"/>
                </a:cubicBezTo>
                <a:cubicBezTo>
                  <a:pt x="115320" y="18975"/>
                  <a:pt x="115320" y="18975"/>
                  <a:pt x="115320" y="18975"/>
                </a:cubicBezTo>
                <a:cubicBezTo>
                  <a:pt x="115320" y="10349"/>
                  <a:pt x="115320" y="10349"/>
                  <a:pt x="115320" y="10349"/>
                </a:cubicBezTo>
                <a:cubicBezTo>
                  <a:pt x="120409" y="10349"/>
                  <a:pt x="120409" y="10349"/>
                  <a:pt x="120409" y="10349"/>
                </a:cubicBezTo>
                <a:cubicBezTo>
                  <a:pt x="120409" y="0"/>
                  <a:pt x="120409" y="0"/>
                  <a:pt x="12040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3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02589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FDE90AF-D06B-A0A7-4121-3791C83777E6}"/>
              </a:ext>
            </a:extLst>
          </p:cNvPr>
          <p:cNvSpPr/>
          <p:nvPr/>
        </p:nvSpPr>
        <p:spPr>
          <a:xfrm>
            <a:off x="666750" y="2740061"/>
            <a:ext cx="10858500" cy="13441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6557337C-E8A3-E738-19B1-E705B4956512}"/>
              </a:ext>
            </a:extLst>
          </p:cNvPr>
          <p:cNvSpPr/>
          <p:nvPr/>
        </p:nvSpPr>
        <p:spPr>
          <a:xfrm>
            <a:off x="45656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DB99849A-52EA-95E5-FCAF-524325A70610}"/>
              </a:ext>
            </a:extLst>
          </p:cNvPr>
          <p:cNvSpPr/>
          <p:nvPr/>
        </p:nvSpPr>
        <p:spPr>
          <a:xfrm>
            <a:off x="82613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4BAC272A-A091-BEDC-9631-7449FE6F123F}"/>
              </a:ext>
            </a:extLst>
          </p:cNvPr>
          <p:cNvSpPr/>
          <p:nvPr/>
        </p:nvSpPr>
        <p:spPr>
          <a:xfrm>
            <a:off x="45783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8598B6D2-3046-F8D8-FBB0-F4647994D27E}"/>
              </a:ext>
            </a:extLst>
          </p:cNvPr>
          <p:cNvSpPr/>
          <p:nvPr/>
        </p:nvSpPr>
        <p:spPr>
          <a:xfrm>
            <a:off x="82740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" name="Connector 25">
            <a:extLst>
              <a:ext uri="{FF2B5EF4-FFF2-40B4-BE49-F238E27FC236}">
                <a16:creationId xmlns:a16="http://schemas.microsoft.com/office/drawing/2014/main" id="{08384863-0AF4-D3D8-13D8-FF039DBB945B}"/>
              </a:ext>
            </a:extLst>
          </p:cNvPr>
          <p:cNvCxnSpPr/>
          <p:nvPr/>
        </p:nvCxnSpPr>
        <p:spPr>
          <a:xfrm rot="5">
            <a:off x="5657850" y="2319926"/>
            <a:ext cx="8890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1" name="Connector 26">
            <a:extLst>
              <a:ext uri="{FF2B5EF4-FFF2-40B4-BE49-F238E27FC236}">
                <a16:creationId xmlns:a16="http://schemas.microsoft.com/office/drawing/2014/main" id="{5CF3A5FD-E24F-F5D6-E620-A9FECD69AAC0}"/>
              </a:ext>
            </a:extLst>
          </p:cNvPr>
          <p:cNvCxnSpPr/>
          <p:nvPr/>
        </p:nvCxnSpPr>
        <p:spPr>
          <a:xfrm rot="4">
            <a:off x="93408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2">
            <a:extLst>
              <a:ext uri="{FF2B5EF4-FFF2-40B4-BE49-F238E27FC236}">
                <a16:creationId xmlns:a16="http://schemas.microsoft.com/office/drawing/2014/main" id="{148892B6-CD71-F624-A4BE-77AC8FBAAB95}"/>
              </a:ext>
            </a:extLst>
          </p:cNvPr>
          <p:cNvSpPr/>
          <p:nvPr/>
        </p:nvSpPr>
        <p:spPr>
          <a:xfrm>
            <a:off x="8699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F5B0D683-35DA-8DD7-6794-57E57B657050}"/>
              </a:ext>
            </a:extLst>
          </p:cNvPr>
          <p:cNvSpPr/>
          <p:nvPr/>
        </p:nvSpPr>
        <p:spPr>
          <a:xfrm>
            <a:off x="875362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" name="Connector 23">
            <a:extLst>
              <a:ext uri="{FF2B5EF4-FFF2-40B4-BE49-F238E27FC236}">
                <a16:creationId xmlns:a16="http://schemas.microsoft.com/office/drawing/2014/main" id="{6D27593A-F22D-88F9-C79C-97F432C7A2F8}"/>
              </a:ext>
            </a:extLst>
          </p:cNvPr>
          <p:cNvCxnSpPr/>
          <p:nvPr/>
        </p:nvCxnSpPr>
        <p:spPr>
          <a:xfrm rot="4">
            <a:off x="19621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5561449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>
            <a:extLst>
              <a:ext uri="{FF2B5EF4-FFF2-40B4-BE49-F238E27FC236}">
                <a16:creationId xmlns:a16="http://schemas.microsoft.com/office/drawing/2014/main" id="{D67635CD-646D-7B00-FCB3-502BC52D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15" b="28415"/>
          <a:stretch>
            <a:fillRect/>
          </a:stretch>
        </p:blipFill>
        <p:spPr>
          <a:xfrm>
            <a:off x="2895600" y="1727200"/>
            <a:ext cx="8623300" cy="200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12">
            <a:extLst>
              <a:ext uri="{FF2B5EF4-FFF2-40B4-BE49-F238E27FC236}">
                <a16:creationId xmlns:a16="http://schemas.microsoft.com/office/drawing/2014/main" id="{9CF639FF-1518-D6A9-E84A-E75D4DA37251}"/>
              </a:ext>
            </a:extLst>
          </p:cNvPr>
          <p:cNvSpPr/>
          <p:nvPr/>
        </p:nvSpPr>
        <p:spPr>
          <a:xfrm>
            <a:off x="673100" y="1739900"/>
            <a:ext cx="10845800" cy="2006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2F6FA">
                  <a:alpha val="53000"/>
                </a:srgbClr>
              </a:gs>
              <a:gs pos="74000">
                <a:srgbClr val="26476A">
                  <a:alpha val="100000"/>
                </a:srgbClr>
              </a:gs>
              <a:gs pos="83000">
                <a:srgbClr val="26476A">
                  <a:alpha val="100000"/>
                </a:srgbClr>
              </a:gs>
              <a:gs pos="100000">
                <a:srgbClr val="26476A">
                  <a:alpha val="100000"/>
                </a:srgbClr>
              </a:gs>
            </a:gsLst>
            <a:lin ang="108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818FDEA-2A9D-C31B-55EA-2C411CE9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6900" y="2273300"/>
            <a:ext cx="7493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4">
            <a:extLst>
              <a:ext uri="{FF2B5EF4-FFF2-40B4-BE49-F238E27FC236}">
                <a16:creationId xmlns:a16="http://schemas.microsoft.com/office/drawing/2014/main" id="{34D927B9-7D42-4BA5-B690-F733FA82FBB2}"/>
              </a:ext>
            </a:extLst>
          </p:cNvPr>
          <p:cNvSpPr/>
          <p:nvPr/>
        </p:nvSpPr>
        <p:spPr>
          <a:xfrm>
            <a:off x="1574800" y="2070100"/>
            <a:ext cx="7137400" cy="1155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4DA18B41-8979-5166-98A7-8E7C79B88FE6}"/>
              </a:ext>
            </a:extLst>
          </p:cNvPr>
          <p:cNvSpPr/>
          <p:nvPr/>
        </p:nvSpPr>
        <p:spPr>
          <a:xfrm rot="5400000">
            <a:off x="1257300" y="2578100"/>
            <a:ext cx="254000" cy="1270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A0AA7D50-A1E0-D31C-9673-874898DD7A2C}"/>
              </a:ext>
            </a:extLst>
          </p:cNvPr>
          <p:cNvSpPr/>
          <p:nvPr/>
        </p:nvSpPr>
        <p:spPr>
          <a:xfrm>
            <a:off x="10160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C8B75C00-2E7F-7A98-39B6-F78DAED698A6}"/>
              </a:ext>
            </a:extLst>
          </p:cNvPr>
          <p:cNvSpPr/>
          <p:nvPr/>
        </p:nvSpPr>
        <p:spPr>
          <a:xfrm>
            <a:off x="4559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DF8ACAC-F5D3-1791-834A-57AB480033ED}"/>
              </a:ext>
            </a:extLst>
          </p:cNvPr>
          <p:cNvSpPr/>
          <p:nvPr/>
        </p:nvSpPr>
        <p:spPr>
          <a:xfrm>
            <a:off x="8115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A389D54C-1E28-ACA2-8067-2F7E43CB2966}"/>
              </a:ext>
            </a:extLst>
          </p:cNvPr>
          <p:cNvSpPr/>
          <p:nvPr/>
        </p:nvSpPr>
        <p:spPr>
          <a:xfrm>
            <a:off x="1219200" y="4533900"/>
            <a:ext cx="27559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420DDB25-6659-9E49-231E-EB244D98E151}"/>
              </a:ext>
            </a:extLst>
          </p:cNvPr>
          <p:cNvSpPr/>
          <p:nvPr/>
        </p:nvSpPr>
        <p:spPr>
          <a:xfrm>
            <a:off x="13208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5FF928F7-2E1B-69BE-B570-5AD5304AD93E}"/>
              </a:ext>
            </a:extLst>
          </p:cNvPr>
          <p:cNvSpPr/>
          <p:nvPr/>
        </p:nvSpPr>
        <p:spPr>
          <a:xfrm>
            <a:off x="18669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6EE6E1BE-923D-18CE-6D5E-B179186DF5F9}"/>
              </a:ext>
            </a:extLst>
          </p:cNvPr>
          <p:cNvSpPr/>
          <p:nvPr/>
        </p:nvSpPr>
        <p:spPr>
          <a:xfrm>
            <a:off x="5410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E21A4340-6557-91FD-BB02-DBE3EED720AB}"/>
              </a:ext>
            </a:extLst>
          </p:cNvPr>
          <p:cNvSpPr/>
          <p:nvPr/>
        </p:nvSpPr>
        <p:spPr>
          <a:xfrm>
            <a:off x="8966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2BEF0DF9-E39D-63C2-364A-FBA037F34491}"/>
              </a:ext>
            </a:extLst>
          </p:cNvPr>
          <p:cNvSpPr/>
          <p:nvPr/>
        </p:nvSpPr>
        <p:spPr>
          <a:xfrm>
            <a:off x="4762500" y="4533900"/>
            <a:ext cx="27813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BE0A1C4A-DA1B-BA9C-E658-4D2F4E7C8F55}"/>
              </a:ext>
            </a:extLst>
          </p:cNvPr>
          <p:cNvSpPr/>
          <p:nvPr/>
        </p:nvSpPr>
        <p:spPr>
          <a:xfrm>
            <a:off x="48641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4" name="AutoShape 26">
            <a:extLst>
              <a:ext uri="{FF2B5EF4-FFF2-40B4-BE49-F238E27FC236}">
                <a16:creationId xmlns:a16="http://schemas.microsoft.com/office/drawing/2014/main" id="{EF639CB7-C0C6-78BE-90A2-F36E36BFFE05}"/>
              </a:ext>
            </a:extLst>
          </p:cNvPr>
          <p:cNvSpPr/>
          <p:nvPr/>
        </p:nvSpPr>
        <p:spPr>
          <a:xfrm>
            <a:off x="8293100" y="4533900"/>
            <a:ext cx="2768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281FBB5F-C6A6-9A45-8DEF-466E1DDE6AB4}"/>
              </a:ext>
            </a:extLst>
          </p:cNvPr>
          <p:cNvSpPr/>
          <p:nvPr/>
        </p:nvSpPr>
        <p:spPr>
          <a:xfrm>
            <a:off x="84074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Freeform 28">
            <a:extLst>
              <a:ext uri="{FF2B5EF4-FFF2-40B4-BE49-F238E27FC236}">
                <a16:creationId xmlns:a16="http://schemas.microsoft.com/office/drawing/2014/main" id="{88F219D0-E60E-7B40-921E-FFEA251AE664}"/>
              </a:ext>
            </a:extLst>
          </p:cNvPr>
          <p:cNvSpPr/>
          <p:nvPr/>
        </p:nvSpPr>
        <p:spPr>
          <a:xfrm>
            <a:off x="2247900" y="3810000"/>
            <a:ext cx="609685" cy="568123"/>
          </a:xfrm>
          <a:custGeom>
            <a:avLst/>
            <a:gdLst/>
            <a:ahLst/>
            <a:cxnLst/>
            <a:rect l="l" t="t" r="r" b="b"/>
            <a:pathLst>
              <a:path w="609685" h="568123">
                <a:moveTo>
                  <a:pt x="261931" y="446413"/>
                </a:moveTo>
                <a:lnTo>
                  <a:pt x="246750" y="507224"/>
                </a:lnTo>
                <a:lnTo>
                  <a:pt x="362936" y="507224"/>
                </a:lnTo>
                <a:lnTo>
                  <a:pt x="347665" y="446413"/>
                </a:lnTo>
                <a:close/>
                <a:moveTo>
                  <a:pt x="0" y="365272"/>
                </a:moveTo>
                <a:lnTo>
                  <a:pt x="609685" y="365272"/>
                </a:lnTo>
                <a:lnTo>
                  <a:pt x="609685" y="400760"/>
                </a:lnTo>
                <a:cubicBezTo>
                  <a:pt x="609685" y="425905"/>
                  <a:pt x="589145" y="446413"/>
                  <a:pt x="563960" y="446413"/>
                </a:cubicBezTo>
                <a:lnTo>
                  <a:pt x="368651" y="446413"/>
                </a:lnTo>
                <a:lnTo>
                  <a:pt x="383922" y="507224"/>
                </a:lnTo>
                <a:lnTo>
                  <a:pt x="386155" y="507224"/>
                </a:lnTo>
                <a:cubicBezTo>
                  <a:pt x="414106" y="507224"/>
                  <a:pt x="436880" y="530050"/>
                  <a:pt x="436880" y="557958"/>
                </a:cubicBezTo>
                <a:cubicBezTo>
                  <a:pt x="436880" y="563575"/>
                  <a:pt x="432326" y="568123"/>
                  <a:pt x="426789" y="568123"/>
                </a:cubicBezTo>
                <a:lnTo>
                  <a:pt x="182897" y="568123"/>
                </a:lnTo>
                <a:cubicBezTo>
                  <a:pt x="177270" y="568123"/>
                  <a:pt x="172716" y="563575"/>
                  <a:pt x="172716" y="557958"/>
                </a:cubicBezTo>
                <a:cubicBezTo>
                  <a:pt x="172716" y="530050"/>
                  <a:pt x="195489" y="507224"/>
                  <a:pt x="223530" y="507224"/>
                </a:cubicBezTo>
                <a:lnTo>
                  <a:pt x="225763" y="507224"/>
                </a:lnTo>
                <a:lnTo>
                  <a:pt x="241033" y="446413"/>
                </a:lnTo>
                <a:lnTo>
                  <a:pt x="45724" y="446413"/>
                </a:lnTo>
                <a:cubicBezTo>
                  <a:pt x="20540" y="446413"/>
                  <a:pt x="0" y="425905"/>
                  <a:pt x="0" y="400760"/>
                </a:cubicBezTo>
                <a:close/>
                <a:moveTo>
                  <a:pt x="101629" y="284042"/>
                </a:moveTo>
                <a:cubicBezTo>
                  <a:pt x="96003" y="284042"/>
                  <a:pt x="91448" y="288590"/>
                  <a:pt x="91448" y="294208"/>
                </a:cubicBezTo>
                <a:cubicBezTo>
                  <a:pt x="91448" y="299827"/>
                  <a:pt x="96003" y="304375"/>
                  <a:pt x="101629" y="304375"/>
                </a:cubicBezTo>
                <a:lnTo>
                  <a:pt x="142263" y="304375"/>
                </a:lnTo>
                <a:cubicBezTo>
                  <a:pt x="147889" y="304375"/>
                  <a:pt x="152443" y="299827"/>
                  <a:pt x="152443" y="294208"/>
                </a:cubicBezTo>
                <a:cubicBezTo>
                  <a:pt x="152443" y="288590"/>
                  <a:pt x="147889" y="284042"/>
                  <a:pt x="142263" y="284042"/>
                </a:cubicBezTo>
                <a:close/>
                <a:moveTo>
                  <a:pt x="101629" y="243464"/>
                </a:moveTo>
                <a:cubicBezTo>
                  <a:pt x="96003" y="243464"/>
                  <a:pt x="91448" y="248012"/>
                  <a:pt x="91448" y="253630"/>
                </a:cubicBezTo>
                <a:cubicBezTo>
                  <a:pt x="91448" y="259249"/>
                  <a:pt x="96003" y="263797"/>
                  <a:pt x="101629" y="263797"/>
                </a:cubicBezTo>
                <a:lnTo>
                  <a:pt x="121901" y="263797"/>
                </a:lnTo>
                <a:cubicBezTo>
                  <a:pt x="127528" y="263797"/>
                  <a:pt x="132083" y="259249"/>
                  <a:pt x="132083" y="253630"/>
                </a:cubicBezTo>
                <a:cubicBezTo>
                  <a:pt x="132083" y="248012"/>
                  <a:pt x="127528" y="243464"/>
                  <a:pt x="121901" y="243464"/>
                </a:cubicBezTo>
                <a:close/>
                <a:moveTo>
                  <a:pt x="101629" y="202886"/>
                </a:moveTo>
                <a:cubicBezTo>
                  <a:pt x="96003" y="202886"/>
                  <a:pt x="91448" y="207435"/>
                  <a:pt x="91448" y="213054"/>
                </a:cubicBezTo>
                <a:cubicBezTo>
                  <a:pt x="91448" y="218671"/>
                  <a:pt x="96003" y="223220"/>
                  <a:pt x="101629" y="223220"/>
                </a:cubicBezTo>
                <a:lnTo>
                  <a:pt x="142263" y="223220"/>
                </a:lnTo>
                <a:cubicBezTo>
                  <a:pt x="147889" y="223220"/>
                  <a:pt x="152443" y="218671"/>
                  <a:pt x="152443" y="213054"/>
                </a:cubicBezTo>
                <a:cubicBezTo>
                  <a:pt x="152443" y="207435"/>
                  <a:pt x="147889" y="202886"/>
                  <a:pt x="142263" y="202886"/>
                </a:cubicBezTo>
                <a:close/>
                <a:moveTo>
                  <a:pt x="101629" y="162310"/>
                </a:moveTo>
                <a:cubicBezTo>
                  <a:pt x="96003" y="162310"/>
                  <a:pt x="91448" y="166858"/>
                  <a:pt x="91448" y="172476"/>
                </a:cubicBezTo>
                <a:cubicBezTo>
                  <a:pt x="91448" y="178095"/>
                  <a:pt x="96003" y="182643"/>
                  <a:pt x="101629" y="182643"/>
                </a:cubicBezTo>
                <a:lnTo>
                  <a:pt x="121901" y="182643"/>
                </a:lnTo>
                <a:cubicBezTo>
                  <a:pt x="127528" y="182643"/>
                  <a:pt x="132083" y="178095"/>
                  <a:pt x="132083" y="172476"/>
                </a:cubicBezTo>
                <a:cubicBezTo>
                  <a:pt x="132083" y="166858"/>
                  <a:pt x="127528" y="162310"/>
                  <a:pt x="121901" y="162310"/>
                </a:cubicBezTo>
                <a:close/>
                <a:moveTo>
                  <a:pt x="101629" y="121732"/>
                </a:moveTo>
                <a:cubicBezTo>
                  <a:pt x="96003" y="121732"/>
                  <a:pt x="91448" y="126281"/>
                  <a:pt x="91448" y="131898"/>
                </a:cubicBezTo>
                <a:cubicBezTo>
                  <a:pt x="91448" y="137428"/>
                  <a:pt x="96003" y="141976"/>
                  <a:pt x="101629" y="141976"/>
                </a:cubicBezTo>
                <a:lnTo>
                  <a:pt x="142263" y="141976"/>
                </a:lnTo>
                <a:cubicBezTo>
                  <a:pt x="147889" y="141976"/>
                  <a:pt x="152443" y="137428"/>
                  <a:pt x="152443" y="131898"/>
                </a:cubicBezTo>
                <a:cubicBezTo>
                  <a:pt x="152443" y="126281"/>
                  <a:pt x="147889" y="121732"/>
                  <a:pt x="142263" y="121732"/>
                </a:cubicBezTo>
                <a:close/>
                <a:moveTo>
                  <a:pt x="477603" y="101399"/>
                </a:moveTo>
                <a:cubicBezTo>
                  <a:pt x="471976" y="101399"/>
                  <a:pt x="467422" y="105947"/>
                  <a:pt x="467422" y="111566"/>
                </a:cubicBezTo>
                <a:cubicBezTo>
                  <a:pt x="467422" y="117184"/>
                  <a:pt x="471976" y="121732"/>
                  <a:pt x="477603" y="121732"/>
                </a:cubicBezTo>
                <a:lnTo>
                  <a:pt x="524130" y="121732"/>
                </a:lnTo>
                <a:lnTo>
                  <a:pt x="402408" y="243375"/>
                </a:lnTo>
                <a:lnTo>
                  <a:pt x="318105" y="159188"/>
                </a:lnTo>
                <a:cubicBezTo>
                  <a:pt x="318016" y="159099"/>
                  <a:pt x="318016" y="159099"/>
                  <a:pt x="317925" y="159099"/>
                </a:cubicBezTo>
                <a:cubicBezTo>
                  <a:pt x="317925" y="159009"/>
                  <a:pt x="317837" y="158920"/>
                  <a:pt x="317837" y="158920"/>
                </a:cubicBezTo>
                <a:cubicBezTo>
                  <a:pt x="317301" y="158474"/>
                  <a:pt x="316765" y="158297"/>
                  <a:pt x="316229" y="157940"/>
                </a:cubicBezTo>
                <a:cubicBezTo>
                  <a:pt x="315693" y="157583"/>
                  <a:pt x="315158" y="157137"/>
                  <a:pt x="314532" y="156958"/>
                </a:cubicBezTo>
                <a:cubicBezTo>
                  <a:pt x="313907" y="156690"/>
                  <a:pt x="313282" y="156690"/>
                  <a:pt x="312656" y="156514"/>
                </a:cubicBezTo>
                <a:cubicBezTo>
                  <a:pt x="312031" y="156423"/>
                  <a:pt x="311407" y="156246"/>
                  <a:pt x="310692" y="156246"/>
                </a:cubicBezTo>
                <a:cubicBezTo>
                  <a:pt x="310067" y="156246"/>
                  <a:pt x="309442" y="156514"/>
                  <a:pt x="308906" y="156601"/>
                </a:cubicBezTo>
                <a:cubicBezTo>
                  <a:pt x="308191" y="156780"/>
                  <a:pt x="307566" y="156780"/>
                  <a:pt x="306941" y="157048"/>
                </a:cubicBezTo>
                <a:cubicBezTo>
                  <a:pt x="306316" y="157316"/>
                  <a:pt x="305780" y="157851"/>
                  <a:pt x="305244" y="158206"/>
                </a:cubicBezTo>
                <a:cubicBezTo>
                  <a:pt x="304709" y="158565"/>
                  <a:pt x="304173" y="158742"/>
                  <a:pt x="303727" y="159188"/>
                </a:cubicBezTo>
                <a:cubicBezTo>
                  <a:pt x="303727" y="159277"/>
                  <a:pt x="303637" y="159277"/>
                  <a:pt x="303637" y="159367"/>
                </a:cubicBezTo>
                <a:cubicBezTo>
                  <a:pt x="303548" y="159456"/>
                  <a:pt x="303459" y="159456"/>
                  <a:pt x="303459" y="159456"/>
                </a:cubicBezTo>
                <a:lnTo>
                  <a:pt x="185576" y="287341"/>
                </a:lnTo>
                <a:cubicBezTo>
                  <a:pt x="181736" y="291443"/>
                  <a:pt x="182093" y="297865"/>
                  <a:pt x="186201" y="301699"/>
                </a:cubicBezTo>
                <a:cubicBezTo>
                  <a:pt x="188166" y="303483"/>
                  <a:pt x="190576" y="304375"/>
                  <a:pt x="193077" y="304375"/>
                </a:cubicBezTo>
                <a:cubicBezTo>
                  <a:pt x="195757" y="304375"/>
                  <a:pt x="198525" y="303304"/>
                  <a:pt x="200579" y="301075"/>
                </a:cubicBezTo>
                <a:lnTo>
                  <a:pt x="311227" y="181037"/>
                </a:lnTo>
                <a:lnTo>
                  <a:pt x="395174" y="264867"/>
                </a:lnTo>
                <a:cubicBezTo>
                  <a:pt x="397139" y="266830"/>
                  <a:pt x="399730" y="267810"/>
                  <a:pt x="402408" y="267810"/>
                </a:cubicBezTo>
                <a:cubicBezTo>
                  <a:pt x="404998" y="267810"/>
                  <a:pt x="407587" y="266830"/>
                  <a:pt x="409552" y="264867"/>
                </a:cubicBezTo>
                <a:lnTo>
                  <a:pt x="538509" y="136091"/>
                </a:lnTo>
                <a:lnTo>
                  <a:pt x="538509" y="182643"/>
                </a:lnTo>
                <a:cubicBezTo>
                  <a:pt x="538509" y="188172"/>
                  <a:pt x="543063" y="192720"/>
                  <a:pt x="548690" y="192720"/>
                </a:cubicBezTo>
                <a:cubicBezTo>
                  <a:pt x="554316" y="192720"/>
                  <a:pt x="558870" y="188172"/>
                  <a:pt x="558870" y="182643"/>
                </a:cubicBezTo>
                <a:lnTo>
                  <a:pt x="558870" y="111566"/>
                </a:lnTo>
                <a:cubicBezTo>
                  <a:pt x="558870" y="110228"/>
                  <a:pt x="558603" y="108980"/>
                  <a:pt x="558067" y="107730"/>
                </a:cubicBezTo>
                <a:cubicBezTo>
                  <a:pt x="556995" y="105233"/>
                  <a:pt x="555031" y="103271"/>
                  <a:pt x="552530" y="102202"/>
                </a:cubicBezTo>
                <a:cubicBezTo>
                  <a:pt x="551369" y="101666"/>
                  <a:pt x="550029" y="101399"/>
                  <a:pt x="548690" y="101399"/>
                </a:cubicBezTo>
                <a:close/>
                <a:moveTo>
                  <a:pt x="101629" y="81154"/>
                </a:moveTo>
                <a:cubicBezTo>
                  <a:pt x="96003" y="81154"/>
                  <a:pt x="91448" y="85702"/>
                  <a:pt x="91448" y="91322"/>
                </a:cubicBezTo>
                <a:cubicBezTo>
                  <a:pt x="91448" y="96851"/>
                  <a:pt x="96003" y="101399"/>
                  <a:pt x="101629" y="101399"/>
                </a:cubicBezTo>
                <a:lnTo>
                  <a:pt x="121901" y="101399"/>
                </a:lnTo>
                <a:cubicBezTo>
                  <a:pt x="127528" y="101399"/>
                  <a:pt x="132083" y="96851"/>
                  <a:pt x="132083" y="91322"/>
                </a:cubicBezTo>
                <a:cubicBezTo>
                  <a:pt x="132083" y="85702"/>
                  <a:pt x="127528" y="81154"/>
                  <a:pt x="121901" y="81154"/>
                </a:cubicBezTo>
                <a:close/>
                <a:moveTo>
                  <a:pt x="60996" y="70988"/>
                </a:moveTo>
                <a:cubicBezTo>
                  <a:pt x="55368" y="70988"/>
                  <a:pt x="50814" y="75536"/>
                  <a:pt x="50814" y="81154"/>
                </a:cubicBezTo>
                <a:lnTo>
                  <a:pt x="50814" y="304375"/>
                </a:lnTo>
                <a:cubicBezTo>
                  <a:pt x="50814" y="309993"/>
                  <a:pt x="55368" y="314541"/>
                  <a:pt x="60996" y="314541"/>
                </a:cubicBezTo>
                <a:cubicBezTo>
                  <a:pt x="66533" y="314541"/>
                  <a:pt x="71087" y="309993"/>
                  <a:pt x="71087" y="304375"/>
                </a:cubicBezTo>
                <a:lnTo>
                  <a:pt x="71087" y="81154"/>
                </a:lnTo>
                <a:cubicBezTo>
                  <a:pt x="71087" y="75536"/>
                  <a:pt x="66533" y="70988"/>
                  <a:pt x="60996" y="70988"/>
                </a:cubicBezTo>
                <a:close/>
                <a:moveTo>
                  <a:pt x="45724" y="0"/>
                </a:moveTo>
                <a:lnTo>
                  <a:pt x="563960" y="0"/>
                </a:lnTo>
                <a:cubicBezTo>
                  <a:pt x="589145" y="0"/>
                  <a:pt x="609685" y="20423"/>
                  <a:pt x="609685" y="45660"/>
                </a:cubicBezTo>
                <a:lnTo>
                  <a:pt x="609685" y="344952"/>
                </a:lnTo>
                <a:lnTo>
                  <a:pt x="0" y="344952"/>
                </a:lnTo>
                <a:lnTo>
                  <a:pt x="0" y="45660"/>
                </a:lnTo>
                <a:cubicBezTo>
                  <a:pt x="0" y="20423"/>
                  <a:pt x="20540" y="0"/>
                  <a:pt x="45724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29">
            <a:extLst>
              <a:ext uri="{FF2B5EF4-FFF2-40B4-BE49-F238E27FC236}">
                <a16:creationId xmlns:a16="http://schemas.microsoft.com/office/drawing/2014/main" id="{4B23951E-527C-B3DD-38D7-E5357D859195}"/>
              </a:ext>
            </a:extLst>
          </p:cNvPr>
          <p:cNvSpPr/>
          <p:nvPr/>
        </p:nvSpPr>
        <p:spPr>
          <a:xfrm>
            <a:off x="5803900" y="3797300"/>
            <a:ext cx="575113" cy="609685"/>
          </a:xfrm>
          <a:custGeom>
            <a:avLst/>
            <a:gdLst/>
            <a:ahLst/>
            <a:cxnLst/>
            <a:rect l="l" t="t" r="r" b="b"/>
            <a:pathLst>
              <a:path w="575113" h="609685">
                <a:moveTo>
                  <a:pt x="164238" y="420007"/>
                </a:moveTo>
                <a:cubicBezTo>
                  <a:pt x="186046" y="443031"/>
                  <a:pt x="213065" y="457672"/>
                  <a:pt x="243655" y="457672"/>
                </a:cubicBezTo>
                <a:cubicBezTo>
                  <a:pt x="274244" y="457672"/>
                  <a:pt x="301263" y="443031"/>
                  <a:pt x="323071" y="420007"/>
                </a:cubicBezTo>
                <a:cubicBezTo>
                  <a:pt x="388304" y="425787"/>
                  <a:pt x="444657" y="468944"/>
                  <a:pt x="466080" y="531753"/>
                </a:cubicBezTo>
                <a:lnTo>
                  <a:pt x="477851" y="566431"/>
                </a:lnTo>
                <a:cubicBezTo>
                  <a:pt x="481230" y="576450"/>
                  <a:pt x="479589" y="587432"/>
                  <a:pt x="473511" y="596006"/>
                </a:cubicBezTo>
                <a:cubicBezTo>
                  <a:pt x="467333" y="604580"/>
                  <a:pt x="457396" y="609685"/>
                  <a:pt x="446876" y="609685"/>
                </a:cubicBezTo>
                <a:lnTo>
                  <a:pt x="40433" y="609685"/>
                </a:lnTo>
                <a:cubicBezTo>
                  <a:pt x="29915" y="609685"/>
                  <a:pt x="19976" y="604580"/>
                  <a:pt x="13896" y="596006"/>
                </a:cubicBezTo>
                <a:cubicBezTo>
                  <a:pt x="7720" y="587432"/>
                  <a:pt x="6081" y="576450"/>
                  <a:pt x="9458" y="566431"/>
                </a:cubicBezTo>
                <a:lnTo>
                  <a:pt x="21231" y="531753"/>
                </a:lnTo>
                <a:cubicBezTo>
                  <a:pt x="42652" y="468944"/>
                  <a:pt x="99102" y="425787"/>
                  <a:pt x="164238" y="420007"/>
                </a:cubicBezTo>
                <a:close/>
                <a:moveTo>
                  <a:pt x="407384" y="314457"/>
                </a:moveTo>
                <a:cubicBezTo>
                  <a:pt x="443678" y="314457"/>
                  <a:pt x="473311" y="343945"/>
                  <a:pt x="473311" y="380177"/>
                </a:cubicBezTo>
                <a:cubicBezTo>
                  <a:pt x="473311" y="405039"/>
                  <a:pt x="459218" y="426432"/>
                  <a:pt x="438852" y="437610"/>
                </a:cubicBezTo>
                <a:cubicBezTo>
                  <a:pt x="412405" y="414291"/>
                  <a:pt x="379973" y="398294"/>
                  <a:pt x="344644" y="391645"/>
                </a:cubicBezTo>
                <a:cubicBezTo>
                  <a:pt x="357096" y="371601"/>
                  <a:pt x="366652" y="348571"/>
                  <a:pt x="372636" y="324575"/>
                </a:cubicBezTo>
                <a:cubicBezTo>
                  <a:pt x="382772" y="318215"/>
                  <a:pt x="394644" y="314457"/>
                  <a:pt x="407384" y="314457"/>
                </a:cubicBezTo>
                <a:close/>
                <a:moveTo>
                  <a:pt x="382525" y="212866"/>
                </a:moveTo>
                <a:lnTo>
                  <a:pt x="432312" y="212866"/>
                </a:lnTo>
                <a:cubicBezTo>
                  <a:pt x="439934" y="212866"/>
                  <a:pt x="446109" y="218935"/>
                  <a:pt x="446109" y="226546"/>
                </a:cubicBezTo>
                <a:lnTo>
                  <a:pt x="446109" y="254772"/>
                </a:lnTo>
                <a:cubicBezTo>
                  <a:pt x="454022" y="257181"/>
                  <a:pt x="461644" y="260361"/>
                  <a:pt x="468880" y="264215"/>
                </a:cubicBezTo>
                <a:lnTo>
                  <a:pt x="488950" y="244272"/>
                </a:lnTo>
                <a:cubicBezTo>
                  <a:pt x="491651" y="241574"/>
                  <a:pt x="495125" y="240226"/>
                  <a:pt x="498696" y="240226"/>
                </a:cubicBezTo>
                <a:cubicBezTo>
                  <a:pt x="502169" y="240226"/>
                  <a:pt x="505738" y="241574"/>
                  <a:pt x="508343" y="244272"/>
                </a:cubicBezTo>
                <a:lnTo>
                  <a:pt x="543561" y="279436"/>
                </a:lnTo>
                <a:cubicBezTo>
                  <a:pt x="546167" y="282037"/>
                  <a:pt x="547614" y="285505"/>
                  <a:pt x="547614" y="289165"/>
                </a:cubicBezTo>
                <a:cubicBezTo>
                  <a:pt x="547614" y="292730"/>
                  <a:pt x="546167" y="296295"/>
                  <a:pt x="543561" y="298799"/>
                </a:cubicBezTo>
                <a:lnTo>
                  <a:pt x="523589" y="318837"/>
                </a:lnTo>
                <a:cubicBezTo>
                  <a:pt x="527449" y="326062"/>
                  <a:pt x="530633" y="333673"/>
                  <a:pt x="533141" y="341574"/>
                </a:cubicBezTo>
                <a:lnTo>
                  <a:pt x="561316" y="341574"/>
                </a:lnTo>
                <a:cubicBezTo>
                  <a:pt x="568937" y="341574"/>
                  <a:pt x="575113" y="347739"/>
                  <a:pt x="575113" y="355350"/>
                </a:cubicBezTo>
                <a:lnTo>
                  <a:pt x="575113" y="405060"/>
                </a:lnTo>
                <a:cubicBezTo>
                  <a:pt x="575113" y="408720"/>
                  <a:pt x="573667" y="412189"/>
                  <a:pt x="571061" y="414790"/>
                </a:cubicBezTo>
                <a:cubicBezTo>
                  <a:pt x="568552" y="417391"/>
                  <a:pt x="564982" y="418836"/>
                  <a:pt x="561316" y="418836"/>
                </a:cubicBezTo>
                <a:lnTo>
                  <a:pt x="533141" y="418836"/>
                </a:lnTo>
                <a:cubicBezTo>
                  <a:pt x="530633" y="426737"/>
                  <a:pt x="527449" y="434346"/>
                  <a:pt x="523589" y="441571"/>
                </a:cubicBezTo>
                <a:lnTo>
                  <a:pt x="543658" y="461609"/>
                </a:lnTo>
                <a:cubicBezTo>
                  <a:pt x="546167" y="464114"/>
                  <a:pt x="547614" y="467679"/>
                  <a:pt x="547614" y="471244"/>
                </a:cubicBezTo>
                <a:cubicBezTo>
                  <a:pt x="547614" y="474904"/>
                  <a:pt x="546167" y="478373"/>
                  <a:pt x="543658" y="480973"/>
                </a:cubicBezTo>
                <a:lnTo>
                  <a:pt x="508441" y="516137"/>
                </a:lnTo>
                <a:cubicBezTo>
                  <a:pt x="505738" y="518834"/>
                  <a:pt x="502169" y="520183"/>
                  <a:pt x="498696" y="520183"/>
                </a:cubicBezTo>
                <a:cubicBezTo>
                  <a:pt x="497152" y="520183"/>
                  <a:pt x="495607" y="519797"/>
                  <a:pt x="494161" y="519317"/>
                </a:cubicBezTo>
                <a:cubicBezTo>
                  <a:pt x="485187" y="494076"/>
                  <a:pt x="471390" y="471533"/>
                  <a:pt x="454022" y="452554"/>
                </a:cubicBezTo>
                <a:cubicBezTo>
                  <a:pt x="477854" y="437140"/>
                  <a:pt x="493775" y="410552"/>
                  <a:pt x="493775" y="380205"/>
                </a:cubicBezTo>
                <a:cubicBezTo>
                  <a:pt x="493775" y="332710"/>
                  <a:pt x="454986" y="294079"/>
                  <a:pt x="407419" y="294079"/>
                </a:cubicBezTo>
                <a:cubicBezTo>
                  <a:pt x="396997" y="294079"/>
                  <a:pt x="387156" y="296198"/>
                  <a:pt x="377797" y="299570"/>
                </a:cubicBezTo>
                <a:cubicBezTo>
                  <a:pt x="379437" y="288299"/>
                  <a:pt x="380402" y="276931"/>
                  <a:pt x="380402" y="265659"/>
                </a:cubicBezTo>
                <a:cubicBezTo>
                  <a:pt x="380402" y="248030"/>
                  <a:pt x="378087" y="231460"/>
                  <a:pt x="373841" y="216141"/>
                </a:cubicBezTo>
                <a:cubicBezTo>
                  <a:pt x="376253" y="214215"/>
                  <a:pt x="379244" y="212866"/>
                  <a:pt x="382525" y="212866"/>
                </a:cubicBezTo>
                <a:close/>
                <a:moveTo>
                  <a:pt x="243677" y="144489"/>
                </a:moveTo>
                <a:cubicBezTo>
                  <a:pt x="296652" y="144537"/>
                  <a:pt x="349614" y="184959"/>
                  <a:pt x="349566" y="265609"/>
                </a:cubicBezTo>
                <a:cubicBezTo>
                  <a:pt x="349566" y="343465"/>
                  <a:pt x="302199" y="427006"/>
                  <a:pt x="243641" y="427006"/>
                </a:cubicBezTo>
                <a:cubicBezTo>
                  <a:pt x="185180" y="427006"/>
                  <a:pt x="137716" y="343465"/>
                  <a:pt x="137716" y="265609"/>
                </a:cubicBezTo>
                <a:cubicBezTo>
                  <a:pt x="137716" y="184766"/>
                  <a:pt x="190703" y="144441"/>
                  <a:pt x="243677" y="144489"/>
                </a:cubicBezTo>
                <a:close/>
                <a:moveTo>
                  <a:pt x="280380" y="119369"/>
                </a:moveTo>
                <a:cubicBezTo>
                  <a:pt x="294881" y="119369"/>
                  <a:pt x="309865" y="116862"/>
                  <a:pt x="310638" y="131425"/>
                </a:cubicBezTo>
                <a:cubicBezTo>
                  <a:pt x="301262" y="126216"/>
                  <a:pt x="291112" y="122166"/>
                  <a:pt x="280380" y="119369"/>
                </a:cubicBezTo>
                <a:close/>
                <a:moveTo>
                  <a:pt x="155368" y="95016"/>
                </a:moveTo>
                <a:cubicBezTo>
                  <a:pt x="175439" y="95016"/>
                  <a:pt x="193195" y="104939"/>
                  <a:pt x="204099" y="120065"/>
                </a:cubicBezTo>
                <a:cubicBezTo>
                  <a:pt x="164052" y="131722"/>
                  <a:pt x="133463" y="161106"/>
                  <a:pt x="118022" y="202051"/>
                </a:cubicBezTo>
                <a:cubicBezTo>
                  <a:pt x="72958" y="166211"/>
                  <a:pt x="98916" y="95016"/>
                  <a:pt x="155368" y="95016"/>
                </a:cubicBezTo>
                <a:close/>
                <a:moveTo>
                  <a:pt x="132207" y="0"/>
                </a:moveTo>
                <a:lnTo>
                  <a:pt x="178431" y="0"/>
                </a:lnTo>
                <a:cubicBezTo>
                  <a:pt x="185476" y="0"/>
                  <a:pt x="191169" y="5685"/>
                  <a:pt x="191169" y="12719"/>
                </a:cubicBezTo>
                <a:lnTo>
                  <a:pt x="191169" y="38829"/>
                </a:lnTo>
                <a:cubicBezTo>
                  <a:pt x="198600" y="41142"/>
                  <a:pt x="205646" y="44129"/>
                  <a:pt x="212303" y="47597"/>
                </a:cubicBezTo>
                <a:lnTo>
                  <a:pt x="230928" y="29098"/>
                </a:lnTo>
                <a:cubicBezTo>
                  <a:pt x="233341" y="26593"/>
                  <a:pt x="236621" y="25436"/>
                  <a:pt x="239903" y="25436"/>
                </a:cubicBezTo>
                <a:cubicBezTo>
                  <a:pt x="243183" y="25436"/>
                  <a:pt x="246369" y="26593"/>
                  <a:pt x="248877" y="29098"/>
                </a:cubicBezTo>
                <a:lnTo>
                  <a:pt x="281496" y="61760"/>
                </a:lnTo>
                <a:cubicBezTo>
                  <a:pt x="283908" y="64073"/>
                  <a:pt x="285259" y="67348"/>
                  <a:pt x="285259" y="70721"/>
                </a:cubicBezTo>
                <a:cubicBezTo>
                  <a:pt x="285259" y="74093"/>
                  <a:pt x="283908" y="77370"/>
                  <a:pt x="281496" y="79681"/>
                </a:cubicBezTo>
                <a:lnTo>
                  <a:pt x="262967" y="98181"/>
                </a:lnTo>
                <a:cubicBezTo>
                  <a:pt x="266151" y="104154"/>
                  <a:pt x="268757" y="110609"/>
                  <a:pt x="270880" y="117065"/>
                </a:cubicBezTo>
                <a:cubicBezTo>
                  <a:pt x="254089" y="113886"/>
                  <a:pt x="240193" y="113886"/>
                  <a:pt x="225332" y="115716"/>
                </a:cubicBezTo>
                <a:cubicBezTo>
                  <a:pt x="211435" y="91340"/>
                  <a:pt x="185476" y="74576"/>
                  <a:pt x="155368" y="74576"/>
                </a:cubicBezTo>
                <a:cubicBezTo>
                  <a:pt x="110880" y="74576"/>
                  <a:pt x="74596" y="110706"/>
                  <a:pt x="74596" y="155123"/>
                </a:cubicBezTo>
                <a:cubicBezTo>
                  <a:pt x="74596" y="183547"/>
                  <a:pt x="89554" y="208501"/>
                  <a:pt x="111845" y="222857"/>
                </a:cubicBezTo>
                <a:cubicBezTo>
                  <a:pt x="108758" y="236249"/>
                  <a:pt x="107020" y="250510"/>
                  <a:pt x="107020" y="265637"/>
                </a:cubicBezTo>
                <a:cubicBezTo>
                  <a:pt x="107020" y="265829"/>
                  <a:pt x="107020" y="266118"/>
                  <a:pt x="107020" y="266311"/>
                </a:cubicBezTo>
                <a:cubicBezTo>
                  <a:pt x="104221" y="265059"/>
                  <a:pt x="101133" y="264095"/>
                  <a:pt x="98335" y="262650"/>
                </a:cubicBezTo>
                <a:lnTo>
                  <a:pt x="79807" y="281149"/>
                </a:lnTo>
                <a:cubicBezTo>
                  <a:pt x="77394" y="283558"/>
                  <a:pt x="74210" y="284907"/>
                  <a:pt x="70832" y="284907"/>
                </a:cubicBezTo>
                <a:cubicBezTo>
                  <a:pt x="67455" y="284907"/>
                  <a:pt x="64173" y="283558"/>
                  <a:pt x="61761" y="281149"/>
                </a:cubicBezTo>
                <a:lnTo>
                  <a:pt x="29143" y="248582"/>
                </a:lnTo>
                <a:cubicBezTo>
                  <a:pt x="24126" y="243572"/>
                  <a:pt x="24126" y="235480"/>
                  <a:pt x="29143" y="230565"/>
                </a:cubicBezTo>
                <a:lnTo>
                  <a:pt x="47671" y="212066"/>
                </a:lnTo>
                <a:cubicBezTo>
                  <a:pt x="44102" y="205321"/>
                  <a:pt x="41110" y="198288"/>
                  <a:pt x="38793" y="190966"/>
                </a:cubicBezTo>
                <a:lnTo>
                  <a:pt x="12738" y="190966"/>
                </a:lnTo>
                <a:cubicBezTo>
                  <a:pt x="5693" y="190966"/>
                  <a:pt x="0" y="185185"/>
                  <a:pt x="0" y="178151"/>
                </a:cubicBezTo>
                <a:lnTo>
                  <a:pt x="0" y="132095"/>
                </a:lnTo>
                <a:cubicBezTo>
                  <a:pt x="0" y="125062"/>
                  <a:pt x="5693" y="119377"/>
                  <a:pt x="12738" y="119377"/>
                </a:cubicBezTo>
                <a:lnTo>
                  <a:pt x="38890" y="119377"/>
                </a:lnTo>
                <a:cubicBezTo>
                  <a:pt x="41110" y="111958"/>
                  <a:pt x="44102" y="104925"/>
                  <a:pt x="47671" y="98276"/>
                </a:cubicBezTo>
                <a:lnTo>
                  <a:pt x="29143" y="79778"/>
                </a:lnTo>
                <a:cubicBezTo>
                  <a:pt x="26731" y="77370"/>
                  <a:pt x="25380" y="74093"/>
                  <a:pt x="25380" y="70721"/>
                </a:cubicBezTo>
                <a:cubicBezTo>
                  <a:pt x="25380" y="67348"/>
                  <a:pt x="26731" y="64073"/>
                  <a:pt x="29143" y="61760"/>
                </a:cubicBezTo>
                <a:lnTo>
                  <a:pt x="61761" y="29098"/>
                </a:lnTo>
                <a:cubicBezTo>
                  <a:pt x="64270" y="26689"/>
                  <a:pt x="67551" y="25436"/>
                  <a:pt x="70832" y="25436"/>
                </a:cubicBezTo>
                <a:cubicBezTo>
                  <a:pt x="74113" y="25436"/>
                  <a:pt x="77299" y="26689"/>
                  <a:pt x="79807" y="29193"/>
                </a:cubicBezTo>
                <a:lnTo>
                  <a:pt x="98335" y="47597"/>
                </a:lnTo>
                <a:cubicBezTo>
                  <a:pt x="105090" y="44129"/>
                  <a:pt x="112135" y="41142"/>
                  <a:pt x="119469" y="38829"/>
                </a:cubicBezTo>
                <a:lnTo>
                  <a:pt x="119469" y="12719"/>
                </a:lnTo>
                <a:cubicBezTo>
                  <a:pt x="119469" y="5685"/>
                  <a:pt x="125259" y="0"/>
                  <a:pt x="132207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30">
            <a:extLst>
              <a:ext uri="{FF2B5EF4-FFF2-40B4-BE49-F238E27FC236}">
                <a16:creationId xmlns:a16="http://schemas.microsoft.com/office/drawing/2014/main" id="{EA9EE65B-6053-F139-8FAB-B6BAF565DE59}"/>
              </a:ext>
            </a:extLst>
          </p:cNvPr>
          <p:cNvSpPr/>
          <p:nvPr/>
        </p:nvSpPr>
        <p:spPr>
          <a:xfrm>
            <a:off x="9347200" y="3797300"/>
            <a:ext cx="609685" cy="608764"/>
          </a:xfrm>
          <a:custGeom>
            <a:avLst/>
            <a:gdLst/>
            <a:ahLst/>
            <a:cxnLst/>
            <a:rect l="l" t="t" r="r" b="b"/>
            <a:pathLst>
              <a:path w="609685" h="608764">
                <a:moveTo>
                  <a:pt x="304843" y="279036"/>
                </a:moveTo>
                <a:cubicBezTo>
                  <a:pt x="318861" y="279036"/>
                  <a:pt x="330227" y="290384"/>
                  <a:pt x="330227" y="304383"/>
                </a:cubicBezTo>
                <a:cubicBezTo>
                  <a:pt x="330227" y="318381"/>
                  <a:pt x="318861" y="329731"/>
                  <a:pt x="304843" y="329731"/>
                </a:cubicBezTo>
                <a:cubicBezTo>
                  <a:pt x="290824" y="329731"/>
                  <a:pt x="279460" y="318381"/>
                  <a:pt x="279460" y="304383"/>
                </a:cubicBezTo>
                <a:cubicBezTo>
                  <a:pt x="279460" y="290384"/>
                  <a:pt x="290824" y="279036"/>
                  <a:pt x="304843" y="279036"/>
                </a:cubicBezTo>
                <a:close/>
                <a:moveTo>
                  <a:pt x="304797" y="253586"/>
                </a:moveTo>
                <a:cubicBezTo>
                  <a:pt x="276850" y="253586"/>
                  <a:pt x="253992" y="276419"/>
                  <a:pt x="253992" y="304338"/>
                </a:cubicBezTo>
                <a:cubicBezTo>
                  <a:pt x="253992" y="332346"/>
                  <a:pt x="276850" y="355091"/>
                  <a:pt x="304797" y="355091"/>
                </a:cubicBezTo>
                <a:cubicBezTo>
                  <a:pt x="332835" y="355091"/>
                  <a:pt x="355604" y="332346"/>
                  <a:pt x="355604" y="304338"/>
                </a:cubicBezTo>
                <a:cubicBezTo>
                  <a:pt x="355604" y="276419"/>
                  <a:pt x="332835" y="253586"/>
                  <a:pt x="304797" y="253586"/>
                </a:cubicBezTo>
                <a:close/>
                <a:moveTo>
                  <a:pt x="304797" y="202922"/>
                </a:moveTo>
                <a:cubicBezTo>
                  <a:pt x="360870" y="202922"/>
                  <a:pt x="406409" y="248412"/>
                  <a:pt x="406409" y="304338"/>
                </a:cubicBezTo>
                <a:cubicBezTo>
                  <a:pt x="406409" y="360352"/>
                  <a:pt x="360870" y="405844"/>
                  <a:pt x="304797" y="405844"/>
                </a:cubicBezTo>
                <a:cubicBezTo>
                  <a:pt x="248813" y="405844"/>
                  <a:pt x="203275" y="360352"/>
                  <a:pt x="203275" y="304338"/>
                </a:cubicBezTo>
                <a:cubicBezTo>
                  <a:pt x="203275" y="248412"/>
                  <a:pt x="248813" y="202922"/>
                  <a:pt x="304797" y="202922"/>
                </a:cubicBezTo>
                <a:close/>
                <a:moveTo>
                  <a:pt x="304797" y="152213"/>
                </a:moveTo>
                <a:cubicBezTo>
                  <a:pt x="220762" y="152213"/>
                  <a:pt x="152443" y="220429"/>
                  <a:pt x="152443" y="304338"/>
                </a:cubicBezTo>
                <a:cubicBezTo>
                  <a:pt x="152443" y="388336"/>
                  <a:pt x="220762" y="456551"/>
                  <a:pt x="304797" y="456551"/>
                </a:cubicBezTo>
                <a:cubicBezTo>
                  <a:pt x="388924" y="456551"/>
                  <a:pt x="457242" y="388336"/>
                  <a:pt x="457242" y="304338"/>
                </a:cubicBezTo>
                <a:cubicBezTo>
                  <a:pt x="457242" y="220429"/>
                  <a:pt x="388924" y="152213"/>
                  <a:pt x="304797" y="152213"/>
                </a:cubicBezTo>
                <a:close/>
                <a:moveTo>
                  <a:pt x="253983" y="0"/>
                </a:moveTo>
                <a:lnTo>
                  <a:pt x="355613" y="0"/>
                </a:lnTo>
                <a:cubicBezTo>
                  <a:pt x="369722" y="0"/>
                  <a:pt x="381065" y="11325"/>
                  <a:pt x="381065" y="25324"/>
                </a:cubicBezTo>
                <a:lnTo>
                  <a:pt x="381065" y="62597"/>
                </a:lnTo>
                <a:cubicBezTo>
                  <a:pt x="395176" y="67056"/>
                  <a:pt x="408927" y="72763"/>
                  <a:pt x="422055" y="79718"/>
                </a:cubicBezTo>
                <a:lnTo>
                  <a:pt x="448490" y="53323"/>
                </a:lnTo>
                <a:cubicBezTo>
                  <a:pt x="458492" y="43336"/>
                  <a:pt x="474566" y="43336"/>
                  <a:pt x="484480" y="53323"/>
                </a:cubicBezTo>
                <a:lnTo>
                  <a:pt x="556280" y="125016"/>
                </a:lnTo>
                <a:cubicBezTo>
                  <a:pt x="566194" y="134915"/>
                  <a:pt x="566194" y="150965"/>
                  <a:pt x="556280" y="160862"/>
                </a:cubicBezTo>
                <a:lnTo>
                  <a:pt x="529847" y="187258"/>
                </a:lnTo>
                <a:cubicBezTo>
                  <a:pt x="536812" y="200454"/>
                  <a:pt x="542527" y="214187"/>
                  <a:pt x="546994" y="228276"/>
                </a:cubicBezTo>
                <a:lnTo>
                  <a:pt x="584233" y="228276"/>
                </a:lnTo>
                <a:cubicBezTo>
                  <a:pt x="598344" y="228276"/>
                  <a:pt x="609685" y="239599"/>
                  <a:pt x="609685" y="253600"/>
                </a:cubicBezTo>
                <a:lnTo>
                  <a:pt x="609685" y="355075"/>
                </a:lnTo>
                <a:cubicBezTo>
                  <a:pt x="609685" y="369165"/>
                  <a:pt x="598255" y="380488"/>
                  <a:pt x="584233" y="380488"/>
                </a:cubicBezTo>
                <a:lnTo>
                  <a:pt x="546994" y="380488"/>
                </a:lnTo>
                <a:cubicBezTo>
                  <a:pt x="542527" y="394578"/>
                  <a:pt x="536812" y="408310"/>
                  <a:pt x="529847" y="421418"/>
                </a:cubicBezTo>
                <a:lnTo>
                  <a:pt x="556280" y="447812"/>
                </a:lnTo>
                <a:cubicBezTo>
                  <a:pt x="566194" y="457798"/>
                  <a:pt x="566194" y="473850"/>
                  <a:pt x="556280" y="483748"/>
                </a:cubicBezTo>
                <a:lnTo>
                  <a:pt x="484480" y="555440"/>
                </a:lnTo>
                <a:cubicBezTo>
                  <a:pt x="474566" y="565338"/>
                  <a:pt x="458492" y="565338"/>
                  <a:pt x="448490" y="555440"/>
                </a:cubicBezTo>
                <a:lnTo>
                  <a:pt x="422055" y="529045"/>
                </a:lnTo>
                <a:cubicBezTo>
                  <a:pt x="408927" y="536001"/>
                  <a:pt x="395176" y="541618"/>
                  <a:pt x="381065" y="546077"/>
                </a:cubicBezTo>
                <a:lnTo>
                  <a:pt x="381065" y="583350"/>
                </a:lnTo>
                <a:cubicBezTo>
                  <a:pt x="381065" y="597438"/>
                  <a:pt x="369634" y="608764"/>
                  <a:pt x="355613" y="608764"/>
                </a:cubicBezTo>
                <a:lnTo>
                  <a:pt x="253983" y="608764"/>
                </a:lnTo>
                <a:cubicBezTo>
                  <a:pt x="239963" y="608764"/>
                  <a:pt x="228622" y="597438"/>
                  <a:pt x="228622" y="583350"/>
                </a:cubicBezTo>
                <a:lnTo>
                  <a:pt x="228622" y="546077"/>
                </a:lnTo>
                <a:cubicBezTo>
                  <a:pt x="214511" y="541618"/>
                  <a:pt x="200758" y="536001"/>
                  <a:pt x="187541" y="529045"/>
                </a:cubicBezTo>
                <a:lnTo>
                  <a:pt x="161107" y="555440"/>
                </a:lnTo>
                <a:cubicBezTo>
                  <a:pt x="151194" y="565338"/>
                  <a:pt x="135118" y="565338"/>
                  <a:pt x="125207" y="555440"/>
                </a:cubicBezTo>
                <a:lnTo>
                  <a:pt x="53405" y="483748"/>
                </a:lnTo>
                <a:cubicBezTo>
                  <a:pt x="43402" y="473850"/>
                  <a:pt x="43402" y="457798"/>
                  <a:pt x="53405" y="447812"/>
                </a:cubicBezTo>
                <a:lnTo>
                  <a:pt x="79750" y="421418"/>
                </a:lnTo>
                <a:cubicBezTo>
                  <a:pt x="72874" y="408310"/>
                  <a:pt x="67158" y="394578"/>
                  <a:pt x="62692" y="380488"/>
                </a:cubicBezTo>
                <a:lnTo>
                  <a:pt x="25363" y="380488"/>
                </a:lnTo>
                <a:cubicBezTo>
                  <a:pt x="11342" y="380488"/>
                  <a:pt x="0" y="369165"/>
                  <a:pt x="0" y="355075"/>
                </a:cubicBezTo>
                <a:lnTo>
                  <a:pt x="0" y="253600"/>
                </a:lnTo>
                <a:cubicBezTo>
                  <a:pt x="0" y="239599"/>
                  <a:pt x="11342" y="228276"/>
                  <a:pt x="25363" y="228276"/>
                </a:cubicBezTo>
                <a:lnTo>
                  <a:pt x="62692" y="228276"/>
                </a:lnTo>
                <a:cubicBezTo>
                  <a:pt x="67158" y="214187"/>
                  <a:pt x="72874" y="200454"/>
                  <a:pt x="79750" y="187258"/>
                </a:cubicBezTo>
                <a:lnTo>
                  <a:pt x="53405" y="160862"/>
                </a:lnTo>
                <a:cubicBezTo>
                  <a:pt x="43402" y="150965"/>
                  <a:pt x="43402" y="134915"/>
                  <a:pt x="53405" y="125016"/>
                </a:cubicBezTo>
                <a:lnTo>
                  <a:pt x="125207" y="53323"/>
                </a:lnTo>
                <a:cubicBezTo>
                  <a:pt x="135118" y="43336"/>
                  <a:pt x="151194" y="43336"/>
                  <a:pt x="161107" y="53323"/>
                </a:cubicBezTo>
                <a:lnTo>
                  <a:pt x="187541" y="79718"/>
                </a:lnTo>
                <a:cubicBezTo>
                  <a:pt x="200758" y="72763"/>
                  <a:pt x="214511" y="67056"/>
                  <a:pt x="228622" y="62597"/>
                </a:cubicBezTo>
                <a:lnTo>
                  <a:pt x="228622" y="25324"/>
                </a:lnTo>
                <a:cubicBezTo>
                  <a:pt x="228622" y="11325"/>
                  <a:pt x="239963" y="0"/>
                  <a:pt x="253983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866300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1">
            <a:extLst>
              <a:ext uri="{FF2B5EF4-FFF2-40B4-BE49-F238E27FC236}">
                <a16:creationId xmlns:a16="http://schemas.microsoft.com/office/drawing/2014/main" id="{FFB01D0F-41AE-6544-D85A-0FE79166A571}"/>
              </a:ext>
            </a:extLst>
          </p:cNvPr>
          <p:cNvSpPr/>
          <p:nvPr/>
        </p:nvSpPr>
        <p:spPr>
          <a:xfrm>
            <a:off x="1155700" y="1574800"/>
            <a:ext cx="10147300" cy="4178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617299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1759F09C-A9EC-9BDF-4FA8-03B1CCE6E393}"/>
              </a:ext>
            </a:extLst>
          </p:cNvPr>
          <p:cNvSpPr/>
          <p:nvPr/>
        </p:nvSpPr>
        <p:spPr>
          <a:xfrm>
            <a:off x="1727200" y="2679700"/>
            <a:ext cx="762000" cy="762000"/>
          </a:xfrm>
          <a:prstGeom prst="ellipse">
            <a:avLst/>
          </a:prstGeom>
          <a:solidFill>
            <a:srgbClr val="297F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C1018B04-3DCF-D6D4-4DAF-3D4ED589DEB6}"/>
              </a:ext>
            </a:extLst>
          </p:cNvPr>
          <p:cNvSpPr/>
          <p:nvPr/>
        </p:nvSpPr>
        <p:spPr>
          <a:xfrm>
            <a:off x="1625600" y="28067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B55D8007-F72B-0FED-4319-139F319041FB}"/>
              </a:ext>
            </a:extLst>
          </p:cNvPr>
          <p:cNvSpPr/>
          <p:nvPr/>
        </p:nvSpPr>
        <p:spPr>
          <a:xfrm>
            <a:off x="1727200" y="3898900"/>
            <a:ext cx="762000" cy="762000"/>
          </a:xfrm>
          <a:prstGeom prst="ellipse">
            <a:avLst/>
          </a:prstGeom>
          <a:solidFill>
            <a:srgbClr val="629D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852D9BA8-46BC-14E0-580E-5CD0209B3424}"/>
              </a:ext>
            </a:extLst>
          </p:cNvPr>
          <p:cNvSpPr/>
          <p:nvPr/>
        </p:nvSpPr>
        <p:spPr>
          <a:xfrm>
            <a:off x="1625600" y="40259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18F99D92-8B3B-F39D-3749-0EFA45A5ED45}"/>
              </a:ext>
            </a:extLst>
          </p:cNvPr>
          <p:cNvSpPr/>
          <p:nvPr/>
        </p:nvSpPr>
        <p:spPr>
          <a:xfrm>
            <a:off x="12446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4287BEF4-C035-C1A9-16FE-03BE163731CF}"/>
              </a:ext>
            </a:extLst>
          </p:cNvPr>
          <p:cNvSpPr/>
          <p:nvPr/>
        </p:nvSpPr>
        <p:spPr>
          <a:xfrm>
            <a:off x="8890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8E8C2DB4-317B-3656-3FB9-D50A6721B959}"/>
              </a:ext>
            </a:extLst>
          </p:cNvPr>
          <p:cNvSpPr/>
          <p:nvPr/>
        </p:nvSpPr>
        <p:spPr>
          <a:xfrm>
            <a:off x="939800" y="1905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9">
            <a:extLst>
              <a:ext uri="{FF2B5EF4-FFF2-40B4-BE49-F238E27FC236}">
                <a16:creationId xmlns:a16="http://schemas.microsoft.com/office/drawing/2014/main" id="{46F2B86F-3C1E-680E-D21F-8B96569A6B26}"/>
              </a:ext>
            </a:extLst>
          </p:cNvPr>
          <p:cNvSpPr/>
          <p:nvPr/>
        </p:nvSpPr>
        <p:spPr>
          <a:xfrm>
            <a:off x="12446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0">
            <a:extLst>
              <a:ext uri="{FF2B5EF4-FFF2-40B4-BE49-F238E27FC236}">
                <a16:creationId xmlns:a16="http://schemas.microsoft.com/office/drawing/2014/main" id="{AE8EF55D-F9E4-8AC0-711E-BDC372122321}"/>
              </a:ext>
            </a:extLst>
          </p:cNvPr>
          <p:cNvSpPr/>
          <p:nvPr/>
        </p:nvSpPr>
        <p:spPr>
          <a:xfrm>
            <a:off x="8890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21">
            <a:extLst>
              <a:ext uri="{FF2B5EF4-FFF2-40B4-BE49-F238E27FC236}">
                <a16:creationId xmlns:a16="http://schemas.microsoft.com/office/drawing/2014/main" id="{31676453-E036-FCB6-0740-E77ECDDF9C11}"/>
              </a:ext>
            </a:extLst>
          </p:cNvPr>
          <p:cNvSpPr/>
          <p:nvPr/>
        </p:nvSpPr>
        <p:spPr>
          <a:xfrm>
            <a:off x="939800" y="24765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22">
            <a:extLst>
              <a:ext uri="{FF2B5EF4-FFF2-40B4-BE49-F238E27FC236}">
                <a16:creationId xmlns:a16="http://schemas.microsoft.com/office/drawing/2014/main" id="{DB91BAEC-8889-1B31-4F47-538BDC224A1A}"/>
              </a:ext>
            </a:extLst>
          </p:cNvPr>
          <p:cNvSpPr/>
          <p:nvPr/>
        </p:nvSpPr>
        <p:spPr>
          <a:xfrm>
            <a:off x="12446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2169DC52-9902-E7E1-60A1-074A2C1A39A9}"/>
              </a:ext>
            </a:extLst>
          </p:cNvPr>
          <p:cNvSpPr/>
          <p:nvPr/>
        </p:nvSpPr>
        <p:spPr>
          <a:xfrm>
            <a:off x="8890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424EEBE2-330D-E44F-FF20-6ADA4F955D71}"/>
              </a:ext>
            </a:extLst>
          </p:cNvPr>
          <p:cNvSpPr/>
          <p:nvPr/>
        </p:nvSpPr>
        <p:spPr>
          <a:xfrm>
            <a:off x="939800" y="3048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A87317F5-727E-EEB3-8F35-73F62370587D}"/>
              </a:ext>
            </a:extLst>
          </p:cNvPr>
          <p:cNvSpPr/>
          <p:nvPr/>
        </p:nvSpPr>
        <p:spPr>
          <a:xfrm>
            <a:off x="12446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7369034C-57C7-C540-00C7-182D66713411}"/>
              </a:ext>
            </a:extLst>
          </p:cNvPr>
          <p:cNvSpPr/>
          <p:nvPr/>
        </p:nvSpPr>
        <p:spPr>
          <a:xfrm>
            <a:off x="8890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D86DA17D-FABF-0DA0-5145-C700FE8DBF05}"/>
              </a:ext>
            </a:extLst>
          </p:cNvPr>
          <p:cNvSpPr/>
          <p:nvPr/>
        </p:nvSpPr>
        <p:spPr>
          <a:xfrm>
            <a:off x="939800" y="3632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ADA088B-4436-5500-D9C8-A115B487C0AC}"/>
              </a:ext>
            </a:extLst>
          </p:cNvPr>
          <p:cNvSpPr/>
          <p:nvPr/>
        </p:nvSpPr>
        <p:spPr>
          <a:xfrm>
            <a:off x="12446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4D16C78C-6CD0-B424-4A21-EF3BEAF452B1}"/>
              </a:ext>
            </a:extLst>
          </p:cNvPr>
          <p:cNvSpPr/>
          <p:nvPr/>
        </p:nvSpPr>
        <p:spPr>
          <a:xfrm>
            <a:off x="8890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AC28B12C-639E-9CF3-F73C-1228F7271D79}"/>
              </a:ext>
            </a:extLst>
          </p:cNvPr>
          <p:cNvSpPr/>
          <p:nvPr/>
        </p:nvSpPr>
        <p:spPr>
          <a:xfrm>
            <a:off x="939800" y="4203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31">
            <a:extLst>
              <a:ext uri="{FF2B5EF4-FFF2-40B4-BE49-F238E27FC236}">
                <a16:creationId xmlns:a16="http://schemas.microsoft.com/office/drawing/2014/main" id="{37743A3E-0088-EC55-685E-8F46626AB9A2}"/>
              </a:ext>
            </a:extLst>
          </p:cNvPr>
          <p:cNvSpPr/>
          <p:nvPr/>
        </p:nvSpPr>
        <p:spPr>
          <a:xfrm>
            <a:off x="12446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2">
            <a:extLst>
              <a:ext uri="{FF2B5EF4-FFF2-40B4-BE49-F238E27FC236}">
                <a16:creationId xmlns:a16="http://schemas.microsoft.com/office/drawing/2014/main" id="{6EF4D42B-2B05-8A11-CFAF-EEBD7DB22727}"/>
              </a:ext>
            </a:extLst>
          </p:cNvPr>
          <p:cNvSpPr/>
          <p:nvPr/>
        </p:nvSpPr>
        <p:spPr>
          <a:xfrm>
            <a:off x="8890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A73DC5E0-A810-CDE5-9092-1F479592771A}"/>
              </a:ext>
            </a:extLst>
          </p:cNvPr>
          <p:cNvSpPr/>
          <p:nvPr/>
        </p:nvSpPr>
        <p:spPr>
          <a:xfrm>
            <a:off x="939800" y="4775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2FDC18C0-4835-FCFB-436A-DDAFED40DB86}"/>
              </a:ext>
            </a:extLst>
          </p:cNvPr>
          <p:cNvSpPr/>
          <p:nvPr/>
        </p:nvSpPr>
        <p:spPr>
          <a:xfrm>
            <a:off x="12446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8A3D8BBA-F389-3EBF-F2F0-CEEA1FE71E61}"/>
              </a:ext>
            </a:extLst>
          </p:cNvPr>
          <p:cNvSpPr/>
          <p:nvPr/>
        </p:nvSpPr>
        <p:spPr>
          <a:xfrm>
            <a:off x="8890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AE7238FF-42C4-E09D-0999-D91C9F1940DF}"/>
              </a:ext>
            </a:extLst>
          </p:cNvPr>
          <p:cNvSpPr/>
          <p:nvPr/>
        </p:nvSpPr>
        <p:spPr>
          <a:xfrm>
            <a:off x="939800" y="5346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7">
            <a:extLst>
              <a:ext uri="{FF2B5EF4-FFF2-40B4-BE49-F238E27FC236}">
                <a16:creationId xmlns:a16="http://schemas.microsoft.com/office/drawing/2014/main" id="{5D4DD1C1-7615-7967-7FCC-1CF737AC059B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0" name="AutoShape 38">
            <a:extLst>
              <a:ext uri="{FF2B5EF4-FFF2-40B4-BE49-F238E27FC236}">
                <a16:creationId xmlns:a16="http://schemas.microsoft.com/office/drawing/2014/main" id="{6D9AEE91-BEB8-BFA1-A2AF-3800CEA2377A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1" name="AutoShape 39">
            <a:extLst>
              <a:ext uri="{FF2B5EF4-FFF2-40B4-BE49-F238E27FC236}">
                <a16:creationId xmlns:a16="http://schemas.microsoft.com/office/drawing/2014/main" id="{2E679C30-5DB3-CAD4-CE18-EAE2388A1949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32" name="Connector 40">
            <a:extLst>
              <a:ext uri="{FF2B5EF4-FFF2-40B4-BE49-F238E27FC236}">
                <a16:creationId xmlns:a16="http://schemas.microsoft.com/office/drawing/2014/main" id="{0F23ADE6-5341-8DDB-A020-EB0917A539C5}"/>
              </a:ext>
            </a:extLst>
          </p:cNvPr>
          <p:cNvCxnSpPr/>
          <p:nvPr/>
        </p:nvCxnSpPr>
        <p:spPr>
          <a:xfrm>
            <a:off x="2806700" y="30353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33" name="Connector 41">
            <a:extLst>
              <a:ext uri="{FF2B5EF4-FFF2-40B4-BE49-F238E27FC236}">
                <a16:creationId xmlns:a16="http://schemas.microsoft.com/office/drawing/2014/main" id="{D2BC8812-EFF3-9FC5-2C66-649566C9D751}"/>
              </a:ext>
            </a:extLst>
          </p:cNvPr>
          <p:cNvCxnSpPr/>
          <p:nvPr/>
        </p:nvCxnSpPr>
        <p:spPr>
          <a:xfrm>
            <a:off x="2806700" y="42926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6066343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777666A5-E308-86CE-DB68-04FFD47C8F01}"/>
              </a:ext>
            </a:extLst>
          </p:cNvPr>
          <p:cNvSpPr/>
          <p:nvPr/>
        </p:nvSpPr>
        <p:spPr>
          <a:xfrm>
            <a:off x="7239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337FB9E3-E239-1B90-EBCD-5F7FC9294357}"/>
              </a:ext>
            </a:extLst>
          </p:cNvPr>
          <p:cNvSpPr/>
          <p:nvPr/>
        </p:nvSpPr>
        <p:spPr>
          <a:xfrm>
            <a:off x="8509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B1A6A787-0ADD-6E7E-0BC4-6263E3623362}"/>
              </a:ext>
            </a:extLst>
          </p:cNvPr>
          <p:cNvSpPr/>
          <p:nvPr/>
        </p:nvSpPr>
        <p:spPr>
          <a:xfrm>
            <a:off x="19050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3A838E8-0B3E-7CC4-4A80-B195DB077401}"/>
              </a:ext>
            </a:extLst>
          </p:cNvPr>
          <p:cNvSpPr/>
          <p:nvPr/>
        </p:nvSpPr>
        <p:spPr>
          <a:xfrm>
            <a:off x="12573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FF78B2-2499-AFB2-6E70-925A1C36DC00}"/>
              </a:ext>
            </a:extLst>
          </p:cNvPr>
          <p:cNvSpPr/>
          <p:nvPr/>
        </p:nvSpPr>
        <p:spPr>
          <a:xfrm>
            <a:off x="63627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D3793847-702C-7BA1-103F-7EE22A8334BF}"/>
              </a:ext>
            </a:extLst>
          </p:cNvPr>
          <p:cNvSpPr/>
          <p:nvPr/>
        </p:nvSpPr>
        <p:spPr>
          <a:xfrm>
            <a:off x="64897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6BFC270F-646B-4252-442B-2C561115A40A}"/>
              </a:ext>
            </a:extLst>
          </p:cNvPr>
          <p:cNvSpPr/>
          <p:nvPr/>
        </p:nvSpPr>
        <p:spPr>
          <a:xfrm>
            <a:off x="75438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4CA4FF0-7961-EA3C-3962-CA3D0214682D}"/>
              </a:ext>
            </a:extLst>
          </p:cNvPr>
          <p:cNvSpPr/>
          <p:nvPr/>
        </p:nvSpPr>
        <p:spPr>
          <a:xfrm>
            <a:off x="68961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3063503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3DA67CB2-74D5-95D4-E4C5-300370DF0582}"/>
              </a:ext>
            </a:extLst>
          </p:cNvPr>
          <p:cNvSpPr/>
          <p:nvPr/>
        </p:nvSpPr>
        <p:spPr>
          <a:xfrm>
            <a:off x="6146800" y="1866900"/>
            <a:ext cx="1795729" cy="1795725"/>
          </a:xfrm>
          <a:custGeom>
            <a:avLst/>
            <a:gdLst/>
            <a:ahLst/>
            <a:cxnLst/>
            <a:rect l="l" t="t" r="r" b="b"/>
            <a:pathLst>
              <a:path w="1795729" h="1795725">
                <a:moveTo>
                  <a:pt x="0" y="0"/>
                </a:moveTo>
                <a:lnTo>
                  <a:pt x="88795" y="4483"/>
                </a:lnTo>
                <a:cubicBezTo>
                  <a:pt x="986448" y="95645"/>
                  <a:pt x="1700083" y="809280"/>
                  <a:pt x="1791245" y="1706935"/>
                </a:cubicBezTo>
                <a:lnTo>
                  <a:pt x="1795729" y="1795725"/>
                </a:lnTo>
                <a:lnTo>
                  <a:pt x="1210380" y="1795725"/>
                </a:lnTo>
                <a:lnTo>
                  <a:pt x="1208742" y="1763292"/>
                </a:lnTo>
                <a:cubicBezTo>
                  <a:pt x="1144880" y="1134455"/>
                  <a:pt x="644954" y="634528"/>
                  <a:pt x="16116" y="570666"/>
                </a:cubicBezTo>
                <a:lnTo>
                  <a:pt x="0" y="569852"/>
                </a:ln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95CB6475-C771-37E2-17B0-99975A140F6B}"/>
              </a:ext>
            </a:extLst>
          </p:cNvPr>
          <p:cNvSpPr/>
          <p:nvPr/>
        </p:nvSpPr>
        <p:spPr>
          <a:xfrm>
            <a:off x="4140200" y="1866900"/>
            <a:ext cx="1795725" cy="1795725"/>
          </a:xfrm>
          <a:custGeom>
            <a:avLst/>
            <a:gdLst/>
            <a:ahLst/>
            <a:cxnLst/>
            <a:rect l="l" t="t" r="r" b="b"/>
            <a:pathLst>
              <a:path w="1795725" h="1795725">
                <a:moveTo>
                  <a:pt x="1795725" y="0"/>
                </a:moveTo>
                <a:lnTo>
                  <a:pt x="1795725" y="568411"/>
                </a:lnTo>
                <a:lnTo>
                  <a:pt x="1751054" y="570666"/>
                </a:lnTo>
                <a:cubicBezTo>
                  <a:pt x="1122216" y="634528"/>
                  <a:pt x="622290" y="1134455"/>
                  <a:pt x="558428" y="1763292"/>
                </a:cubicBezTo>
                <a:lnTo>
                  <a:pt x="556791" y="1795725"/>
                </a:lnTo>
                <a:lnTo>
                  <a:pt x="0" y="1795725"/>
                </a:lnTo>
                <a:lnTo>
                  <a:pt x="4483" y="1706935"/>
                </a:lnTo>
                <a:cubicBezTo>
                  <a:pt x="95645" y="809280"/>
                  <a:pt x="809281" y="95645"/>
                  <a:pt x="1706935" y="4483"/>
                </a:cubicBezTo>
                <a:lnTo>
                  <a:pt x="1795725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94CBADAD-25F7-840F-69A7-EE69DF79A74C}"/>
              </a:ext>
            </a:extLst>
          </p:cNvPr>
          <p:cNvSpPr/>
          <p:nvPr/>
        </p:nvSpPr>
        <p:spPr>
          <a:xfrm>
            <a:off x="4140200" y="3873500"/>
            <a:ext cx="1795725" cy="1795728"/>
          </a:xfrm>
          <a:custGeom>
            <a:avLst/>
            <a:gdLst/>
            <a:ahLst/>
            <a:cxnLst/>
            <a:rect l="l" t="t" r="r" b="b"/>
            <a:pathLst>
              <a:path w="1795725" h="1795728">
                <a:moveTo>
                  <a:pt x="0" y="0"/>
                </a:moveTo>
                <a:lnTo>
                  <a:pt x="556997" y="0"/>
                </a:lnTo>
                <a:lnTo>
                  <a:pt x="558428" y="28353"/>
                </a:lnTo>
                <a:cubicBezTo>
                  <a:pt x="622290" y="657191"/>
                  <a:pt x="1122216" y="1157117"/>
                  <a:pt x="1751054" y="1220979"/>
                </a:cubicBezTo>
                <a:lnTo>
                  <a:pt x="1795725" y="1223235"/>
                </a:lnTo>
                <a:lnTo>
                  <a:pt x="1795725" y="1795728"/>
                </a:lnTo>
                <a:lnTo>
                  <a:pt x="1706935" y="1791244"/>
                </a:lnTo>
                <a:cubicBezTo>
                  <a:pt x="809281" y="1700082"/>
                  <a:pt x="95645" y="986448"/>
                  <a:pt x="4483" y="88793"/>
                </a:cubicBez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DBD16696-4C93-46B5-ACA4-21F917533263}"/>
              </a:ext>
            </a:extLst>
          </p:cNvPr>
          <p:cNvSpPr/>
          <p:nvPr/>
        </p:nvSpPr>
        <p:spPr>
          <a:xfrm>
            <a:off x="6146800" y="3873500"/>
            <a:ext cx="1795729" cy="1795728"/>
          </a:xfrm>
          <a:custGeom>
            <a:avLst/>
            <a:gdLst/>
            <a:ahLst/>
            <a:cxnLst/>
            <a:rect l="l" t="t" r="r" b="b"/>
            <a:pathLst>
              <a:path w="1795729" h="1795728">
                <a:moveTo>
                  <a:pt x="1210174" y="0"/>
                </a:moveTo>
                <a:lnTo>
                  <a:pt x="1795729" y="0"/>
                </a:lnTo>
                <a:lnTo>
                  <a:pt x="1791245" y="88793"/>
                </a:lnTo>
                <a:cubicBezTo>
                  <a:pt x="1700083" y="986448"/>
                  <a:pt x="986448" y="1700082"/>
                  <a:pt x="88795" y="1791244"/>
                </a:cubicBezTo>
                <a:lnTo>
                  <a:pt x="0" y="1795728"/>
                </a:lnTo>
                <a:lnTo>
                  <a:pt x="0" y="1221793"/>
                </a:lnTo>
                <a:lnTo>
                  <a:pt x="16116" y="1220979"/>
                </a:lnTo>
                <a:cubicBezTo>
                  <a:pt x="644954" y="1157117"/>
                  <a:pt x="1144880" y="657191"/>
                  <a:pt x="1208742" y="28353"/>
                </a:cubicBezTo>
                <a:lnTo>
                  <a:pt x="1210174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D4096B83-C640-E964-FDD1-11C9A0A61157}"/>
              </a:ext>
            </a:extLst>
          </p:cNvPr>
          <p:cNvSpPr/>
          <p:nvPr/>
        </p:nvSpPr>
        <p:spPr>
          <a:xfrm>
            <a:off x="4445000" y="307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5563BAA9-F7C7-3106-A9C9-E972856FCBB2}"/>
              </a:ext>
            </a:extLst>
          </p:cNvPr>
          <p:cNvSpPr/>
          <p:nvPr/>
        </p:nvSpPr>
        <p:spPr>
          <a:xfrm>
            <a:off x="5727700" y="3873500"/>
            <a:ext cx="631999" cy="627784"/>
          </a:xfrm>
          <a:custGeom>
            <a:avLst/>
            <a:gdLst/>
            <a:ahLst/>
            <a:cxnLst/>
            <a:rect l="l" t="t" r="r" b="b"/>
            <a:pathLst>
              <a:path w="631999" h="627784">
                <a:moveTo>
                  <a:pt x="59280" y="0"/>
                </a:moveTo>
                <a:cubicBezTo>
                  <a:pt x="23905" y="0"/>
                  <a:pt x="0" y="29790"/>
                  <a:pt x="0" y="64261"/>
                </a:cubicBezTo>
                <a:lnTo>
                  <a:pt x="0" y="340224"/>
                </a:lnTo>
                <a:cubicBezTo>
                  <a:pt x="0" y="377339"/>
                  <a:pt x="37686" y="386203"/>
                  <a:pt x="37686" y="386203"/>
                </a:cubicBezTo>
                <a:cubicBezTo>
                  <a:pt x="37686" y="386203"/>
                  <a:pt x="37686" y="103090"/>
                  <a:pt x="37686" y="74811"/>
                </a:cubicBezTo>
                <a:cubicBezTo>
                  <a:pt x="37686" y="46502"/>
                  <a:pt x="53047" y="41562"/>
                  <a:pt x="83125" y="41562"/>
                </a:cubicBezTo>
                <a:cubicBezTo>
                  <a:pt x="113175" y="41562"/>
                  <a:pt x="547996" y="41562"/>
                  <a:pt x="547996" y="41562"/>
                </a:cubicBezTo>
                <a:cubicBezTo>
                  <a:pt x="547996" y="41562"/>
                  <a:pt x="533864" y="0"/>
                  <a:pt x="506419" y="0"/>
                </a:cubicBezTo>
                <a:lnTo>
                  <a:pt x="59280" y="0"/>
                </a:lnTo>
                <a:close/>
                <a:moveTo>
                  <a:pt x="108610" y="70917"/>
                </a:moveTo>
                <a:cubicBezTo>
                  <a:pt x="67940" y="70917"/>
                  <a:pt x="70924" y="105270"/>
                  <a:pt x="70924" y="105270"/>
                </a:cubicBezTo>
                <a:cubicBezTo>
                  <a:pt x="70924" y="105270"/>
                  <a:pt x="70924" y="415529"/>
                  <a:pt x="70924" y="439391"/>
                </a:cubicBezTo>
                <a:cubicBezTo>
                  <a:pt x="70924" y="463281"/>
                  <a:pt x="85057" y="480953"/>
                  <a:pt x="108054" y="480953"/>
                </a:cubicBezTo>
                <a:cubicBezTo>
                  <a:pt x="131053" y="480953"/>
                  <a:pt x="262631" y="480953"/>
                  <a:pt x="262631" y="480953"/>
                </a:cubicBezTo>
                <a:lnTo>
                  <a:pt x="344089" y="627784"/>
                </a:lnTo>
                <a:lnTo>
                  <a:pt x="436051" y="478192"/>
                </a:lnTo>
                <a:cubicBezTo>
                  <a:pt x="436051" y="478192"/>
                  <a:pt x="559027" y="478192"/>
                  <a:pt x="587320" y="478192"/>
                </a:cubicBezTo>
                <a:cubicBezTo>
                  <a:pt x="615615" y="478192"/>
                  <a:pt x="629425" y="478046"/>
                  <a:pt x="629425" y="433840"/>
                </a:cubicBezTo>
                <a:lnTo>
                  <a:pt x="629425" y="121895"/>
                </a:lnTo>
                <a:cubicBezTo>
                  <a:pt x="629425" y="92714"/>
                  <a:pt x="631999" y="70917"/>
                  <a:pt x="593962" y="70917"/>
                </a:cubicBezTo>
                <a:lnTo>
                  <a:pt x="108610" y="70917"/>
                </a:lnTo>
                <a:close/>
              </a:path>
            </a:pathLst>
          </a:custGeom>
          <a:solidFill>
            <a:srgbClr val="284E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7">
            <a:extLst>
              <a:ext uri="{FF2B5EF4-FFF2-40B4-BE49-F238E27FC236}">
                <a16:creationId xmlns:a16="http://schemas.microsoft.com/office/drawing/2014/main" id="{1755CC42-AF77-37AB-D2FB-D3878D85654C}"/>
              </a:ext>
            </a:extLst>
          </p:cNvPr>
          <p:cNvCxnSpPr/>
          <p:nvPr/>
        </p:nvCxnSpPr>
        <p:spPr>
          <a:xfrm rot="3">
            <a:off x="3543300" y="2057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0" name="Connector 18">
            <a:extLst>
              <a:ext uri="{FF2B5EF4-FFF2-40B4-BE49-F238E27FC236}">
                <a16:creationId xmlns:a16="http://schemas.microsoft.com/office/drawing/2014/main" id="{4B272935-1530-FF7E-4523-541C8ECB743B}"/>
              </a:ext>
            </a:extLst>
          </p:cNvPr>
          <p:cNvCxnSpPr/>
          <p:nvPr/>
        </p:nvCxnSpPr>
        <p:spPr>
          <a:xfrm rot="5223772">
            <a:off x="43306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1" name="Connector 19">
            <a:extLst>
              <a:ext uri="{FF2B5EF4-FFF2-40B4-BE49-F238E27FC236}">
                <a16:creationId xmlns:a16="http://schemas.microsoft.com/office/drawing/2014/main" id="{01E825D4-C761-C3A5-C8B7-F31EC43E5484}"/>
              </a:ext>
            </a:extLst>
          </p:cNvPr>
          <p:cNvCxnSpPr/>
          <p:nvPr/>
        </p:nvCxnSpPr>
        <p:spPr>
          <a:xfrm rot="3">
            <a:off x="7505700" y="2057400"/>
            <a:ext cx="101607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2" name="Connector 20">
            <a:extLst>
              <a:ext uri="{FF2B5EF4-FFF2-40B4-BE49-F238E27FC236}">
                <a16:creationId xmlns:a16="http://schemas.microsoft.com/office/drawing/2014/main" id="{E5D6AE73-5266-42FA-1FBF-80556DCBC3E4}"/>
              </a:ext>
            </a:extLst>
          </p:cNvPr>
          <p:cNvCxnSpPr/>
          <p:nvPr/>
        </p:nvCxnSpPr>
        <p:spPr>
          <a:xfrm rot="5223772">
            <a:off x="72389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8C9C02C5-5F20-329C-ED7A-1527C8BFEA2F}"/>
              </a:ext>
            </a:extLst>
          </p:cNvPr>
          <p:cNvCxnSpPr/>
          <p:nvPr/>
        </p:nvCxnSpPr>
        <p:spPr>
          <a:xfrm rot="3">
            <a:off x="3543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4" name="Connector 22">
            <a:extLst>
              <a:ext uri="{FF2B5EF4-FFF2-40B4-BE49-F238E27FC236}">
                <a16:creationId xmlns:a16="http://schemas.microsoft.com/office/drawing/2014/main" id="{A2C5BB72-C508-3A04-AF55-46C8B3E76327}"/>
              </a:ext>
            </a:extLst>
          </p:cNvPr>
          <p:cNvCxnSpPr/>
          <p:nvPr/>
        </p:nvCxnSpPr>
        <p:spPr>
          <a:xfrm rot="5223772">
            <a:off x="4330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5" name="Connector 23">
            <a:extLst>
              <a:ext uri="{FF2B5EF4-FFF2-40B4-BE49-F238E27FC236}">
                <a16:creationId xmlns:a16="http://schemas.microsoft.com/office/drawing/2014/main" id="{CE10274B-30FF-9A07-C8A9-53BDD470907A}"/>
              </a:ext>
            </a:extLst>
          </p:cNvPr>
          <p:cNvCxnSpPr/>
          <p:nvPr/>
        </p:nvCxnSpPr>
        <p:spPr>
          <a:xfrm rot="3">
            <a:off x="7480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6" name="Connector 24">
            <a:extLst>
              <a:ext uri="{FF2B5EF4-FFF2-40B4-BE49-F238E27FC236}">
                <a16:creationId xmlns:a16="http://schemas.microsoft.com/office/drawing/2014/main" id="{AB4321F1-92DA-11D2-83F1-93B60EA127DB}"/>
              </a:ext>
            </a:extLst>
          </p:cNvPr>
          <p:cNvCxnSpPr/>
          <p:nvPr/>
        </p:nvCxnSpPr>
        <p:spPr>
          <a:xfrm rot="5223772">
            <a:off x="7251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7" name="AutoShape 25">
            <a:extLst>
              <a:ext uri="{FF2B5EF4-FFF2-40B4-BE49-F238E27FC236}">
                <a16:creationId xmlns:a16="http://schemas.microsoft.com/office/drawing/2014/main" id="{93008BEA-E94D-1DEC-55C8-A0D57986AE54}"/>
              </a:ext>
            </a:extLst>
          </p:cNvPr>
          <p:cNvSpPr/>
          <p:nvPr/>
        </p:nvSpPr>
        <p:spPr>
          <a:xfrm>
            <a:off x="3302000" y="19304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3A88A187-F5DD-4281-7B2A-748351EB4A6B}"/>
              </a:ext>
            </a:extLst>
          </p:cNvPr>
          <p:cNvSpPr/>
          <p:nvPr/>
        </p:nvSpPr>
        <p:spPr>
          <a:xfrm>
            <a:off x="3289300" y="53721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181862E4-B5C0-89B6-CA49-3FAAFC7A3062}"/>
              </a:ext>
            </a:extLst>
          </p:cNvPr>
          <p:cNvSpPr/>
          <p:nvPr/>
        </p:nvSpPr>
        <p:spPr>
          <a:xfrm>
            <a:off x="8521700" y="19304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BBF3AD1D-EE2F-D470-E13A-B497CC424F61}"/>
              </a:ext>
            </a:extLst>
          </p:cNvPr>
          <p:cNvSpPr/>
          <p:nvPr/>
        </p:nvSpPr>
        <p:spPr>
          <a:xfrm>
            <a:off x="8470900" y="53721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0982D153-4420-00C6-DE2E-FB9371D4B6AA}"/>
              </a:ext>
            </a:extLst>
          </p:cNvPr>
          <p:cNvSpPr/>
          <p:nvPr/>
        </p:nvSpPr>
        <p:spPr>
          <a:xfrm>
            <a:off x="2283941" y="1646933"/>
            <a:ext cx="542149" cy="631850"/>
          </a:xfrm>
          <a:custGeom>
            <a:avLst/>
            <a:gdLst/>
            <a:ahLst/>
            <a:cxnLst/>
            <a:rect l="l" t="t" r="r" b="b"/>
            <a:pathLst>
              <a:path w="542149" h="631850">
                <a:moveTo>
                  <a:pt x="301044" y="452505"/>
                </a:moveTo>
                <a:lnTo>
                  <a:pt x="301044" y="303055"/>
                </a:lnTo>
                <a:cubicBezTo>
                  <a:pt x="301044" y="286498"/>
                  <a:pt x="287616" y="273100"/>
                  <a:pt x="271075" y="273100"/>
                </a:cubicBezTo>
                <a:cubicBezTo>
                  <a:pt x="254585" y="273100"/>
                  <a:pt x="241206" y="286498"/>
                  <a:pt x="241206" y="303055"/>
                </a:cubicBezTo>
                <a:lnTo>
                  <a:pt x="241206" y="452505"/>
                </a:lnTo>
                <a:lnTo>
                  <a:pt x="94149" y="452505"/>
                </a:lnTo>
                <a:lnTo>
                  <a:pt x="174869" y="351585"/>
                </a:lnTo>
                <a:cubicBezTo>
                  <a:pt x="182022" y="342546"/>
                  <a:pt x="183503" y="330319"/>
                  <a:pt x="178559" y="319992"/>
                </a:cubicBezTo>
                <a:cubicBezTo>
                  <a:pt x="173614" y="309520"/>
                  <a:pt x="163072" y="303055"/>
                  <a:pt x="151527" y="303055"/>
                </a:cubicBezTo>
                <a:lnTo>
                  <a:pt x="119324" y="303055"/>
                </a:lnTo>
                <a:lnTo>
                  <a:pt x="271075" y="86119"/>
                </a:lnTo>
                <a:lnTo>
                  <a:pt x="423053" y="303055"/>
                </a:lnTo>
                <a:lnTo>
                  <a:pt x="390674" y="303055"/>
                </a:lnTo>
                <a:cubicBezTo>
                  <a:pt x="379305" y="303055"/>
                  <a:pt x="368712" y="309520"/>
                  <a:pt x="363742" y="319992"/>
                </a:cubicBezTo>
                <a:cubicBezTo>
                  <a:pt x="358773" y="330319"/>
                  <a:pt x="360153" y="342546"/>
                  <a:pt x="367433" y="351585"/>
                </a:cubicBezTo>
                <a:lnTo>
                  <a:pt x="448177" y="452505"/>
                </a:lnTo>
                <a:cubicBezTo>
                  <a:pt x="448177" y="452505"/>
                  <a:pt x="301044" y="452505"/>
                  <a:pt x="301044" y="452505"/>
                </a:cubicBezTo>
                <a:close/>
                <a:moveTo>
                  <a:pt x="533666" y="463680"/>
                </a:moveTo>
                <a:lnTo>
                  <a:pt x="452946" y="362701"/>
                </a:lnTo>
                <a:lnTo>
                  <a:pt x="480380" y="362701"/>
                </a:lnTo>
                <a:cubicBezTo>
                  <a:pt x="491525" y="362701"/>
                  <a:pt x="501739" y="356528"/>
                  <a:pt x="506960" y="346641"/>
                </a:cubicBezTo>
                <a:cubicBezTo>
                  <a:pt x="512055" y="336724"/>
                  <a:pt x="511202" y="324877"/>
                  <a:pt x="504978" y="315721"/>
                </a:cubicBezTo>
                <a:lnTo>
                  <a:pt x="295598" y="16733"/>
                </a:lnTo>
                <a:cubicBezTo>
                  <a:pt x="286110" y="3335"/>
                  <a:pt x="267410" y="0"/>
                  <a:pt x="254033" y="9478"/>
                </a:cubicBezTo>
                <a:cubicBezTo>
                  <a:pt x="251222" y="11409"/>
                  <a:pt x="249214" y="13866"/>
                  <a:pt x="247306" y="16382"/>
                </a:cubicBezTo>
                <a:cubicBezTo>
                  <a:pt x="246578" y="16733"/>
                  <a:pt x="37374" y="315721"/>
                  <a:pt x="37374" y="315721"/>
                </a:cubicBezTo>
                <a:cubicBezTo>
                  <a:pt x="30973" y="324877"/>
                  <a:pt x="30271" y="336724"/>
                  <a:pt x="35366" y="346641"/>
                </a:cubicBezTo>
                <a:cubicBezTo>
                  <a:pt x="40461" y="356528"/>
                  <a:pt x="50652" y="362701"/>
                  <a:pt x="61896" y="362701"/>
                </a:cubicBezTo>
                <a:lnTo>
                  <a:pt x="89380" y="362701"/>
                </a:lnTo>
                <a:lnTo>
                  <a:pt x="8686" y="463680"/>
                </a:lnTo>
                <a:cubicBezTo>
                  <a:pt x="1457" y="472602"/>
                  <a:pt x="0" y="484917"/>
                  <a:pt x="4995" y="495360"/>
                </a:cubicBezTo>
                <a:cubicBezTo>
                  <a:pt x="9941" y="505568"/>
                  <a:pt x="20482" y="512180"/>
                  <a:pt x="32027" y="512180"/>
                </a:cubicBezTo>
                <a:lnTo>
                  <a:pt x="241206" y="512180"/>
                </a:lnTo>
                <a:lnTo>
                  <a:pt x="241206" y="601955"/>
                </a:lnTo>
                <a:cubicBezTo>
                  <a:pt x="241206" y="618395"/>
                  <a:pt x="254585" y="631851"/>
                  <a:pt x="271075" y="631851"/>
                </a:cubicBezTo>
                <a:cubicBezTo>
                  <a:pt x="287616" y="631851"/>
                  <a:pt x="301044" y="618395"/>
                  <a:pt x="301044" y="601955"/>
                </a:cubicBezTo>
                <a:lnTo>
                  <a:pt x="301044" y="512180"/>
                </a:lnTo>
                <a:lnTo>
                  <a:pt x="510349" y="512180"/>
                </a:lnTo>
                <a:cubicBezTo>
                  <a:pt x="521719" y="512180"/>
                  <a:pt x="532236" y="505568"/>
                  <a:pt x="537180" y="495360"/>
                </a:cubicBezTo>
                <a:cubicBezTo>
                  <a:pt x="542149" y="484917"/>
                  <a:pt x="540845" y="472602"/>
                  <a:pt x="533666" y="463680"/>
                </a:cubicBezTo>
                <a:cubicBezTo>
                  <a:pt x="533666" y="463680"/>
                  <a:pt x="533666" y="463680"/>
                  <a:pt x="533666" y="46368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30">
            <a:extLst>
              <a:ext uri="{FF2B5EF4-FFF2-40B4-BE49-F238E27FC236}">
                <a16:creationId xmlns:a16="http://schemas.microsoft.com/office/drawing/2014/main" id="{FDFA3E8F-FEE3-C21C-6025-D0F7094C4977}"/>
              </a:ext>
            </a:extLst>
          </p:cNvPr>
          <p:cNvSpPr/>
          <p:nvPr/>
        </p:nvSpPr>
        <p:spPr>
          <a:xfrm>
            <a:off x="9182100" y="1651000"/>
            <a:ext cx="630241" cy="627784"/>
          </a:xfrm>
          <a:custGeom>
            <a:avLst/>
            <a:gdLst/>
            <a:ahLst/>
            <a:cxnLst/>
            <a:rect l="l" t="t" r="r" b="b"/>
            <a:pathLst>
              <a:path w="630241" h="627784">
                <a:moveTo>
                  <a:pt x="154175" y="0"/>
                </a:moveTo>
                <a:cubicBezTo>
                  <a:pt x="143584" y="0"/>
                  <a:pt x="137603" y="6656"/>
                  <a:pt x="137603" y="17206"/>
                </a:cubicBezTo>
                <a:lnTo>
                  <a:pt x="137603" y="75566"/>
                </a:lnTo>
                <a:cubicBezTo>
                  <a:pt x="135969" y="66672"/>
                  <a:pt x="129170" y="59581"/>
                  <a:pt x="119775" y="59581"/>
                </a:cubicBezTo>
                <a:cubicBezTo>
                  <a:pt x="112277" y="59581"/>
                  <a:pt x="104719" y="59204"/>
                  <a:pt x="97658" y="58971"/>
                </a:cubicBezTo>
                <a:cubicBezTo>
                  <a:pt x="67022" y="58042"/>
                  <a:pt x="37960" y="57198"/>
                  <a:pt x="18440" y="76177"/>
                </a:cubicBezTo>
                <a:cubicBezTo>
                  <a:pt x="5777" y="88412"/>
                  <a:pt x="0" y="106723"/>
                  <a:pt x="0" y="132067"/>
                </a:cubicBezTo>
                <a:cubicBezTo>
                  <a:pt x="0" y="201530"/>
                  <a:pt x="46568" y="334150"/>
                  <a:pt x="119775" y="334150"/>
                </a:cubicBezTo>
                <a:cubicBezTo>
                  <a:pt x="130367" y="334150"/>
                  <a:pt x="138828" y="325692"/>
                  <a:pt x="138828" y="315112"/>
                </a:cubicBezTo>
                <a:cubicBezTo>
                  <a:pt x="138828" y="304563"/>
                  <a:pt x="130367" y="296075"/>
                  <a:pt x="119775" y="296075"/>
                </a:cubicBezTo>
                <a:cubicBezTo>
                  <a:pt x="81902" y="296075"/>
                  <a:pt x="38077" y="196851"/>
                  <a:pt x="38077" y="132067"/>
                </a:cubicBezTo>
                <a:cubicBezTo>
                  <a:pt x="38077" y="122273"/>
                  <a:pt x="38952" y="109572"/>
                  <a:pt x="44846" y="103817"/>
                </a:cubicBezTo>
                <a:cubicBezTo>
                  <a:pt x="52812" y="96115"/>
                  <a:pt x="73995" y="96347"/>
                  <a:pt x="96432" y="97045"/>
                </a:cubicBezTo>
                <a:cubicBezTo>
                  <a:pt x="103844" y="97306"/>
                  <a:pt x="111868" y="97655"/>
                  <a:pt x="119775" y="97655"/>
                </a:cubicBezTo>
                <a:cubicBezTo>
                  <a:pt x="129170" y="97655"/>
                  <a:pt x="135969" y="90564"/>
                  <a:pt x="137603" y="81699"/>
                </a:cubicBezTo>
                <a:lnTo>
                  <a:pt x="137603" y="299767"/>
                </a:lnTo>
                <a:cubicBezTo>
                  <a:pt x="137603" y="395300"/>
                  <a:pt x="207192" y="478452"/>
                  <a:pt x="294842" y="498159"/>
                </a:cubicBezTo>
                <a:lnTo>
                  <a:pt x="294842" y="589711"/>
                </a:lnTo>
                <a:lnTo>
                  <a:pt x="195958" y="589711"/>
                </a:lnTo>
                <a:cubicBezTo>
                  <a:pt x="185425" y="589711"/>
                  <a:pt x="176905" y="598197"/>
                  <a:pt x="176905" y="608747"/>
                </a:cubicBezTo>
                <a:cubicBezTo>
                  <a:pt x="176905" y="619269"/>
                  <a:pt x="185425" y="627784"/>
                  <a:pt x="195958" y="627784"/>
                </a:cubicBezTo>
                <a:lnTo>
                  <a:pt x="473001" y="627784"/>
                </a:lnTo>
                <a:cubicBezTo>
                  <a:pt x="483593" y="627784"/>
                  <a:pt x="492026" y="619269"/>
                  <a:pt x="492026" y="608747"/>
                </a:cubicBezTo>
                <a:cubicBezTo>
                  <a:pt x="492026" y="598197"/>
                  <a:pt x="483535" y="589711"/>
                  <a:pt x="473001" y="589711"/>
                </a:cubicBezTo>
                <a:lnTo>
                  <a:pt x="332948" y="589711"/>
                </a:lnTo>
                <a:lnTo>
                  <a:pt x="332948" y="506151"/>
                </a:lnTo>
                <a:lnTo>
                  <a:pt x="340302" y="506151"/>
                </a:lnTo>
                <a:cubicBezTo>
                  <a:pt x="434924" y="506151"/>
                  <a:pt x="517294" y="425237"/>
                  <a:pt x="532583" y="329237"/>
                </a:cubicBezTo>
                <a:cubicBezTo>
                  <a:pt x="592630" y="305812"/>
                  <a:pt x="630241" y="194061"/>
                  <a:pt x="630241" y="132067"/>
                </a:cubicBezTo>
                <a:cubicBezTo>
                  <a:pt x="630241" y="106665"/>
                  <a:pt x="623792" y="88412"/>
                  <a:pt x="611188" y="76177"/>
                </a:cubicBezTo>
                <a:cubicBezTo>
                  <a:pt x="593098" y="58651"/>
                  <a:pt x="566809" y="58216"/>
                  <a:pt x="538710" y="58971"/>
                </a:cubicBezTo>
                <a:lnTo>
                  <a:pt x="538710" y="17206"/>
                </a:lnTo>
                <a:cubicBezTo>
                  <a:pt x="538710" y="6656"/>
                  <a:pt x="527740" y="0"/>
                  <a:pt x="517206" y="0"/>
                </a:cubicBezTo>
                <a:lnTo>
                  <a:pt x="154175" y="0"/>
                </a:lnTo>
                <a:close/>
                <a:moveTo>
                  <a:pt x="175679" y="38073"/>
                </a:moveTo>
                <a:cubicBezTo>
                  <a:pt x="175679" y="38073"/>
                  <a:pt x="500633" y="38073"/>
                  <a:pt x="500633" y="38073"/>
                </a:cubicBezTo>
                <a:lnTo>
                  <a:pt x="500633" y="63882"/>
                </a:lnTo>
                <a:cubicBezTo>
                  <a:pt x="495440" y="67313"/>
                  <a:pt x="491413" y="71963"/>
                  <a:pt x="491413" y="78618"/>
                </a:cubicBezTo>
                <a:cubicBezTo>
                  <a:pt x="491413" y="85303"/>
                  <a:pt x="495440" y="89953"/>
                  <a:pt x="500633" y="93383"/>
                </a:cubicBezTo>
                <a:lnTo>
                  <a:pt x="500633" y="299767"/>
                </a:lnTo>
                <a:cubicBezTo>
                  <a:pt x="500633" y="299970"/>
                  <a:pt x="500633" y="300173"/>
                  <a:pt x="500633" y="300377"/>
                </a:cubicBezTo>
                <a:cubicBezTo>
                  <a:pt x="495440" y="303807"/>
                  <a:pt x="491413" y="308428"/>
                  <a:pt x="491413" y="315112"/>
                </a:cubicBezTo>
                <a:cubicBezTo>
                  <a:pt x="491413" y="318920"/>
                  <a:pt x="493193" y="321972"/>
                  <a:pt x="495089" y="324936"/>
                </a:cubicBezTo>
                <a:cubicBezTo>
                  <a:pt x="481843" y="401462"/>
                  <a:pt x="414617" y="468076"/>
                  <a:pt x="340302" y="468076"/>
                </a:cubicBezTo>
                <a:lnTo>
                  <a:pt x="331081" y="468076"/>
                </a:lnTo>
                <a:cubicBezTo>
                  <a:pt x="248303" y="468076"/>
                  <a:pt x="175679" y="386639"/>
                  <a:pt x="175679" y="299767"/>
                </a:cubicBezTo>
                <a:lnTo>
                  <a:pt x="175679" y="38073"/>
                </a:lnTo>
                <a:close/>
                <a:moveTo>
                  <a:pt x="538710" y="97045"/>
                </a:moveTo>
                <a:cubicBezTo>
                  <a:pt x="558872" y="96493"/>
                  <a:pt x="577517" y="96783"/>
                  <a:pt x="584782" y="103817"/>
                </a:cubicBezTo>
                <a:cubicBezTo>
                  <a:pt x="590647" y="109572"/>
                  <a:pt x="592164" y="122273"/>
                  <a:pt x="592164" y="132067"/>
                </a:cubicBezTo>
                <a:cubicBezTo>
                  <a:pt x="592164" y="181069"/>
                  <a:pt x="567304" y="249516"/>
                  <a:pt x="538710" y="280120"/>
                </a:cubicBezTo>
                <a:lnTo>
                  <a:pt x="538710" y="97045"/>
                </a:lnTo>
                <a:close/>
                <a:moveTo>
                  <a:pt x="225428" y="216237"/>
                </a:moveTo>
                <a:cubicBezTo>
                  <a:pt x="220205" y="216237"/>
                  <a:pt x="216237" y="220102"/>
                  <a:pt x="216237" y="225450"/>
                </a:cubicBezTo>
                <a:lnTo>
                  <a:pt x="216237" y="280120"/>
                </a:lnTo>
                <a:cubicBezTo>
                  <a:pt x="216237" y="355802"/>
                  <a:pt x="245678" y="397626"/>
                  <a:pt x="308964" y="409106"/>
                </a:cubicBezTo>
                <a:cubicBezTo>
                  <a:pt x="309576" y="409193"/>
                  <a:pt x="309023" y="409716"/>
                  <a:pt x="309606" y="409716"/>
                </a:cubicBezTo>
                <a:cubicBezTo>
                  <a:pt x="314187" y="409716"/>
                  <a:pt x="318621" y="406345"/>
                  <a:pt x="319410" y="401724"/>
                </a:cubicBezTo>
                <a:cubicBezTo>
                  <a:pt x="320344" y="396521"/>
                  <a:pt x="317222" y="391639"/>
                  <a:pt x="312057" y="390679"/>
                </a:cubicBezTo>
                <a:cubicBezTo>
                  <a:pt x="257874" y="380884"/>
                  <a:pt x="235261" y="346822"/>
                  <a:pt x="235261" y="280120"/>
                </a:cubicBezTo>
                <a:lnTo>
                  <a:pt x="235261" y="225450"/>
                </a:lnTo>
                <a:cubicBezTo>
                  <a:pt x="235261" y="220102"/>
                  <a:pt x="230709" y="216237"/>
                  <a:pt x="225428" y="216237"/>
                </a:cubicBezTo>
                <a:close/>
                <a:moveTo>
                  <a:pt x="323728" y="412797"/>
                </a:moveTo>
                <a:cubicBezTo>
                  <a:pt x="318446" y="412797"/>
                  <a:pt x="314508" y="416721"/>
                  <a:pt x="314508" y="422011"/>
                </a:cubicBezTo>
                <a:cubicBezTo>
                  <a:pt x="314508" y="427271"/>
                  <a:pt x="318446" y="431834"/>
                  <a:pt x="323728" y="431834"/>
                </a:cubicBezTo>
                <a:lnTo>
                  <a:pt x="333560" y="431834"/>
                </a:lnTo>
                <a:cubicBezTo>
                  <a:pt x="338842" y="431834"/>
                  <a:pt x="342751" y="427271"/>
                  <a:pt x="342751" y="422011"/>
                </a:cubicBezTo>
                <a:cubicBezTo>
                  <a:pt x="342751" y="416721"/>
                  <a:pt x="338842" y="412797"/>
                  <a:pt x="333560" y="412797"/>
                </a:cubicBezTo>
                <a:lnTo>
                  <a:pt x="323728" y="412797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59AFF46-CC10-4EA7-C5E3-979BE4E20DAE}"/>
              </a:ext>
            </a:extLst>
          </p:cNvPr>
          <p:cNvSpPr/>
          <p:nvPr/>
        </p:nvSpPr>
        <p:spPr>
          <a:xfrm>
            <a:off x="9182100" y="5295900"/>
            <a:ext cx="627784" cy="627784"/>
          </a:xfrm>
          <a:custGeom>
            <a:avLst/>
            <a:gdLst/>
            <a:ahLst/>
            <a:cxnLst/>
            <a:rect l="l" t="t" r="r" b="b"/>
            <a:pathLst>
              <a:path w="627784" h="627784">
                <a:moveTo>
                  <a:pt x="313892" y="448429"/>
                </a:moveTo>
                <a:cubicBezTo>
                  <a:pt x="239663" y="448429"/>
                  <a:pt x="179354" y="388093"/>
                  <a:pt x="179354" y="313892"/>
                </a:cubicBezTo>
                <a:cubicBezTo>
                  <a:pt x="179354" y="239720"/>
                  <a:pt x="239663" y="179384"/>
                  <a:pt x="313892" y="179384"/>
                </a:cubicBezTo>
                <a:cubicBezTo>
                  <a:pt x="388035" y="179384"/>
                  <a:pt x="448400" y="239720"/>
                  <a:pt x="448400" y="313892"/>
                </a:cubicBezTo>
                <a:cubicBezTo>
                  <a:pt x="448400" y="388093"/>
                  <a:pt x="388035" y="448429"/>
                  <a:pt x="313892" y="448429"/>
                </a:cubicBezTo>
                <a:cubicBezTo>
                  <a:pt x="313892" y="448429"/>
                  <a:pt x="313892" y="448429"/>
                  <a:pt x="313892" y="448429"/>
                </a:cubicBezTo>
                <a:close/>
                <a:moveTo>
                  <a:pt x="313892" y="125586"/>
                </a:moveTo>
                <a:cubicBezTo>
                  <a:pt x="210017" y="125586"/>
                  <a:pt x="125586" y="210047"/>
                  <a:pt x="125586" y="313892"/>
                </a:cubicBezTo>
                <a:cubicBezTo>
                  <a:pt x="125586" y="417766"/>
                  <a:pt x="210017" y="502199"/>
                  <a:pt x="313892" y="502199"/>
                </a:cubicBezTo>
                <a:cubicBezTo>
                  <a:pt x="417739" y="502199"/>
                  <a:pt x="502169" y="417766"/>
                  <a:pt x="502169" y="313892"/>
                </a:cubicBezTo>
                <a:cubicBezTo>
                  <a:pt x="502169" y="210047"/>
                  <a:pt x="417739" y="125586"/>
                  <a:pt x="313892" y="125586"/>
                </a:cubicBezTo>
                <a:cubicBezTo>
                  <a:pt x="313892" y="125586"/>
                  <a:pt x="313892" y="125586"/>
                  <a:pt x="313892" y="125586"/>
                </a:cubicBezTo>
                <a:close/>
                <a:moveTo>
                  <a:pt x="313892" y="520131"/>
                </a:moveTo>
                <a:cubicBezTo>
                  <a:pt x="298953" y="520131"/>
                  <a:pt x="287007" y="532251"/>
                  <a:pt x="287007" y="547014"/>
                </a:cubicBezTo>
                <a:lnTo>
                  <a:pt x="287007" y="600899"/>
                </a:lnTo>
                <a:cubicBezTo>
                  <a:pt x="287007" y="615693"/>
                  <a:pt x="298953" y="627784"/>
                  <a:pt x="313892" y="627784"/>
                </a:cubicBezTo>
                <a:cubicBezTo>
                  <a:pt x="328773" y="627784"/>
                  <a:pt x="340777" y="615693"/>
                  <a:pt x="340777" y="600899"/>
                </a:cubicBezTo>
                <a:lnTo>
                  <a:pt x="340777" y="547014"/>
                </a:lnTo>
                <a:cubicBezTo>
                  <a:pt x="340777" y="532251"/>
                  <a:pt x="328773" y="520131"/>
                  <a:pt x="313892" y="520131"/>
                </a:cubicBezTo>
                <a:cubicBezTo>
                  <a:pt x="313892" y="520131"/>
                  <a:pt x="313892" y="520131"/>
                  <a:pt x="313892" y="520131"/>
                </a:cubicBezTo>
                <a:close/>
                <a:moveTo>
                  <a:pt x="512225" y="474268"/>
                </a:moveTo>
                <a:cubicBezTo>
                  <a:pt x="507430" y="469355"/>
                  <a:pt x="500658" y="466362"/>
                  <a:pt x="493246" y="466362"/>
                </a:cubicBezTo>
                <a:cubicBezTo>
                  <a:pt x="478366" y="466362"/>
                  <a:pt x="466362" y="478395"/>
                  <a:pt x="466362" y="493246"/>
                </a:cubicBezTo>
                <a:cubicBezTo>
                  <a:pt x="466362" y="500687"/>
                  <a:pt x="469327" y="507459"/>
                  <a:pt x="474268" y="512284"/>
                </a:cubicBezTo>
                <a:lnTo>
                  <a:pt x="510017" y="548178"/>
                </a:lnTo>
                <a:cubicBezTo>
                  <a:pt x="514957" y="553002"/>
                  <a:pt x="521729" y="556054"/>
                  <a:pt x="529170" y="556054"/>
                </a:cubicBezTo>
                <a:cubicBezTo>
                  <a:pt x="543935" y="556054"/>
                  <a:pt x="556025" y="543963"/>
                  <a:pt x="556025" y="529170"/>
                </a:cubicBezTo>
                <a:cubicBezTo>
                  <a:pt x="556025" y="521729"/>
                  <a:pt x="553002" y="514986"/>
                  <a:pt x="548178" y="510103"/>
                </a:cubicBezTo>
                <a:cubicBezTo>
                  <a:pt x="548178" y="510103"/>
                  <a:pt x="512225" y="474268"/>
                  <a:pt x="512225" y="474268"/>
                </a:cubicBezTo>
                <a:close/>
                <a:moveTo>
                  <a:pt x="600842" y="287007"/>
                </a:moveTo>
                <a:lnTo>
                  <a:pt x="547014" y="287007"/>
                </a:lnTo>
                <a:cubicBezTo>
                  <a:pt x="532192" y="287007"/>
                  <a:pt x="520131" y="299011"/>
                  <a:pt x="520131" y="313892"/>
                </a:cubicBezTo>
                <a:cubicBezTo>
                  <a:pt x="520131" y="328773"/>
                  <a:pt x="532192" y="340777"/>
                  <a:pt x="547014" y="340777"/>
                </a:cubicBezTo>
                <a:lnTo>
                  <a:pt x="600842" y="340777"/>
                </a:lnTo>
                <a:cubicBezTo>
                  <a:pt x="615635" y="340777"/>
                  <a:pt x="627784" y="328773"/>
                  <a:pt x="627784" y="313892"/>
                </a:cubicBezTo>
                <a:cubicBezTo>
                  <a:pt x="627784" y="299011"/>
                  <a:pt x="615635" y="287007"/>
                  <a:pt x="600842" y="287007"/>
                </a:cubicBezTo>
                <a:cubicBezTo>
                  <a:pt x="600842" y="287007"/>
                  <a:pt x="600842" y="287007"/>
                  <a:pt x="600842" y="287007"/>
                </a:cubicBezTo>
                <a:close/>
                <a:moveTo>
                  <a:pt x="115500" y="153546"/>
                </a:moveTo>
                <a:cubicBezTo>
                  <a:pt x="120296" y="158399"/>
                  <a:pt x="127069" y="161422"/>
                  <a:pt x="134537" y="161422"/>
                </a:cubicBezTo>
                <a:cubicBezTo>
                  <a:pt x="149418" y="161422"/>
                  <a:pt x="161393" y="149389"/>
                  <a:pt x="161393" y="134537"/>
                </a:cubicBezTo>
                <a:cubicBezTo>
                  <a:pt x="161393" y="127069"/>
                  <a:pt x="158370" y="120354"/>
                  <a:pt x="153516" y="115500"/>
                </a:cubicBezTo>
                <a:lnTo>
                  <a:pt x="117681" y="79635"/>
                </a:lnTo>
                <a:cubicBezTo>
                  <a:pt x="112798" y="74811"/>
                  <a:pt x="106055" y="71730"/>
                  <a:pt x="98614" y="71730"/>
                </a:cubicBezTo>
                <a:cubicBezTo>
                  <a:pt x="83792" y="71730"/>
                  <a:pt x="71702" y="83821"/>
                  <a:pt x="71702" y="98585"/>
                </a:cubicBezTo>
                <a:cubicBezTo>
                  <a:pt x="71702" y="106055"/>
                  <a:pt x="74752" y="112827"/>
                  <a:pt x="79606" y="117652"/>
                </a:cubicBezTo>
                <a:cubicBezTo>
                  <a:pt x="79606" y="117652"/>
                  <a:pt x="115500" y="153546"/>
                  <a:pt x="115500" y="153546"/>
                </a:cubicBezTo>
                <a:close/>
                <a:moveTo>
                  <a:pt x="493246" y="161422"/>
                </a:moveTo>
                <a:cubicBezTo>
                  <a:pt x="500658" y="161422"/>
                  <a:pt x="507430" y="158399"/>
                  <a:pt x="512225" y="153546"/>
                </a:cubicBezTo>
                <a:lnTo>
                  <a:pt x="548178" y="117710"/>
                </a:lnTo>
                <a:cubicBezTo>
                  <a:pt x="553002" y="112798"/>
                  <a:pt x="556025" y="106055"/>
                  <a:pt x="556025" y="98585"/>
                </a:cubicBezTo>
                <a:cubicBezTo>
                  <a:pt x="556025" y="83821"/>
                  <a:pt x="543935" y="71730"/>
                  <a:pt x="529170" y="71730"/>
                </a:cubicBezTo>
                <a:cubicBezTo>
                  <a:pt x="521729" y="71730"/>
                  <a:pt x="514957" y="74781"/>
                  <a:pt x="510017" y="79606"/>
                </a:cubicBezTo>
                <a:lnTo>
                  <a:pt x="474268" y="115500"/>
                </a:lnTo>
                <a:cubicBezTo>
                  <a:pt x="469327" y="120354"/>
                  <a:pt x="466362" y="127069"/>
                  <a:pt x="466362" y="134537"/>
                </a:cubicBezTo>
                <a:cubicBezTo>
                  <a:pt x="466362" y="149389"/>
                  <a:pt x="478366" y="161422"/>
                  <a:pt x="493246" y="161422"/>
                </a:cubicBezTo>
                <a:cubicBezTo>
                  <a:pt x="493246" y="161422"/>
                  <a:pt x="493246" y="161422"/>
                  <a:pt x="493246" y="161422"/>
                </a:cubicBezTo>
                <a:close/>
                <a:moveTo>
                  <a:pt x="313892" y="107653"/>
                </a:moveTo>
                <a:cubicBezTo>
                  <a:pt x="328773" y="107653"/>
                  <a:pt x="340777" y="95592"/>
                  <a:pt x="340777" y="80769"/>
                </a:cubicBezTo>
                <a:lnTo>
                  <a:pt x="340777" y="26885"/>
                </a:lnTo>
                <a:cubicBezTo>
                  <a:pt x="340777" y="12090"/>
                  <a:pt x="328773" y="0"/>
                  <a:pt x="313892" y="0"/>
                </a:cubicBezTo>
                <a:cubicBezTo>
                  <a:pt x="298953" y="0"/>
                  <a:pt x="287007" y="12090"/>
                  <a:pt x="287007" y="26885"/>
                </a:cubicBezTo>
                <a:lnTo>
                  <a:pt x="287007" y="80769"/>
                </a:lnTo>
                <a:cubicBezTo>
                  <a:pt x="287007" y="95592"/>
                  <a:pt x="298953" y="107653"/>
                  <a:pt x="313892" y="107653"/>
                </a:cubicBezTo>
                <a:cubicBezTo>
                  <a:pt x="313892" y="107653"/>
                  <a:pt x="313892" y="107653"/>
                  <a:pt x="313892" y="107653"/>
                </a:cubicBezTo>
                <a:close/>
                <a:moveTo>
                  <a:pt x="134537" y="466362"/>
                </a:moveTo>
                <a:cubicBezTo>
                  <a:pt x="127069" y="466362"/>
                  <a:pt x="120296" y="469355"/>
                  <a:pt x="115500" y="474268"/>
                </a:cubicBezTo>
                <a:lnTo>
                  <a:pt x="79606" y="510103"/>
                </a:lnTo>
                <a:cubicBezTo>
                  <a:pt x="74752" y="514986"/>
                  <a:pt x="71702" y="521729"/>
                  <a:pt x="71702" y="529170"/>
                </a:cubicBezTo>
                <a:cubicBezTo>
                  <a:pt x="71702" y="543992"/>
                  <a:pt x="83792" y="556054"/>
                  <a:pt x="98614" y="556054"/>
                </a:cubicBezTo>
                <a:cubicBezTo>
                  <a:pt x="106055" y="556054"/>
                  <a:pt x="112798" y="553002"/>
                  <a:pt x="117593" y="548178"/>
                </a:cubicBezTo>
                <a:lnTo>
                  <a:pt x="153516" y="512284"/>
                </a:lnTo>
                <a:cubicBezTo>
                  <a:pt x="158370" y="507459"/>
                  <a:pt x="161393" y="500687"/>
                  <a:pt x="161393" y="493246"/>
                </a:cubicBezTo>
                <a:cubicBezTo>
                  <a:pt x="161393" y="478395"/>
                  <a:pt x="149418" y="466362"/>
                  <a:pt x="134537" y="466362"/>
                </a:cubicBezTo>
                <a:cubicBezTo>
                  <a:pt x="134537" y="466362"/>
                  <a:pt x="134537" y="466362"/>
                  <a:pt x="134537" y="466362"/>
                </a:cubicBezTo>
                <a:close/>
                <a:moveTo>
                  <a:pt x="107596" y="313921"/>
                </a:moveTo>
                <a:cubicBezTo>
                  <a:pt x="107596" y="299011"/>
                  <a:pt x="95533" y="287037"/>
                  <a:pt x="80740" y="287037"/>
                </a:cubicBezTo>
                <a:lnTo>
                  <a:pt x="26855" y="287037"/>
                </a:lnTo>
                <a:cubicBezTo>
                  <a:pt x="12090" y="287037"/>
                  <a:pt x="0" y="299011"/>
                  <a:pt x="0" y="313921"/>
                </a:cubicBezTo>
                <a:cubicBezTo>
                  <a:pt x="0" y="328773"/>
                  <a:pt x="12090" y="340806"/>
                  <a:pt x="26855" y="340806"/>
                </a:cubicBezTo>
                <a:lnTo>
                  <a:pt x="80740" y="340806"/>
                </a:lnTo>
                <a:cubicBezTo>
                  <a:pt x="95533" y="340806"/>
                  <a:pt x="107596" y="328773"/>
                  <a:pt x="107596" y="313921"/>
                </a:cubicBezTo>
                <a:cubicBezTo>
                  <a:pt x="107596" y="313921"/>
                  <a:pt x="107596" y="313921"/>
                  <a:pt x="107596" y="313921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FA3B6DC7-A2E3-52AE-0C9E-CE07FD529609}"/>
              </a:ext>
            </a:extLst>
          </p:cNvPr>
          <p:cNvSpPr/>
          <p:nvPr/>
        </p:nvSpPr>
        <p:spPr>
          <a:xfrm>
            <a:off x="2336800" y="5280603"/>
            <a:ext cx="431869" cy="630381"/>
          </a:xfrm>
          <a:custGeom>
            <a:avLst/>
            <a:gdLst/>
            <a:ahLst/>
            <a:cxnLst/>
            <a:rect l="l" t="t" r="r" b="b"/>
            <a:pathLst>
              <a:path w="431869" h="630381">
                <a:moveTo>
                  <a:pt x="159851" y="3443"/>
                </a:moveTo>
                <a:cubicBezTo>
                  <a:pt x="146876" y="0"/>
                  <a:pt x="134019" y="7296"/>
                  <a:pt x="130580" y="20225"/>
                </a:cubicBezTo>
                <a:lnTo>
                  <a:pt x="122462" y="51656"/>
                </a:lnTo>
                <a:cubicBezTo>
                  <a:pt x="119103" y="64584"/>
                  <a:pt x="126322" y="77542"/>
                  <a:pt x="139258" y="80928"/>
                </a:cubicBezTo>
                <a:cubicBezTo>
                  <a:pt x="141317" y="81628"/>
                  <a:pt x="143676" y="82008"/>
                  <a:pt x="145755" y="82008"/>
                </a:cubicBezTo>
                <a:cubicBezTo>
                  <a:pt x="155952" y="82008"/>
                  <a:pt x="165769" y="75033"/>
                  <a:pt x="168529" y="64117"/>
                </a:cubicBezTo>
                <a:lnTo>
                  <a:pt x="176646" y="32686"/>
                </a:lnTo>
                <a:cubicBezTo>
                  <a:pt x="180045" y="19757"/>
                  <a:pt x="172747" y="6829"/>
                  <a:pt x="159851" y="3443"/>
                </a:cubicBezTo>
                <a:close/>
                <a:moveTo>
                  <a:pt x="333238" y="3443"/>
                </a:moveTo>
                <a:cubicBezTo>
                  <a:pt x="320302" y="0"/>
                  <a:pt x="307406" y="7296"/>
                  <a:pt x="303987" y="20225"/>
                </a:cubicBezTo>
                <a:lnTo>
                  <a:pt x="295849" y="51656"/>
                </a:lnTo>
                <a:cubicBezTo>
                  <a:pt x="292430" y="64584"/>
                  <a:pt x="299688" y="77542"/>
                  <a:pt x="312664" y="80928"/>
                </a:cubicBezTo>
                <a:cubicBezTo>
                  <a:pt x="314664" y="81628"/>
                  <a:pt x="317102" y="82008"/>
                  <a:pt x="319162" y="82008"/>
                </a:cubicBezTo>
                <a:cubicBezTo>
                  <a:pt x="329339" y="82008"/>
                  <a:pt x="339216" y="75033"/>
                  <a:pt x="341916" y="64117"/>
                </a:cubicBezTo>
                <a:lnTo>
                  <a:pt x="350053" y="32686"/>
                </a:lnTo>
                <a:cubicBezTo>
                  <a:pt x="353432" y="19757"/>
                  <a:pt x="346194" y="6829"/>
                  <a:pt x="333238" y="3443"/>
                </a:cubicBezTo>
                <a:close/>
                <a:moveTo>
                  <a:pt x="246545" y="55449"/>
                </a:moveTo>
                <a:cubicBezTo>
                  <a:pt x="233609" y="52065"/>
                  <a:pt x="220712" y="59332"/>
                  <a:pt x="217293" y="72260"/>
                </a:cubicBezTo>
                <a:lnTo>
                  <a:pt x="209156" y="103662"/>
                </a:lnTo>
                <a:cubicBezTo>
                  <a:pt x="205737" y="116591"/>
                  <a:pt x="213035" y="129520"/>
                  <a:pt x="225951" y="132935"/>
                </a:cubicBezTo>
                <a:cubicBezTo>
                  <a:pt x="227990" y="133634"/>
                  <a:pt x="230430" y="134014"/>
                  <a:pt x="232468" y="134014"/>
                </a:cubicBezTo>
                <a:cubicBezTo>
                  <a:pt x="243365" y="134014"/>
                  <a:pt x="252523" y="127039"/>
                  <a:pt x="255222" y="116153"/>
                </a:cubicBezTo>
                <a:lnTo>
                  <a:pt x="263340" y="84722"/>
                </a:lnTo>
                <a:cubicBezTo>
                  <a:pt x="266779" y="71764"/>
                  <a:pt x="259500" y="58864"/>
                  <a:pt x="246545" y="55449"/>
                </a:cubicBezTo>
                <a:close/>
                <a:moveTo>
                  <a:pt x="73157" y="90120"/>
                </a:moveTo>
                <a:cubicBezTo>
                  <a:pt x="60241" y="86736"/>
                  <a:pt x="47245" y="94003"/>
                  <a:pt x="43886" y="106931"/>
                </a:cubicBezTo>
                <a:lnTo>
                  <a:pt x="35770" y="138363"/>
                </a:lnTo>
                <a:cubicBezTo>
                  <a:pt x="32351" y="151291"/>
                  <a:pt x="39607" y="164191"/>
                  <a:pt x="52564" y="167606"/>
                </a:cubicBezTo>
                <a:cubicBezTo>
                  <a:pt x="54563" y="168276"/>
                  <a:pt x="57023" y="168714"/>
                  <a:pt x="59061" y="168714"/>
                </a:cubicBezTo>
                <a:cubicBezTo>
                  <a:pt x="69338" y="168714"/>
                  <a:pt x="79136" y="161710"/>
                  <a:pt x="81815" y="150824"/>
                </a:cubicBezTo>
                <a:lnTo>
                  <a:pt x="89953" y="119393"/>
                </a:lnTo>
                <a:cubicBezTo>
                  <a:pt x="93372" y="106464"/>
                  <a:pt x="86114" y="93506"/>
                  <a:pt x="73157" y="90120"/>
                </a:cubicBezTo>
                <a:close/>
                <a:moveTo>
                  <a:pt x="402617" y="90120"/>
                </a:moveTo>
                <a:cubicBezTo>
                  <a:pt x="389661" y="86736"/>
                  <a:pt x="376765" y="94003"/>
                  <a:pt x="373346" y="106931"/>
                </a:cubicBezTo>
                <a:lnTo>
                  <a:pt x="365209" y="138363"/>
                </a:lnTo>
                <a:cubicBezTo>
                  <a:pt x="361850" y="151291"/>
                  <a:pt x="369087" y="164191"/>
                  <a:pt x="382024" y="167606"/>
                </a:cubicBezTo>
                <a:cubicBezTo>
                  <a:pt x="384082" y="168276"/>
                  <a:pt x="386462" y="168714"/>
                  <a:pt x="388521" y="168714"/>
                </a:cubicBezTo>
                <a:cubicBezTo>
                  <a:pt x="398738" y="168714"/>
                  <a:pt x="407895" y="161710"/>
                  <a:pt x="411274" y="150824"/>
                </a:cubicBezTo>
                <a:lnTo>
                  <a:pt x="419412" y="119393"/>
                </a:lnTo>
                <a:cubicBezTo>
                  <a:pt x="422791" y="106464"/>
                  <a:pt x="415553" y="93506"/>
                  <a:pt x="402617" y="90120"/>
                </a:cubicBezTo>
                <a:close/>
                <a:moveTo>
                  <a:pt x="216214" y="176303"/>
                </a:moveTo>
                <a:cubicBezTo>
                  <a:pt x="167209" y="176303"/>
                  <a:pt x="118904" y="191711"/>
                  <a:pt x="80735" y="219641"/>
                </a:cubicBezTo>
                <a:cubicBezTo>
                  <a:pt x="29671" y="256413"/>
                  <a:pt x="0" y="312126"/>
                  <a:pt x="0" y="371371"/>
                </a:cubicBezTo>
                <a:cubicBezTo>
                  <a:pt x="0" y="384270"/>
                  <a:pt x="10897" y="395214"/>
                  <a:pt x="23833" y="395214"/>
                </a:cubicBezTo>
                <a:cubicBezTo>
                  <a:pt x="34050" y="395214"/>
                  <a:pt x="43207" y="390107"/>
                  <a:pt x="46605" y="380563"/>
                </a:cubicBezTo>
                <a:cubicBezTo>
                  <a:pt x="47266" y="378521"/>
                  <a:pt x="55523" y="359988"/>
                  <a:pt x="83454" y="359988"/>
                </a:cubicBezTo>
                <a:cubicBezTo>
                  <a:pt x="108627" y="359988"/>
                  <a:pt x="118284" y="374697"/>
                  <a:pt x="120303" y="379483"/>
                </a:cubicBezTo>
                <a:cubicBezTo>
                  <a:pt x="120983" y="381527"/>
                  <a:pt x="121623" y="383598"/>
                  <a:pt x="123002" y="384911"/>
                </a:cubicBezTo>
                <a:cubicBezTo>
                  <a:pt x="127820" y="391740"/>
                  <a:pt x="134879" y="395739"/>
                  <a:pt x="143057" y="395739"/>
                </a:cubicBezTo>
                <a:cubicBezTo>
                  <a:pt x="152613" y="395739"/>
                  <a:pt x="161351" y="389961"/>
                  <a:pt x="164729" y="381118"/>
                </a:cubicBezTo>
                <a:cubicBezTo>
                  <a:pt x="168209" y="376331"/>
                  <a:pt x="182145" y="359988"/>
                  <a:pt x="216214" y="359988"/>
                </a:cubicBezTo>
                <a:cubicBezTo>
                  <a:pt x="251604" y="359988"/>
                  <a:pt x="264939" y="377557"/>
                  <a:pt x="267678" y="381672"/>
                </a:cubicBezTo>
                <a:lnTo>
                  <a:pt x="269857" y="385991"/>
                </a:lnTo>
                <a:cubicBezTo>
                  <a:pt x="274616" y="392120"/>
                  <a:pt x="281894" y="395739"/>
                  <a:pt x="289352" y="395739"/>
                </a:cubicBezTo>
                <a:cubicBezTo>
                  <a:pt x="300269" y="395739"/>
                  <a:pt x="309965" y="388473"/>
                  <a:pt x="312664" y="378958"/>
                </a:cubicBezTo>
                <a:cubicBezTo>
                  <a:pt x="315403" y="373501"/>
                  <a:pt x="325140" y="359988"/>
                  <a:pt x="348953" y="359988"/>
                </a:cubicBezTo>
                <a:cubicBezTo>
                  <a:pt x="376185" y="359988"/>
                  <a:pt x="385102" y="379221"/>
                  <a:pt x="385802" y="380563"/>
                </a:cubicBezTo>
                <a:cubicBezTo>
                  <a:pt x="389161" y="390107"/>
                  <a:pt x="397759" y="395739"/>
                  <a:pt x="408036" y="395739"/>
                </a:cubicBezTo>
                <a:cubicBezTo>
                  <a:pt x="420952" y="395739"/>
                  <a:pt x="431869" y="384941"/>
                  <a:pt x="431869" y="371371"/>
                </a:cubicBezTo>
                <a:cubicBezTo>
                  <a:pt x="431869" y="312126"/>
                  <a:pt x="402737" y="257055"/>
                  <a:pt x="351672" y="219641"/>
                </a:cubicBezTo>
                <a:cubicBezTo>
                  <a:pt x="313544" y="191711"/>
                  <a:pt x="265219" y="176303"/>
                  <a:pt x="216214" y="176303"/>
                </a:cubicBezTo>
                <a:close/>
                <a:moveTo>
                  <a:pt x="216214" y="224514"/>
                </a:moveTo>
                <a:cubicBezTo>
                  <a:pt x="255702" y="224514"/>
                  <a:pt x="293530" y="236860"/>
                  <a:pt x="323501" y="258661"/>
                </a:cubicBezTo>
                <a:cubicBezTo>
                  <a:pt x="344614" y="274303"/>
                  <a:pt x="360930" y="293244"/>
                  <a:pt x="371187" y="315016"/>
                </a:cubicBezTo>
                <a:cubicBezTo>
                  <a:pt x="364368" y="312972"/>
                  <a:pt x="357151" y="312300"/>
                  <a:pt x="348953" y="312300"/>
                </a:cubicBezTo>
                <a:cubicBezTo>
                  <a:pt x="319663" y="312300"/>
                  <a:pt x="300648" y="322953"/>
                  <a:pt x="287732" y="334510"/>
                </a:cubicBezTo>
                <a:cubicBezTo>
                  <a:pt x="272736" y="322953"/>
                  <a:pt x="250243" y="312300"/>
                  <a:pt x="216214" y="312300"/>
                </a:cubicBezTo>
                <a:cubicBezTo>
                  <a:pt x="182145" y="312300"/>
                  <a:pt x="159631" y="322953"/>
                  <a:pt x="144676" y="334510"/>
                </a:cubicBezTo>
                <a:cubicBezTo>
                  <a:pt x="131719" y="322953"/>
                  <a:pt x="112046" y="312300"/>
                  <a:pt x="83454" y="312300"/>
                </a:cubicBezTo>
                <a:cubicBezTo>
                  <a:pt x="75297" y="312300"/>
                  <a:pt x="67520" y="313673"/>
                  <a:pt x="60682" y="315016"/>
                </a:cubicBezTo>
                <a:cubicBezTo>
                  <a:pt x="70879" y="293244"/>
                  <a:pt x="87273" y="274303"/>
                  <a:pt x="108367" y="258661"/>
                </a:cubicBezTo>
                <a:cubicBezTo>
                  <a:pt x="138337" y="236860"/>
                  <a:pt x="176707" y="224514"/>
                  <a:pt x="216214" y="224514"/>
                </a:cubicBezTo>
                <a:close/>
                <a:moveTo>
                  <a:pt x="214574" y="401722"/>
                </a:moveTo>
                <a:cubicBezTo>
                  <a:pt x="201638" y="401722"/>
                  <a:pt x="190741" y="412578"/>
                  <a:pt x="190741" y="425565"/>
                </a:cubicBezTo>
                <a:lnTo>
                  <a:pt x="190741" y="556690"/>
                </a:lnTo>
                <a:cubicBezTo>
                  <a:pt x="190741" y="597549"/>
                  <a:pt x="223572" y="630381"/>
                  <a:pt x="264439" y="630381"/>
                </a:cubicBezTo>
                <a:cubicBezTo>
                  <a:pt x="305266" y="630381"/>
                  <a:pt x="338117" y="596994"/>
                  <a:pt x="338117" y="556137"/>
                </a:cubicBezTo>
                <a:cubicBezTo>
                  <a:pt x="338117" y="543207"/>
                  <a:pt x="327221" y="532292"/>
                  <a:pt x="314284" y="532292"/>
                </a:cubicBezTo>
                <a:cubicBezTo>
                  <a:pt x="301328" y="532292"/>
                  <a:pt x="290431" y="543207"/>
                  <a:pt x="290431" y="556137"/>
                </a:cubicBezTo>
                <a:cubicBezTo>
                  <a:pt x="290431" y="570437"/>
                  <a:pt x="278714" y="582169"/>
                  <a:pt x="264439" y="582169"/>
                </a:cubicBezTo>
                <a:cubicBezTo>
                  <a:pt x="250124" y="582140"/>
                  <a:pt x="238427" y="570437"/>
                  <a:pt x="238427" y="556137"/>
                </a:cubicBezTo>
                <a:lnTo>
                  <a:pt x="238427" y="425565"/>
                </a:lnTo>
                <a:cubicBezTo>
                  <a:pt x="238427" y="412578"/>
                  <a:pt x="227510" y="401722"/>
                  <a:pt x="214574" y="40172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EAB323E1-1B5B-9C75-5A6A-894C871D7780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5FE067AE-055C-0FF7-F903-7214B5604250}"/>
              </a:ext>
            </a:extLst>
          </p:cNvPr>
          <p:cNvSpPr/>
          <p:nvPr/>
        </p:nvSpPr>
        <p:spPr>
          <a:xfrm>
            <a:off x="1435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2180B7F8-3DFA-2C97-92AE-185B8A9622B8}"/>
              </a:ext>
            </a:extLst>
          </p:cNvPr>
          <p:cNvSpPr/>
          <p:nvPr/>
        </p:nvSpPr>
        <p:spPr>
          <a:xfrm>
            <a:off x="8039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37CEF1AC-AA83-80DF-A536-631B770D1FFB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372175694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FBF16A7B-58F2-97AB-32FE-C0AED742F73C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E4257F3E-DD8A-C668-498A-58512791D1B2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0ED34B00-B0D1-3914-51F3-0D1813072B61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AD5E7D8-3065-BE2B-0589-6B7023273604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0F70A29F-AC20-9DFF-BDB3-3AEF1F4AFEAE}"/>
              </a:ext>
            </a:extLst>
          </p:cNvPr>
          <p:cNvSpPr/>
          <p:nvPr/>
        </p:nvSpPr>
        <p:spPr>
          <a:xfrm>
            <a:off x="5575300" y="19685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C0E1B826-D779-CC29-79E4-F8FA59168F72}"/>
              </a:ext>
            </a:extLst>
          </p:cNvPr>
          <p:cNvSpPr/>
          <p:nvPr/>
        </p:nvSpPr>
        <p:spPr>
          <a:xfrm>
            <a:off x="5638800" y="20574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67ACC2A3-6E12-3E81-1853-D9CBBB92D8FE}"/>
              </a:ext>
            </a:extLst>
          </p:cNvPr>
          <p:cNvSpPr/>
          <p:nvPr/>
        </p:nvSpPr>
        <p:spPr>
          <a:xfrm>
            <a:off x="5575300" y="41783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916DB8AA-EE32-AE66-FBF7-F3FA103B4930}"/>
              </a:ext>
            </a:extLst>
          </p:cNvPr>
          <p:cNvSpPr/>
          <p:nvPr/>
        </p:nvSpPr>
        <p:spPr>
          <a:xfrm>
            <a:off x="5664200" y="42672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287DCE6D-D1AF-1CA7-0BDC-91BCF6839734}"/>
              </a:ext>
            </a:extLst>
          </p:cNvPr>
          <p:cNvSpPr/>
          <p:nvPr/>
        </p:nvSpPr>
        <p:spPr>
          <a:xfrm>
            <a:off x="5575300" y="3073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9B45316D-66A0-3175-D3E4-1C0BC2434989}"/>
              </a:ext>
            </a:extLst>
          </p:cNvPr>
          <p:cNvSpPr/>
          <p:nvPr/>
        </p:nvSpPr>
        <p:spPr>
          <a:xfrm>
            <a:off x="5715000" y="31242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F02A35E7-1C85-3160-DD30-C6C27BD30C2F}"/>
              </a:ext>
            </a:extLst>
          </p:cNvPr>
          <p:cNvCxnSpPr/>
          <p:nvPr/>
        </p:nvCxnSpPr>
        <p:spPr>
          <a:xfrm rot="5377383">
            <a:off x="3117840" y="3752860"/>
            <a:ext cx="38608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00C0BB">
                <a:alpha val="100000"/>
              </a:srgbClr>
            </a:solidFill>
            <a:prstDash val="solid"/>
            <a:round/>
            <a:headEnd type="oval" w="sm" len="sm"/>
            <a:tailEnd type="oval" w="sm" len="sm"/>
          </a:ln>
        </p:spPr>
      </p:cxnSp>
      <p:sp>
        <p:nvSpPr>
          <p:cNvPr id="14" name="AutoShape 22">
            <a:extLst>
              <a:ext uri="{FF2B5EF4-FFF2-40B4-BE49-F238E27FC236}">
                <a16:creationId xmlns:a16="http://schemas.microsoft.com/office/drawing/2014/main" id="{AC3CA4BD-81ED-B316-2EA5-D04A361F56CC}"/>
              </a:ext>
            </a:extLst>
          </p:cNvPr>
          <p:cNvSpPr/>
          <p:nvPr/>
        </p:nvSpPr>
        <p:spPr>
          <a:xfrm>
            <a:off x="1676400" y="23241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595FF08A-E306-B665-3213-30891E2E71FF}"/>
              </a:ext>
            </a:extLst>
          </p:cNvPr>
          <p:cNvSpPr/>
          <p:nvPr/>
        </p:nvSpPr>
        <p:spPr>
          <a:xfrm>
            <a:off x="3098800" y="23241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1677D183-94BC-1738-83F9-1DE3A3D0A32C}"/>
              </a:ext>
            </a:extLst>
          </p:cNvPr>
          <p:cNvSpPr/>
          <p:nvPr/>
        </p:nvSpPr>
        <p:spPr>
          <a:xfrm>
            <a:off x="1676400" y="37592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F4B290E6-3BAD-D5BD-BCB0-9DEEB679F09C}"/>
              </a:ext>
            </a:extLst>
          </p:cNvPr>
          <p:cNvSpPr/>
          <p:nvPr/>
        </p:nvSpPr>
        <p:spPr>
          <a:xfrm>
            <a:off x="3098800" y="37719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CE630ED2-7284-E2DE-213F-8E68EBC0FAAF}"/>
              </a:ext>
            </a:extLst>
          </p:cNvPr>
          <p:cNvSpPr/>
          <p:nvPr/>
        </p:nvSpPr>
        <p:spPr>
          <a:xfrm>
            <a:off x="2387600" y="30480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547799D4-A8EE-D90D-0B3D-4AABCE4201F6}"/>
              </a:ext>
            </a:extLst>
          </p:cNvPr>
          <p:cNvSpPr/>
          <p:nvPr/>
        </p:nvSpPr>
        <p:spPr>
          <a:xfrm>
            <a:off x="3022600" y="30480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8CFED0F-BC8A-06D1-41BD-1F0F97283360}"/>
              </a:ext>
            </a:extLst>
          </p:cNvPr>
          <p:cNvSpPr/>
          <p:nvPr/>
        </p:nvSpPr>
        <p:spPr>
          <a:xfrm>
            <a:off x="2387600" y="36449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00640663-BD6D-2742-A272-59EF4E769BC4}"/>
              </a:ext>
            </a:extLst>
          </p:cNvPr>
          <p:cNvSpPr/>
          <p:nvPr/>
        </p:nvSpPr>
        <p:spPr>
          <a:xfrm>
            <a:off x="3022600" y="36449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E19C12EB-063E-6529-E48B-6E5D45C64D60}"/>
              </a:ext>
            </a:extLst>
          </p:cNvPr>
          <p:cNvSpPr/>
          <p:nvPr/>
        </p:nvSpPr>
        <p:spPr>
          <a:xfrm>
            <a:off x="1841500" y="26797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2623A36D-1138-14F9-0B49-000FCCF7B734}"/>
              </a:ext>
            </a:extLst>
          </p:cNvPr>
          <p:cNvSpPr/>
          <p:nvPr/>
        </p:nvSpPr>
        <p:spPr>
          <a:xfrm>
            <a:off x="26035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22962014-1931-ADC8-DC9F-AEEC6D4CB34F}"/>
              </a:ext>
            </a:extLst>
          </p:cNvPr>
          <p:cNvSpPr/>
          <p:nvPr/>
        </p:nvSpPr>
        <p:spPr>
          <a:xfrm>
            <a:off x="2679700" y="33528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B2406F23-8EFB-F2A1-1967-2CF0C09D7FEB}"/>
              </a:ext>
            </a:extLst>
          </p:cNvPr>
          <p:cNvSpPr/>
          <p:nvPr/>
        </p:nvSpPr>
        <p:spPr>
          <a:xfrm>
            <a:off x="3619500" y="26670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AF7A49D3-6FC8-448B-72CD-530F6C1C4DB0}"/>
              </a:ext>
            </a:extLst>
          </p:cNvPr>
          <p:cNvSpPr/>
          <p:nvPr/>
        </p:nvSpPr>
        <p:spPr>
          <a:xfrm>
            <a:off x="32258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78BE89B1-5092-DBFC-8B3A-170C49BA72F8}"/>
              </a:ext>
            </a:extLst>
          </p:cNvPr>
          <p:cNvSpPr/>
          <p:nvPr/>
        </p:nvSpPr>
        <p:spPr>
          <a:xfrm>
            <a:off x="3365500" y="33147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49284F50-B66C-AC09-4E23-B223604A1CB8}"/>
              </a:ext>
            </a:extLst>
          </p:cNvPr>
          <p:cNvSpPr/>
          <p:nvPr/>
        </p:nvSpPr>
        <p:spPr>
          <a:xfrm>
            <a:off x="3175000" y="38862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EA9AB64E-D2B2-2F4B-74DD-A93F8072538C}"/>
              </a:ext>
            </a:extLst>
          </p:cNvPr>
          <p:cNvSpPr/>
          <p:nvPr/>
        </p:nvSpPr>
        <p:spPr>
          <a:xfrm>
            <a:off x="3263900" y="39751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8">
            <a:extLst>
              <a:ext uri="{FF2B5EF4-FFF2-40B4-BE49-F238E27FC236}">
                <a16:creationId xmlns:a16="http://schemas.microsoft.com/office/drawing/2014/main" id="{3FE1B40B-62BF-1F70-1887-CE36819F885B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9">
            <a:extLst>
              <a:ext uri="{FF2B5EF4-FFF2-40B4-BE49-F238E27FC236}">
                <a16:creationId xmlns:a16="http://schemas.microsoft.com/office/drawing/2014/main" id="{BB5A7E2E-A941-21E6-5D1D-8950A974F179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C2A5642B-99BA-62AC-D53F-402FF1F6BC03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41">
            <a:extLst>
              <a:ext uri="{FF2B5EF4-FFF2-40B4-BE49-F238E27FC236}">
                <a16:creationId xmlns:a16="http://schemas.microsoft.com/office/drawing/2014/main" id="{275D9F2E-8B01-07D1-851E-60D1B3177B86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42">
            <a:extLst>
              <a:ext uri="{FF2B5EF4-FFF2-40B4-BE49-F238E27FC236}">
                <a16:creationId xmlns:a16="http://schemas.microsoft.com/office/drawing/2014/main" id="{E39FBD9A-9E5C-A777-130D-0E139A6E52C9}"/>
              </a:ext>
            </a:extLst>
          </p:cNvPr>
          <p:cNvSpPr/>
          <p:nvPr/>
        </p:nvSpPr>
        <p:spPr>
          <a:xfrm>
            <a:off x="1816100" y="42926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5" name="AutoShape 43">
            <a:extLst>
              <a:ext uri="{FF2B5EF4-FFF2-40B4-BE49-F238E27FC236}">
                <a16:creationId xmlns:a16="http://schemas.microsoft.com/office/drawing/2014/main" id="{6C1BED2E-A20D-9643-FE5D-838BDCB97DC9}"/>
              </a:ext>
            </a:extLst>
          </p:cNvPr>
          <p:cNvSpPr/>
          <p:nvPr/>
        </p:nvSpPr>
        <p:spPr>
          <a:xfrm>
            <a:off x="3606800" y="42672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6" name="AutoShape 44">
            <a:extLst>
              <a:ext uri="{FF2B5EF4-FFF2-40B4-BE49-F238E27FC236}">
                <a16:creationId xmlns:a16="http://schemas.microsoft.com/office/drawing/2014/main" id="{FA6A42CB-BC59-040E-6D8A-7C9CC4BA19DC}"/>
              </a:ext>
            </a:extLst>
          </p:cNvPr>
          <p:cNvSpPr/>
          <p:nvPr/>
        </p:nvSpPr>
        <p:spPr>
          <a:xfrm>
            <a:off x="6400800" y="1549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7" name="AutoShape 45">
            <a:extLst>
              <a:ext uri="{FF2B5EF4-FFF2-40B4-BE49-F238E27FC236}">
                <a16:creationId xmlns:a16="http://schemas.microsoft.com/office/drawing/2014/main" id="{55B81F03-20DC-ADF2-5015-5BA16B51045C}"/>
              </a:ext>
            </a:extLst>
          </p:cNvPr>
          <p:cNvSpPr/>
          <p:nvPr/>
        </p:nvSpPr>
        <p:spPr>
          <a:xfrm>
            <a:off x="6413500" y="2692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AutoShape 46">
            <a:extLst>
              <a:ext uri="{FF2B5EF4-FFF2-40B4-BE49-F238E27FC236}">
                <a16:creationId xmlns:a16="http://schemas.microsoft.com/office/drawing/2014/main" id="{04C36F31-131A-5570-A5AF-10B0DE508F5D}"/>
              </a:ext>
            </a:extLst>
          </p:cNvPr>
          <p:cNvSpPr/>
          <p:nvPr/>
        </p:nvSpPr>
        <p:spPr>
          <a:xfrm>
            <a:off x="6438900" y="38227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9" name="AutoShape 47">
            <a:extLst>
              <a:ext uri="{FF2B5EF4-FFF2-40B4-BE49-F238E27FC236}">
                <a16:creationId xmlns:a16="http://schemas.microsoft.com/office/drawing/2014/main" id="{46EC8251-9567-95BF-E045-7BF6DC8FAF40}"/>
              </a:ext>
            </a:extLst>
          </p:cNvPr>
          <p:cNvSpPr/>
          <p:nvPr/>
        </p:nvSpPr>
        <p:spPr>
          <a:xfrm>
            <a:off x="6451600" y="49911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410660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3CB35F4C-268A-AF59-EE72-9D03EE282EAB}"/>
              </a:ext>
            </a:extLst>
          </p:cNvPr>
          <p:cNvSpPr/>
          <p:nvPr/>
        </p:nvSpPr>
        <p:spPr>
          <a:xfrm>
            <a:off x="16764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5B1C1C04-4538-56D7-F2A1-425A9558629D}"/>
              </a:ext>
            </a:extLst>
          </p:cNvPr>
          <p:cNvSpPr/>
          <p:nvPr/>
        </p:nvSpPr>
        <p:spPr>
          <a:xfrm>
            <a:off x="92456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A59B2510-F421-CEDE-3FDF-3633D0185974}"/>
              </a:ext>
            </a:extLst>
          </p:cNvPr>
          <p:cNvSpPr/>
          <p:nvPr/>
        </p:nvSpPr>
        <p:spPr>
          <a:xfrm>
            <a:off x="673100" y="1587500"/>
            <a:ext cx="10845800" cy="1775293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306826D7-CA97-FEE1-665C-C40E7B68E70C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3F6934-A6F9-C35D-FAE4-1795520E8F16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F8C2B705-8395-13AD-EB66-BC2A3E463CD5}"/>
              </a:ext>
            </a:extLst>
          </p:cNvPr>
          <p:cNvSpPr/>
          <p:nvPr/>
        </p:nvSpPr>
        <p:spPr>
          <a:xfrm>
            <a:off x="9779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AE47F250-6DBB-9684-E439-30F204BB13A7}"/>
              </a:ext>
            </a:extLst>
          </p:cNvPr>
          <p:cNvSpPr/>
          <p:nvPr/>
        </p:nvSpPr>
        <p:spPr>
          <a:xfrm>
            <a:off x="12954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12A82319-67C4-1759-5B5F-9F024B7917B6}"/>
              </a:ext>
            </a:extLst>
          </p:cNvPr>
          <p:cNvSpPr/>
          <p:nvPr/>
        </p:nvSpPr>
        <p:spPr>
          <a:xfrm>
            <a:off x="54610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D3668D57-E8D8-5890-17F9-93BCB1F4A640}"/>
              </a:ext>
            </a:extLst>
          </p:cNvPr>
          <p:cNvSpPr/>
          <p:nvPr/>
        </p:nvSpPr>
        <p:spPr>
          <a:xfrm>
            <a:off x="47752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100" dirty="0"/>
              <a:t>	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CD29A42C-4226-AD18-AEAD-027BFC1EED55}"/>
              </a:ext>
            </a:extLst>
          </p:cNvPr>
          <p:cNvSpPr/>
          <p:nvPr/>
        </p:nvSpPr>
        <p:spPr>
          <a:xfrm>
            <a:off x="50927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E6B4029C-16E1-5F77-2A1C-2C3F8461A86B}"/>
              </a:ext>
            </a:extLst>
          </p:cNvPr>
          <p:cNvSpPr/>
          <p:nvPr/>
        </p:nvSpPr>
        <p:spPr>
          <a:xfrm>
            <a:off x="85598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9BD53BFA-7837-01CC-30D1-F7C5720977D6}"/>
              </a:ext>
            </a:extLst>
          </p:cNvPr>
          <p:cNvSpPr/>
          <p:nvPr/>
        </p:nvSpPr>
        <p:spPr>
          <a:xfrm>
            <a:off x="8877300" y="43434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2747031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A9CEBC97-BF41-AB8E-2EB5-73A22334FB3E}"/>
              </a:ext>
            </a:extLst>
          </p:cNvPr>
          <p:cNvSpPr/>
          <p:nvPr/>
        </p:nvSpPr>
        <p:spPr>
          <a:xfrm rot="5400000">
            <a:off x="17526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45868A40-A3B6-4F0F-B7F8-1E17216769AB}"/>
              </a:ext>
            </a:extLst>
          </p:cNvPr>
          <p:cNvSpPr/>
          <p:nvPr/>
        </p:nvSpPr>
        <p:spPr>
          <a:xfrm>
            <a:off x="25527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552640" y="235430"/>
                </a:moveTo>
                <a:cubicBezTo>
                  <a:pt x="485729" y="223039"/>
                  <a:pt x="485729" y="223039"/>
                  <a:pt x="485729" y="223039"/>
                </a:cubicBezTo>
                <a:cubicBezTo>
                  <a:pt x="480772" y="208170"/>
                  <a:pt x="475817" y="195778"/>
                  <a:pt x="468382" y="183388"/>
                </a:cubicBezTo>
                <a:cubicBezTo>
                  <a:pt x="508033" y="123910"/>
                  <a:pt x="508033" y="123910"/>
                  <a:pt x="508033" y="123910"/>
                </a:cubicBezTo>
                <a:cubicBezTo>
                  <a:pt x="512990" y="118955"/>
                  <a:pt x="510511" y="111520"/>
                  <a:pt x="508033" y="106563"/>
                </a:cubicBezTo>
                <a:cubicBezTo>
                  <a:pt x="458469" y="59477"/>
                  <a:pt x="458469" y="59477"/>
                  <a:pt x="458469" y="59477"/>
                </a:cubicBezTo>
                <a:cubicBezTo>
                  <a:pt x="453512" y="54521"/>
                  <a:pt x="446077" y="52042"/>
                  <a:pt x="441122" y="56999"/>
                </a:cubicBezTo>
                <a:cubicBezTo>
                  <a:pt x="384123" y="96651"/>
                  <a:pt x="384123" y="96651"/>
                  <a:pt x="384123" y="96651"/>
                </a:cubicBezTo>
                <a:cubicBezTo>
                  <a:pt x="369254" y="89215"/>
                  <a:pt x="356862" y="84259"/>
                  <a:pt x="341993" y="79303"/>
                </a:cubicBezTo>
                <a:cubicBezTo>
                  <a:pt x="329602" y="12391"/>
                  <a:pt x="329602" y="12391"/>
                  <a:pt x="329602" y="12391"/>
                </a:cubicBezTo>
                <a:cubicBezTo>
                  <a:pt x="329602" y="4957"/>
                  <a:pt x="322167" y="0"/>
                  <a:pt x="314733" y="0"/>
                </a:cubicBezTo>
                <a:cubicBezTo>
                  <a:pt x="247821" y="0"/>
                  <a:pt x="247821" y="0"/>
                  <a:pt x="247821" y="0"/>
                </a:cubicBezTo>
                <a:cubicBezTo>
                  <a:pt x="240387" y="0"/>
                  <a:pt x="235430" y="4957"/>
                  <a:pt x="232952" y="12391"/>
                </a:cubicBezTo>
                <a:cubicBezTo>
                  <a:pt x="220561" y="79303"/>
                  <a:pt x="220561" y="79303"/>
                  <a:pt x="220561" y="79303"/>
                </a:cubicBezTo>
                <a:cubicBezTo>
                  <a:pt x="205692" y="84259"/>
                  <a:pt x="193300" y="89215"/>
                  <a:pt x="180909" y="96651"/>
                </a:cubicBezTo>
                <a:cubicBezTo>
                  <a:pt x="123910" y="56999"/>
                  <a:pt x="123910" y="56999"/>
                  <a:pt x="123910" y="56999"/>
                </a:cubicBezTo>
                <a:cubicBezTo>
                  <a:pt x="118955" y="54521"/>
                  <a:pt x="111520" y="54521"/>
                  <a:pt x="106563" y="59477"/>
                </a:cubicBezTo>
                <a:cubicBezTo>
                  <a:pt x="56999" y="106563"/>
                  <a:pt x="56999" y="106563"/>
                  <a:pt x="56999" y="106563"/>
                </a:cubicBezTo>
                <a:cubicBezTo>
                  <a:pt x="54521" y="111520"/>
                  <a:pt x="52042" y="121432"/>
                  <a:pt x="56999" y="126389"/>
                </a:cubicBezTo>
                <a:cubicBezTo>
                  <a:pt x="96651" y="183388"/>
                  <a:pt x="96651" y="183388"/>
                  <a:pt x="96651" y="183388"/>
                </a:cubicBezTo>
                <a:cubicBezTo>
                  <a:pt x="89215" y="195778"/>
                  <a:pt x="84259" y="208170"/>
                  <a:pt x="79303" y="223039"/>
                </a:cubicBezTo>
                <a:cubicBezTo>
                  <a:pt x="12391" y="235430"/>
                  <a:pt x="12391" y="235430"/>
                  <a:pt x="12391" y="235430"/>
                </a:cubicBezTo>
                <a:cubicBezTo>
                  <a:pt x="4957" y="235430"/>
                  <a:pt x="0" y="242865"/>
                  <a:pt x="0" y="247821"/>
                </a:cubicBezTo>
                <a:cubicBezTo>
                  <a:pt x="0" y="317210"/>
                  <a:pt x="0" y="317210"/>
                  <a:pt x="0" y="317210"/>
                </a:cubicBezTo>
                <a:cubicBezTo>
                  <a:pt x="0" y="324645"/>
                  <a:pt x="4957" y="329602"/>
                  <a:pt x="12391" y="332080"/>
                </a:cubicBezTo>
                <a:cubicBezTo>
                  <a:pt x="79303" y="344471"/>
                  <a:pt x="79303" y="344471"/>
                  <a:pt x="79303" y="344471"/>
                </a:cubicBezTo>
                <a:cubicBezTo>
                  <a:pt x="84259" y="356862"/>
                  <a:pt x="89215" y="371732"/>
                  <a:pt x="96651" y="384123"/>
                </a:cubicBezTo>
                <a:cubicBezTo>
                  <a:pt x="56999" y="441122"/>
                  <a:pt x="56999" y="441122"/>
                  <a:pt x="56999" y="441122"/>
                </a:cubicBezTo>
                <a:cubicBezTo>
                  <a:pt x="54521" y="446077"/>
                  <a:pt x="54521" y="453512"/>
                  <a:pt x="59477" y="458469"/>
                </a:cubicBezTo>
                <a:cubicBezTo>
                  <a:pt x="106563" y="505555"/>
                  <a:pt x="106563" y="505555"/>
                  <a:pt x="106563" y="505555"/>
                </a:cubicBezTo>
                <a:cubicBezTo>
                  <a:pt x="111520" y="510511"/>
                  <a:pt x="118955" y="512990"/>
                  <a:pt x="126389" y="508033"/>
                </a:cubicBezTo>
                <a:cubicBezTo>
                  <a:pt x="180909" y="468382"/>
                  <a:pt x="180909" y="468382"/>
                  <a:pt x="180909" y="468382"/>
                </a:cubicBezTo>
                <a:cubicBezTo>
                  <a:pt x="193300" y="475817"/>
                  <a:pt x="208170" y="480772"/>
                  <a:pt x="220561" y="485729"/>
                </a:cubicBezTo>
                <a:cubicBezTo>
                  <a:pt x="232952" y="552640"/>
                  <a:pt x="232952" y="552640"/>
                  <a:pt x="232952" y="552640"/>
                </a:cubicBezTo>
                <a:cubicBezTo>
                  <a:pt x="235430" y="560075"/>
                  <a:pt x="240387" y="565032"/>
                  <a:pt x="247821" y="565032"/>
                </a:cubicBezTo>
                <a:cubicBezTo>
                  <a:pt x="314733" y="565032"/>
                  <a:pt x="314733" y="565032"/>
                  <a:pt x="314733" y="565032"/>
                </a:cubicBezTo>
                <a:cubicBezTo>
                  <a:pt x="322167" y="565032"/>
                  <a:pt x="329602" y="560075"/>
                  <a:pt x="329602" y="552640"/>
                </a:cubicBezTo>
                <a:cubicBezTo>
                  <a:pt x="341993" y="485729"/>
                  <a:pt x="341993" y="485729"/>
                  <a:pt x="341993" y="485729"/>
                </a:cubicBezTo>
                <a:cubicBezTo>
                  <a:pt x="356862" y="480772"/>
                  <a:pt x="369254" y="475817"/>
                  <a:pt x="381644" y="470860"/>
                </a:cubicBezTo>
                <a:cubicBezTo>
                  <a:pt x="438643" y="508033"/>
                  <a:pt x="438643" y="508033"/>
                  <a:pt x="438643" y="508033"/>
                </a:cubicBezTo>
                <a:cubicBezTo>
                  <a:pt x="446077" y="512990"/>
                  <a:pt x="453512" y="512990"/>
                  <a:pt x="458469" y="508033"/>
                </a:cubicBezTo>
                <a:cubicBezTo>
                  <a:pt x="505555" y="458469"/>
                  <a:pt x="505555" y="458469"/>
                  <a:pt x="505555" y="458469"/>
                </a:cubicBezTo>
                <a:cubicBezTo>
                  <a:pt x="510511" y="453512"/>
                  <a:pt x="510511" y="446077"/>
                  <a:pt x="508033" y="441122"/>
                </a:cubicBezTo>
                <a:cubicBezTo>
                  <a:pt x="468382" y="384123"/>
                  <a:pt x="468382" y="384123"/>
                  <a:pt x="468382" y="384123"/>
                </a:cubicBezTo>
                <a:cubicBezTo>
                  <a:pt x="475817" y="371732"/>
                  <a:pt x="480772" y="356862"/>
                  <a:pt x="485729" y="344471"/>
                </a:cubicBezTo>
                <a:cubicBezTo>
                  <a:pt x="552640" y="332080"/>
                  <a:pt x="552640" y="332080"/>
                  <a:pt x="552640" y="332080"/>
                </a:cubicBezTo>
                <a:cubicBezTo>
                  <a:pt x="560075" y="329602"/>
                  <a:pt x="565032" y="324645"/>
                  <a:pt x="565032" y="317210"/>
                </a:cubicBezTo>
                <a:cubicBezTo>
                  <a:pt x="565032" y="247821"/>
                  <a:pt x="565032" y="247821"/>
                  <a:pt x="565032" y="247821"/>
                </a:cubicBezTo>
                <a:cubicBezTo>
                  <a:pt x="565032" y="242865"/>
                  <a:pt x="560075" y="235430"/>
                  <a:pt x="552640" y="235430"/>
                </a:cubicBezTo>
                <a:close/>
                <a:moveTo>
                  <a:pt x="282517" y="369254"/>
                </a:moveTo>
                <a:cubicBezTo>
                  <a:pt x="235430" y="369254"/>
                  <a:pt x="195778" y="329602"/>
                  <a:pt x="195778" y="282517"/>
                </a:cubicBezTo>
                <a:cubicBezTo>
                  <a:pt x="195778" y="235430"/>
                  <a:pt x="235430" y="195778"/>
                  <a:pt x="282517" y="195778"/>
                </a:cubicBezTo>
                <a:cubicBezTo>
                  <a:pt x="329602" y="195778"/>
                  <a:pt x="369254" y="235430"/>
                  <a:pt x="369254" y="282517"/>
                </a:cubicBezTo>
                <a:cubicBezTo>
                  <a:pt x="369254" y="329602"/>
                  <a:pt x="329602" y="369254"/>
                  <a:pt x="282517" y="36925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2883F5DA-48AC-1BD0-72C7-08E0EC1803C4}"/>
              </a:ext>
            </a:extLst>
          </p:cNvPr>
          <p:cNvSpPr/>
          <p:nvPr/>
        </p:nvSpPr>
        <p:spPr>
          <a:xfrm>
            <a:off x="14351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8E60BF4B-C75B-48EF-FF90-54A6B9A290A5}"/>
              </a:ext>
            </a:extLst>
          </p:cNvPr>
          <p:cNvSpPr/>
          <p:nvPr/>
        </p:nvSpPr>
        <p:spPr>
          <a:xfrm>
            <a:off x="1714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C033B28F-DC0E-2DBC-AC71-699BD730A50F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BAC4252F-89E2-7976-0446-FA391568F9C6}"/>
              </a:ext>
            </a:extLst>
          </p:cNvPr>
          <p:cNvSpPr/>
          <p:nvPr/>
        </p:nvSpPr>
        <p:spPr>
          <a:xfrm rot="5400000">
            <a:off x="50165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448A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B13DA7AB-840C-1374-65B8-9CF900B31E7E}"/>
              </a:ext>
            </a:extLst>
          </p:cNvPr>
          <p:cNvSpPr/>
          <p:nvPr/>
        </p:nvSpPr>
        <p:spPr>
          <a:xfrm>
            <a:off x="58293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311247" y="2394"/>
                </a:moveTo>
                <a:cubicBezTo>
                  <a:pt x="301669" y="0"/>
                  <a:pt x="292092" y="0"/>
                  <a:pt x="282517" y="0"/>
                </a:cubicBezTo>
                <a:cubicBezTo>
                  <a:pt x="198719" y="0"/>
                  <a:pt x="122104" y="38307"/>
                  <a:pt x="71826" y="95768"/>
                </a:cubicBezTo>
                <a:cubicBezTo>
                  <a:pt x="162806" y="251391"/>
                  <a:pt x="162806" y="251391"/>
                  <a:pt x="162806" y="251391"/>
                </a:cubicBezTo>
                <a:lnTo>
                  <a:pt x="311247" y="2394"/>
                </a:lnTo>
                <a:close/>
                <a:moveTo>
                  <a:pt x="47884" y="124498"/>
                </a:moveTo>
                <a:cubicBezTo>
                  <a:pt x="16759" y="169988"/>
                  <a:pt x="0" y="225055"/>
                  <a:pt x="0" y="282517"/>
                </a:cubicBezTo>
                <a:cubicBezTo>
                  <a:pt x="0" y="311247"/>
                  <a:pt x="4788" y="339976"/>
                  <a:pt x="11971" y="366314"/>
                </a:cubicBezTo>
                <a:cubicBezTo>
                  <a:pt x="193930" y="366314"/>
                  <a:pt x="193930" y="366314"/>
                  <a:pt x="193930" y="366314"/>
                </a:cubicBezTo>
                <a:lnTo>
                  <a:pt x="47884" y="124498"/>
                </a:lnTo>
                <a:close/>
                <a:moveTo>
                  <a:pt x="538696" y="162806"/>
                </a:moveTo>
                <a:cubicBezTo>
                  <a:pt x="502783" y="86191"/>
                  <a:pt x="430957" y="26336"/>
                  <a:pt x="347160" y="7183"/>
                </a:cubicBezTo>
                <a:cubicBezTo>
                  <a:pt x="253785" y="162806"/>
                  <a:pt x="253785" y="162806"/>
                  <a:pt x="253785" y="162806"/>
                </a:cubicBezTo>
                <a:lnTo>
                  <a:pt x="538696" y="162806"/>
                </a:lnTo>
                <a:close/>
                <a:moveTo>
                  <a:pt x="311247" y="399832"/>
                </a:moveTo>
                <a:cubicBezTo>
                  <a:pt x="26336" y="399832"/>
                  <a:pt x="26336" y="399832"/>
                  <a:pt x="26336" y="399832"/>
                </a:cubicBezTo>
                <a:cubicBezTo>
                  <a:pt x="62249" y="481235"/>
                  <a:pt x="138864" y="543484"/>
                  <a:pt x="229843" y="560244"/>
                </a:cubicBezTo>
                <a:cubicBezTo>
                  <a:pt x="222661" y="555455"/>
                  <a:pt x="222661" y="555455"/>
                  <a:pt x="222661" y="555455"/>
                </a:cubicBezTo>
                <a:lnTo>
                  <a:pt x="311247" y="399832"/>
                </a:lnTo>
                <a:close/>
                <a:moveTo>
                  <a:pt x="550667" y="196324"/>
                </a:moveTo>
                <a:cubicBezTo>
                  <a:pt x="371102" y="196324"/>
                  <a:pt x="371102" y="196324"/>
                  <a:pt x="371102" y="196324"/>
                </a:cubicBezTo>
                <a:cubicBezTo>
                  <a:pt x="514754" y="445322"/>
                  <a:pt x="514754" y="445322"/>
                  <a:pt x="514754" y="445322"/>
                </a:cubicBezTo>
                <a:cubicBezTo>
                  <a:pt x="545878" y="399832"/>
                  <a:pt x="565032" y="342372"/>
                  <a:pt x="565032" y="282517"/>
                </a:cubicBezTo>
                <a:cubicBezTo>
                  <a:pt x="565032" y="253785"/>
                  <a:pt x="560244" y="225055"/>
                  <a:pt x="550667" y="196324"/>
                </a:cubicBezTo>
                <a:close/>
                <a:moveTo>
                  <a:pt x="258575" y="565032"/>
                </a:moveTo>
                <a:cubicBezTo>
                  <a:pt x="265756" y="565032"/>
                  <a:pt x="275333" y="565032"/>
                  <a:pt x="282517" y="565032"/>
                </a:cubicBezTo>
                <a:cubicBezTo>
                  <a:pt x="363918" y="565032"/>
                  <a:pt x="438140" y="529119"/>
                  <a:pt x="490812" y="474053"/>
                </a:cubicBezTo>
                <a:cubicBezTo>
                  <a:pt x="399832" y="316034"/>
                  <a:pt x="399832" y="316034"/>
                  <a:pt x="399832" y="316034"/>
                </a:cubicBezTo>
                <a:lnTo>
                  <a:pt x="258575" y="5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F73CAF8-F4AB-6DFF-753D-6B8059FEC75A}"/>
              </a:ext>
            </a:extLst>
          </p:cNvPr>
          <p:cNvSpPr/>
          <p:nvPr/>
        </p:nvSpPr>
        <p:spPr>
          <a:xfrm>
            <a:off x="46990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3801955C-EB39-EB20-EC17-C7DE07CE0B73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50B799EE-E599-ABAB-0ADA-C185A45B9E28}"/>
              </a:ext>
            </a:extLst>
          </p:cNvPr>
          <p:cNvSpPr/>
          <p:nvPr/>
        </p:nvSpPr>
        <p:spPr>
          <a:xfrm>
            <a:off x="49784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4411208B-4DE0-5584-AA90-166B2070B570}"/>
              </a:ext>
            </a:extLst>
          </p:cNvPr>
          <p:cNvSpPr/>
          <p:nvPr/>
        </p:nvSpPr>
        <p:spPr>
          <a:xfrm rot="5400000">
            <a:off x="82804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5D90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51F336C0-D055-2568-FC78-5DE5B76F5126}"/>
              </a:ext>
            </a:extLst>
          </p:cNvPr>
          <p:cNvSpPr/>
          <p:nvPr/>
        </p:nvSpPr>
        <p:spPr>
          <a:xfrm>
            <a:off x="90805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282517" y="0"/>
                </a:moveTo>
                <a:cubicBezTo>
                  <a:pt x="126893" y="0"/>
                  <a:pt x="0" y="126893"/>
                  <a:pt x="0" y="282517"/>
                </a:cubicBezTo>
                <a:cubicBezTo>
                  <a:pt x="0" y="438140"/>
                  <a:pt x="126893" y="565032"/>
                  <a:pt x="282517" y="565032"/>
                </a:cubicBezTo>
                <a:cubicBezTo>
                  <a:pt x="438140" y="565032"/>
                  <a:pt x="565032" y="438140"/>
                  <a:pt x="565032" y="282517"/>
                </a:cubicBezTo>
                <a:cubicBezTo>
                  <a:pt x="565032" y="126893"/>
                  <a:pt x="438140" y="0"/>
                  <a:pt x="282517" y="0"/>
                </a:cubicBezTo>
                <a:close/>
                <a:moveTo>
                  <a:pt x="253785" y="409409"/>
                </a:moveTo>
                <a:cubicBezTo>
                  <a:pt x="129287" y="390256"/>
                  <a:pt x="129287" y="390256"/>
                  <a:pt x="129287" y="390256"/>
                </a:cubicBezTo>
                <a:cubicBezTo>
                  <a:pt x="129287" y="289698"/>
                  <a:pt x="129287" y="289698"/>
                  <a:pt x="129287" y="289698"/>
                </a:cubicBezTo>
                <a:cubicBezTo>
                  <a:pt x="253785" y="289698"/>
                  <a:pt x="253785" y="289698"/>
                  <a:pt x="253785" y="289698"/>
                </a:cubicBezTo>
                <a:lnTo>
                  <a:pt x="253785" y="409409"/>
                </a:lnTo>
                <a:close/>
                <a:moveTo>
                  <a:pt x="253785" y="272940"/>
                </a:moveTo>
                <a:cubicBezTo>
                  <a:pt x="129287" y="272940"/>
                  <a:pt x="129287" y="272940"/>
                  <a:pt x="129287" y="272940"/>
                </a:cubicBezTo>
                <a:cubicBezTo>
                  <a:pt x="129287" y="172382"/>
                  <a:pt x="129287" y="172382"/>
                  <a:pt x="129287" y="172382"/>
                </a:cubicBezTo>
                <a:cubicBezTo>
                  <a:pt x="253785" y="153229"/>
                  <a:pt x="253785" y="153229"/>
                  <a:pt x="253785" y="153229"/>
                </a:cubicBezTo>
                <a:lnTo>
                  <a:pt x="253785" y="272940"/>
                </a:lnTo>
                <a:close/>
                <a:moveTo>
                  <a:pt x="435745" y="435745"/>
                </a:moveTo>
                <a:cubicBezTo>
                  <a:pt x="270546" y="411803"/>
                  <a:pt x="270546" y="411803"/>
                  <a:pt x="270546" y="411803"/>
                </a:cubicBezTo>
                <a:cubicBezTo>
                  <a:pt x="270546" y="289698"/>
                  <a:pt x="270546" y="289698"/>
                  <a:pt x="270546" y="289698"/>
                </a:cubicBezTo>
                <a:cubicBezTo>
                  <a:pt x="435745" y="289698"/>
                  <a:pt x="435745" y="289698"/>
                  <a:pt x="435745" y="289698"/>
                </a:cubicBezTo>
                <a:lnTo>
                  <a:pt x="435745" y="435745"/>
                </a:lnTo>
                <a:close/>
                <a:moveTo>
                  <a:pt x="435745" y="272940"/>
                </a:moveTo>
                <a:cubicBezTo>
                  <a:pt x="270546" y="272940"/>
                  <a:pt x="270546" y="272940"/>
                  <a:pt x="270546" y="272940"/>
                </a:cubicBezTo>
                <a:cubicBezTo>
                  <a:pt x="270546" y="150835"/>
                  <a:pt x="270546" y="150835"/>
                  <a:pt x="270546" y="150835"/>
                </a:cubicBezTo>
                <a:cubicBezTo>
                  <a:pt x="435745" y="126893"/>
                  <a:pt x="435745" y="126893"/>
                  <a:pt x="435745" y="126893"/>
                </a:cubicBezTo>
                <a:lnTo>
                  <a:pt x="435745" y="2729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52C3F0F6-5389-8853-F6E6-46C93F4CA46D}"/>
              </a:ext>
            </a:extLst>
          </p:cNvPr>
          <p:cNvSpPr/>
          <p:nvPr/>
        </p:nvSpPr>
        <p:spPr>
          <a:xfrm>
            <a:off x="79629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BD0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5D2158F1-D1C5-BF4F-76FF-6C8D43C46FDF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DBFA3E45-57BB-6CC2-FC04-9F2BAA84BF73}"/>
              </a:ext>
            </a:extLst>
          </p:cNvPr>
          <p:cNvSpPr/>
          <p:nvPr/>
        </p:nvSpPr>
        <p:spPr>
          <a:xfrm>
            <a:off x="8318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1930629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A860E43-ED1B-00AC-09F7-33B5922AF3D9}"/>
              </a:ext>
            </a:extLst>
          </p:cNvPr>
          <p:cNvSpPr/>
          <p:nvPr/>
        </p:nvSpPr>
        <p:spPr>
          <a:xfrm>
            <a:off x="643783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4A66AC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D12B520-2826-BB4F-561F-129162B2E170}"/>
              </a:ext>
            </a:extLst>
          </p:cNvPr>
          <p:cNvSpPr/>
          <p:nvPr/>
        </p:nvSpPr>
        <p:spPr>
          <a:xfrm>
            <a:off x="905957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6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EFC6D69-7F05-C197-585C-14BDD85A7225}"/>
              </a:ext>
            </a:extLst>
          </p:cNvPr>
          <p:cNvSpPr/>
          <p:nvPr/>
        </p:nvSpPr>
        <p:spPr>
          <a:xfrm>
            <a:off x="1212469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4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4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7" y="1015699"/>
                  <a:pt x="1541434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4" y="394376"/>
                  <a:pt x="1541434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73233544-E976-4A04-CC6D-21218A20525B}"/>
              </a:ext>
            </a:extLst>
          </p:cNvPr>
          <p:cNvSpPr/>
          <p:nvPr/>
        </p:nvSpPr>
        <p:spPr>
          <a:xfrm>
            <a:off x="1278236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5C9BFD3-4439-442F-8F2C-EEB5822766BB}"/>
              </a:ext>
            </a:extLst>
          </p:cNvPr>
          <p:cNvSpPr/>
          <p:nvPr/>
        </p:nvSpPr>
        <p:spPr>
          <a:xfrm>
            <a:off x="1348466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4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5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31373D56-0DB8-6CB4-8E04-A5A9BF9742C0}"/>
              </a:ext>
            </a:extLst>
          </p:cNvPr>
          <p:cNvSpPr/>
          <p:nvPr/>
        </p:nvSpPr>
        <p:spPr>
          <a:xfrm>
            <a:off x="1705271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8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8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02EBCBDC-81A1-6843-2890-9E5C85206EA8}"/>
              </a:ext>
            </a:extLst>
          </p:cNvPr>
          <p:cNvSpPr/>
          <p:nvPr/>
        </p:nvSpPr>
        <p:spPr>
          <a:xfrm>
            <a:off x="1754671" y="4156969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8" y="125347"/>
                  <a:pt x="489664" y="155707"/>
                </a:cubicBezTo>
                <a:cubicBezTo>
                  <a:pt x="502890" y="187269"/>
                  <a:pt x="509803" y="2206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DA90FDF1-941A-EB7F-9940-700B4CFF5211}"/>
              </a:ext>
            </a:extLst>
          </p:cNvPr>
          <p:cNvSpPr/>
          <p:nvPr/>
        </p:nvSpPr>
        <p:spPr>
          <a:xfrm>
            <a:off x="1775503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1C8FC0D6-8B8E-7B31-BC07-8485F6D3A0FC}"/>
              </a:ext>
            </a:extLst>
          </p:cNvPr>
          <p:cNvSpPr/>
          <p:nvPr/>
        </p:nvSpPr>
        <p:spPr>
          <a:xfrm>
            <a:off x="1754671" y="2377107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702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702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8" y="125347"/>
                  <a:pt x="489664" y="155706"/>
                </a:cubicBezTo>
                <a:cubicBezTo>
                  <a:pt x="502890" y="186968"/>
                  <a:pt x="509803" y="2203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BD789A7F-7A61-413E-0559-AAC5FC27D680}"/>
              </a:ext>
            </a:extLst>
          </p:cNvPr>
          <p:cNvSpPr/>
          <p:nvPr/>
        </p:nvSpPr>
        <p:spPr>
          <a:xfrm>
            <a:off x="1775503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19603979-132A-72BF-8E58-614097E2CFDB}"/>
              </a:ext>
            </a:extLst>
          </p:cNvPr>
          <p:cNvSpPr/>
          <p:nvPr/>
        </p:nvSpPr>
        <p:spPr>
          <a:xfrm>
            <a:off x="200702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6D8103-DA63-0A6B-FB4D-69AE3078790E}"/>
              </a:ext>
            </a:extLst>
          </p:cNvPr>
          <p:cNvGrpSpPr/>
          <p:nvPr/>
        </p:nvGrpSpPr>
        <p:grpSpPr>
          <a:xfrm>
            <a:off x="1928909" y="4303381"/>
            <a:ext cx="150281" cy="183609"/>
            <a:chOff x="1934918" y="4278943"/>
            <a:chExt cx="150281" cy="183609"/>
          </a:xfrm>
          <a:solidFill>
            <a:srgbClr val="4A66AC"/>
          </a:solidFill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3DD5FD44-075E-1AE7-8660-768993B5112B}"/>
                </a:ext>
              </a:extLst>
            </p:cNvPr>
            <p:cNvSpPr/>
            <p:nvPr/>
          </p:nvSpPr>
          <p:spPr>
            <a:xfrm>
              <a:off x="1934918" y="4278943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504 h 185464"/>
                <a:gd name="connsiteX12" fmla="*/ 55309 w 82362"/>
                <a:gd name="connsiteY12" fmla="*/ 142480 h 185464"/>
                <a:gd name="connsiteX13" fmla="*/ 55309 w 82362"/>
                <a:gd name="connsiteY13" fmla="*/ 42684 h 185464"/>
                <a:gd name="connsiteX14" fmla="*/ 51702 w 82362"/>
                <a:gd name="connsiteY14" fmla="*/ 30660 h 185464"/>
                <a:gd name="connsiteX15" fmla="*/ 41482 w 82362"/>
                <a:gd name="connsiteY15" fmla="*/ 26452 h 185464"/>
                <a:gd name="connsiteX16" fmla="*/ 31261 w 82362"/>
                <a:gd name="connsiteY16" fmla="*/ 30660 h 185464"/>
                <a:gd name="connsiteX17" fmla="*/ 27654 w 82362"/>
                <a:gd name="connsiteY17" fmla="*/ 42684 h 185464"/>
                <a:gd name="connsiteX18" fmla="*/ 27654 w 82362"/>
                <a:gd name="connsiteY18" fmla="*/ 142480 h 185464"/>
                <a:gd name="connsiteX19" fmla="*/ 31261 w 82362"/>
                <a:gd name="connsiteY19" fmla="*/ 154504 h 185464"/>
                <a:gd name="connsiteX20" fmla="*/ 41482 w 82362"/>
                <a:gd name="connsiteY20" fmla="*/ 158712 h 185464"/>
                <a:gd name="connsiteX21" fmla="*/ 51702 w 82362"/>
                <a:gd name="connsiteY21" fmla="*/ 154504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504"/>
                  </a:moveTo>
                  <a:cubicBezTo>
                    <a:pt x="54107" y="151799"/>
                    <a:pt x="55309" y="147590"/>
                    <a:pt x="55309" y="142480"/>
                  </a:cubicBezTo>
                  <a:lnTo>
                    <a:pt x="55309" y="42684"/>
                  </a:lnTo>
                  <a:cubicBezTo>
                    <a:pt x="55309" y="37574"/>
                    <a:pt x="54107" y="33666"/>
                    <a:pt x="51702" y="30660"/>
                  </a:cubicBezTo>
                  <a:cubicBezTo>
                    <a:pt x="49297" y="27654"/>
                    <a:pt x="45990" y="26452"/>
                    <a:pt x="41482" y="26452"/>
                  </a:cubicBezTo>
                  <a:cubicBezTo>
                    <a:pt x="37273" y="26452"/>
                    <a:pt x="33666" y="27955"/>
                    <a:pt x="31261" y="30660"/>
                  </a:cubicBezTo>
                  <a:cubicBezTo>
                    <a:pt x="28857" y="33366"/>
                    <a:pt x="27654" y="37574"/>
                    <a:pt x="27654" y="42684"/>
                  </a:cubicBezTo>
                  <a:lnTo>
                    <a:pt x="27654" y="142480"/>
                  </a:lnTo>
                  <a:cubicBezTo>
                    <a:pt x="27654" y="147590"/>
                    <a:pt x="28857" y="151498"/>
                    <a:pt x="31261" y="154504"/>
                  </a:cubicBezTo>
                  <a:cubicBezTo>
                    <a:pt x="33666" y="157209"/>
                    <a:pt x="36973" y="158712"/>
                    <a:pt x="41482" y="158712"/>
                  </a:cubicBezTo>
                  <a:cubicBezTo>
                    <a:pt x="45690" y="159013"/>
                    <a:pt x="49297" y="157510"/>
                    <a:pt x="51702" y="154504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225C3615-D927-8449-4793-6FF8292DC0DD}"/>
                </a:ext>
              </a:extLst>
            </p:cNvPr>
            <p:cNvSpPr/>
            <p:nvPr/>
          </p:nvSpPr>
          <p:spPr>
            <a:xfrm>
              <a:off x="2032824" y="4281027"/>
              <a:ext cx="52375" cy="179443"/>
            </a:xfrm>
            <a:custGeom>
              <a:avLst/>
              <a:gdLst>
                <a:gd name="connsiteX0" fmla="*/ 52604 w 52904"/>
                <a:gd name="connsiteY0" fmla="*/ 181257 h 181256"/>
                <a:gd name="connsiteX1" fmla="*/ 25250 w 52904"/>
                <a:gd name="connsiteY1" fmla="*/ 181257 h 181256"/>
                <a:gd name="connsiteX2" fmla="*/ 25250 w 52904"/>
                <a:gd name="connsiteY2" fmla="*/ 29759 h 181256"/>
                <a:gd name="connsiteX3" fmla="*/ 0 w 52904"/>
                <a:gd name="connsiteY3" fmla="*/ 43886 h 181256"/>
                <a:gd name="connsiteX4" fmla="*/ 0 w 52904"/>
                <a:gd name="connsiteY4" fmla="*/ 14729 h 181256"/>
                <a:gd name="connsiteX5" fmla="*/ 24047 w 52904"/>
                <a:gd name="connsiteY5" fmla="*/ 0 h 181256"/>
                <a:gd name="connsiteX6" fmla="*/ 52904 w 52904"/>
                <a:gd name="connsiteY6" fmla="*/ 0 h 181256"/>
                <a:gd name="connsiteX7" fmla="*/ 52604 w 52904"/>
                <a:gd name="connsiteY7" fmla="*/ 181257 h 181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904" h="181256">
                  <a:moveTo>
                    <a:pt x="52604" y="181257"/>
                  </a:moveTo>
                  <a:lnTo>
                    <a:pt x="25250" y="181257"/>
                  </a:lnTo>
                  <a:lnTo>
                    <a:pt x="25250" y="29759"/>
                  </a:lnTo>
                  <a:lnTo>
                    <a:pt x="0" y="43886"/>
                  </a:lnTo>
                  <a:lnTo>
                    <a:pt x="0" y="14729"/>
                  </a:lnTo>
                  <a:lnTo>
                    <a:pt x="24047" y="0"/>
                  </a:lnTo>
                  <a:lnTo>
                    <a:pt x="52904" y="0"/>
                  </a:lnTo>
                  <a:lnTo>
                    <a:pt x="52604" y="181257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67D73C5D-CB7E-1358-906F-337C7EAC1EB4}"/>
              </a:ext>
            </a:extLst>
          </p:cNvPr>
          <p:cNvSpPr/>
          <p:nvPr/>
        </p:nvSpPr>
        <p:spPr>
          <a:xfrm>
            <a:off x="3369669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629DD1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CB7D54-0AC6-F481-B609-D4B29F768289}"/>
              </a:ext>
            </a:extLst>
          </p:cNvPr>
          <p:cNvSpPr/>
          <p:nvPr/>
        </p:nvSpPr>
        <p:spPr>
          <a:xfrm>
            <a:off x="3631842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2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2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2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2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7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E6E2F26-F7D1-3767-1004-D03D3563A168}"/>
              </a:ext>
            </a:extLst>
          </p:cNvPr>
          <p:cNvSpPr/>
          <p:nvPr/>
        </p:nvSpPr>
        <p:spPr>
          <a:xfrm>
            <a:off x="3938356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E4279DA-57FD-B4BC-B7ED-EFF893C6F486}"/>
              </a:ext>
            </a:extLst>
          </p:cNvPr>
          <p:cNvSpPr/>
          <p:nvPr/>
        </p:nvSpPr>
        <p:spPr>
          <a:xfrm>
            <a:off x="4004121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5973DB5B-1C83-FFE5-2044-4233AE3FE185}"/>
              </a:ext>
            </a:extLst>
          </p:cNvPr>
          <p:cNvSpPr/>
          <p:nvPr/>
        </p:nvSpPr>
        <p:spPr>
          <a:xfrm>
            <a:off x="4074352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5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4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72C275AC-068D-4D86-E259-2E8E04E18603}"/>
              </a:ext>
            </a:extLst>
          </p:cNvPr>
          <p:cNvSpPr/>
          <p:nvPr/>
        </p:nvSpPr>
        <p:spPr>
          <a:xfrm>
            <a:off x="4091314" y="1987865"/>
            <a:ext cx="1283189" cy="1283189"/>
          </a:xfrm>
          <a:custGeom>
            <a:avLst/>
            <a:gdLst>
              <a:gd name="connsiteX0" fmla="*/ 1296151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1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1" y="648076"/>
                </a:moveTo>
                <a:cubicBezTo>
                  <a:pt x="1296151" y="1005998"/>
                  <a:pt x="1005998" y="1296151"/>
                  <a:pt x="648076" y="1296151"/>
                </a:cubicBezTo>
                <a:cubicBezTo>
                  <a:pt x="290153" y="1296151"/>
                  <a:pt x="0" y="1005998"/>
                  <a:pt x="0" y="648076"/>
                </a:cubicBezTo>
                <a:cubicBezTo>
                  <a:pt x="0" y="290153"/>
                  <a:pt x="290154" y="0"/>
                  <a:pt x="648076" y="0"/>
                </a:cubicBezTo>
                <a:cubicBezTo>
                  <a:pt x="1005998" y="0"/>
                  <a:pt x="1296151" y="290153"/>
                  <a:pt x="1296151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E6FCCA08-EBDA-920F-3B8B-1886B6556D65}"/>
              </a:ext>
            </a:extLst>
          </p:cNvPr>
          <p:cNvSpPr/>
          <p:nvPr/>
        </p:nvSpPr>
        <p:spPr>
          <a:xfrm>
            <a:off x="4431157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6A713E04-BEC7-A3DC-FDED-A400C1A34437}"/>
              </a:ext>
            </a:extLst>
          </p:cNvPr>
          <p:cNvSpPr/>
          <p:nvPr/>
        </p:nvSpPr>
        <p:spPr>
          <a:xfrm>
            <a:off x="4480557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4A424E5F-DA4E-C65F-D723-1B79C965BB48}"/>
              </a:ext>
            </a:extLst>
          </p:cNvPr>
          <p:cNvSpPr/>
          <p:nvPr/>
        </p:nvSpPr>
        <p:spPr>
          <a:xfrm>
            <a:off x="4523706" y="4200118"/>
            <a:ext cx="418405" cy="418405"/>
          </a:xfrm>
          <a:custGeom>
            <a:avLst/>
            <a:gdLst>
              <a:gd name="connsiteX0" fmla="*/ 422632 w 422631"/>
              <a:gd name="connsiteY0" fmla="*/ 211316 h 422631"/>
              <a:gd name="connsiteX1" fmla="*/ 211316 w 422631"/>
              <a:gd name="connsiteY1" fmla="*/ 422632 h 422631"/>
              <a:gd name="connsiteX2" fmla="*/ 0 w 422631"/>
              <a:gd name="connsiteY2" fmla="*/ 211316 h 422631"/>
              <a:gd name="connsiteX3" fmla="*/ 211316 w 422631"/>
              <a:gd name="connsiteY3" fmla="*/ 0 h 422631"/>
              <a:gd name="connsiteX4" fmla="*/ 422632 w 422631"/>
              <a:gd name="connsiteY4" fmla="*/ 211316 h 422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631" h="422631">
                <a:moveTo>
                  <a:pt x="422632" y="211316"/>
                </a:moveTo>
                <a:cubicBezTo>
                  <a:pt x="422632" y="328023"/>
                  <a:pt x="328023" y="422632"/>
                  <a:pt x="211316" y="422632"/>
                </a:cubicBezTo>
                <a:cubicBezTo>
                  <a:pt x="94610" y="422632"/>
                  <a:pt x="0" y="328023"/>
                  <a:pt x="0" y="211316"/>
                </a:cubicBezTo>
                <a:cubicBezTo>
                  <a:pt x="0" y="94610"/>
                  <a:pt x="94609" y="0"/>
                  <a:pt x="211316" y="0"/>
                </a:cubicBezTo>
                <a:cubicBezTo>
                  <a:pt x="328022" y="0"/>
                  <a:pt x="422632" y="94609"/>
                  <a:pt x="422632" y="21131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9232D63A-61C6-796A-3331-3C0799AF34A7}"/>
              </a:ext>
            </a:extLst>
          </p:cNvPr>
          <p:cNvSpPr/>
          <p:nvPr/>
        </p:nvSpPr>
        <p:spPr>
          <a:xfrm>
            <a:off x="4480557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0F4E02F-6049-0242-1BFD-3EA924704079}"/>
              </a:ext>
            </a:extLst>
          </p:cNvPr>
          <p:cNvSpPr/>
          <p:nvPr/>
        </p:nvSpPr>
        <p:spPr>
          <a:xfrm>
            <a:off x="4501388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F6190C8-ED85-68BB-E9CB-FF590004463B}"/>
              </a:ext>
            </a:extLst>
          </p:cNvPr>
          <p:cNvSpPr/>
          <p:nvPr/>
        </p:nvSpPr>
        <p:spPr>
          <a:xfrm>
            <a:off x="4732909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2FC2D28-E7C9-3B9E-AEA7-4A0386164E56}"/>
              </a:ext>
            </a:extLst>
          </p:cNvPr>
          <p:cNvGrpSpPr/>
          <p:nvPr/>
        </p:nvGrpSpPr>
        <p:grpSpPr>
          <a:xfrm>
            <a:off x="4639765" y="4303380"/>
            <a:ext cx="185693" cy="183909"/>
            <a:chOff x="4644122" y="4278641"/>
            <a:chExt cx="185693" cy="183909"/>
          </a:xfrm>
          <a:solidFill>
            <a:srgbClr val="629DD1"/>
          </a:solidFill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B995F5EE-2DAA-6510-65AF-F9233E780A96}"/>
                </a:ext>
              </a:extLst>
            </p:cNvPr>
            <p:cNvSpPr/>
            <p:nvPr/>
          </p:nvSpPr>
          <p:spPr>
            <a:xfrm>
              <a:off x="4644122" y="4278941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805 h 185464"/>
                <a:gd name="connsiteX12" fmla="*/ 55309 w 82362"/>
                <a:gd name="connsiteY12" fmla="*/ 142781 h 185464"/>
                <a:gd name="connsiteX13" fmla="*/ 55309 w 82362"/>
                <a:gd name="connsiteY13" fmla="*/ 42984 h 185464"/>
                <a:gd name="connsiteX14" fmla="*/ 51702 w 82362"/>
                <a:gd name="connsiteY14" fmla="*/ 30961 h 185464"/>
                <a:gd name="connsiteX15" fmla="*/ 41482 w 82362"/>
                <a:gd name="connsiteY15" fmla="*/ 26752 h 185464"/>
                <a:gd name="connsiteX16" fmla="*/ 31262 w 82362"/>
                <a:gd name="connsiteY16" fmla="*/ 30961 h 185464"/>
                <a:gd name="connsiteX17" fmla="*/ 27655 w 82362"/>
                <a:gd name="connsiteY17" fmla="*/ 42984 h 185464"/>
                <a:gd name="connsiteX18" fmla="*/ 27655 w 82362"/>
                <a:gd name="connsiteY18" fmla="*/ 142781 h 185464"/>
                <a:gd name="connsiteX19" fmla="*/ 31262 w 82362"/>
                <a:gd name="connsiteY19" fmla="*/ 154805 h 185464"/>
                <a:gd name="connsiteX20" fmla="*/ 41482 w 82362"/>
                <a:gd name="connsiteY20" fmla="*/ 159013 h 185464"/>
                <a:gd name="connsiteX21" fmla="*/ 51702 w 82362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805"/>
                  </a:moveTo>
                  <a:cubicBezTo>
                    <a:pt x="54107" y="152099"/>
                    <a:pt x="55309" y="147891"/>
                    <a:pt x="55309" y="142781"/>
                  </a:cubicBezTo>
                  <a:lnTo>
                    <a:pt x="55309" y="42984"/>
                  </a:lnTo>
                  <a:cubicBezTo>
                    <a:pt x="55309" y="37874"/>
                    <a:pt x="54107" y="33967"/>
                    <a:pt x="51702" y="30961"/>
                  </a:cubicBezTo>
                  <a:cubicBezTo>
                    <a:pt x="49297" y="28255"/>
                    <a:pt x="45991" y="26752"/>
                    <a:pt x="41482" y="26752"/>
                  </a:cubicBezTo>
                  <a:cubicBezTo>
                    <a:pt x="37273" y="26752"/>
                    <a:pt x="33666" y="28255"/>
                    <a:pt x="31262" y="30961"/>
                  </a:cubicBezTo>
                  <a:cubicBezTo>
                    <a:pt x="28857" y="33666"/>
                    <a:pt x="27655" y="37874"/>
                    <a:pt x="27655" y="42984"/>
                  </a:cubicBezTo>
                  <a:lnTo>
                    <a:pt x="27655" y="142781"/>
                  </a:lnTo>
                  <a:cubicBezTo>
                    <a:pt x="27655" y="147891"/>
                    <a:pt x="28857" y="151799"/>
                    <a:pt x="31262" y="154805"/>
                  </a:cubicBezTo>
                  <a:cubicBezTo>
                    <a:pt x="33666" y="157510"/>
                    <a:pt x="36973" y="159013"/>
                    <a:pt x="41482" y="159013"/>
                  </a:cubicBezTo>
                  <a:cubicBezTo>
                    <a:pt x="45690" y="159013"/>
                    <a:pt x="49297" y="157510"/>
                    <a:pt x="51702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49B4A910-DFE2-6410-D7DB-CC03029F7E8B}"/>
                </a:ext>
              </a:extLst>
            </p:cNvPr>
            <p:cNvSpPr/>
            <p:nvPr/>
          </p:nvSpPr>
          <p:spPr>
            <a:xfrm>
              <a:off x="4746789" y="4278641"/>
              <a:ext cx="83026" cy="180931"/>
            </a:xfrm>
            <a:custGeom>
              <a:avLst/>
              <a:gdLst>
                <a:gd name="connsiteX0" fmla="*/ 902 w 83865"/>
                <a:gd name="connsiteY0" fmla="*/ 159314 h 182759"/>
                <a:gd name="connsiteX1" fmla="*/ 39678 w 83865"/>
                <a:gd name="connsiteY1" fmla="*/ 91380 h 182759"/>
                <a:gd name="connsiteX2" fmla="*/ 52003 w 83865"/>
                <a:gd name="connsiteY2" fmla="*/ 65529 h 182759"/>
                <a:gd name="connsiteX3" fmla="*/ 55910 w 83865"/>
                <a:gd name="connsiteY3" fmla="*/ 45089 h 182759"/>
                <a:gd name="connsiteX4" fmla="*/ 55910 w 83865"/>
                <a:gd name="connsiteY4" fmla="*/ 43887 h 182759"/>
                <a:gd name="connsiteX5" fmla="*/ 52604 w 83865"/>
                <a:gd name="connsiteY5" fmla="*/ 31262 h 182759"/>
                <a:gd name="connsiteX6" fmla="*/ 42985 w 83865"/>
                <a:gd name="connsiteY6" fmla="*/ 27053 h 182759"/>
                <a:gd name="connsiteX7" fmla="*/ 31562 w 83865"/>
                <a:gd name="connsiteY7" fmla="*/ 32464 h 182759"/>
                <a:gd name="connsiteX8" fmla="*/ 27955 w 83865"/>
                <a:gd name="connsiteY8" fmla="*/ 49297 h 182759"/>
                <a:gd name="connsiteX9" fmla="*/ 27955 w 83865"/>
                <a:gd name="connsiteY9" fmla="*/ 52904 h 182759"/>
                <a:gd name="connsiteX10" fmla="*/ 0 w 83865"/>
                <a:gd name="connsiteY10" fmla="*/ 52904 h 182759"/>
                <a:gd name="connsiteX11" fmla="*/ 0 w 83865"/>
                <a:gd name="connsiteY11" fmla="*/ 49297 h 182759"/>
                <a:gd name="connsiteX12" fmla="*/ 4809 w 83865"/>
                <a:gd name="connsiteY12" fmla="*/ 21943 h 182759"/>
                <a:gd name="connsiteX13" fmla="*/ 18637 w 83865"/>
                <a:gd name="connsiteY13" fmla="*/ 5411 h 182759"/>
                <a:gd name="connsiteX14" fmla="*/ 41782 w 83865"/>
                <a:gd name="connsiteY14" fmla="*/ 0 h 182759"/>
                <a:gd name="connsiteX15" fmla="*/ 64928 w 83865"/>
                <a:gd name="connsiteY15" fmla="*/ 4810 h 182759"/>
                <a:gd name="connsiteX16" fmla="*/ 79056 w 83865"/>
                <a:gd name="connsiteY16" fmla="*/ 19238 h 182759"/>
                <a:gd name="connsiteX17" fmla="*/ 83865 w 83865"/>
                <a:gd name="connsiteY17" fmla="*/ 43285 h 182759"/>
                <a:gd name="connsiteX18" fmla="*/ 83865 w 83865"/>
                <a:gd name="connsiteY18" fmla="*/ 44488 h 182759"/>
                <a:gd name="connsiteX19" fmla="*/ 79356 w 83865"/>
                <a:gd name="connsiteY19" fmla="*/ 68235 h 182759"/>
                <a:gd name="connsiteX20" fmla="*/ 66130 w 83865"/>
                <a:gd name="connsiteY20" fmla="*/ 97692 h 182759"/>
                <a:gd name="connsiteX21" fmla="*/ 34568 w 83865"/>
                <a:gd name="connsiteY21" fmla="*/ 156308 h 182759"/>
                <a:gd name="connsiteX22" fmla="*/ 83264 w 83865"/>
                <a:gd name="connsiteY22" fmla="*/ 156308 h 182759"/>
                <a:gd name="connsiteX23" fmla="*/ 83264 w 83865"/>
                <a:gd name="connsiteY23" fmla="*/ 182760 h 182759"/>
                <a:gd name="connsiteX24" fmla="*/ 601 w 83865"/>
                <a:gd name="connsiteY24" fmla="*/ 182760 h 182759"/>
                <a:gd name="connsiteX25" fmla="*/ 902 w 83865"/>
                <a:gd name="connsiteY25" fmla="*/ 159314 h 18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865" h="182759">
                  <a:moveTo>
                    <a:pt x="902" y="159314"/>
                  </a:moveTo>
                  <a:lnTo>
                    <a:pt x="39678" y="91380"/>
                  </a:lnTo>
                  <a:cubicBezTo>
                    <a:pt x="45089" y="81761"/>
                    <a:pt x="49297" y="73344"/>
                    <a:pt x="52003" y="65529"/>
                  </a:cubicBezTo>
                  <a:cubicBezTo>
                    <a:pt x="54708" y="57714"/>
                    <a:pt x="55910" y="51101"/>
                    <a:pt x="55910" y="45089"/>
                  </a:cubicBezTo>
                  <a:lnTo>
                    <a:pt x="55910" y="43887"/>
                  </a:lnTo>
                  <a:cubicBezTo>
                    <a:pt x="55910" y="38175"/>
                    <a:pt x="54708" y="34268"/>
                    <a:pt x="52604" y="31262"/>
                  </a:cubicBezTo>
                  <a:cubicBezTo>
                    <a:pt x="50500" y="28256"/>
                    <a:pt x="47193" y="27053"/>
                    <a:pt x="42985" y="27053"/>
                  </a:cubicBezTo>
                  <a:cubicBezTo>
                    <a:pt x="37874" y="27053"/>
                    <a:pt x="33967" y="28857"/>
                    <a:pt x="31562" y="32464"/>
                  </a:cubicBezTo>
                  <a:cubicBezTo>
                    <a:pt x="29158" y="36071"/>
                    <a:pt x="27955" y="41782"/>
                    <a:pt x="27955" y="49297"/>
                  </a:cubicBezTo>
                  <a:lnTo>
                    <a:pt x="27955" y="52904"/>
                  </a:lnTo>
                  <a:lnTo>
                    <a:pt x="0" y="52904"/>
                  </a:lnTo>
                  <a:lnTo>
                    <a:pt x="0" y="49297"/>
                  </a:lnTo>
                  <a:cubicBezTo>
                    <a:pt x="0" y="38175"/>
                    <a:pt x="1803" y="29158"/>
                    <a:pt x="4809" y="21943"/>
                  </a:cubicBezTo>
                  <a:cubicBezTo>
                    <a:pt x="7815" y="14729"/>
                    <a:pt x="12625" y="9319"/>
                    <a:pt x="18637" y="5411"/>
                  </a:cubicBezTo>
                  <a:cubicBezTo>
                    <a:pt x="24949" y="1804"/>
                    <a:pt x="32464" y="0"/>
                    <a:pt x="41782" y="0"/>
                  </a:cubicBezTo>
                  <a:cubicBezTo>
                    <a:pt x="51101" y="0"/>
                    <a:pt x="58916" y="1503"/>
                    <a:pt x="64928" y="4810"/>
                  </a:cubicBezTo>
                  <a:cubicBezTo>
                    <a:pt x="71240" y="8116"/>
                    <a:pt x="75749" y="12926"/>
                    <a:pt x="79056" y="19238"/>
                  </a:cubicBezTo>
                  <a:cubicBezTo>
                    <a:pt x="82062" y="25550"/>
                    <a:pt x="83865" y="33666"/>
                    <a:pt x="83865" y="43285"/>
                  </a:cubicBezTo>
                  <a:lnTo>
                    <a:pt x="83865" y="44488"/>
                  </a:lnTo>
                  <a:cubicBezTo>
                    <a:pt x="83865" y="51401"/>
                    <a:pt x="82362" y="59517"/>
                    <a:pt x="79356" y="68235"/>
                  </a:cubicBezTo>
                  <a:cubicBezTo>
                    <a:pt x="76350" y="77252"/>
                    <a:pt x="72142" y="86871"/>
                    <a:pt x="66130" y="97692"/>
                  </a:cubicBezTo>
                  <a:lnTo>
                    <a:pt x="34568" y="156308"/>
                  </a:lnTo>
                  <a:lnTo>
                    <a:pt x="83264" y="156308"/>
                  </a:lnTo>
                  <a:lnTo>
                    <a:pt x="83264" y="182760"/>
                  </a:lnTo>
                  <a:lnTo>
                    <a:pt x="601" y="182760"/>
                  </a:lnTo>
                  <a:lnTo>
                    <a:pt x="902" y="15931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FFEB4AD7-9D2F-E682-0590-87785EDDD71C}"/>
              </a:ext>
            </a:extLst>
          </p:cNvPr>
          <p:cNvSpPr/>
          <p:nvPr/>
        </p:nvSpPr>
        <p:spPr>
          <a:xfrm>
            <a:off x="6095555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297FD5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8C18EA7A-C350-C4E1-72F4-F6FCA46B881C}"/>
              </a:ext>
            </a:extLst>
          </p:cNvPr>
          <p:cNvSpPr/>
          <p:nvPr/>
        </p:nvSpPr>
        <p:spPr>
          <a:xfrm>
            <a:off x="6357728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BB14EFAC-9602-2D20-3904-353DA35B85EC}"/>
              </a:ext>
            </a:extLst>
          </p:cNvPr>
          <p:cNvSpPr/>
          <p:nvPr/>
        </p:nvSpPr>
        <p:spPr>
          <a:xfrm>
            <a:off x="6664242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4DA30B7-0FD0-C036-52B2-B1EFF8CDD1E3}"/>
              </a:ext>
            </a:extLst>
          </p:cNvPr>
          <p:cNvSpPr/>
          <p:nvPr/>
        </p:nvSpPr>
        <p:spPr>
          <a:xfrm>
            <a:off x="6730008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EE0B83AC-A0BC-9F4D-3AAE-57CE1D4D0708}"/>
              </a:ext>
            </a:extLst>
          </p:cNvPr>
          <p:cNvSpPr/>
          <p:nvPr/>
        </p:nvSpPr>
        <p:spPr>
          <a:xfrm>
            <a:off x="6800237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63957C6C-6DBA-CCD0-DA3D-B37EB41C020C}"/>
              </a:ext>
            </a:extLst>
          </p:cNvPr>
          <p:cNvSpPr/>
          <p:nvPr/>
        </p:nvSpPr>
        <p:spPr>
          <a:xfrm>
            <a:off x="6817201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D8E07ACB-D96A-B1E4-6BF9-DD19E46A0E52}"/>
              </a:ext>
            </a:extLst>
          </p:cNvPr>
          <p:cNvSpPr/>
          <p:nvPr/>
        </p:nvSpPr>
        <p:spPr>
          <a:xfrm>
            <a:off x="7157044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68752FFC-A739-8248-C055-3A9E5C659191}"/>
              </a:ext>
            </a:extLst>
          </p:cNvPr>
          <p:cNvSpPr/>
          <p:nvPr/>
        </p:nvSpPr>
        <p:spPr>
          <a:xfrm>
            <a:off x="7206442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5DF35972-D486-96B1-5988-F75506BD57B0}"/>
              </a:ext>
            </a:extLst>
          </p:cNvPr>
          <p:cNvSpPr/>
          <p:nvPr/>
        </p:nvSpPr>
        <p:spPr>
          <a:xfrm>
            <a:off x="7227274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5125F069-1DA9-CE63-79EB-80965A6F726E}"/>
              </a:ext>
            </a:extLst>
          </p:cNvPr>
          <p:cNvSpPr/>
          <p:nvPr/>
        </p:nvSpPr>
        <p:spPr>
          <a:xfrm>
            <a:off x="7206442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8DB8CDD4-3E02-A6D2-A786-B163901EB5A0}"/>
              </a:ext>
            </a:extLst>
          </p:cNvPr>
          <p:cNvSpPr/>
          <p:nvPr/>
        </p:nvSpPr>
        <p:spPr>
          <a:xfrm>
            <a:off x="7227274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EDFCFD1C-03E8-53EB-B836-2EDCD956A2B8}"/>
              </a:ext>
            </a:extLst>
          </p:cNvPr>
          <p:cNvSpPr/>
          <p:nvPr/>
        </p:nvSpPr>
        <p:spPr>
          <a:xfrm>
            <a:off x="7458796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33EB9D8-BD03-6BA3-4034-3482AFC98CC2}"/>
              </a:ext>
            </a:extLst>
          </p:cNvPr>
          <p:cNvGrpSpPr/>
          <p:nvPr/>
        </p:nvGrpSpPr>
        <p:grpSpPr>
          <a:xfrm>
            <a:off x="7366989" y="4315582"/>
            <a:ext cx="183015" cy="183907"/>
            <a:chOff x="7370595" y="4278520"/>
            <a:chExt cx="183015" cy="183907"/>
          </a:xfrm>
          <a:solidFill>
            <a:srgbClr val="297FD5"/>
          </a:solidFill>
        </p:grpSpPr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659D9263-7041-B6CE-6B34-6CC7C6B83BB2}"/>
                </a:ext>
              </a:extLst>
            </p:cNvPr>
            <p:cNvSpPr/>
            <p:nvPr/>
          </p:nvSpPr>
          <p:spPr>
            <a:xfrm>
              <a:off x="7370595" y="4278818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672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4CBA26CC-56DD-A1D2-5B30-9B22A844C40A}"/>
                </a:ext>
              </a:extLst>
            </p:cNvPr>
            <p:cNvSpPr/>
            <p:nvPr/>
          </p:nvSpPr>
          <p:spPr>
            <a:xfrm>
              <a:off x="7470287" y="4278520"/>
              <a:ext cx="83323" cy="183441"/>
            </a:xfrm>
            <a:custGeom>
              <a:avLst/>
              <a:gdLst>
                <a:gd name="connsiteX0" fmla="*/ 19538 w 84165"/>
                <a:gd name="connsiteY0" fmla="*/ 180956 h 185294"/>
                <a:gd name="connsiteX1" fmla="*/ 5110 w 84165"/>
                <a:gd name="connsiteY1" fmla="*/ 167730 h 185294"/>
                <a:gd name="connsiteX2" fmla="*/ 0 w 84165"/>
                <a:gd name="connsiteY2" fmla="*/ 146689 h 185294"/>
                <a:gd name="connsiteX3" fmla="*/ 0 w 84165"/>
                <a:gd name="connsiteY3" fmla="*/ 133463 h 185294"/>
                <a:gd name="connsiteX4" fmla="*/ 27353 w 84165"/>
                <a:gd name="connsiteY4" fmla="*/ 133463 h 185294"/>
                <a:gd name="connsiteX5" fmla="*/ 27353 w 84165"/>
                <a:gd name="connsiteY5" fmla="*/ 145186 h 185294"/>
                <a:gd name="connsiteX6" fmla="*/ 29157 w 84165"/>
                <a:gd name="connsiteY6" fmla="*/ 152400 h 185294"/>
                <a:gd name="connsiteX7" fmla="*/ 34267 w 84165"/>
                <a:gd name="connsiteY7" fmla="*/ 156909 h 185294"/>
                <a:gd name="connsiteX8" fmla="*/ 42383 w 84165"/>
                <a:gd name="connsiteY8" fmla="*/ 158412 h 185294"/>
                <a:gd name="connsiteX9" fmla="*/ 52904 w 84165"/>
                <a:gd name="connsiteY9" fmla="*/ 154504 h 185294"/>
                <a:gd name="connsiteX10" fmla="*/ 56511 w 84165"/>
                <a:gd name="connsiteY10" fmla="*/ 143683 h 185294"/>
                <a:gd name="connsiteX11" fmla="*/ 56511 w 84165"/>
                <a:gd name="connsiteY11" fmla="*/ 118133 h 185294"/>
                <a:gd name="connsiteX12" fmla="*/ 53205 w 84165"/>
                <a:gd name="connsiteY12" fmla="*/ 106410 h 185294"/>
                <a:gd name="connsiteX13" fmla="*/ 43285 w 84165"/>
                <a:gd name="connsiteY13" fmla="*/ 102201 h 185294"/>
                <a:gd name="connsiteX14" fmla="*/ 31862 w 84165"/>
                <a:gd name="connsiteY14" fmla="*/ 102201 h 185294"/>
                <a:gd name="connsiteX15" fmla="*/ 31862 w 84165"/>
                <a:gd name="connsiteY15" fmla="*/ 75749 h 185294"/>
                <a:gd name="connsiteX16" fmla="*/ 43285 w 84165"/>
                <a:gd name="connsiteY16" fmla="*/ 75749 h 185294"/>
                <a:gd name="connsiteX17" fmla="*/ 50800 w 84165"/>
                <a:gd name="connsiteY17" fmla="*/ 72142 h 185294"/>
                <a:gd name="connsiteX18" fmla="*/ 53505 w 84165"/>
                <a:gd name="connsiteY18" fmla="*/ 62223 h 185294"/>
                <a:gd name="connsiteX19" fmla="*/ 53505 w 84165"/>
                <a:gd name="connsiteY19" fmla="*/ 38476 h 185294"/>
                <a:gd name="connsiteX20" fmla="*/ 50500 w 84165"/>
                <a:gd name="connsiteY20" fmla="*/ 29759 h 185294"/>
                <a:gd name="connsiteX21" fmla="*/ 42083 w 84165"/>
                <a:gd name="connsiteY21" fmla="*/ 26753 h 185294"/>
                <a:gd name="connsiteX22" fmla="*/ 35470 w 84165"/>
                <a:gd name="connsiteY22" fmla="*/ 28256 h 185294"/>
                <a:gd name="connsiteX23" fmla="*/ 31261 w 84165"/>
                <a:gd name="connsiteY23" fmla="*/ 32464 h 185294"/>
                <a:gd name="connsiteX24" fmla="*/ 29758 w 84165"/>
                <a:gd name="connsiteY24" fmla="*/ 38776 h 185294"/>
                <a:gd name="connsiteX25" fmla="*/ 29758 w 84165"/>
                <a:gd name="connsiteY25" fmla="*/ 52303 h 185294"/>
                <a:gd name="connsiteX26" fmla="*/ 2405 w 84165"/>
                <a:gd name="connsiteY26" fmla="*/ 52303 h 185294"/>
                <a:gd name="connsiteX27" fmla="*/ 2405 w 84165"/>
                <a:gd name="connsiteY27" fmla="*/ 38476 h 185294"/>
                <a:gd name="connsiteX28" fmla="*/ 7214 w 84165"/>
                <a:gd name="connsiteY28" fmla="*/ 17735 h 185294"/>
                <a:gd name="connsiteX29" fmla="*/ 21041 w 84165"/>
                <a:gd name="connsiteY29" fmla="*/ 4509 h 185294"/>
                <a:gd name="connsiteX30" fmla="*/ 42985 w 84165"/>
                <a:gd name="connsiteY30" fmla="*/ 0 h 185294"/>
                <a:gd name="connsiteX31" fmla="*/ 70939 w 84165"/>
                <a:gd name="connsiteY31" fmla="*/ 10220 h 185294"/>
                <a:gd name="connsiteX32" fmla="*/ 80859 w 84165"/>
                <a:gd name="connsiteY32" fmla="*/ 38776 h 185294"/>
                <a:gd name="connsiteX33" fmla="*/ 80859 w 84165"/>
                <a:gd name="connsiteY33" fmla="*/ 63726 h 185294"/>
                <a:gd name="connsiteX34" fmla="*/ 76651 w 84165"/>
                <a:gd name="connsiteY34" fmla="*/ 76952 h 185294"/>
                <a:gd name="connsiteX35" fmla="*/ 64627 w 84165"/>
                <a:gd name="connsiteY35" fmla="*/ 88675 h 185294"/>
                <a:gd name="connsiteX36" fmla="*/ 79056 w 84165"/>
                <a:gd name="connsiteY36" fmla="*/ 99496 h 185294"/>
                <a:gd name="connsiteX37" fmla="*/ 84166 w 84165"/>
                <a:gd name="connsiteY37" fmla="*/ 117532 h 185294"/>
                <a:gd name="connsiteX38" fmla="*/ 84166 w 84165"/>
                <a:gd name="connsiteY38" fmla="*/ 143984 h 185294"/>
                <a:gd name="connsiteX39" fmla="*/ 79356 w 84165"/>
                <a:gd name="connsiteY39" fmla="*/ 166227 h 185294"/>
                <a:gd name="connsiteX40" fmla="*/ 64927 w 84165"/>
                <a:gd name="connsiteY40" fmla="*/ 180355 h 185294"/>
                <a:gd name="connsiteX41" fmla="*/ 42383 w 84165"/>
                <a:gd name="connsiteY41" fmla="*/ 185165 h 185294"/>
                <a:gd name="connsiteX42" fmla="*/ 19538 w 84165"/>
                <a:gd name="connsiteY42" fmla="*/ 180956 h 18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4165" h="185294">
                  <a:moveTo>
                    <a:pt x="19538" y="180956"/>
                  </a:moveTo>
                  <a:cubicBezTo>
                    <a:pt x="13226" y="177951"/>
                    <a:pt x="8417" y="173442"/>
                    <a:pt x="5110" y="167730"/>
                  </a:cubicBezTo>
                  <a:cubicBezTo>
                    <a:pt x="1803" y="161719"/>
                    <a:pt x="0" y="154805"/>
                    <a:pt x="0" y="146689"/>
                  </a:cubicBezTo>
                  <a:lnTo>
                    <a:pt x="0" y="133463"/>
                  </a:lnTo>
                  <a:lnTo>
                    <a:pt x="27353" y="133463"/>
                  </a:lnTo>
                  <a:lnTo>
                    <a:pt x="27353" y="145186"/>
                  </a:lnTo>
                  <a:cubicBezTo>
                    <a:pt x="27353" y="147891"/>
                    <a:pt x="27955" y="150296"/>
                    <a:pt x="29157" y="152400"/>
                  </a:cubicBezTo>
                  <a:cubicBezTo>
                    <a:pt x="30359" y="154504"/>
                    <a:pt x="32163" y="156007"/>
                    <a:pt x="34267" y="156909"/>
                  </a:cubicBezTo>
                  <a:cubicBezTo>
                    <a:pt x="36371" y="158112"/>
                    <a:pt x="39077" y="158412"/>
                    <a:pt x="42383" y="158412"/>
                  </a:cubicBezTo>
                  <a:cubicBezTo>
                    <a:pt x="46892" y="158412"/>
                    <a:pt x="50500" y="157210"/>
                    <a:pt x="52904" y="154504"/>
                  </a:cubicBezTo>
                  <a:cubicBezTo>
                    <a:pt x="55309" y="151799"/>
                    <a:pt x="56511" y="148192"/>
                    <a:pt x="56511" y="143683"/>
                  </a:cubicBezTo>
                  <a:lnTo>
                    <a:pt x="56511" y="118133"/>
                  </a:lnTo>
                  <a:cubicBezTo>
                    <a:pt x="56511" y="113023"/>
                    <a:pt x="55309" y="109115"/>
                    <a:pt x="53205" y="106410"/>
                  </a:cubicBezTo>
                  <a:cubicBezTo>
                    <a:pt x="51101" y="103704"/>
                    <a:pt x="47794" y="102201"/>
                    <a:pt x="43285" y="102201"/>
                  </a:cubicBezTo>
                  <a:lnTo>
                    <a:pt x="31862" y="102201"/>
                  </a:lnTo>
                  <a:lnTo>
                    <a:pt x="31862" y="75749"/>
                  </a:lnTo>
                  <a:lnTo>
                    <a:pt x="43285" y="75749"/>
                  </a:lnTo>
                  <a:cubicBezTo>
                    <a:pt x="46592" y="75749"/>
                    <a:pt x="48997" y="74547"/>
                    <a:pt x="50800" y="72142"/>
                  </a:cubicBezTo>
                  <a:cubicBezTo>
                    <a:pt x="52604" y="69738"/>
                    <a:pt x="53505" y="66431"/>
                    <a:pt x="53505" y="62223"/>
                  </a:cubicBezTo>
                  <a:lnTo>
                    <a:pt x="53505" y="38476"/>
                  </a:lnTo>
                  <a:cubicBezTo>
                    <a:pt x="53505" y="34869"/>
                    <a:pt x="52604" y="31863"/>
                    <a:pt x="50500" y="29759"/>
                  </a:cubicBezTo>
                  <a:cubicBezTo>
                    <a:pt x="48395" y="27655"/>
                    <a:pt x="45690" y="26753"/>
                    <a:pt x="42083" y="26753"/>
                  </a:cubicBezTo>
                  <a:cubicBezTo>
                    <a:pt x="39377" y="26753"/>
                    <a:pt x="37273" y="27354"/>
                    <a:pt x="35470" y="28256"/>
                  </a:cubicBezTo>
                  <a:cubicBezTo>
                    <a:pt x="33666" y="29158"/>
                    <a:pt x="32163" y="30661"/>
                    <a:pt x="31261" y="32464"/>
                  </a:cubicBezTo>
                  <a:cubicBezTo>
                    <a:pt x="30359" y="34268"/>
                    <a:pt x="29758" y="36372"/>
                    <a:pt x="29758" y="38776"/>
                  </a:cubicBezTo>
                  <a:lnTo>
                    <a:pt x="29758" y="52303"/>
                  </a:lnTo>
                  <a:lnTo>
                    <a:pt x="2405" y="52303"/>
                  </a:lnTo>
                  <a:lnTo>
                    <a:pt x="2405" y="38476"/>
                  </a:lnTo>
                  <a:cubicBezTo>
                    <a:pt x="2405" y="30360"/>
                    <a:pt x="3908" y="23446"/>
                    <a:pt x="7214" y="17735"/>
                  </a:cubicBezTo>
                  <a:cubicBezTo>
                    <a:pt x="10521" y="12024"/>
                    <a:pt x="15030" y="7515"/>
                    <a:pt x="21041" y="4509"/>
                  </a:cubicBezTo>
                  <a:cubicBezTo>
                    <a:pt x="27053" y="1503"/>
                    <a:pt x="34267" y="0"/>
                    <a:pt x="42985" y="0"/>
                  </a:cubicBezTo>
                  <a:cubicBezTo>
                    <a:pt x="55008" y="0"/>
                    <a:pt x="64326" y="3307"/>
                    <a:pt x="70939" y="10220"/>
                  </a:cubicBezTo>
                  <a:cubicBezTo>
                    <a:pt x="77553" y="16833"/>
                    <a:pt x="80859" y="26452"/>
                    <a:pt x="80859" y="38776"/>
                  </a:cubicBezTo>
                  <a:lnTo>
                    <a:pt x="80859" y="63726"/>
                  </a:lnTo>
                  <a:cubicBezTo>
                    <a:pt x="80859" y="68235"/>
                    <a:pt x="79356" y="72743"/>
                    <a:pt x="76651" y="76952"/>
                  </a:cubicBezTo>
                  <a:cubicBezTo>
                    <a:pt x="73945" y="81160"/>
                    <a:pt x="69737" y="85368"/>
                    <a:pt x="64627" y="88675"/>
                  </a:cubicBezTo>
                  <a:cubicBezTo>
                    <a:pt x="70639" y="90779"/>
                    <a:pt x="75448" y="94686"/>
                    <a:pt x="79056" y="99496"/>
                  </a:cubicBezTo>
                  <a:cubicBezTo>
                    <a:pt x="82362" y="104606"/>
                    <a:pt x="84166" y="110618"/>
                    <a:pt x="84166" y="117532"/>
                  </a:cubicBezTo>
                  <a:lnTo>
                    <a:pt x="84166" y="143984"/>
                  </a:lnTo>
                  <a:cubicBezTo>
                    <a:pt x="84166" y="152701"/>
                    <a:pt x="82663" y="160216"/>
                    <a:pt x="79356" y="166227"/>
                  </a:cubicBezTo>
                  <a:cubicBezTo>
                    <a:pt x="76050" y="172239"/>
                    <a:pt x="71240" y="177049"/>
                    <a:pt x="64927" y="180355"/>
                  </a:cubicBezTo>
                  <a:cubicBezTo>
                    <a:pt x="58615" y="183662"/>
                    <a:pt x="51101" y="185165"/>
                    <a:pt x="42383" y="185165"/>
                  </a:cubicBezTo>
                  <a:cubicBezTo>
                    <a:pt x="33666" y="185766"/>
                    <a:pt x="25850" y="184263"/>
                    <a:pt x="19538" y="180956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A50468D-FDEC-C3F3-2AE7-6A930AE7EE60}"/>
              </a:ext>
            </a:extLst>
          </p:cNvPr>
          <p:cNvSpPr/>
          <p:nvPr/>
        </p:nvSpPr>
        <p:spPr>
          <a:xfrm>
            <a:off x="8821440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7F8FA9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C5C0657-3AA7-AEB2-CF26-185CB830C287}"/>
              </a:ext>
            </a:extLst>
          </p:cNvPr>
          <p:cNvSpPr/>
          <p:nvPr/>
        </p:nvSpPr>
        <p:spPr>
          <a:xfrm>
            <a:off x="9083614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BFA50F1D-E4C2-FC92-6EB7-D8EB894AD95B}"/>
              </a:ext>
            </a:extLst>
          </p:cNvPr>
          <p:cNvSpPr/>
          <p:nvPr/>
        </p:nvSpPr>
        <p:spPr>
          <a:xfrm>
            <a:off x="9390127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1C12BB0-40CF-4995-393E-E571899C1508}"/>
              </a:ext>
            </a:extLst>
          </p:cNvPr>
          <p:cNvSpPr/>
          <p:nvPr/>
        </p:nvSpPr>
        <p:spPr>
          <a:xfrm>
            <a:off x="9455895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D4075602-0980-162E-02F2-E1DD514F7301}"/>
              </a:ext>
            </a:extLst>
          </p:cNvPr>
          <p:cNvSpPr/>
          <p:nvPr/>
        </p:nvSpPr>
        <p:spPr>
          <a:xfrm>
            <a:off x="9526123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08FF6167-2480-5A16-12AC-0FCE134EB88C}"/>
              </a:ext>
            </a:extLst>
          </p:cNvPr>
          <p:cNvSpPr/>
          <p:nvPr/>
        </p:nvSpPr>
        <p:spPr>
          <a:xfrm>
            <a:off x="9543085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15F6710-84EA-DB81-CDD9-A345F018242B}"/>
              </a:ext>
            </a:extLst>
          </p:cNvPr>
          <p:cNvSpPr/>
          <p:nvPr/>
        </p:nvSpPr>
        <p:spPr>
          <a:xfrm>
            <a:off x="9882930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C26A8EC6-6F49-FB46-A7E5-C1739670142C}"/>
              </a:ext>
            </a:extLst>
          </p:cNvPr>
          <p:cNvSpPr/>
          <p:nvPr/>
        </p:nvSpPr>
        <p:spPr>
          <a:xfrm>
            <a:off x="9932329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08D08CC0-3202-6BCA-D09F-4E5EF177D8D7}"/>
              </a:ext>
            </a:extLst>
          </p:cNvPr>
          <p:cNvSpPr/>
          <p:nvPr/>
        </p:nvSpPr>
        <p:spPr>
          <a:xfrm>
            <a:off x="9953160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E55F7B2-8D0F-C62B-4EF4-5D8FB248B650}"/>
              </a:ext>
            </a:extLst>
          </p:cNvPr>
          <p:cNvSpPr/>
          <p:nvPr/>
        </p:nvSpPr>
        <p:spPr>
          <a:xfrm>
            <a:off x="9932329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42C29D4D-0C44-444F-8806-0A911803E7A5}"/>
              </a:ext>
            </a:extLst>
          </p:cNvPr>
          <p:cNvSpPr/>
          <p:nvPr/>
        </p:nvSpPr>
        <p:spPr>
          <a:xfrm>
            <a:off x="9953160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91C691F6-95E0-DC9F-2381-6D0D888B2EDA}"/>
              </a:ext>
            </a:extLst>
          </p:cNvPr>
          <p:cNvSpPr/>
          <p:nvPr/>
        </p:nvSpPr>
        <p:spPr>
          <a:xfrm>
            <a:off x="1018468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CE25E42-D1DF-770A-691E-EF88C07377E2}"/>
              </a:ext>
            </a:extLst>
          </p:cNvPr>
          <p:cNvGrpSpPr/>
          <p:nvPr/>
        </p:nvGrpSpPr>
        <p:grpSpPr>
          <a:xfrm>
            <a:off x="10091834" y="4318144"/>
            <a:ext cx="197003" cy="183609"/>
            <a:chOff x="10091983" y="4278794"/>
            <a:chExt cx="197003" cy="183609"/>
          </a:xfrm>
          <a:solidFill>
            <a:srgbClr val="7F8FA9"/>
          </a:solidFill>
        </p:grpSpPr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258DC2E9-778E-474C-48B5-B3EDA755C312}"/>
                </a:ext>
              </a:extLst>
            </p:cNvPr>
            <p:cNvSpPr/>
            <p:nvPr/>
          </p:nvSpPr>
          <p:spPr>
            <a:xfrm>
              <a:off x="10091983" y="4278794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973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0B1266D5-AF12-F89F-50D2-34421EE1177D}"/>
                </a:ext>
              </a:extLst>
            </p:cNvPr>
            <p:cNvSpPr/>
            <p:nvPr/>
          </p:nvSpPr>
          <p:spPr>
            <a:xfrm>
              <a:off x="10194057" y="4280877"/>
              <a:ext cx="94929" cy="179741"/>
            </a:xfrm>
            <a:custGeom>
              <a:avLst/>
              <a:gdLst>
                <a:gd name="connsiteX0" fmla="*/ 300 w 95888"/>
                <a:gd name="connsiteY0" fmla="*/ 128653 h 181557"/>
                <a:gd name="connsiteX1" fmla="*/ 38776 w 95888"/>
                <a:gd name="connsiteY1" fmla="*/ 0 h 181557"/>
                <a:gd name="connsiteX2" fmla="*/ 67332 w 95888"/>
                <a:gd name="connsiteY2" fmla="*/ 0 h 181557"/>
                <a:gd name="connsiteX3" fmla="*/ 30359 w 95888"/>
                <a:gd name="connsiteY3" fmla="*/ 127150 h 181557"/>
                <a:gd name="connsiteX4" fmla="*/ 95888 w 95888"/>
                <a:gd name="connsiteY4" fmla="*/ 127150 h 181557"/>
                <a:gd name="connsiteX5" fmla="*/ 95888 w 95888"/>
                <a:gd name="connsiteY5" fmla="*/ 153602 h 181557"/>
                <a:gd name="connsiteX6" fmla="*/ 0 w 95888"/>
                <a:gd name="connsiteY6" fmla="*/ 153602 h 181557"/>
                <a:gd name="connsiteX7" fmla="*/ 0 w 95888"/>
                <a:gd name="connsiteY7" fmla="*/ 128653 h 181557"/>
                <a:gd name="connsiteX8" fmla="*/ 57413 w 95888"/>
                <a:gd name="connsiteY8" fmla="*/ 78154 h 181557"/>
                <a:gd name="connsiteX9" fmla="*/ 84166 w 95888"/>
                <a:gd name="connsiteY9" fmla="*/ 78154 h 181557"/>
                <a:gd name="connsiteX10" fmla="*/ 84166 w 95888"/>
                <a:gd name="connsiteY10" fmla="*/ 181557 h 181557"/>
                <a:gd name="connsiteX11" fmla="*/ 57413 w 95888"/>
                <a:gd name="connsiteY11" fmla="*/ 181557 h 181557"/>
                <a:gd name="connsiteX12" fmla="*/ 57413 w 95888"/>
                <a:gd name="connsiteY12" fmla="*/ 78154 h 18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888" h="181557">
                  <a:moveTo>
                    <a:pt x="300" y="128653"/>
                  </a:moveTo>
                  <a:lnTo>
                    <a:pt x="38776" y="0"/>
                  </a:lnTo>
                  <a:lnTo>
                    <a:pt x="67332" y="0"/>
                  </a:lnTo>
                  <a:lnTo>
                    <a:pt x="30359" y="127150"/>
                  </a:lnTo>
                  <a:lnTo>
                    <a:pt x="95888" y="127150"/>
                  </a:lnTo>
                  <a:lnTo>
                    <a:pt x="95888" y="153602"/>
                  </a:lnTo>
                  <a:lnTo>
                    <a:pt x="0" y="153602"/>
                  </a:lnTo>
                  <a:lnTo>
                    <a:pt x="0" y="128653"/>
                  </a:lnTo>
                  <a:close/>
                  <a:moveTo>
                    <a:pt x="57413" y="78154"/>
                  </a:moveTo>
                  <a:lnTo>
                    <a:pt x="84166" y="78154"/>
                  </a:lnTo>
                  <a:lnTo>
                    <a:pt x="84166" y="181557"/>
                  </a:lnTo>
                  <a:lnTo>
                    <a:pt x="57413" y="181557"/>
                  </a:lnTo>
                  <a:lnTo>
                    <a:pt x="57413" y="7815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93203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2">
            <a:extLst>
              <a:ext uri="{FF2B5EF4-FFF2-40B4-BE49-F238E27FC236}">
                <a16:creationId xmlns:a16="http://schemas.microsoft.com/office/drawing/2014/main" id="{CF592A97-D7AB-C8C5-D43A-AA0C8FD11C32}"/>
              </a:ext>
            </a:extLst>
          </p:cNvPr>
          <p:cNvSpPr/>
          <p:nvPr/>
        </p:nvSpPr>
        <p:spPr>
          <a:xfrm flipV="1">
            <a:off x="2247900" y="2692400"/>
            <a:ext cx="1988643" cy="1584650"/>
          </a:xfrm>
          <a:custGeom>
            <a:avLst/>
            <a:gdLst/>
            <a:ahLst/>
            <a:cxnLst/>
            <a:rect l="l" t="t" r="r" b="b"/>
            <a:pathLst>
              <a:path w="1988643" h="1584650">
                <a:moveTo>
                  <a:pt x="0" y="0"/>
                </a:moveTo>
                <a:lnTo>
                  <a:pt x="15612" y="0"/>
                </a:lnTo>
                <a:lnTo>
                  <a:pt x="206530" y="69957"/>
                </a:lnTo>
                <a:cubicBezTo>
                  <a:pt x="403556" y="135701"/>
                  <a:pt x="608761" y="191383"/>
                  <a:pt x="820205" y="235353"/>
                </a:cubicBezTo>
                <a:cubicBezTo>
                  <a:pt x="1137374" y="301309"/>
                  <a:pt x="1446066" y="336232"/>
                  <a:pt x="1738956" y="342803"/>
                </a:cubicBezTo>
                <a:lnTo>
                  <a:pt x="1988643" y="340389"/>
                </a:lnTo>
                <a:lnTo>
                  <a:pt x="1988643" y="1244262"/>
                </a:lnTo>
                <a:lnTo>
                  <a:pt x="1738956" y="1241847"/>
                </a:lnTo>
                <a:cubicBezTo>
                  <a:pt x="1446066" y="1248419"/>
                  <a:pt x="1137374" y="1283343"/>
                  <a:pt x="820205" y="1349298"/>
                </a:cubicBezTo>
                <a:cubicBezTo>
                  <a:pt x="608761" y="1393269"/>
                  <a:pt x="403556" y="1448951"/>
                  <a:pt x="206530" y="1514695"/>
                </a:cubicBezTo>
                <a:lnTo>
                  <a:pt x="15615" y="1584650"/>
                </a:lnTo>
                <a:lnTo>
                  <a:pt x="0" y="1584650"/>
                </a:lnTo>
                <a:close/>
              </a:path>
            </a:pathLst>
          </a:custGeom>
          <a:gradFill rotWithShape="1">
            <a:gsLst>
              <a:gs pos="14000">
                <a:srgbClr val="009DD9">
                  <a:alpha val="0"/>
                </a:srgbClr>
              </a:gs>
              <a:gs pos="100000">
                <a:srgbClr val="009DD9">
                  <a:alpha val="18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9662440-0A5B-AB07-961D-01EBEC144AFD}"/>
              </a:ext>
            </a:extLst>
          </p:cNvPr>
          <p:cNvSpPr/>
          <p:nvPr/>
        </p:nvSpPr>
        <p:spPr>
          <a:xfrm flipV="1">
            <a:off x="2768600" y="3937000"/>
            <a:ext cx="1237097" cy="180144"/>
          </a:xfrm>
          <a:custGeom>
            <a:avLst/>
            <a:gdLst/>
            <a:ahLst/>
            <a:cxnLst/>
            <a:rect l="l" t="t" r="r" b="b"/>
            <a:pathLst>
              <a:path w="1237097" h="180144">
                <a:moveTo>
                  <a:pt x="0" y="0"/>
                </a:moveTo>
                <a:lnTo>
                  <a:pt x="304538" y="72694"/>
                </a:lnTo>
                <a:cubicBezTo>
                  <a:pt x="621707" y="138650"/>
                  <a:pt x="930399" y="173572"/>
                  <a:pt x="1223289" y="180144"/>
                </a:cubicBezTo>
                <a:lnTo>
                  <a:pt x="1237097" y="180011"/>
                </a:lnTo>
              </a:path>
            </a:pathLst>
          </a:custGeom>
          <a:noFill/>
          <a:ln w="12700" cap="flat" cmpd="sng">
            <a:gradFill rotWithShape="1">
              <a:gsLst>
                <a:gs pos="0">
                  <a:srgbClr val="26476A">
                    <a:alpha val="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4">
            <a:extLst>
              <a:ext uri="{FF2B5EF4-FFF2-40B4-BE49-F238E27FC236}">
                <a16:creationId xmlns:a16="http://schemas.microsoft.com/office/drawing/2014/main" id="{9CBA84F5-8704-3E5B-E294-7E5E6203A430}"/>
              </a:ext>
            </a:extLst>
          </p:cNvPr>
          <p:cNvSpPr/>
          <p:nvPr/>
        </p:nvSpPr>
        <p:spPr>
          <a:xfrm flipV="1">
            <a:off x="3949700" y="3937000"/>
            <a:ext cx="50800" cy="25400"/>
          </a:xfrm>
          <a:prstGeom prst="rtTriangl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5">
            <a:extLst>
              <a:ext uri="{FF2B5EF4-FFF2-40B4-BE49-F238E27FC236}">
                <a16:creationId xmlns:a16="http://schemas.microsoft.com/office/drawing/2014/main" id="{8229EA79-F253-68E1-2784-A711E6727F64}"/>
              </a:ext>
            </a:extLst>
          </p:cNvPr>
          <p:cNvSpPr/>
          <p:nvPr/>
        </p:nvSpPr>
        <p:spPr>
          <a:xfrm>
            <a:off x="2768600" y="2857500"/>
            <a:ext cx="1237097" cy="180144"/>
          </a:xfrm>
          <a:custGeom>
            <a:avLst/>
            <a:gdLst/>
            <a:ahLst/>
            <a:cxnLst/>
            <a:rect l="l" t="t" r="r" b="b"/>
            <a:pathLst>
              <a:path w="1237097" h="180144">
                <a:moveTo>
                  <a:pt x="0" y="0"/>
                </a:moveTo>
                <a:lnTo>
                  <a:pt x="304538" y="72694"/>
                </a:lnTo>
                <a:cubicBezTo>
                  <a:pt x="621707" y="138650"/>
                  <a:pt x="930399" y="173572"/>
                  <a:pt x="1223289" y="180144"/>
                </a:cubicBezTo>
                <a:lnTo>
                  <a:pt x="1237097" y="180011"/>
                </a:lnTo>
              </a:path>
            </a:pathLst>
          </a:custGeom>
          <a:noFill/>
          <a:ln w="12700" cap="flat" cmpd="sng">
            <a:gradFill rotWithShape="1">
              <a:gsLst>
                <a:gs pos="0">
                  <a:srgbClr val="26476A">
                    <a:alpha val="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6">
            <a:extLst>
              <a:ext uri="{FF2B5EF4-FFF2-40B4-BE49-F238E27FC236}">
                <a16:creationId xmlns:a16="http://schemas.microsoft.com/office/drawing/2014/main" id="{E30811D6-CE8A-4FED-9B6A-53BA68A83E1A}"/>
              </a:ext>
            </a:extLst>
          </p:cNvPr>
          <p:cNvSpPr/>
          <p:nvPr/>
        </p:nvSpPr>
        <p:spPr>
          <a:xfrm>
            <a:off x="3949700" y="2997200"/>
            <a:ext cx="50800" cy="25400"/>
          </a:xfrm>
          <a:prstGeom prst="rtTriangl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E4957663-A4AE-AF4C-276E-9A9711191270}"/>
              </a:ext>
            </a:extLst>
          </p:cNvPr>
          <p:cNvSpPr/>
          <p:nvPr/>
        </p:nvSpPr>
        <p:spPr>
          <a:xfrm>
            <a:off x="1104900" y="2622717"/>
            <a:ext cx="1663700" cy="1663700"/>
          </a:xfrm>
          <a:prstGeom prst="ellipse">
            <a:avLst/>
          </a:prstGeom>
          <a:solidFill>
            <a:srgbClr val="26476A">
              <a:alpha val="9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8">
            <a:extLst>
              <a:ext uri="{FF2B5EF4-FFF2-40B4-BE49-F238E27FC236}">
                <a16:creationId xmlns:a16="http://schemas.microsoft.com/office/drawing/2014/main" id="{22F6AB51-8E2E-6B02-14C8-CB9971561DCF}"/>
              </a:ext>
            </a:extLst>
          </p:cNvPr>
          <p:cNvCxnSpPr/>
          <p:nvPr/>
        </p:nvCxnSpPr>
        <p:spPr>
          <a:xfrm rot="3">
            <a:off x="2857500" y="3479801"/>
            <a:ext cx="9652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0" name="AutoShape 19">
            <a:extLst>
              <a:ext uri="{FF2B5EF4-FFF2-40B4-BE49-F238E27FC236}">
                <a16:creationId xmlns:a16="http://schemas.microsoft.com/office/drawing/2014/main" id="{4B8764D4-8F75-DE49-ABA5-27FC02CBDAFE}"/>
              </a:ext>
            </a:extLst>
          </p:cNvPr>
          <p:cNvSpPr/>
          <p:nvPr/>
        </p:nvSpPr>
        <p:spPr>
          <a:xfrm>
            <a:off x="3924300" y="2971800"/>
            <a:ext cx="1028700" cy="1028700"/>
          </a:xfrm>
          <a:prstGeom prst="ellipse">
            <a:avLst/>
          </a:prstGeom>
          <a:solidFill>
            <a:srgbClr val="26476A">
              <a:alpha val="9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1" name="Connector 20">
            <a:extLst>
              <a:ext uri="{FF2B5EF4-FFF2-40B4-BE49-F238E27FC236}">
                <a16:creationId xmlns:a16="http://schemas.microsoft.com/office/drawing/2014/main" id="{1E9472CD-A1B0-8AA2-B603-253C322A9E74}"/>
              </a:ext>
            </a:extLst>
          </p:cNvPr>
          <p:cNvCxnSpPr/>
          <p:nvPr/>
        </p:nvCxnSpPr>
        <p:spPr>
          <a:xfrm rot="2686695">
            <a:off x="4910715" y="4019580"/>
            <a:ext cx="9609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2" name="Connector 21">
            <a:extLst>
              <a:ext uri="{FF2B5EF4-FFF2-40B4-BE49-F238E27FC236}">
                <a16:creationId xmlns:a16="http://schemas.microsoft.com/office/drawing/2014/main" id="{8E8F842B-AE6F-B5D0-F146-6D69B9414423}"/>
              </a:ext>
            </a:extLst>
          </p:cNvPr>
          <p:cNvCxnSpPr/>
          <p:nvPr/>
        </p:nvCxnSpPr>
        <p:spPr>
          <a:xfrm rot="-2777559">
            <a:off x="4910715" y="2952720"/>
            <a:ext cx="9609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3" name="Connector 22">
            <a:extLst>
              <a:ext uri="{FF2B5EF4-FFF2-40B4-BE49-F238E27FC236}">
                <a16:creationId xmlns:a16="http://schemas.microsoft.com/office/drawing/2014/main" id="{D82605B7-70EA-0A5E-E02D-09395ED82F3D}"/>
              </a:ext>
            </a:extLst>
          </p:cNvPr>
          <p:cNvCxnSpPr/>
          <p:nvPr/>
        </p:nvCxnSpPr>
        <p:spPr>
          <a:xfrm rot="3">
            <a:off x="4914900" y="3479801"/>
            <a:ext cx="9652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4" name="Freeform 23">
            <a:extLst>
              <a:ext uri="{FF2B5EF4-FFF2-40B4-BE49-F238E27FC236}">
                <a16:creationId xmlns:a16="http://schemas.microsoft.com/office/drawing/2014/main" id="{99D7602F-7C29-2E5D-6EC9-DFD1CFA12DE6}"/>
              </a:ext>
            </a:extLst>
          </p:cNvPr>
          <p:cNvSpPr/>
          <p:nvPr/>
        </p:nvSpPr>
        <p:spPr>
          <a:xfrm>
            <a:off x="1511300" y="3352800"/>
            <a:ext cx="826714" cy="474627"/>
          </a:xfrm>
          <a:custGeom>
            <a:avLst/>
            <a:gdLst/>
            <a:ahLst/>
            <a:cxnLst/>
            <a:rect l="l" t="t" r="r" b="b"/>
            <a:pathLst>
              <a:path w="826714" h="474627">
                <a:moveTo>
                  <a:pt x="724886" y="70763"/>
                </a:moveTo>
                <a:lnTo>
                  <a:pt x="414219" y="291680"/>
                </a:lnTo>
                <a:lnTo>
                  <a:pt x="101829" y="70763"/>
                </a:lnTo>
                <a:lnTo>
                  <a:pt x="0" y="0"/>
                </a:lnTo>
                <a:lnTo>
                  <a:pt x="0" y="474627"/>
                </a:lnTo>
                <a:lnTo>
                  <a:pt x="826714" y="474627"/>
                </a:lnTo>
                <a:lnTo>
                  <a:pt x="826714" y="0"/>
                </a:lnTo>
                <a:lnTo>
                  <a:pt x="724886" y="7076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24">
            <a:extLst>
              <a:ext uri="{FF2B5EF4-FFF2-40B4-BE49-F238E27FC236}">
                <a16:creationId xmlns:a16="http://schemas.microsoft.com/office/drawing/2014/main" id="{056E914F-9C96-5CFB-6446-F94D55A16602}"/>
              </a:ext>
            </a:extLst>
          </p:cNvPr>
          <p:cNvSpPr/>
          <p:nvPr/>
        </p:nvSpPr>
        <p:spPr>
          <a:xfrm>
            <a:off x="1600200" y="3136900"/>
            <a:ext cx="671382" cy="476353"/>
          </a:xfrm>
          <a:custGeom>
            <a:avLst/>
            <a:gdLst/>
            <a:ahLst/>
            <a:cxnLst/>
            <a:rect l="l" t="t" r="r" b="b"/>
            <a:pathLst>
              <a:path w="671382" h="476353">
                <a:moveTo>
                  <a:pt x="8952" y="248662"/>
                </a:moveTo>
                <a:cubicBezTo>
                  <a:pt x="322264" y="470361"/>
                  <a:pt x="322264" y="470361"/>
                  <a:pt x="322264" y="470361"/>
                </a:cubicBezTo>
                <a:cubicBezTo>
                  <a:pt x="325247" y="473357"/>
                  <a:pt x="331215" y="476353"/>
                  <a:pt x="337182" y="476353"/>
                </a:cubicBezTo>
                <a:cubicBezTo>
                  <a:pt x="340167" y="476353"/>
                  <a:pt x="346135" y="473357"/>
                  <a:pt x="349119" y="470361"/>
                </a:cubicBezTo>
                <a:cubicBezTo>
                  <a:pt x="662431" y="248662"/>
                  <a:pt x="662431" y="248662"/>
                  <a:pt x="662431" y="248662"/>
                </a:cubicBezTo>
                <a:cubicBezTo>
                  <a:pt x="668398" y="242670"/>
                  <a:pt x="671382" y="236678"/>
                  <a:pt x="671382" y="227691"/>
                </a:cubicBezTo>
                <a:cubicBezTo>
                  <a:pt x="671382" y="23967"/>
                  <a:pt x="671382" y="23967"/>
                  <a:pt x="671382" y="23967"/>
                </a:cubicBezTo>
                <a:cubicBezTo>
                  <a:pt x="671382" y="8988"/>
                  <a:pt x="659446" y="0"/>
                  <a:pt x="647511" y="0"/>
                </a:cubicBezTo>
                <a:cubicBezTo>
                  <a:pt x="23871" y="0"/>
                  <a:pt x="23871" y="0"/>
                  <a:pt x="23871" y="0"/>
                </a:cubicBezTo>
                <a:cubicBezTo>
                  <a:pt x="11935" y="0"/>
                  <a:pt x="0" y="8988"/>
                  <a:pt x="0" y="23967"/>
                </a:cubicBezTo>
                <a:cubicBezTo>
                  <a:pt x="0" y="227691"/>
                  <a:pt x="0" y="227691"/>
                  <a:pt x="0" y="227691"/>
                </a:cubicBezTo>
                <a:cubicBezTo>
                  <a:pt x="0" y="236678"/>
                  <a:pt x="2984" y="242670"/>
                  <a:pt x="8952" y="248662"/>
                </a:cubicBezTo>
                <a:close/>
                <a:moveTo>
                  <a:pt x="47743" y="47935"/>
                </a:moveTo>
                <a:cubicBezTo>
                  <a:pt x="623640" y="47935"/>
                  <a:pt x="623640" y="47935"/>
                  <a:pt x="623640" y="47935"/>
                </a:cubicBezTo>
                <a:cubicBezTo>
                  <a:pt x="623640" y="215707"/>
                  <a:pt x="623640" y="215707"/>
                  <a:pt x="623640" y="215707"/>
                </a:cubicBezTo>
                <a:cubicBezTo>
                  <a:pt x="337182" y="422426"/>
                  <a:pt x="337182" y="422426"/>
                  <a:pt x="337182" y="422426"/>
                </a:cubicBezTo>
                <a:cubicBezTo>
                  <a:pt x="47743" y="215707"/>
                  <a:pt x="47743" y="215707"/>
                  <a:pt x="47743" y="215707"/>
                </a:cubicBezTo>
                <a:lnTo>
                  <a:pt x="47743" y="4793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25">
            <a:extLst>
              <a:ext uri="{FF2B5EF4-FFF2-40B4-BE49-F238E27FC236}">
                <a16:creationId xmlns:a16="http://schemas.microsoft.com/office/drawing/2014/main" id="{C4E73E7B-3582-FC1F-14B0-1F02E9BE5F52}"/>
              </a:ext>
            </a:extLst>
          </p:cNvPr>
          <p:cNvSpPr/>
          <p:nvPr/>
        </p:nvSpPr>
        <p:spPr>
          <a:xfrm>
            <a:off x="1714500" y="3238500"/>
            <a:ext cx="417671" cy="55228"/>
          </a:xfrm>
          <a:custGeom>
            <a:avLst/>
            <a:gdLst/>
            <a:ahLst/>
            <a:cxnLst/>
            <a:rect l="l" t="t" r="r" b="b"/>
            <a:pathLst>
              <a:path w="417671" h="55228">
                <a:moveTo>
                  <a:pt x="26850" y="55228"/>
                </a:moveTo>
                <a:cubicBezTo>
                  <a:pt x="390821" y="55228"/>
                  <a:pt x="390821" y="55228"/>
                  <a:pt x="390821" y="55228"/>
                </a:cubicBezTo>
                <a:cubicBezTo>
                  <a:pt x="405737" y="55228"/>
                  <a:pt x="417671" y="42956"/>
                  <a:pt x="417671" y="27615"/>
                </a:cubicBezTo>
                <a:cubicBezTo>
                  <a:pt x="417671" y="12273"/>
                  <a:pt x="405737" y="0"/>
                  <a:pt x="390821" y="0"/>
                </a:cubicBezTo>
                <a:cubicBezTo>
                  <a:pt x="26850" y="0"/>
                  <a:pt x="26850" y="0"/>
                  <a:pt x="26850" y="0"/>
                </a:cubicBezTo>
                <a:cubicBezTo>
                  <a:pt x="11933" y="0"/>
                  <a:pt x="0" y="12273"/>
                  <a:pt x="0" y="27615"/>
                </a:cubicBezTo>
                <a:cubicBezTo>
                  <a:pt x="0" y="42956"/>
                  <a:pt x="11933" y="55228"/>
                  <a:pt x="26850" y="552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26">
            <a:extLst>
              <a:ext uri="{FF2B5EF4-FFF2-40B4-BE49-F238E27FC236}">
                <a16:creationId xmlns:a16="http://schemas.microsoft.com/office/drawing/2014/main" id="{7D4FAC02-FEAB-31EE-CAC3-64A1B99A9115}"/>
              </a:ext>
            </a:extLst>
          </p:cNvPr>
          <p:cNvSpPr/>
          <p:nvPr/>
        </p:nvSpPr>
        <p:spPr>
          <a:xfrm>
            <a:off x="1714500" y="3327400"/>
            <a:ext cx="417671" cy="53504"/>
          </a:xfrm>
          <a:custGeom>
            <a:avLst/>
            <a:gdLst/>
            <a:ahLst/>
            <a:cxnLst/>
            <a:rect l="l" t="t" r="r" b="b"/>
            <a:pathLst>
              <a:path w="417671" h="53504">
                <a:moveTo>
                  <a:pt x="417671" y="26753"/>
                </a:moveTo>
                <a:cubicBezTo>
                  <a:pt x="417671" y="11890"/>
                  <a:pt x="405737" y="0"/>
                  <a:pt x="390821" y="0"/>
                </a:cubicBezTo>
                <a:cubicBezTo>
                  <a:pt x="26850" y="0"/>
                  <a:pt x="26850" y="0"/>
                  <a:pt x="26850" y="0"/>
                </a:cubicBezTo>
                <a:cubicBezTo>
                  <a:pt x="11933" y="0"/>
                  <a:pt x="0" y="11890"/>
                  <a:pt x="0" y="26753"/>
                </a:cubicBezTo>
                <a:cubicBezTo>
                  <a:pt x="0" y="41614"/>
                  <a:pt x="11933" y="53504"/>
                  <a:pt x="26850" y="53504"/>
                </a:cubicBezTo>
                <a:cubicBezTo>
                  <a:pt x="390821" y="53504"/>
                  <a:pt x="390821" y="53504"/>
                  <a:pt x="390821" y="53504"/>
                </a:cubicBezTo>
                <a:cubicBezTo>
                  <a:pt x="405737" y="53504"/>
                  <a:pt x="417671" y="41614"/>
                  <a:pt x="417671" y="2675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27">
            <a:extLst>
              <a:ext uri="{FF2B5EF4-FFF2-40B4-BE49-F238E27FC236}">
                <a16:creationId xmlns:a16="http://schemas.microsoft.com/office/drawing/2014/main" id="{FB3EA725-74B5-2254-4A32-9188761D2340}"/>
              </a:ext>
            </a:extLst>
          </p:cNvPr>
          <p:cNvSpPr/>
          <p:nvPr/>
        </p:nvSpPr>
        <p:spPr>
          <a:xfrm>
            <a:off x="4254500" y="3289300"/>
            <a:ext cx="366394" cy="389293"/>
          </a:xfrm>
          <a:custGeom>
            <a:avLst/>
            <a:gdLst/>
            <a:ahLst/>
            <a:cxnLst/>
            <a:rect l="l" t="t" r="r" b="b"/>
            <a:pathLst>
              <a:path w="366394" h="389293">
                <a:moveTo>
                  <a:pt x="308755" y="90150"/>
                </a:moveTo>
                <a:cubicBezTo>
                  <a:pt x="341696" y="118843"/>
                  <a:pt x="366394" y="163918"/>
                  <a:pt x="366394" y="217193"/>
                </a:cubicBezTo>
                <a:cubicBezTo>
                  <a:pt x="366394" y="258159"/>
                  <a:pt x="349923" y="299143"/>
                  <a:pt x="321104" y="327817"/>
                </a:cubicBezTo>
                <a:cubicBezTo>
                  <a:pt x="193493" y="217193"/>
                  <a:pt x="193493" y="217193"/>
                  <a:pt x="193493" y="217193"/>
                </a:cubicBezTo>
                <a:cubicBezTo>
                  <a:pt x="308755" y="90150"/>
                  <a:pt x="308755" y="90150"/>
                  <a:pt x="308755" y="90150"/>
                </a:cubicBezTo>
                <a:close/>
                <a:moveTo>
                  <a:pt x="312877" y="340126"/>
                </a:moveTo>
                <a:cubicBezTo>
                  <a:pt x="304650" y="348309"/>
                  <a:pt x="296407" y="356509"/>
                  <a:pt x="284057" y="360601"/>
                </a:cubicBezTo>
                <a:cubicBezTo>
                  <a:pt x="304650" y="331926"/>
                  <a:pt x="304650" y="331926"/>
                  <a:pt x="304650" y="331926"/>
                </a:cubicBezTo>
                <a:cubicBezTo>
                  <a:pt x="312877" y="340126"/>
                  <a:pt x="312877" y="340126"/>
                  <a:pt x="312877" y="340126"/>
                </a:cubicBezTo>
                <a:close/>
                <a:moveTo>
                  <a:pt x="263482" y="377002"/>
                </a:moveTo>
                <a:cubicBezTo>
                  <a:pt x="296407" y="323726"/>
                  <a:pt x="296407" y="323726"/>
                  <a:pt x="296407" y="323726"/>
                </a:cubicBezTo>
                <a:cubicBezTo>
                  <a:pt x="288180" y="315525"/>
                  <a:pt x="288180" y="315525"/>
                  <a:pt x="288180" y="315525"/>
                </a:cubicBezTo>
                <a:cubicBezTo>
                  <a:pt x="247011" y="385202"/>
                  <a:pt x="247011" y="385202"/>
                  <a:pt x="247011" y="385202"/>
                </a:cubicBezTo>
                <a:cubicBezTo>
                  <a:pt x="251116" y="381093"/>
                  <a:pt x="259359" y="377002"/>
                  <a:pt x="263482" y="377002"/>
                </a:cubicBezTo>
                <a:close/>
                <a:moveTo>
                  <a:pt x="238766" y="372910"/>
                </a:moveTo>
                <a:cubicBezTo>
                  <a:pt x="275830" y="307344"/>
                  <a:pt x="275830" y="307344"/>
                  <a:pt x="275830" y="307344"/>
                </a:cubicBezTo>
                <a:cubicBezTo>
                  <a:pt x="267586" y="303234"/>
                  <a:pt x="267586" y="303234"/>
                  <a:pt x="267586" y="303234"/>
                </a:cubicBezTo>
                <a:cubicBezTo>
                  <a:pt x="234662" y="360601"/>
                  <a:pt x="234662" y="360601"/>
                  <a:pt x="234662" y="360601"/>
                </a:cubicBezTo>
                <a:cubicBezTo>
                  <a:pt x="238766" y="372910"/>
                  <a:pt x="238766" y="372910"/>
                  <a:pt x="238766" y="372910"/>
                </a:cubicBezTo>
                <a:close/>
                <a:moveTo>
                  <a:pt x="230539" y="344218"/>
                </a:moveTo>
                <a:cubicBezTo>
                  <a:pt x="259359" y="295051"/>
                  <a:pt x="259359" y="295051"/>
                  <a:pt x="259359" y="295051"/>
                </a:cubicBezTo>
                <a:cubicBezTo>
                  <a:pt x="251116" y="286851"/>
                  <a:pt x="251116" y="286851"/>
                  <a:pt x="251116" y="286851"/>
                </a:cubicBezTo>
                <a:cubicBezTo>
                  <a:pt x="226418" y="331926"/>
                  <a:pt x="226418" y="331926"/>
                  <a:pt x="226418" y="331926"/>
                </a:cubicBezTo>
                <a:cubicBezTo>
                  <a:pt x="230539" y="344218"/>
                  <a:pt x="230539" y="344218"/>
                  <a:pt x="230539" y="344218"/>
                </a:cubicBezTo>
                <a:close/>
                <a:moveTo>
                  <a:pt x="218191" y="319635"/>
                </a:moveTo>
                <a:cubicBezTo>
                  <a:pt x="242889" y="278651"/>
                  <a:pt x="242889" y="278651"/>
                  <a:pt x="242889" y="278651"/>
                </a:cubicBezTo>
                <a:cubicBezTo>
                  <a:pt x="234662" y="270450"/>
                  <a:pt x="234662" y="270450"/>
                  <a:pt x="234662" y="270450"/>
                </a:cubicBezTo>
                <a:cubicBezTo>
                  <a:pt x="214069" y="307344"/>
                  <a:pt x="214069" y="307344"/>
                  <a:pt x="214069" y="307344"/>
                </a:cubicBezTo>
                <a:cubicBezTo>
                  <a:pt x="218191" y="319635"/>
                  <a:pt x="218191" y="319635"/>
                  <a:pt x="218191" y="319635"/>
                </a:cubicBezTo>
                <a:close/>
                <a:moveTo>
                  <a:pt x="209964" y="290943"/>
                </a:moveTo>
                <a:cubicBezTo>
                  <a:pt x="226418" y="262268"/>
                  <a:pt x="226418" y="262268"/>
                  <a:pt x="226418" y="262268"/>
                </a:cubicBezTo>
                <a:cubicBezTo>
                  <a:pt x="218191" y="254067"/>
                  <a:pt x="218191" y="254067"/>
                  <a:pt x="218191" y="254067"/>
                </a:cubicBezTo>
                <a:cubicBezTo>
                  <a:pt x="205842" y="278651"/>
                  <a:pt x="205842" y="278651"/>
                  <a:pt x="205842" y="278651"/>
                </a:cubicBezTo>
                <a:cubicBezTo>
                  <a:pt x="209964" y="290943"/>
                  <a:pt x="209964" y="290943"/>
                  <a:pt x="209964" y="290943"/>
                </a:cubicBezTo>
                <a:close/>
                <a:moveTo>
                  <a:pt x="197598" y="266360"/>
                </a:moveTo>
                <a:cubicBezTo>
                  <a:pt x="209964" y="249959"/>
                  <a:pt x="209964" y="249959"/>
                  <a:pt x="209964" y="249959"/>
                </a:cubicBezTo>
                <a:cubicBezTo>
                  <a:pt x="201720" y="241776"/>
                  <a:pt x="201720" y="241776"/>
                  <a:pt x="201720" y="241776"/>
                </a:cubicBezTo>
                <a:cubicBezTo>
                  <a:pt x="193493" y="249959"/>
                  <a:pt x="193493" y="249959"/>
                  <a:pt x="193493" y="249959"/>
                </a:cubicBezTo>
                <a:cubicBezTo>
                  <a:pt x="197598" y="266360"/>
                  <a:pt x="197598" y="266360"/>
                  <a:pt x="197598" y="266360"/>
                </a:cubicBezTo>
                <a:close/>
                <a:moveTo>
                  <a:pt x="189371" y="237667"/>
                </a:moveTo>
                <a:cubicBezTo>
                  <a:pt x="185250" y="225375"/>
                  <a:pt x="185250" y="225375"/>
                  <a:pt x="185250" y="225375"/>
                </a:cubicBezTo>
                <a:cubicBezTo>
                  <a:pt x="193493" y="233576"/>
                  <a:pt x="193493" y="233576"/>
                  <a:pt x="193493" y="233576"/>
                </a:cubicBezTo>
                <a:cubicBezTo>
                  <a:pt x="189371" y="237667"/>
                  <a:pt x="189371" y="237667"/>
                  <a:pt x="189371" y="237667"/>
                </a:cubicBezTo>
                <a:close/>
                <a:moveTo>
                  <a:pt x="242889" y="69658"/>
                </a:moveTo>
                <a:cubicBezTo>
                  <a:pt x="168796" y="221285"/>
                  <a:pt x="168796" y="221285"/>
                  <a:pt x="168796" y="221285"/>
                </a:cubicBezTo>
                <a:cubicBezTo>
                  <a:pt x="168796" y="221285"/>
                  <a:pt x="156430" y="114733"/>
                  <a:pt x="148203" y="53275"/>
                </a:cubicBezTo>
                <a:cubicBezTo>
                  <a:pt x="65866" y="61476"/>
                  <a:pt x="0" y="135226"/>
                  <a:pt x="0" y="221285"/>
                </a:cubicBezTo>
                <a:cubicBezTo>
                  <a:pt x="0" y="315525"/>
                  <a:pt x="74110" y="389293"/>
                  <a:pt x="168796" y="389293"/>
                </a:cubicBezTo>
                <a:cubicBezTo>
                  <a:pt x="189371" y="389293"/>
                  <a:pt x="209964" y="385202"/>
                  <a:pt x="226418" y="381093"/>
                </a:cubicBezTo>
                <a:cubicBezTo>
                  <a:pt x="168796" y="221285"/>
                  <a:pt x="168796" y="221285"/>
                  <a:pt x="168796" y="221285"/>
                </a:cubicBezTo>
                <a:cubicBezTo>
                  <a:pt x="279935" y="94242"/>
                  <a:pt x="279935" y="94242"/>
                  <a:pt x="279935" y="94242"/>
                </a:cubicBezTo>
                <a:cubicBezTo>
                  <a:pt x="271709" y="81949"/>
                  <a:pt x="259359" y="73768"/>
                  <a:pt x="242889" y="69658"/>
                </a:cubicBezTo>
                <a:close/>
                <a:moveTo>
                  <a:pt x="177023" y="0"/>
                </a:moveTo>
                <a:cubicBezTo>
                  <a:pt x="168796" y="0"/>
                  <a:pt x="164673" y="0"/>
                  <a:pt x="156430" y="0"/>
                </a:cubicBezTo>
                <a:cubicBezTo>
                  <a:pt x="164673" y="61476"/>
                  <a:pt x="177023" y="168008"/>
                  <a:pt x="177023" y="168008"/>
                </a:cubicBezTo>
                <a:cubicBezTo>
                  <a:pt x="251116" y="16383"/>
                  <a:pt x="251116" y="16383"/>
                  <a:pt x="251116" y="16383"/>
                </a:cubicBezTo>
                <a:cubicBezTo>
                  <a:pt x="230539" y="4091"/>
                  <a:pt x="201720" y="0"/>
                  <a:pt x="17702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62527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1"/>
          <p:cNvSpPr/>
          <p:nvPr/>
        </p:nvSpPr>
        <p:spPr>
          <a:xfrm>
            <a:off x="2339341" y="1828800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7" name="矩形 1"/>
          <p:cNvSpPr/>
          <p:nvPr/>
        </p:nvSpPr>
        <p:spPr>
          <a:xfrm flipV="1">
            <a:off x="2339341" y="3975538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9" name="直角三角形 38"/>
          <p:cNvSpPr/>
          <p:nvPr/>
        </p:nvSpPr>
        <p:spPr>
          <a:xfrm>
            <a:off x="2339339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9623384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63123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/>
          <p:cNvSpPr/>
          <p:nvPr/>
        </p:nvSpPr>
        <p:spPr>
          <a:xfrm>
            <a:off x="1804988" y="1238249"/>
            <a:ext cx="8582025" cy="4381502"/>
          </a:xfrm>
          <a:prstGeom prst="roundRect">
            <a:avLst>
              <a:gd name="adj" fmla="val 10270"/>
            </a:avLst>
          </a:prstGeom>
          <a:solidFill>
            <a:srgbClr val="083B5E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7" name="矩形 46"/>
          <p:cNvSpPr/>
          <p:nvPr/>
        </p:nvSpPr>
        <p:spPr>
          <a:xfrm>
            <a:off x="2382811" y="1236586"/>
            <a:ext cx="1041400" cy="234964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8" name="箭头: V 形 47"/>
          <p:cNvSpPr/>
          <p:nvPr/>
        </p:nvSpPr>
        <p:spPr>
          <a:xfrm rot="16200000">
            <a:off x="2346397" y="3081437"/>
            <a:ext cx="1114224" cy="1041399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29808" y="1806775"/>
            <a:ext cx="923330" cy="1538883"/>
          </a:xfrm>
          <a:prstGeom prst="rect">
            <a:avLst/>
          </a:prstGeom>
          <a:noFill/>
        </p:spPr>
        <p:txBody>
          <a:bodyPr vert="eaVert" wrap="none" lIns="0" tIns="0" rIns="0" bIns="0" rtlCol="0" anchor="t">
            <a:spAutoFit/>
          </a:bodyPr>
          <a:lstStyle/>
          <a:p>
            <a:pPr algn="l"/>
            <a:r>
              <a:rPr lang="zh-CN" altLang="en-US" sz="6000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2374986" y="4412874"/>
            <a:ext cx="1075615" cy="246221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CONTENTS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33422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423533" y="1111885"/>
            <a:ext cx="1292800" cy="551590"/>
            <a:chOff x="1678849" y="4526839"/>
            <a:chExt cx="1924050" cy="905586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2456" y="4805814"/>
              <a:ext cx="841321" cy="626611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1678849" y="4526839"/>
              <a:ext cx="1924050" cy="870092"/>
              <a:chOff x="-2243" y="91934"/>
              <a:chExt cx="1924050" cy="870092"/>
            </a:xfrm>
          </p:grpSpPr>
          <p:sp>
            <p:nvSpPr>
              <p:cNvPr id="14" name="Rectangle 40"/>
              <p:cNvSpPr/>
              <p:nvPr/>
            </p:nvSpPr>
            <p:spPr>
              <a:xfrm>
                <a:off x="1622424" y="901700"/>
                <a:ext cx="60327" cy="60326"/>
              </a:xfrm>
              <a:prstGeom prst="rect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5" name="Rectangle 43"/>
              <p:cNvSpPr/>
              <p:nvPr/>
            </p:nvSpPr>
            <p:spPr>
              <a:xfrm>
                <a:off x="1622424" y="422273"/>
                <a:ext cx="60327" cy="479427"/>
              </a:xfrm>
              <a:prstGeom prst="rect">
                <a:avLst/>
              </a:prstGeom>
              <a:solidFill>
                <a:srgbClr val="F05F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6" name="Freeform 44"/>
              <p:cNvSpPr/>
              <p:nvPr/>
            </p:nvSpPr>
            <p:spPr>
              <a:xfrm>
                <a:off x="-2243" y="91934"/>
                <a:ext cx="1924050" cy="6193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lnTo>
                      <a:pt x="0" y="10848"/>
                    </a:lnTo>
                    <a:lnTo>
                      <a:pt x="10800" y="0"/>
                    </a:lnTo>
                    <a:lnTo>
                      <a:pt x="21600" y="10848"/>
                    </a:lnTo>
                    <a:lnTo>
                      <a:pt x="10800" y="21600"/>
                    </a:lnTo>
                    <a:close/>
                  </a:path>
                </a:pathLst>
              </a:custGeom>
              <a:solidFill>
                <a:srgbClr val="647A8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7" name="Oval 45"/>
              <p:cNvSpPr/>
              <p:nvPr/>
            </p:nvSpPr>
            <p:spPr>
              <a:xfrm>
                <a:off x="901700" y="330200"/>
                <a:ext cx="120652" cy="60329"/>
              </a:xfrm>
              <a:prstGeom prst="ellipse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</p:grpSp>
      </p:grpSp>
      <p:cxnSp>
        <p:nvCxnSpPr>
          <p:cNvPr id="20" name="直接连接符 19"/>
          <p:cNvCxnSpPr/>
          <p:nvPr/>
        </p:nvCxnSpPr>
        <p:spPr>
          <a:xfrm flipH="1">
            <a:off x="2501900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284464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90119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16">
            <a:extLst>
              <a:ext uri="{FF2B5EF4-FFF2-40B4-BE49-F238E27FC236}">
                <a16:creationId xmlns:a16="http://schemas.microsoft.com/office/drawing/2014/main" id="{2BA872FF-D57A-E66F-A590-0DD2972C1AD3}"/>
              </a:ext>
            </a:extLst>
          </p:cNvPr>
          <p:cNvCxnSpPr/>
          <p:nvPr/>
        </p:nvCxnSpPr>
        <p:spPr>
          <a:xfrm rot="10739157">
            <a:off x="25018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17">
            <a:extLst>
              <a:ext uri="{FF2B5EF4-FFF2-40B4-BE49-F238E27FC236}">
                <a16:creationId xmlns:a16="http://schemas.microsoft.com/office/drawing/2014/main" id="{B72F5999-8D01-F5EB-4497-20EED7FFC857}"/>
              </a:ext>
            </a:extLst>
          </p:cNvPr>
          <p:cNvCxnSpPr/>
          <p:nvPr/>
        </p:nvCxnSpPr>
        <p:spPr>
          <a:xfrm rot="10739157">
            <a:off x="82803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8">
            <a:extLst>
              <a:ext uri="{FF2B5EF4-FFF2-40B4-BE49-F238E27FC236}">
                <a16:creationId xmlns:a16="http://schemas.microsoft.com/office/drawing/2014/main" id="{DB27A922-6DC8-7216-5DBF-0CE92AB2F1D4}"/>
              </a:ext>
            </a:extLst>
          </p:cNvPr>
          <p:cNvSpPr/>
          <p:nvPr/>
        </p:nvSpPr>
        <p:spPr>
          <a:xfrm>
            <a:off x="2794000" y="2616200"/>
            <a:ext cx="66040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AutoShape 21">
            <a:extLst>
              <a:ext uri="{FF2B5EF4-FFF2-40B4-BE49-F238E27FC236}">
                <a16:creationId xmlns:a16="http://schemas.microsoft.com/office/drawing/2014/main" id="{A376A097-1993-C3DF-435B-74D640349EF8}"/>
              </a:ext>
            </a:extLst>
          </p:cNvPr>
          <p:cNvSpPr/>
          <p:nvPr/>
        </p:nvSpPr>
        <p:spPr>
          <a:xfrm>
            <a:off x="4648200" y="4584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0" name="AutoShape 23">
            <a:extLst>
              <a:ext uri="{FF2B5EF4-FFF2-40B4-BE49-F238E27FC236}">
                <a16:creationId xmlns:a16="http://schemas.microsoft.com/office/drawing/2014/main" id="{ECAE423B-7C55-6B5A-1BD9-8BA7DBCAA443}"/>
              </a:ext>
            </a:extLst>
          </p:cNvPr>
          <p:cNvSpPr/>
          <p:nvPr/>
        </p:nvSpPr>
        <p:spPr>
          <a:xfrm>
            <a:off x="4648200" y="50292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25">
            <a:extLst>
              <a:ext uri="{FF2B5EF4-FFF2-40B4-BE49-F238E27FC236}">
                <a16:creationId xmlns:a16="http://schemas.microsoft.com/office/drawing/2014/main" id="{8CEA0E75-24CC-3010-F5C4-BC9963791E7F}"/>
              </a:ext>
            </a:extLst>
          </p:cNvPr>
          <p:cNvSpPr/>
          <p:nvPr/>
        </p:nvSpPr>
        <p:spPr>
          <a:xfrm>
            <a:off x="4648200" y="5473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1842085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06706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782103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1">
            <a:extLst>
              <a:ext uri="{FF2B5EF4-FFF2-40B4-BE49-F238E27FC236}">
                <a16:creationId xmlns:a16="http://schemas.microsoft.com/office/drawing/2014/main" id="{777F70BD-4E4B-2EF1-27AA-1DF5A4C1665F}"/>
              </a:ext>
            </a:extLst>
          </p:cNvPr>
          <p:cNvSpPr/>
          <p:nvPr/>
        </p:nvSpPr>
        <p:spPr>
          <a:xfrm>
            <a:off x="1917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EED6143E-96A9-84C4-F8F8-91BBF291BF6E}"/>
              </a:ext>
            </a:extLst>
          </p:cNvPr>
          <p:cNvSpPr/>
          <p:nvPr/>
        </p:nvSpPr>
        <p:spPr>
          <a:xfrm>
            <a:off x="13335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C4CCE2D0-7F92-2E3A-F775-376A9EE8B703}"/>
              </a:ext>
            </a:extLst>
          </p:cNvPr>
          <p:cNvSpPr/>
          <p:nvPr/>
        </p:nvSpPr>
        <p:spPr>
          <a:xfrm>
            <a:off x="13335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0DEEF6A3-776F-76F2-0C90-E0106FE24BD5}"/>
              </a:ext>
            </a:extLst>
          </p:cNvPr>
          <p:cNvSpPr/>
          <p:nvPr/>
        </p:nvSpPr>
        <p:spPr>
          <a:xfrm>
            <a:off x="43942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15">
            <a:extLst>
              <a:ext uri="{FF2B5EF4-FFF2-40B4-BE49-F238E27FC236}">
                <a16:creationId xmlns:a16="http://schemas.microsoft.com/office/drawing/2014/main" id="{A3FBDAB0-A31A-CC72-8FDD-6336DBE22D99}"/>
              </a:ext>
            </a:extLst>
          </p:cNvPr>
          <p:cNvSpPr/>
          <p:nvPr/>
        </p:nvSpPr>
        <p:spPr>
          <a:xfrm>
            <a:off x="38100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C7AD95B7-C8FB-F636-D520-ADBAF4BC96A1}"/>
              </a:ext>
            </a:extLst>
          </p:cNvPr>
          <p:cNvSpPr/>
          <p:nvPr/>
        </p:nvSpPr>
        <p:spPr>
          <a:xfrm>
            <a:off x="38100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B98BD100-8E6C-E393-4828-AC699115079E}"/>
              </a:ext>
            </a:extLst>
          </p:cNvPr>
          <p:cNvSpPr/>
          <p:nvPr/>
        </p:nvSpPr>
        <p:spPr>
          <a:xfrm>
            <a:off x="6870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626A40E-E729-C60B-448F-96058EE6936D}"/>
              </a:ext>
            </a:extLst>
          </p:cNvPr>
          <p:cNvSpPr/>
          <p:nvPr/>
        </p:nvSpPr>
        <p:spPr>
          <a:xfrm>
            <a:off x="62992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9">
            <a:extLst>
              <a:ext uri="{FF2B5EF4-FFF2-40B4-BE49-F238E27FC236}">
                <a16:creationId xmlns:a16="http://schemas.microsoft.com/office/drawing/2014/main" id="{DD2FA33B-F1B4-F0F3-6C16-93712B192CB8}"/>
              </a:ext>
            </a:extLst>
          </p:cNvPr>
          <p:cNvSpPr/>
          <p:nvPr/>
        </p:nvSpPr>
        <p:spPr>
          <a:xfrm>
            <a:off x="62992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01C81C89-FBBE-D01B-0EEF-15DB16FE0C28}"/>
              </a:ext>
            </a:extLst>
          </p:cNvPr>
          <p:cNvSpPr/>
          <p:nvPr/>
        </p:nvSpPr>
        <p:spPr>
          <a:xfrm>
            <a:off x="93599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21">
            <a:extLst>
              <a:ext uri="{FF2B5EF4-FFF2-40B4-BE49-F238E27FC236}">
                <a16:creationId xmlns:a16="http://schemas.microsoft.com/office/drawing/2014/main" id="{0E9827E6-630D-19EE-F0FE-73626FB2EDDA}"/>
              </a:ext>
            </a:extLst>
          </p:cNvPr>
          <p:cNvSpPr/>
          <p:nvPr/>
        </p:nvSpPr>
        <p:spPr>
          <a:xfrm>
            <a:off x="87757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22">
            <a:extLst>
              <a:ext uri="{FF2B5EF4-FFF2-40B4-BE49-F238E27FC236}">
                <a16:creationId xmlns:a16="http://schemas.microsoft.com/office/drawing/2014/main" id="{BAEF8623-1D15-BDAC-1583-183584CFEA1A}"/>
              </a:ext>
            </a:extLst>
          </p:cNvPr>
          <p:cNvSpPr/>
          <p:nvPr/>
        </p:nvSpPr>
        <p:spPr>
          <a:xfrm>
            <a:off x="87757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4" name="Connector 23">
            <a:extLst>
              <a:ext uri="{FF2B5EF4-FFF2-40B4-BE49-F238E27FC236}">
                <a16:creationId xmlns:a16="http://schemas.microsoft.com/office/drawing/2014/main" id="{06F4D476-40EE-C2CF-3CE3-7B43AC852482}"/>
              </a:ext>
            </a:extLst>
          </p:cNvPr>
          <p:cNvCxnSpPr/>
          <p:nvPr/>
        </p:nvCxnSpPr>
        <p:spPr>
          <a:xfrm>
            <a:off x="2374900" y="2019300"/>
            <a:ext cx="74422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5" name="AutoShape 24">
            <a:extLst>
              <a:ext uri="{FF2B5EF4-FFF2-40B4-BE49-F238E27FC236}">
                <a16:creationId xmlns:a16="http://schemas.microsoft.com/office/drawing/2014/main" id="{516F39C7-22F4-4A60-46AE-95E999A6693A}"/>
              </a:ext>
            </a:extLst>
          </p:cNvPr>
          <p:cNvSpPr/>
          <p:nvPr/>
        </p:nvSpPr>
        <p:spPr>
          <a:xfrm>
            <a:off x="1524000" y="3771900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6" name="AutoShape 25">
            <a:extLst>
              <a:ext uri="{FF2B5EF4-FFF2-40B4-BE49-F238E27FC236}">
                <a16:creationId xmlns:a16="http://schemas.microsoft.com/office/drawing/2014/main" id="{D6F5603A-9C05-D62F-34CF-35766B53B9DE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26">
            <a:extLst>
              <a:ext uri="{FF2B5EF4-FFF2-40B4-BE49-F238E27FC236}">
                <a16:creationId xmlns:a16="http://schemas.microsoft.com/office/drawing/2014/main" id="{78BDF310-BF23-5AFA-C0C4-636823C464AB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8B9EDDAF-9CB2-2E90-8449-1AC9D613EDF2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28">
            <a:extLst>
              <a:ext uri="{FF2B5EF4-FFF2-40B4-BE49-F238E27FC236}">
                <a16:creationId xmlns:a16="http://schemas.microsoft.com/office/drawing/2014/main" id="{C8A72F0E-4944-93DF-455E-DCF83C396F34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29">
            <a:extLst>
              <a:ext uri="{FF2B5EF4-FFF2-40B4-BE49-F238E27FC236}">
                <a16:creationId xmlns:a16="http://schemas.microsoft.com/office/drawing/2014/main" id="{95BEB450-3522-D794-9195-AB69412C4282}"/>
              </a:ext>
            </a:extLst>
          </p:cNvPr>
          <p:cNvSpPr/>
          <p:nvPr/>
        </p:nvSpPr>
        <p:spPr>
          <a:xfrm>
            <a:off x="39878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1" name="AutoShape 30">
            <a:extLst>
              <a:ext uri="{FF2B5EF4-FFF2-40B4-BE49-F238E27FC236}">
                <a16:creationId xmlns:a16="http://schemas.microsoft.com/office/drawing/2014/main" id="{A1AEA079-7095-A8D3-6CE6-3CCA8F7F873D}"/>
              </a:ext>
            </a:extLst>
          </p:cNvPr>
          <p:cNvSpPr/>
          <p:nvPr/>
        </p:nvSpPr>
        <p:spPr>
          <a:xfrm>
            <a:off x="4762500" y="3378200"/>
            <a:ext cx="190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31">
            <a:extLst>
              <a:ext uri="{FF2B5EF4-FFF2-40B4-BE49-F238E27FC236}">
                <a16:creationId xmlns:a16="http://schemas.microsoft.com/office/drawing/2014/main" id="{F2B62CF2-7090-28E9-C86A-FB598A9052D6}"/>
              </a:ext>
            </a:extLst>
          </p:cNvPr>
          <p:cNvSpPr/>
          <p:nvPr/>
        </p:nvSpPr>
        <p:spPr>
          <a:xfrm>
            <a:off x="6426200" y="37846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3" name="AutoShape 32">
            <a:extLst>
              <a:ext uri="{FF2B5EF4-FFF2-40B4-BE49-F238E27FC236}">
                <a16:creationId xmlns:a16="http://schemas.microsoft.com/office/drawing/2014/main" id="{93FCF18E-2706-2849-FBB2-76EB68E51891}"/>
              </a:ext>
            </a:extLst>
          </p:cNvPr>
          <p:cNvSpPr/>
          <p:nvPr/>
        </p:nvSpPr>
        <p:spPr>
          <a:xfrm>
            <a:off x="89154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4" name="Freeform 33">
            <a:extLst>
              <a:ext uri="{FF2B5EF4-FFF2-40B4-BE49-F238E27FC236}">
                <a16:creationId xmlns:a16="http://schemas.microsoft.com/office/drawing/2014/main" id="{D93EA3E8-9BAE-159E-D678-E6A8B18BB649}"/>
              </a:ext>
            </a:extLst>
          </p:cNvPr>
          <p:cNvSpPr/>
          <p:nvPr/>
        </p:nvSpPr>
        <p:spPr>
          <a:xfrm>
            <a:off x="7148897" y="2362200"/>
            <a:ext cx="209551" cy="124764"/>
          </a:xfrm>
          <a:custGeom>
            <a:avLst/>
            <a:gdLst/>
            <a:ahLst/>
            <a:cxnLst/>
            <a:rect l="l" t="t" r="r" b="b"/>
            <a:pathLst>
              <a:path w="209551" h="124764">
                <a:moveTo>
                  <a:pt x="166196" y="124764"/>
                </a:moveTo>
                <a:cubicBezTo>
                  <a:pt x="190284" y="124764"/>
                  <a:pt x="209552" y="105570"/>
                  <a:pt x="209552" y="81576"/>
                </a:cubicBezTo>
                <a:cubicBezTo>
                  <a:pt x="209552" y="57582"/>
                  <a:pt x="209552" y="57582"/>
                  <a:pt x="209552" y="57582"/>
                </a:cubicBezTo>
                <a:cubicBezTo>
                  <a:pt x="204731" y="47988"/>
                  <a:pt x="195096" y="43188"/>
                  <a:pt x="185463" y="43188"/>
                </a:cubicBezTo>
                <a:cubicBezTo>
                  <a:pt x="146929" y="43188"/>
                  <a:pt x="146929" y="43188"/>
                  <a:pt x="146929" y="43188"/>
                </a:cubicBezTo>
                <a:cubicBezTo>
                  <a:pt x="146929" y="40791"/>
                  <a:pt x="146929" y="40791"/>
                  <a:pt x="146929" y="40791"/>
                </a:cubicBezTo>
                <a:cubicBezTo>
                  <a:pt x="146929" y="19194"/>
                  <a:pt x="130067" y="0"/>
                  <a:pt x="108385" y="0"/>
                </a:cubicBezTo>
                <a:cubicBezTo>
                  <a:pt x="55395" y="0"/>
                  <a:pt x="55395" y="0"/>
                  <a:pt x="55395" y="0"/>
                </a:cubicBezTo>
                <a:cubicBezTo>
                  <a:pt x="33723" y="0"/>
                  <a:pt x="16861" y="19194"/>
                  <a:pt x="16861" y="40791"/>
                </a:cubicBezTo>
                <a:cubicBezTo>
                  <a:pt x="16861" y="43188"/>
                  <a:pt x="16861" y="43188"/>
                  <a:pt x="16861" y="43188"/>
                </a:cubicBezTo>
                <a:cubicBezTo>
                  <a:pt x="4821" y="43188"/>
                  <a:pt x="4821" y="43188"/>
                  <a:pt x="4821" y="43188"/>
                </a:cubicBezTo>
                <a:cubicBezTo>
                  <a:pt x="0" y="62382"/>
                  <a:pt x="0" y="81576"/>
                  <a:pt x="4821" y="100769"/>
                </a:cubicBezTo>
                <a:cubicBezTo>
                  <a:pt x="7228" y="110369"/>
                  <a:pt x="9633" y="117566"/>
                  <a:pt x="14455" y="124764"/>
                </a:cubicBezTo>
                <a:cubicBezTo>
                  <a:pt x="74673" y="124764"/>
                  <a:pt x="74673" y="124764"/>
                  <a:pt x="74673" y="124764"/>
                </a:cubicBezTo>
                <a:cubicBezTo>
                  <a:pt x="74673" y="119964"/>
                  <a:pt x="74673" y="119964"/>
                  <a:pt x="74673" y="119964"/>
                </a:cubicBezTo>
                <a:cubicBezTo>
                  <a:pt x="74673" y="115164"/>
                  <a:pt x="77078" y="112767"/>
                  <a:pt x="79485" y="112767"/>
                </a:cubicBezTo>
                <a:cubicBezTo>
                  <a:pt x="86712" y="112767"/>
                  <a:pt x="86712" y="112767"/>
                  <a:pt x="86712" y="112767"/>
                </a:cubicBezTo>
                <a:cubicBezTo>
                  <a:pt x="89117" y="112767"/>
                  <a:pt x="91524" y="115164"/>
                  <a:pt x="91524" y="119964"/>
                </a:cubicBezTo>
                <a:cubicBezTo>
                  <a:pt x="91524" y="124764"/>
                  <a:pt x="91524" y="124764"/>
                  <a:pt x="91524" y="124764"/>
                </a:cubicBezTo>
                <a:lnTo>
                  <a:pt x="166196" y="124764"/>
                </a:lnTo>
                <a:close/>
                <a:moveTo>
                  <a:pt x="38535" y="43188"/>
                </a:moveTo>
                <a:cubicBezTo>
                  <a:pt x="38535" y="40791"/>
                  <a:pt x="38535" y="40791"/>
                  <a:pt x="38535" y="40791"/>
                </a:cubicBezTo>
                <a:cubicBezTo>
                  <a:pt x="38535" y="28793"/>
                  <a:pt x="45762" y="21591"/>
                  <a:pt x="55395" y="21591"/>
                </a:cubicBezTo>
                <a:cubicBezTo>
                  <a:pt x="108385" y="21591"/>
                  <a:pt x="108385" y="21591"/>
                  <a:pt x="108385" y="21591"/>
                </a:cubicBezTo>
                <a:cubicBezTo>
                  <a:pt x="118028" y="21591"/>
                  <a:pt x="127662" y="28793"/>
                  <a:pt x="127662" y="40791"/>
                </a:cubicBezTo>
                <a:cubicBezTo>
                  <a:pt x="127662" y="43188"/>
                  <a:pt x="127662" y="43188"/>
                  <a:pt x="127662" y="43188"/>
                </a:cubicBezTo>
                <a:lnTo>
                  <a:pt x="38535" y="4318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34">
            <a:extLst>
              <a:ext uri="{FF2B5EF4-FFF2-40B4-BE49-F238E27FC236}">
                <a16:creationId xmlns:a16="http://schemas.microsoft.com/office/drawing/2014/main" id="{9F21A119-C7F2-6FD7-4B78-658660C41FBA}"/>
              </a:ext>
            </a:extLst>
          </p:cNvPr>
          <p:cNvSpPr/>
          <p:nvPr/>
        </p:nvSpPr>
        <p:spPr>
          <a:xfrm>
            <a:off x="7162800" y="2476500"/>
            <a:ext cx="192595" cy="82368"/>
          </a:xfrm>
          <a:custGeom>
            <a:avLst/>
            <a:gdLst/>
            <a:ahLst/>
            <a:cxnLst/>
            <a:rect l="l" t="t" r="r" b="b"/>
            <a:pathLst>
              <a:path w="192595" h="82368">
                <a:moveTo>
                  <a:pt x="122780" y="79948"/>
                </a:moveTo>
                <a:cubicBezTo>
                  <a:pt x="154076" y="72680"/>
                  <a:pt x="178151" y="53296"/>
                  <a:pt x="192596" y="29073"/>
                </a:cubicBezTo>
                <a:cubicBezTo>
                  <a:pt x="192596" y="0"/>
                  <a:pt x="192596" y="0"/>
                  <a:pt x="192596" y="0"/>
                </a:cubicBezTo>
                <a:cubicBezTo>
                  <a:pt x="185373" y="19380"/>
                  <a:pt x="166113" y="31495"/>
                  <a:pt x="144446" y="31495"/>
                </a:cubicBezTo>
                <a:cubicBezTo>
                  <a:pt x="69816" y="31495"/>
                  <a:pt x="69816" y="31495"/>
                  <a:pt x="69816" y="31495"/>
                </a:cubicBezTo>
                <a:cubicBezTo>
                  <a:pt x="69816" y="38763"/>
                  <a:pt x="69816" y="38763"/>
                  <a:pt x="69816" y="38763"/>
                </a:cubicBezTo>
                <a:cubicBezTo>
                  <a:pt x="69816" y="41185"/>
                  <a:pt x="67408" y="43605"/>
                  <a:pt x="65001" y="43605"/>
                </a:cubicBezTo>
                <a:cubicBezTo>
                  <a:pt x="57779" y="43605"/>
                  <a:pt x="57779" y="43605"/>
                  <a:pt x="57779" y="43605"/>
                </a:cubicBezTo>
                <a:cubicBezTo>
                  <a:pt x="55371" y="43605"/>
                  <a:pt x="52964" y="41185"/>
                  <a:pt x="52964" y="38763"/>
                </a:cubicBezTo>
                <a:cubicBezTo>
                  <a:pt x="52964" y="31495"/>
                  <a:pt x="52964" y="31495"/>
                  <a:pt x="52964" y="31495"/>
                </a:cubicBezTo>
                <a:cubicBezTo>
                  <a:pt x="0" y="31495"/>
                  <a:pt x="0" y="31495"/>
                  <a:pt x="0" y="31495"/>
                </a:cubicBezTo>
                <a:cubicBezTo>
                  <a:pt x="21667" y="62989"/>
                  <a:pt x="55371" y="82368"/>
                  <a:pt x="96298" y="82368"/>
                </a:cubicBezTo>
                <a:cubicBezTo>
                  <a:pt x="105927" y="82368"/>
                  <a:pt x="113149" y="82368"/>
                  <a:pt x="122780" y="799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35">
            <a:extLst>
              <a:ext uri="{FF2B5EF4-FFF2-40B4-BE49-F238E27FC236}">
                <a16:creationId xmlns:a16="http://schemas.microsoft.com/office/drawing/2014/main" id="{0E7FF4EF-D77D-CC7D-1811-A97E0D0A5295}"/>
              </a:ext>
            </a:extLst>
          </p:cNvPr>
          <p:cNvSpPr/>
          <p:nvPr/>
        </p:nvSpPr>
        <p:spPr>
          <a:xfrm>
            <a:off x="7069658" y="2256373"/>
            <a:ext cx="502683" cy="405793"/>
          </a:xfrm>
          <a:custGeom>
            <a:avLst/>
            <a:gdLst/>
            <a:ahLst/>
            <a:cxnLst/>
            <a:rect l="l" t="t" r="r" b="b"/>
            <a:pathLst>
              <a:path w="502683" h="405793">
                <a:moveTo>
                  <a:pt x="481039" y="338556"/>
                </a:moveTo>
                <a:cubicBezTo>
                  <a:pt x="384832" y="273722"/>
                  <a:pt x="384832" y="273722"/>
                  <a:pt x="384832" y="273722"/>
                </a:cubicBezTo>
                <a:cubicBezTo>
                  <a:pt x="375196" y="268932"/>
                  <a:pt x="365585" y="268932"/>
                  <a:pt x="355974" y="268932"/>
                </a:cubicBezTo>
                <a:cubicBezTo>
                  <a:pt x="353553" y="271337"/>
                  <a:pt x="348759" y="271337"/>
                  <a:pt x="346339" y="273722"/>
                </a:cubicBezTo>
                <a:cubicBezTo>
                  <a:pt x="331910" y="264122"/>
                  <a:pt x="331910" y="264122"/>
                  <a:pt x="331910" y="264122"/>
                </a:cubicBezTo>
                <a:cubicBezTo>
                  <a:pt x="351156" y="228109"/>
                  <a:pt x="355974" y="187285"/>
                  <a:pt x="346339" y="144076"/>
                </a:cubicBezTo>
                <a:cubicBezTo>
                  <a:pt x="324696" y="55233"/>
                  <a:pt x="235702" y="0"/>
                  <a:pt x="144312" y="21604"/>
                </a:cubicBezTo>
                <a:cubicBezTo>
                  <a:pt x="55318" y="43229"/>
                  <a:pt x="0" y="134457"/>
                  <a:pt x="21644" y="223299"/>
                </a:cubicBezTo>
                <a:cubicBezTo>
                  <a:pt x="43287" y="312141"/>
                  <a:pt x="134700" y="367375"/>
                  <a:pt x="223670" y="345769"/>
                </a:cubicBezTo>
                <a:cubicBezTo>
                  <a:pt x="259766" y="336150"/>
                  <a:pt x="288623" y="316951"/>
                  <a:pt x="310266" y="292941"/>
                </a:cubicBezTo>
                <a:cubicBezTo>
                  <a:pt x="327115" y="302541"/>
                  <a:pt x="327115" y="302541"/>
                  <a:pt x="327115" y="302541"/>
                </a:cubicBezTo>
                <a:cubicBezTo>
                  <a:pt x="327115" y="314546"/>
                  <a:pt x="331910" y="328956"/>
                  <a:pt x="343942" y="336150"/>
                </a:cubicBezTo>
                <a:cubicBezTo>
                  <a:pt x="440150" y="398598"/>
                  <a:pt x="440150" y="398598"/>
                  <a:pt x="440150" y="398598"/>
                </a:cubicBezTo>
                <a:cubicBezTo>
                  <a:pt x="449762" y="403389"/>
                  <a:pt x="459396" y="405793"/>
                  <a:pt x="469007" y="403389"/>
                </a:cubicBezTo>
                <a:cubicBezTo>
                  <a:pt x="478643" y="400984"/>
                  <a:pt x="485856" y="396193"/>
                  <a:pt x="490651" y="386594"/>
                </a:cubicBezTo>
                <a:cubicBezTo>
                  <a:pt x="502683" y="369779"/>
                  <a:pt x="497866" y="348175"/>
                  <a:pt x="481039" y="338556"/>
                </a:cubicBezTo>
                <a:close/>
                <a:moveTo>
                  <a:pt x="216456" y="314546"/>
                </a:moveTo>
                <a:cubicBezTo>
                  <a:pt x="144312" y="333765"/>
                  <a:pt x="69747" y="288132"/>
                  <a:pt x="52921" y="216104"/>
                </a:cubicBezTo>
                <a:cubicBezTo>
                  <a:pt x="36072" y="144076"/>
                  <a:pt x="79382" y="69642"/>
                  <a:pt x="151526" y="52829"/>
                </a:cubicBezTo>
                <a:cubicBezTo>
                  <a:pt x="226091" y="33610"/>
                  <a:pt x="298236" y="79242"/>
                  <a:pt x="317481" y="151271"/>
                </a:cubicBezTo>
                <a:cubicBezTo>
                  <a:pt x="334330" y="225704"/>
                  <a:pt x="288623" y="297751"/>
                  <a:pt x="216456" y="31454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Freeform 36">
            <a:extLst>
              <a:ext uri="{FF2B5EF4-FFF2-40B4-BE49-F238E27FC236}">
                <a16:creationId xmlns:a16="http://schemas.microsoft.com/office/drawing/2014/main" id="{455E703C-5770-9777-3516-468A37C18A73}"/>
              </a:ext>
            </a:extLst>
          </p:cNvPr>
          <p:cNvSpPr/>
          <p:nvPr/>
        </p:nvSpPr>
        <p:spPr>
          <a:xfrm>
            <a:off x="9626600" y="2286000"/>
            <a:ext cx="443266" cy="399807"/>
          </a:xfrm>
          <a:custGeom>
            <a:avLst/>
            <a:gdLst/>
            <a:ahLst/>
            <a:cxnLst/>
            <a:rect l="l" t="t" r="r" b="b"/>
            <a:pathLst>
              <a:path w="443266" h="399807">
                <a:moveTo>
                  <a:pt x="379691" y="136305"/>
                </a:moveTo>
                <a:cubicBezTo>
                  <a:pt x="346979" y="119943"/>
                  <a:pt x="346979" y="119943"/>
                  <a:pt x="346979" y="119943"/>
                </a:cubicBezTo>
                <a:cubicBezTo>
                  <a:pt x="332449" y="129031"/>
                  <a:pt x="332449" y="129031"/>
                  <a:pt x="332449" y="129031"/>
                </a:cubicBezTo>
                <a:cubicBezTo>
                  <a:pt x="345173" y="149021"/>
                  <a:pt x="352438" y="174454"/>
                  <a:pt x="352438" y="199904"/>
                </a:cubicBezTo>
                <a:cubicBezTo>
                  <a:pt x="352438" y="283493"/>
                  <a:pt x="283403" y="352553"/>
                  <a:pt x="199840" y="352553"/>
                </a:cubicBezTo>
                <a:cubicBezTo>
                  <a:pt x="118081" y="352553"/>
                  <a:pt x="49046" y="283493"/>
                  <a:pt x="49046" y="199904"/>
                </a:cubicBezTo>
                <a:cubicBezTo>
                  <a:pt x="49046" y="116314"/>
                  <a:pt x="118081" y="49069"/>
                  <a:pt x="199840" y="49069"/>
                </a:cubicBezTo>
                <a:cubicBezTo>
                  <a:pt x="248886" y="49069"/>
                  <a:pt x="290667" y="70874"/>
                  <a:pt x="317920" y="105413"/>
                </a:cubicBezTo>
                <a:cubicBezTo>
                  <a:pt x="294300" y="121756"/>
                  <a:pt x="294300" y="121756"/>
                  <a:pt x="294300" y="121756"/>
                </a:cubicBezTo>
                <a:cubicBezTo>
                  <a:pt x="272506" y="94492"/>
                  <a:pt x="237989" y="76333"/>
                  <a:pt x="199840" y="76333"/>
                </a:cubicBezTo>
                <a:cubicBezTo>
                  <a:pt x="132611" y="76333"/>
                  <a:pt x="78125" y="132659"/>
                  <a:pt x="78125" y="199904"/>
                </a:cubicBezTo>
                <a:cubicBezTo>
                  <a:pt x="78125" y="268963"/>
                  <a:pt x="132611" y="323474"/>
                  <a:pt x="199840" y="323474"/>
                </a:cubicBezTo>
                <a:cubicBezTo>
                  <a:pt x="268874" y="323474"/>
                  <a:pt x="323359" y="268963"/>
                  <a:pt x="323359" y="199904"/>
                </a:cubicBezTo>
                <a:cubicBezTo>
                  <a:pt x="323359" y="179913"/>
                  <a:pt x="319726" y="159923"/>
                  <a:pt x="310656" y="143561"/>
                </a:cubicBezTo>
                <a:cubicBezTo>
                  <a:pt x="270680" y="169012"/>
                  <a:pt x="270680" y="169012"/>
                  <a:pt x="270680" y="169012"/>
                </a:cubicBezTo>
                <a:cubicBezTo>
                  <a:pt x="274312" y="178100"/>
                  <a:pt x="277945" y="189001"/>
                  <a:pt x="277945" y="199904"/>
                </a:cubicBezTo>
                <a:cubicBezTo>
                  <a:pt x="277945" y="243512"/>
                  <a:pt x="243427" y="278051"/>
                  <a:pt x="199840" y="278051"/>
                </a:cubicBezTo>
                <a:cubicBezTo>
                  <a:pt x="158057" y="278051"/>
                  <a:pt x="123539" y="243512"/>
                  <a:pt x="123539" y="199904"/>
                </a:cubicBezTo>
                <a:cubicBezTo>
                  <a:pt x="123539" y="158109"/>
                  <a:pt x="158057" y="123570"/>
                  <a:pt x="199840" y="123570"/>
                </a:cubicBezTo>
                <a:cubicBezTo>
                  <a:pt x="221633" y="123570"/>
                  <a:pt x="241621" y="132659"/>
                  <a:pt x="256150" y="147207"/>
                </a:cubicBezTo>
                <a:cubicBezTo>
                  <a:pt x="228897" y="163551"/>
                  <a:pt x="228897" y="163551"/>
                  <a:pt x="228897" y="163551"/>
                </a:cubicBezTo>
                <a:cubicBezTo>
                  <a:pt x="221633" y="158109"/>
                  <a:pt x="210736" y="154462"/>
                  <a:pt x="199840" y="154462"/>
                </a:cubicBezTo>
                <a:cubicBezTo>
                  <a:pt x="174393" y="154462"/>
                  <a:pt x="154424" y="174454"/>
                  <a:pt x="154424" y="199904"/>
                </a:cubicBezTo>
                <a:cubicBezTo>
                  <a:pt x="154424" y="225355"/>
                  <a:pt x="174393" y="247159"/>
                  <a:pt x="199840" y="247159"/>
                </a:cubicBezTo>
                <a:cubicBezTo>
                  <a:pt x="227091" y="247159"/>
                  <a:pt x="247059" y="225355"/>
                  <a:pt x="247059" y="199904"/>
                </a:cubicBezTo>
                <a:cubicBezTo>
                  <a:pt x="247059" y="196276"/>
                  <a:pt x="245254" y="190816"/>
                  <a:pt x="245254" y="187188"/>
                </a:cubicBezTo>
                <a:cubicBezTo>
                  <a:pt x="207104" y="210806"/>
                  <a:pt x="207104" y="210806"/>
                  <a:pt x="207104" y="210806"/>
                </a:cubicBezTo>
                <a:cubicBezTo>
                  <a:pt x="201646" y="203531"/>
                  <a:pt x="201646" y="203531"/>
                  <a:pt x="201646" y="203531"/>
                </a:cubicBezTo>
                <a:cubicBezTo>
                  <a:pt x="348806" y="105413"/>
                  <a:pt x="348806" y="105413"/>
                  <a:pt x="348806" y="105413"/>
                </a:cubicBezTo>
                <a:cubicBezTo>
                  <a:pt x="385129" y="121756"/>
                  <a:pt x="385129" y="121756"/>
                  <a:pt x="385129" y="121756"/>
                </a:cubicBezTo>
                <a:cubicBezTo>
                  <a:pt x="443266" y="83589"/>
                  <a:pt x="443266" y="83589"/>
                  <a:pt x="443266" y="83589"/>
                </a:cubicBezTo>
                <a:cubicBezTo>
                  <a:pt x="406942" y="67245"/>
                  <a:pt x="406942" y="67245"/>
                  <a:pt x="406942" y="67245"/>
                </a:cubicBezTo>
                <a:cubicBezTo>
                  <a:pt x="417840" y="61786"/>
                  <a:pt x="417840" y="61786"/>
                  <a:pt x="417840" y="61786"/>
                </a:cubicBezTo>
                <a:cubicBezTo>
                  <a:pt x="408748" y="47255"/>
                  <a:pt x="408748" y="47255"/>
                  <a:pt x="408748" y="47255"/>
                </a:cubicBezTo>
                <a:cubicBezTo>
                  <a:pt x="397852" y="52697"/>
                  <a:pt x="397852" y="52697"/>
                  <a:pt x="397852" y="52697"/>
                </a:cubicBezTo>
                <a:cubicBezTo>
                  <a:pt x="397852" y="14530"/>
                  <a:pt x="397852" y="14530"/>
                  <a:pt x="397852" y="14530"/>
                </a:cubicBezTo>
                <a:cubicBezTo>
                  <a:pt x="339714" y="52697"/>
                  <a:pt x="339714" y="52697"/>
                  <a:pt x="339714" y="52697"/>
                </a:cubicBezTo>
                <a:cubicBezTo>
                  <a:pt x="339714" y="90863"/>
                  <a:pt x="339714" y="90863"/>
                  <a:pt x="339714" y="90863"/>
                </a:cubicBezTo>
                <a:cubicBezTo>
                  <a:pt x="326991" y="99952"/>
                  <a:pt x="326991" y="99952"/>
                  <a:pt x="326991" y="99952"/>
                </a:cubicBezTo>
                <a:cubicBezTo>
                  <a:pt x="326991" y="56344"/>
                  <a:pt x="326991" y="56344"/>
                  <a:pt x="326991" y="56344"/>
                </a:cubicBezTo>
                <a:cubicBezTo>
                  <a:pt x="332449" y="50883"/>
                  <a:pt x="332449" y="50883"/>
                  <a:pt x="332449" y="50883"/>
                </a:cubicBezTo>
                <a:cubicBezTo>
                  <a:pt x="297932" y="19990"/>
                  <a:pt x="250692" y="0"/>
                  <a:pt x="199840" y="0"/>
                </a:cubicBezTo>
                <a:cubicBezTo>
                  <a:pt x="90828" y="0"/>
                  <a:pt x="0" y="90863"/>
                  <a:pt x="0" y="199904"/>
                </a:cubicBezTo>
                <a:cubicBezTo>
                  <a:pt x="0" y="310758"/>
                  <a:pt x="90828" y="399807"/>
                  <a:pt x="199840" y="399807"/>
                </a:cubicBezTo>
                <a:cubicBezTo>
                  <a:pt x="310656" y="399807"/>
                  <a:pt x="399658" y="310758"/>
                  <a:pt x="399658" y="199904"/>
                </a:cubicBezTo>
                <a:cubicBezTo>
                  <a:pt x="399658" y="176286"/>
                  <a:pt x="396025" y="152649"/>
                  <a:pt x="386955" y="130844"/>
                </a:cubicBezTo>
                <a:lnTo>
                  <a:pt x="379691" y="13630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37">
            <a:extLst>
              <a:ext uri="{FF2B5EF4-FFF2-40B4-BE49-F238E27FC236}">
                <a16:creationId xmlns:a16="http://schemas.microsoft.com/office/drawing/2014/main" id="{835F28A2-720B-7AF5-EBBD-69C57D4F785A}"/>
              </a:ext>
            </a:extLst>
          </p:cNvPr>
          <p:cNvSpPr/>
          <p:nvPr/>
        </p:nvSpPr>
        <p:spPr>
          <a:xfrm>
            <a:off x="4800600" y="2273300"/>
            <a:ext cx="311617" cy="278232"/>
          </a:xfrm>
          <a:custGeom>
            <a:avLst/>
            <a:gdLst/>
            <a:ahLst/>
            <a:cxnLst/>
            <a:rect l="l" t="t" r="r" b="b"/>
            <a:pathLst>
              <a:path w="311617" h="278232">
                <a:moveTo>
                  <a:pt x="17413" y="278232"/>
                </a:moveTo>
                <a:cubicBezTo>
                  <a:pt x="43525" y="202980"/>
                  <a:pt x="43525" y="202980"/>
                  <a:pt x="43525" y="202980"/>
                </a:cubicBezTo>
                <a:cubicBezTo>
                  <a:pt x="15668" y="180232"/>
                  <a:pt x="0" y="150490"/>
                  <a:pt x="0" y="120747"/>
                </a:cubicBezTo>
                <a:cubicBezTo>
                  <a:pt x="0" y="54242"/>
                  <a:pt x="69638" y="0"/>
                  <a:pt x="156674" y="0"/>
                </a:cubicBezTo>
                <a:cubicBezTo>
                  <a:pt x="241979" y="0"/>
                  <a:pt x="311617" y="54242"/>
                  <a:pt x="311617" y="120747"/>
                </a:cubicBezTo>
                <a:cubicBezTo>
                  <a:pt x="311617" y="185487"/>
                  <a:pt x="241979" y="239729"/>
                  <a:pt x="156674" y="239729"/>
                </a:cubicBezTo>
                <a:cubicBezTo>
                  <a:pt x="137530" y="239729"/>
                  <a:pt x="118386" y="237978"/>
                  <a:pt x="100973" y="232735"/>
                </a:cubicBezTo>
                <a:cubicBezTo>
                  <a:pt x="94004" y="236239"/>
                  <a:pt x="67892" y="248488"/>
                  <a:pt x="48748" y="260739"/>
                </a:cubicBezTo>
                <a:cubicBezTo>
                  <a:pt x="17413" y="278232"/>
                  <a:pt x="17413" y="278232"/>
                  <a:pt x="17413" y="278232"/>
                </a:cubicBezTo>
                <a:close/>
                <a:moveTo>
                  <a:pt x="156674" y="26252"/>
                </a:moveTo>
                <a:cubicBezTo>
                  <a:pt x="83560" y="26252"/>
                  <a:pt x="26112" y="68243"/>
                  <a:pt x="26112" y="120747"/>
                </a:cubicBezTo>
                <a:cubicBezTo>
                  <a:pt x="26112" y="145233"/>
                  <a:pt x="40034" y="169734"/>
                  <a:pt x="66147" y="187239"/>
                </a:cubicBezTo>
                <a:cubicBezTo>
                  <a:pt x="74860" y="192481"/>
                  <a:pt x="74860" y="192481"/>
                  <a:pt x="74860" y="192481"/>
                </a:cubicBezTo>
                <a:cubicBezTo>
                  <a:pt x="66147" y="220485"/>
                  <a:pt x="66147" y="220485"/>
                  <a:pt x="66147" y="220485"/>
                </a:cubicBezTo>
                <a:cubicBezTo>
                  <a:pt x="94004" y="204732"/>
                  <a:pt x="99226" y="204732"/>
                  <a:pt x="100973" y="204732"/>
                </a:cubicBezTo>
                <a:cubicBezTo>
                  <a:pt x="104450" y="204732"/>
                  <a:pt x="104450" y="204732"/>
                  <a:pt x="104450" y="204732"/>
                </a:cubicBezTo>
                <a:cubicBezTo>
                  <a:pt x="106195" y="206483"/>
                  <a:pt x="106195" y="206483"/>
                  <a:pt x="106195" y="206483"/>
                </a:cubicBezTo>
                <a:cubicBezTo>
                  <a:pt x="121863" y="209987"/>
                  <a:pt x="139276" y="213491"/>
                  <a:pt x="156674" y="213491"/>
                </a:cubicBezTo>
                <a:cubicBezTo>
                  <a:pt x="228058" y="213491"/>
                  <a:pt x="285505" y="171486"/>
                  <a:pt x="285505" y="120747"/>
                </a:cubicBezTo>
                <a:cubicBezTo>
                  <a:pt x="285505" y="68243"/>
                  <a:pt x="228058" y="26252"/>
                  <a:pt x="156674" y="2625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38">
            <a:extLst>
              <a:ext uri="{FF2B5EF4-FFF2-40B4-BE49-F238E27FC236}">
                <a16:creationId xmlns:a16="http://schemas.microsoft.com/office/drawing/2014/main" id="{A3A1C825-7423-A62A-99C6-BBBE7B09AB13}"/>
              </a:ext>
            </a:extLst>
          </p:cNvPr>
          <p:cNvSpPr/>
          <p:nvPr/>
        </p:nvSpPr>
        <p:spPr>
          <a:xfrm>
            <a:off x="4876800" y="23495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FB9EBB77-0209-65EC-D8AA-ECE000B6CEAC}"/>
              </a:ext>
            </a:extLst>
          </p:cNvPr>
          <p:cNvSpPr/>
          <p:nvPr/>
        </p:nvSpPr>
        <p:spPr>
          <a:xfrm>
            <a:off x="4876800" y="23876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40">
            <a:extLst>
              <a:ext uri="{FF2B5EF4-FFF2-40B4-BE49-F238E27FC236}">
                <a16:creationId xmlns:a16="http://schemas.microsoft.com/office/drawing/2014/main" id="{385F520C-B127-1568-0511-8D481B81B2A4}"/>
              </a:ext>
            </a:extLst>
          </p:cNvPr>
          <p:cNvSpPr/>
          <p:nvPr/>
        </p:nvSpPr>
        <p:spPr>
          <a:xfrm>
            <a:off x="4876800" y="24130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Freeform 41">
            <a:extLst>
              <a:ext uri="{FF2B5EF4-FFF2-40B4-BE49-F238E27FC236}">
                <a16:creationId xmlns:a16="http://schemas.microsoft.com/office/drawing/2014/main" id="{A30BC8CB-DC67-3B54-DD6F-CBB3DC865199}"/>
              </a:ext>
            </a:extLst>
          </p:cNvPr>
          <p:cNvSpPr/>
          <p:nvPr/>
        </p:nvSpPr>
        <p:spPr>
          <a:xfrm>
            <a:off x="4635500" y="2434044"/>
            <a:ext cx="221192" cy="240669"/>
          </a:xfrm>
          <a:custGeom>
            <a:avLst/>
            <a:gdLst/>
            <a:ahLst/>
            <a:cxnLst/>
            <a:rect l="l" t="t" r="r" b="b"/>
            <a:pathLst>
              <a:path w="221192" h="240669">
                <a:moveTo>
                  <a:pt x="208996" y="165682"/>
                </a:moveTo>
                <a:cubicBezTo>
                  <a:pt x="186355" y="155209"/>
                  <a:pt x="161972" y="148234"/>
                  <a:pt x="137589" y="146496"/>
                </a:cubicBezTo>
                <a:cubicBezTo>
                  <a:pt x="139330" y="139521"/>
                  <a:pt x="139330" y="134283"/>
                  <a:pt x="141072" y="129059"/>
                </a:cubicBezTo>
                <a:cubicBezTo>
                  <a:pt x="146304" y="125571"/>
                  <a:pt x="149786" y="120334"/>
                  <a:pt x="149786" y="115097"/>
                </a:cubicBezTo>
                <a:cubicBezTo>
                  <a:pt x="149786" y="109871"/>
                  <a:pt x="151526" y="104635"/>
                  <a:pt x="151526" y="99409"/>
                </a:cubicBezTo>
                <a:cubicBezTo>
                  <a:pt x="153267" y="101148"/>
                  <a:pt x="153267" y="101148"/>
                  <a:pt x="155009" y="101148"/>
                </a:cubicBezTo>
                <a:cubicBezTo>
                  <a:pt x="156750" y="101148"/>
                  <a:pt x="160231" y="99409"/>
                  <a:pt x="160231" y="97660"/>
                </a:cubicBezTo>
                <a:cubicBezTo>
                  <a:pt x="161972" y="71498"/>
                  <a:pt x="161972" y="71498"/>
                  <a:pt x="161972" y="71498"/>
                </a:cubicBezTo>
                <a:cubicBezTo>
                  <a:pt x="161972" y="69760"/>
                  <a:pt x="160231" y="66272"/>
                  <a:pt x="158490" y="66272"/>
                </a:cubicBezTo>
                <a:cubicBezTo>
                  <a:pt x="156750" y="66272"/>
                  <a:pt x="156750" y="66272"/>
                  <a:pt x="155009" y="68011"/>
                </a:cubicBezTo>
                <a:cubicBezTo>
                  <a:pt x="156750" y="62785"/>
                  <a:pt x="156750" y="57549"/>
                  <a:pt x="156750" y="52323"/>
                </a:cubicBezTo>
                <a:cubicBezTo>
                  <a:pt x="158490" y="47086"/>
                  <a:pt x="160231" y="29648"/>
                  <a:pt x="148045" y="17437"/>
                </a:cubicBezTo>
                <a:cubicBezTo>
                  <a:pt x="130626" y="0"/>
                  <a:pt x="90566" y="0"/>
                  <a:pt x="73147" y="17437"/>
                </a:cubicBezTo>
                <a:cubicBezTo>
                  <a:pt x="59220" y="29648"/>
                  <a:pt x="62701" y="47086"/>
                  <a:pt x="64442" y="52323"/>
                </a:cubicBezTo>
                <a:cubicBezTo>
                  <a:pt x="64442" y="57549"/>
                  <a:pt x="64442" y="62785"/>
                  <a:pt x="64442" y="68011"/>
                </a:cubicBezTo>
                <a:cubicBezTo>
                  <a:pt x="64442" y="66272"/>
                  <a:pt x="62701" y="66272"/>
                  <a:pt x="62701" y="66272"/>
                </a:cubicBezTo>
                <a:cubicBezTo>
                  <a:pt x="59220" y="66272"/>
                  <a:pt x="57479" y="69760"/>
                  <a:pt x="59220" y="71498"/>
                </a:cubicBezTo>
                <a:cubicBezTo>
                  <a:pt x="60961" y="97660"/>
                  <a:pt x="60961" y="97660"/>
                  <a:pt x="60961" y="97660"/>
                </a:cubicBezTo>
                <a:cubicBezTo>
                  <a:pt x="60961" y="99409"/>
                  <a:pt x="62701" y="101148"/>
                  <a:pt x="66184" y="101148"/>
                </a:cubicBezTo>
                <a:cubicBezTo>
                  <a:pt x="67925" y="101148"/>
                  <a:pt x="67925" y="101148"/>
                  <a:pt x="69666" y="99409"/>
                </a:cubicBezTo>
                <a:cubicBezTo>
                  <a:pt x="69666" y="104635"/>
                  <a:pt x="69666" y="109871"/>
                  <a:pt x="71406" y="115097"/>
                </a:cubicBezTo>
                <a:cubicBezTo>
                  <a:pt x="71406" y="120334"/>
                  <a:pt x="74888" y="125571"/>
                  <a:pt x="80120" y="129059"/>
                </a:cubicBezTo>
                <a:cubicBezTo>
                  <a:pt x="81862" y="134283"/>
                  <a:pt x="81862" y="139521"/>
                  <a:pt x="83603" y="146496"/>
                </a:cubicBezTo>
                <a:cubicBezTo>
                  <a:pt x="59220" y="148234"/>
                  <a:pt x="34837" y="155209"/>
                  <a:pt x="12196" y="165682"/>
                </a:cubicBezTo>
                <a:cubicBezTo>
                  <a:pt x="5222" y="170908"/>
                  <a:pt x="0" y="179633"/>
                  <a:pt x="0" y="188345"/>
                </a:cubicBezTo>
                <a:cubicBezTo>
                  <a:pt x="1741" y="197070"/>
                  <a:pt x="1741" y="205793"/>
                  <a:pt x="3482" y="214507"/>
                </a:cubicBezTo>
                <a:cubicBezTo>
                  <a:pt x="3482" y="221482"/>
                  <a:pt x="10446" y="228456"/>
                  <a:pt x="17419" y="230206"/>
                </a:cubicBezTo>
                <a:cubicBezTo>
                  <a:pt x="80120" y="240669"/>
                  <a:pt x="141072" y="240669"/>
                  <a:pt x="203773" y="230206"/>
                </a:cubicBezTo>
                <a:cubicBezTo>
                  <a:pt x="210746" y="228456"/>
                  <a:pt x="217710" y="221482"/>
                  <a:pt x="217710" y="214507"/>
                </a:cubicBezTo>
                <a:cubicBezTo>
                  <a:pt x="217710" y="205793"/>
                  <a:pt x="219451" y="197070"/>
                  <a:pt x="219451" y="188345"/>
                </a:cubicBezTo>
                <a:cubicBezTo>
                  <a:pt x="221192" y="179633"/>
                  <a:pt x="215970" y="170908"/>
                  <a:pt x="208996" y="16568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Freeform 42">
            <a:extLst>
              <a:ext uri="{FF2B5EF4-FFF2-40B4-BE49-F238E27FC236}">
                <a16:creationId xmlns:a16="http://schemas.microsoft.com/office/drawing/2014/main" id="{A52BC4D1-8C2D-4263-C388-5C64EE40BA91}"/>
              </a:ext>
            </a:extLst>
          </p:cNvPr>
          <p:cNvSpPr/>
          <p:nvPr/>
        </p:nvSpPr>
        <p:spPr>
          <a:xfrm>
            <a:off x="2362200" y="2260600"/>
            <a:ext cx="25706" cy="63586"/>
          </a:xfrm>
          <a:custGeom>
            <a:avLst/>
            <a:gdLst/>
            <a:ahLst/>
            <a:cxnLst/>
            <a:rect l="l" t="t" r="r" b="b"/>
            <a:pathLst>
              <a:path w="25706" h="63586">
                <a:moveTo>
                  <a:pt x="13710" y="63586"/>
                </a:moveTo>
                <a:cubicBezTo>
                  <a:pt x="6855" y="63586"/>
                  <a:pt x="0" y="56892"/>
                  <a:pt x="0" y="50201"/>
                </a:cubicBezTo>
                <a:cubicBezTo>
                  <a:pt x="0" y="11713"/>
                  <a:pt x="0" y="11713"/>
                  <a:pt x="0" y="11713"/>
                </a:cubicBezTo>
                <a:cubicBezTo>
                  <a:pt x="0" y="5019"/>
                  <a:pt x="6855" y="0"/>
                  <a:pt x="13710" y="0"/>
                </a:cubicBezTo>
                <a:cubicBezTo>
                  <a:pt x="20565" y="0"/>
                  <a:pt x="25706" y="5019"/>
                  <a:pt x="25706" y="11713"/>
                </a:cubicBezTo>
                <a:cubicBezTo>
                  <a:pt x="25706" y="50201"/>
                  <a:pt x="25706" y="50201"/>
                  <a:pt x="25706" y="50201"/>
                </a:cubicBezTo>
                <a:cubicBezTo>
                  <a:pt x="25706" y="56892"/>
                  <a:pt x="20565" y="63586"/>
                  <a:pt x="13710" y="635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Freeform 43">
            <a:extLst>
              <a:ext uri="{FF2B5EF4-FFF2-40B4-BE49-F238E27FC236}">
                <a16:creationId xmlns:a16="http://schemas.microsoft.com/office/drawing/2014/main" id="{9B0B4C7B-BB97-02D8-33C7-3C718F3BACB8}"/>
              </a:ext>
            </a:extLst>
          </p:cNvPr>
          <p:cNvSpPr/>
          <p:nvPr/>
        </p:nvSpPr>
        <p:spPr>
          <a:xfrm>
            <a:off x="2258978" y="2271599"/>
            <a:ext cx="47352" cy="59527"/>
          </a:xfrm>
          <a:custGeom>
            <a:avLst/>
            <a:gdLst/>
            <a:ahLst/>
            <a:cxnLst/>
            <a:rect l="l" t="t" r="r" b="b"/>
            <a:pathLst>
              <a:path w="47352" h="59527">
                <a:moveTo>
                  <a:pt x="33824" y="59528"/>
                </a:moveTo>
                <a:cubicBezTo>
                  <a:pt x="28749" y="59528"/>
                  <a:pt x="25366" y="57827"/>
                  <a:pt x="21986" y="54426"/>
                </a:cubicBezTo>
                <a:cubicBezTo>
                  <a:pt x="3382" y="20411"/>
                  <a:pt x="3382" y="20411"/>
                  <a:pt x="3382" y="20411"/>
                </a:cubicBezTo>
                <a:cubicBezTo>
                  <a:pt x="0" y="13606"/>
                  <a:pt x="1691" y="6805"/>
                  <a:pt x="6766" y="3402"/>
                </a:cubicBezTo>
                <a:cubicBezTo>
                  <a:pt x="13528" y="0"/>
                  <a:pt x="20294" y="1701"/>
                  <a:pt x="23676" y="8506"/>
                </a:cubicBezTo>
                <a:cubicBezTo>
                  <a:pt x="43970" y="42521"/>
                  <a:pt x="43970" y="42521"/>
                  <a:pt x="43970" y="42521"/>
                </a:cubicBezTo>
                <a:cubicBezTo>
                  <a:pt x="47352" y="47623"/>
                  <a:pt x="45662" y="56127"/>
                  <a:pt x="38896" y="59528"/>
                </a:cubicBezTo>
                <a:cubicBezTo>
                  <a:pt x="37205" y="59528"/>
                  <a:pt x="35514" y="59528"/>
                  <a:pt x="33824" y="595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Freeform 44">
            <a:extLst>
              <a:ext uri="{FF2B5EF4-FFF2-40B4-BE49-F238E27FC236}">
                <a16:creationId xmlns:a16="http://schemas.microsoft.com/office/drawing/2014/main" id="{88E159D1-E204-7C76-81CE-D83A54D58A79}"/>
              </a:ext>
            </a:extLst>
          </p:cNvPr>
          <p:cNvSpPr/>
          <p:nvPr/>
        </p:nvSpPr>
        <p:spPr>
          <a:xfrm>
            <a:off x="2195417" y="23477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47096" y="45997"/>
                </a:moveTo>
                <a:cubicBezTo>
                  <a:pt x="45413" y="45997"/>
                  <a:pt x="43730" y="45997"/>
                  <a:pt x="42051" y="44294"/>
                </a:cubicBezTo>
                <a:cubicBezTo>
                  <a:pt x="8410" y="23851"/>
                  <a:pt x="8410" y="23851"/>
                  <a:pt x="8410" y="23851"/>
                </a:cubicBezTo>
                <a:cubicBezTo>
                  <a:pt x="1683" y="20443"/>
                  <a:pt x="0" y="13628"/>
                  <a:pt x="3366" y="8518"/>
                </a:cubicBezTo>
                <a:cubicBezTo>
                  <a:pt x="6727" y="1703"/>
                  <a:pt x="15137" y="0"/>
                  <a:pt x="20183" y="3406"/>
                </a:cubicBezTo>
                <a:cubicBezTo>
                  <a:pt x="53823" y="23851"/>
                  <a:pt x="53823" y="23851"/>
                  <a:pt x="53823" y="23851"/>
                </a:cubicBezTo>
                <a:cubicBezTo>
                  <a:pt x="58869" y="27257"/>
                  <a:pt x="62233" y="34071"/>
                  <a:pt x="58869" y="39182"/>
                </a:cubicBezTo>
                <a:cubicBezTo>
                  <a:pt x="55506" y="44294"/>
                  <a:pt x="52140" y="45997"/>
                  <a:pt x="4709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Freeform 45">
            <a:extLst>
              <a:ext uri="{FF2B5EF4-FFF2-40B4-BE49-F238E27FC236}">
                <a16:creationId xmlns:a16="http://schemas.microsoft.com/office/drawing/2014/main" id="{5BC79689-18A2-D5FF-B2C2-70E6F90DED15}"/>
              </a:ext>
            </a:extLst>
          </p:cNvPr>
          <p:cNvSpPr/>
          <p:nvPr/>
        </p:nvSpPr>
        <p:spPr>
          <a:xfrm>
            <a:off x="2159000" y="2451100"/>
            <a:ext cx="63588" cy="22998"/>
          </a:xfrm>
          <a:custGeom>
            <a:avLst/>
            <a:gdLst/>
            <a:ahLst/>
            <a:cxnLst/>
            <a:rect l="l" t="t" r="r" b="b"/>
            <a:pathLst>
              <a:path w="63588" h="22998">
                <a:moveTo>
                  <a:pt x="51873" y="22998"/>
                </a:moveTo>
                <a:cubicBezTo>
                  <a:pt x="13386" y="22998"/>
                  <a:pt x="13386" y="22998"/>
                  <a:pt x="13386" y="22998"/>
                </a:cubicBezTo>
                <a:cubicBezTo>
                  <a:pt x="6694" y="22998"/>
                  <a:pt x="0" y="18070"/>
                  <a:pt x="0" y="11500"/>
                </a:cubicBezTo>
                <a:cubicBezTo>
                  <a:pt x="0" y="4929"/>
                  <a:pt x="6694" y="0"/>
                  <a:pt x="13386" y="0"/>
                </a:cubicBezTo>
                <a:cubicBezTo>
                  <a:pt x="51873" y="0"/>
                  <a:pt x="51873" y="0"/>
                  <a:pt x="51873" y="0"/>
                </a:cubicBezTo>
                <a:cubicBezTo>
                  <a:pt x="58567" y="0"/>
                  <a:pt x="63588" y="4929"/>
                  <a:pt x="63588" y="11500"/>
                </a:cubicBezTo>
                <a:cubicBezTo>
                  <a:pt x="63588" y="18070"/>
                  <a:pt x="58567" y="22998"/>
                  <a:pt x="51873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Freeform 46">
            <a:extLst>
              <a:ext uri="{FF2B5EF4-FFF2-40B4-BE49-F238E27FC236}">
                <a16:creationId xmlns:a16="http://schemas.microsoft.com/office/drawing/2014/main" id="{6A96BFDD-92D8-2BD0-18BD-C600C71DE98D}"/>
              </a:ext>
            </a:extLst>
          </p:cNvPr>
          <p:cNvSpPr/>
          <p:nvPr/>
        </p:nvSpPr>
        <p:spPr>
          <a:xfrm>
            <a:off x="2182390" y="2525664"/>
            <a:ext cx="62233" cy="45998"/>
          </a:xfrm>
          <a:custGeom>
            <a:avLst/>
            <a:gdLst/>
            <a:ahLst/>
            <a:cxnLst/>
            <a:rect l="l" t="t" r="r" b="b"/>
            <a:pathLst>
              <a:path w="62233" h="45998">
                <a:moveTo>
                  <a:pt x="15137" y="45998"/>
                </a:moveTo>
                <a:cubicBezTo>
                  <a:pt x="10091" y="45998"/>
                  <a:pt x="6727" y="42592"/>
                  <a:pt x="3364" y="39185"/>
                </a:cubicBezTo>
                <a:cubicBezTo>
                  <a:pt x="0" y="34073"/>
                  <a:pt x="3364" y="25555"/>
                  <a:pt x="8410" y="22148"/>
                </a:cubicBezTo>
                <a:cubicBezTo>
                  <a:pt x="42049" y="3408"/>
                  <a:pt x="42049" y="3408"/>
                  <a:pt x="42049" y="3408"/>
                </a:cubicBezTo>
                <a:cubicBezTo>
                  <a:pt x="48776" y="0"/>
                  <a:pt x="55504" y="1705"/>
                  <a:pt x="58867" y="6815"/>
                </a:cubicBezTo>
                <a:cubicBezTo>
                  <a:pt x="62232" y="13630"/>
                  <a:pt x="60549" y="20445"/>
                  <a:pt x="53822" y="23852"/>
                </a:cubicBezTo>
                <a:cubicBezTo>
                  <a:pt x="20181" y="44295"/>
                  <a:pt x="20181" y="44295"/>
                  <a:pt x="20181" y="44295"/>
                </a:cubicBezTo>
                <a:cubicBezTo>
                  <a:pt x="18502" y="44295"/>
                  <a:pt x="16819" y="45998"/>
                  <a:pt x="15137" y="45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Freeform 47">
            <a:extLst>
              <a:ext uri="{FF2B5EF4-FFF2-40B4-BE49-F238E27FC236}">
                <a16:creationId xmlns:a16="http://schemas.microsoft.com/office/drawing/2014/main" id="{8F783BDC-3B95-4352-99DF-5D7E16BC892E}"/>
              </a:ext>
            </a:extLst>
          </p:cNvPr>
          <p:cNvSpPr/>
          <p:nvPr/>
        </p:nvSpPr>
        <p:spPr>
          <a:xfrm>
            <a:off x="2500217" y="2538297"/>
            <a:ext cx="62235" cy="45997"/>
          </a:xfrm>
          <a:custGeom>
            <a:avLst/>
            <a:gdLst/>
            <a:ahLst/>
            <a:cxnLst/>
            <a:rect l="l" t="t" r="r" b="b"/>
            <a:pathLst>
              <a:path w="62235" h="45997">
                <a:moveTo>
                  <a:pt x="48780" y="45997"/>
                </a:moveTo>
                <a:cubicBezTo>
                  <a:pt x="45415" y="45997"/>
                  <a:pt x="43733" y="45997"/>
                  <a:pt x="42052" y="44294"/>
                </a:cubicBezTo>
                <a:cubicBezTo>
                  <a:pt x="8410" y="25554"/>
                  <a:pt x="8410" y="25554"/>
                  <a:pt x="8410" y="25554"/>
                </a:cubicBezTo>
                <a:cubicBezTo>
                  <a:pt x="1683" y="22146"/>
                  <a:pt x="0" y="13628"/>
                  <a:pt x="3366" y="8518"/>
                </a:cubicBezTo>
                <a:cubicBezTo>
                  <a:pt x="6729" y="1703"/>
                  <a:pt x="15139" y="0"/>
                  <a:pt x="20183" y="3406"/>
                </a:cubicBezTo>
                <a:cubicBezTo>
                  <a:pt x="53825" y="23851"/>
                  <a:pt x="53825" y="23851"/>
                  <a:pt x="53825" y="23851"/>
                </a:cubicBezTo>
                <a:cubicBezTo>
                  <a:pt x="60553" y="27257"/>
                  <a:pt x="62235" y="34071"/>
                  <a:pt x="58870" y="39182"/>
                </a:cubicBezTo>
                <a:cubicBezTo>
                  <a:pt x="57191" y="44294"/>
                  <a:pt x="52143" y="45997"/>
                  <a:pt x="48780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Freeform 48">
            <a:extLst>
              <a:ext uri="{FF2B5EF4-FFF2-40B4-BE49-F238E27FC236}">
                <a16:creationId xmlns:a16="http://schemas.microsoft.com/office/drawing/2014/main" id="{5FD30585-1182-1E87-DBED-249A98131618}"/>
              </a:ext>
            </a:extLst>
          </p:cNvPr>
          <p:cNvSpPr/>
          <p:nvPr/>
        </p:nvSpPr>
        <p:spPr>
          <a:xfrm>
            <a:off x="2527300" y="2463800"/>
            <a:ext cx="62234" cy="22998"/>
          </a:xfrm>
          <a:custGeom>
            <a:avLst/>
            <a:gdLst/>
            <a:ahLst/>
            <a:cxnLst/>
            <a:rect l="l" t="t" r="r" b="b"/>
            <a:pathLst>
              <a:path w="62234" h="22998">
                <a:moveTo>
                  <a:pt x="50461" y="22998"/>
                </a:moveTo>
                <a:cubicBezTo>
                  <a:pt x="11773" y="22998"/>
                  <a:pt x="11773" y="22998"/>
                  <a:pt x="11773" y="22998"/>
                </a:cubicBezTo>
                <a:cubicBezTo>
                  <a:pt x="5044" y="22998"/>
                  <a:pt x="0" y="18070"/>
                  <a:pt x="0" y="11500"/>
                </a:cubicBezTo>
                <a:cubicBezTo>
                  <a:pt x="0" y="4929"/>
                  <a:pt x="5044" y="0"/>
                  <a:pt x="11773" y="0"/>
                </a:cubicBezTo>
                <a:cubicBezTo>
                  <a:pt x="50461" y="0"/>
                  <a:pt x="50461" y="0"/>
                  <a:pt x="50461" y="0"/>
                </a:cubicBezTo>
                <a:cubicBezTo>
                  <a:pt x="57189" y="0"/>
                  <a:pt x="62234" y="4929"/>
                  <a:pt x="62234" y="11500"/>
                </a:cubicBezTo>
                <a:cubicBezTo>
                  <a:pt x="62234" y="18070"/>
                  <a:pt x="57189" y="22998"/>
                  <a:pt x="50461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Freeform 49">
            <a:extLst>
              <a:ext uri="{FF2B5EF4-FFF2-40B4-BE49-F238E27FC236}">
                <a16:creationId xmlns:a16="http://schemas.microsoft.com/office/drawing/2014/main" id="{3957F574-629D-1D0F-C4CB-1A4F6EC922D2}"/>
              </a:ext>
            </a:extLst>
          </p:cNvPr>
          <p:cNvSpPr/>
          <p:nvPr/>
        </p:nvSpPr>
        <p:spPr>
          <a:xfrm>
            <a:off x="2500217" y="23604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13456" y="45997"/>
                </a:moveTo>
                <a:cubicBezTo>
                  <a:pt x="10093" y="45997"/>
                  <a:pt x="5045" y="44294"/>
                  <a:pt x="3366" y="40886"/>
                </a:cubicBezTo>
                <a:cubicBezTo>
                  <a:pt x="0" y="34071"/>
                  <a:pt x="1683" y="27257"/>
                  <a:pt x="8410" y="23851"/>
                </a:cubicBezTo>
                <a:cubicBezTo>
                  <a:pt x="42051" y="3406"/>
                  <a:pt x="42051" y="3406"/>
                  <a:pt x="42051" y="3406"/>
                </a:cubicBezTo>
                <a:cubicBezTo>
                  <a:pt x="47096" y="0"/>
                  <a:pt x="55506" y="1703"/>
                  <a:pt x="58869" y="8518"/>
                </a:cubicBezTo>
                <a:cubicBezTo>
                  <a:pt x="62233" y="13628"/>
                  <a:pt x="58869" y="22146"/>
                  <a:pt x="53823" y="25554"/>
                </a:cubicBezTo>
                <a:cubicBezTo>
                  <a:pt x="20183" y="44294"/>
                  <a:pt x="20183" y="44294"/>
                  <a:pt x="20183" y="44294"/>
                </a:cubicBezTo>
                <a:cubicBezTo>
                  <a:pt x="18503" y="45997"/>
                  <a:pt x="15137" y="45997"/>
                  <a:pt x="1345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Freeform 50">
            <a:extLst>
              <a:ext uri="{FF2B5EF4-FFF2-40B4-BE49-F238E27FC236}">
                <a16:creationId xmlns:a16="http://schemas.microsoft.com/office/drawing/2014/main" id="{4A9A299C-F477-027A-74D7-6CA3D55F16EC}"/>
              </a:ext>
            </a:extLst>
          </p:cNvPr>
          <p:cNvSpPr/>
          <p:nvPr/>
        </p:nvSpPr>
        <p:spPr>
          <a:xfrm>
            <a:off x="2449431" y="2284368"/>
            <a:ext cx="48705" cy="59527"/>
          </a:xfrm>
          <a:custGeom>
            <a:avLst/>
            <a:gdLst/>
            <a:ahLst/>
            <a:cxnLst/>
            <a:rect l="l" t="t" r="r" b="b"/>
            <a:pathLst>
              <a:path w="48705" h="59527">
                <a:moveTo>
                  <a:pt x="13916" y="59527"/>
                </a:moveTo>
                <a:cubicBezTo>
                  <a:pt x="12177" y="59527"/>
                  <a:pt x="8697" y="59527"/>
                  <a:pt x="6959" y="57827"/>
                </a:cubicBezTo>
                <a:cubicBezTo>
                  <a:pt x="1739" y="54426"/>
                  <a:pt x="0" y="47621"/>
                  <a:pt x="3480" y="40818"/>
                </a:cubicBezTo>
                <a:cubicBezTo>
                  <a:pt x="22614" y="6805"/>
                  <a:pt x="22614" y="6805"/>
                  <a:pt x="22614" y="6805"/>
                </a:cubicBezTo>
                <a:cubicBezTo>
                  <a:pt x="26091" y="1701"/>
                  <a:pt x="33049" y="0"/>
                  <a:pt x="40008" y="3401"/>
                </a:cubicBezTo>
                <a:cubicBezTo>
                  <a:pt x="45226" y="6805"/>
                  <a:pt x="48705" y="13606"/>
                  <a:pt x="45226" y="18710"/>
                </a:cubicBezTo>
                <a:cubicBezTo>
                  <a:pt x="24352" y="54426"/>
                  <a:pt x="24352" y="54426"/>
                  <a:pt x="24352" y="54426"/>
                </a:cubicBezTo>
                <a:cubicBezTo>
                  <a:pt x="22614" y="57827"/>
                  <a:pt x="17394" y="59527"/>
                  <a:pt x="13916" y="595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Freeform 51">
            <a:extLst>
              <a:ext uri="{FF2B5EF4-FFF2-40B4-BE49-F238E27FC236}">
                <a16:creationId xmlns:a16="http://schemas.microsoft.com/office/drawing/2014/main" id="{6E688BC9-B9EF-28A1-0AF7-4D0ACD5AC80B}"/>
              </a:ext>
            </a:extLst>
          </p:cNvPr>
          <p:cNvSpPr/>
          <p:nvPr/>
        </p:nvSpPr>
        <p:spPr>
          <a:xfrm>
            <a:off x="2260600" y="2362200"/>
            <a:ext cx="228639" cy="274634"/>
          </a:xfrm>
          <a:custGeom>
            <a:avLst/>
            <a:gdLst/>
            <a:ahLst/>
            <a:cxnLst/>
            <a:rect l="l" t="t" r="r" b="b"/>
            <a:pathLst>
              <a:path w="228639" h="274634">
                <a:moveTo>
                  <a:pt x="228639" y="113579"/>
                </a:moveTo>
                <a:cubicBezTo>
                  <a:pt x="228639" y="50858"/>
                  <a:pt x="177449" y="0"/>
                  <a:pt x="114319" y="0"/>
                </a:cubicBezTo>
                <a:cubicBezTo>
                  <a:pt x="51190" y="0"/>
                  <a:pt x="0" y="50858"/>
                  <a:pt x="0" y="113579"/>
                </a:cubicBezTo>
                <a:cubicBezTo>
                  <a:pt x="0" y="116973"/>
                  <a:pt x="0" y="120368"/>
                  <a:pt x="0" y="123750"/>
                </a:cubicBezTo>
                <a:cubicBezTo>
                  <a:pt x="0" y="125454"/>
                  <a:pt x="1704" y="169523"/>
                  <a:pt x="44362" y="223775"/>
                </a:cubicBezTo>
                <a:cubicBezTo>
                  <a:pt x="58017" y="240725"/>
                  <a:pt x="52894" y="274634"/>
                  <a:pt x="52894" y="274634"/>
                </a:cubicBezTo>
                <a:cubicBezTo>
                  <a:pt x="69957" y="274634"/>
                  <a:pt x="87020" y="274634"/>
                  <a:pt x="105788" y="274634"/>
                </a:cubicBezTo>
                <a:cubicBezTo>
                  <a:pt x="110912" y="274634"/>
                  <a:pt x="116023" y="274634"/>
                  <a:pt x="121147" y="274634"/>
                </a:cubicBezTo>
                <a:cubicBezTo>
                  <a:pt x="139915" y="274634"/>
                  <a:pt x="156977" y="274634"/>
                  <a:pt x="174041" y="274634"/>
                </a:cubicBezTo>
                <a:cubicBezTo>
                  <a:pt x="174041" y="274634"/>
                  <a:pt x="168918" y="240725"/>
                  <a:pt x="182573" y="223775"/>
                </a:cubicBezTo>
                <a:cubicBezTo>
                  <a:pt x="225231" y="169523"/>
                  <a:pt x="228639" y="125454"/>
                  <a:pt x="226935" y="123750"/>
                </a:cubicBezTo>
                <a:cubicBezTo>
                  <a:pt x="226935" y="120368"/>
                  <a:pt x="228639" y="116973"/>
                  <a:pt x="228639" y="113579"/>
                </a:cubicBezTo>
                <a:close/>
                <a:moveTo>
                  <a:pt x="100665" y="254291"/>
                </a:moveTo>
                <a:cubicBezTo>
                  <a:pt x="100665" y="200038"/>
                  <a:pt x="100665" y="200038"/>
                  <a:pt x="100665" y="200038"/>
                </a:cubicBezTo>
                <a:cubicBezTo>
                  <a:pt x="100665" y="198347"/>
                  <a:pt x="100665" y="198347"/>
                  <a:pt x="98961" y="196656"/>
                </a:cubicBezTo>
                <a:cubicBezTo>
                  <a:pt x="76784" y="154266"/>
                  <a:pt x="76784" y="154266"/>
                  <a:pt x="76784" y="154266"/>
                </a:cubicBezTo>
                <a:cubicBezTo>
                  <a:pt x="78489" y="154266"/>
                  <a:pt x="80193" y="154266"/>
                  <a:pt x="81897" y="152574"/>
                </a:cubicBezTo>
                <a:cubicBezTo>
                  <a:pt x="85316" y="152574"/>
                  <a:pt x="88725" y="149179"/>
                  <a:pt x="92133" y="147489"/>
                </a:cubicBezTo>
                <a:cubicBezTo>
                  <a:pt x="95552" y="150884"/>
                  <a:pt x="100665" y="154266"/>
                  <a:pt x="104084" y="154266"/>
                </a:cubicBezTo>
                <a:cubicBezTo>
                  <a:pt x="110912" y="155969"/>
                  <a:pt x="117728" y="152574"/>
                  <a:pt x="124555" y="147489"/>
                </a:cubicBezTo>
                <a:cubicBezTo>
                  <a:pt x="124555" y="147489"/>
                  <a:pt x="124555" y="147489"/>
                  <a:pt x="124555" y="149179"/>
                </a:cubicBezTo>
                <a:cubicBezTo>
                  <a:pt x="127974" y="154266"/>
                  <a:pt x="133087" y="155969"/>
                  <a:pt x="136506" y="155969"/>
                </a:cubicBezTo>
                <a:cubicBezTo>
                  <a:pt x="138210" y="155969"/>
                  <a:pt x="138210" y="155969"/>
                  <a:pt x="138210" y="155969"/>
                </a:cubicBezTo>
                <a:cubicBezTo>
                  <a:pt x="139915" y="155969"/>
                  <a:pt x="141619" y="155969"/>
                  <a:pt x="143323" y="154266"/>
                </a:cubicBezTo>
                <a:cubicBezTo>
                  <a:pt x="121147" y="196656"/>
                  <a:pt x="121147" y="196656"/>
                  <a:pt x="121147" y="196656"/>
                </a:cubicBezTo>
                <a:cubicBezTo>
                  <a:pt x="121147" y="198347"/>
                  <a:pt x="121147" y="198347"/>
                  <a:pt x="121147" y="200038"/>
                </a:cubicBezTo>
                <a:cubicBezTo>
                  <a:pt x="121147" y="254291"/>
                  <a:pt x="121147" y="254291"/>
                  <a:pt x="121147" y="254291"/>
                </a:cubicBezTo>
                <a:lnTo>
                  <a:pt x="100665" y="254291"/>
                </a:lnTo>
                <a:close/>
                <a:moveTo>
                  <a:pt x="93848" y="122060"/>
                </a:moveTo>
                <a:cubicBezTo>
                  <a:pt x="93848" y="122060"/>
                  <a:pt x="93848" y="122060"/>
                  <a:pt x="93848" y="122060"/>
                </a:cubicBezTo>
                <a:cubicBezTo>
                  <a:pt x="93848" y="122060"/>
                  <a:pt x="93848" y="122060"/>
                  <a:pt x="95552" y="122060"/>
                </a:cubicBezTo>
                <a:cubicBezTo>
                  <a:pt x="97257" y="122060"/>
                  <a:pt x="97257" y="122060"/>
                  <a:pt x="97257" y="125454"/>
                </a:cubicBezTo>
                <a:cubicBezTo>
                  <a:pt x="97257" y="127145"/>
                  <a:pt x="95552" y="130541"/>
                  <a:pt x="93848" y="135626"/>
                </a:cubicBezTo>
                <a:cubicBezTo>
                  <a:pt x="92133" y="128836"/>
                  <a:pt x="92133" y="123750"/>
                  <a:pt x="93848" y="122060"/>
                </a:cubicBezTo>
                <a:close/>
                <a:moveTo>
                  <a:pt x="126260" y="120368"/>
                </a:moveTo>
                <a:cubicBezTo>
                  <a:pt x="126260" y="118665"/>
                  <a:pt x="127974" y="118665"/>
                  <a:pt x="127974" y="118665"/>
                </a:cubicBezTo>
                <a:cubicBezTo>
                  <a:pt x="127974" y="118665"/>
                  <a:pt x="127974" y="118665"/>
                  <a:pt x="127974" y="118665"/>
                </a:cubicBezTo>
                <a:cubicBezTo>
                  <a:pt x="129678" y="118665"/>
                  <a:pt x="129678" y="118665"/>
                  <a:pt x="129678" y="118665"/>
                </a:cubicBezTo>
                <a:cubicBezTo>
                  <a:pt x="129678" y="120368"/>
                  <a:pt x="129678" y="125454"/>
                  <a:pt x="126260" y="132231"/>
                </a:cubicBezTo>
                <a:cubicBezTo>
                  <a:pt x="124555" y="127145"/>
                  <a:pt x="124555" y="122060"/>
                  <a:pt x="126260" y="120368"/>
                </a:cubicBezTo>
                <a:close/>
                <a:moveTo>
                  <a:pt x="208167" y="116973"/>
                </a:moveTo>
                <a:cubicBezTo>
                  <a:pt x="206452" y="130541"/>
                  <a:pt x="206452" y="130541"/>
                  <a:pt x="206452" y="130541"/>
                </a:cubicBezTo>
                <a:cubicBezTo>
                  <a:pt x="206452" y="130541"/>
                  <a:pt x="206452" y="130541"/>
                  <a:pt x="206452" y="130541"/>
                </a:cubicBezTo>
                <a:cubicBezTo>
                  <a:pt x="204748" y="142403"/>
                  <a:pt x="196216" y="174608"/>
                  <a:pt x="167213" y="211913"/>
                </a:cubicBezTo>
                <a:cubicBezTo>
                  <a:pt x="156977" y="223775"/>
                  <a:pt x="153558" y="240725"/>
                  <a:pt x="153558" y="254291"/>
                </a:cubicBezTo>
                <a:cubicBezTo>
                  <a:pt x="134791" y="254291"/>
                  <a:pt x="134791" y="254291"/>
                  <a:pt x="134791" y="254291"/>
                </a:cubicBezTo>
                <a:cubicBezTo>
                  <a:pt x="134791" y="201742"/>
                  <a:pt x="134791" y="201742"/>
                  <a:pt x="134791" y="201742"/>
                </a:cubicBezTo>
                <a:cubicBezTo>
                  <a:pt x="160386" y="152574"/>
                  <a:pt x="160386" y="152574"/>
                  <a:pt x="160386" y="152574"/>
                </a:cubicBezTo>
                <a:cubicBezTo>
                  <a:pt x="162090" y="149179"/>
                  <a:pt x="160386" y="144094"/>
                  <a:pt x="156977" y="142403"/>
                </a:cubicBezTo>
                <a:cubicBezTo>
                  <a:pt x="153558" y="140712"/>
                  <a:pt x="150151" y="142403"/>
                  <a:pt x="148446" y="145797"/>
                </a:cubicBezTo>
                <a:cubicBezTo>
                  <a:pt x="145026" y="147489"/>
                  <a:pt x="141619" y="149179"/>
                  <a:pt x="138210" y="149179"/>
                </a:cubicBezTo>
                <a:cubicBezTo>
                  <a:pt x="134791" y="149179"/>
                  <a:pt x="133087" y="147489"/>
                  <a:pt x="131383" y="144094"/>
                </a:cubicBezTo>
                <a:cubicBezTo>
                  <a:pt x="129678" y="144094"/>
                  <a:pt x="129678" y="142403"/>
                  <a:pt x="127974" y="140712"/>
                </a:cubicBezTo>
                <a:cubicBezTo>
                  <a:pt x="127974" y="140712"/>
                  <a:pt x="127974" y="140712"/>
                  <a:pt x="127974" y="140712"/>
                </a:cubicBezTo>
                <a:cubicBezTo>
                  <a:pt x="134791" y="132231"/>
                  <a:pt x="138210" y="122060"/>
                  <a:pt x="134791" y="115283"/>
                </a:cubicBezTo>
                <a:cubicBezTo>
                  <a:pt x="134791" y="111888"/>
                  <a:pt x="131383" y="110197"/>
                  <a:pt x="127974" y="111888"/>
                </a:cubicBezTo>
                <a:cubicBezTo>
                  <a:pt x="124555" y="111888"/>
                  <a:pt x="121147" y="113579"/>
                  <a:pt x="119442" y="116973"/>
                </a:cubicBezTo>
                <a:cubicBezTo>
                  <a:pt x="117728" y="122060"/>
                  <a:pt x="117728" y="132231"/>
                  <a:pt x="121147" y="139008"/>
                </a:cubicBezTo>
                <a:cubicBezTo>
                  <a:pt x="116023" y="144094"/>
                  <a:pt x="110912" y="149179"/>
                  <a:pt x="105788" y="147489"/>
                </a:cubicBezTo>
                <a:cubicBezTo>
                  <a:pt x="102380" y="147489"/>
                  <a:pt x="98961" y="145797"/>
                  <a:pt x="97257" y="142403"/>
                </a:cubicBezTo>
                <a:cubicBezTo>
                  <a:pt x="102380" y="135626"/>
                  <a:pt x="104084" y="130541"/>
                  <a:pt x="104084" y="123750"/>
                </a:cubicBezTo>
                <a:cubicBezTo>
                  <a:pt x="104084" y="120368"/>
                  <a:pt x="102380" y="115283"/>
                  <a:pt x="97257" y="115283"/>
                </a:cubicBezTo>
                <a:cubicBezTo>
                  <a:pt x="93848" y="113579"/>
                  <a:pt x="90429" y="115283"/>
                  <a:pt x="88725" y="116973"/>
                </a:cubicBezTo>
                <a:cubicBezTo>
                  <a:pt x="83612" y="122060"/>
                  <a:pt x="85316" y="130541"/>
                  <a:pt x="87020" y="137317"/>
                </a:cubicBezTo>
                <a:cubicBezTo>
                  <a:pt x="87020" y="139008"/>
                  <a:pt x="87020" y="140712"/>
                  <a:pt x="88725" y="140712"/>
                </a:cubicBezTo>
                <a:cubicBezTo>
                  <a:pt x="85316" y="144094"/>
                  <a:pt x="81897" y="145797"/>
                  <a:pt x="80193" y="147489"/>
                </a:cubicBezTo>
                <a:cubicBezTo>
                  <a:pt x="76784" y="147489"/>
                  <a:pt x="75080" y="147489"/>
                  <a:pt x="73365" y="147489"/>
                </a:cubicBezTo>
                <a:cubicBezTo>
                  <a:pt x="73365" y="145797"/>
                  <a:pt x="73365" y="145797"/>
                  <a:pt x="73365" y="145797"/>
                </a:cubicBezTo>
                <a:cubicBezTo>
                  <a:pt x="71661" y="142403"/>
                  <a:pt x="68254" y="140712"/>
                  <a:pt x="64834" y="142403"/>
                </a:cubicBezTo>
                <a:cubicBezTo>
                  <a:pt x="64834" y="142403"/>
                  <a:pt x="64834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59722" y="144094"/>
                  <a:pt x="59722" y="149179"/>
                  <a:pt x="61426" y="152574"/>
                </a:cubicBezTo>
                <a:cubicBezTo>
                  <a:pt x="87020" y="201742"/>
                  <a:pt x="87020" y="201742"/>
                  <a:pt x="87020" y="201742"/>
                </a:cubicBezTo>
                <a:cubicBezTo>
                  <a:pt x="87020" y="254291"/>
                  <a:pt x="87020" y="254291"/>
                  <a:pt x="87020" y="254291"/>
                </a:cubicBezTo>
                <a:cubicBezTo>
                  <a:pt x="73365" y="254291"/>
                  <a:pt x="73365" y="254291"/>
                  <a:pt x="73365" y="254291"/>
                </a:cubicBezTo>
                <a:cubicBezTo>
                  <a:pt x="73365" y="240725"/>
                  <a:pt x="69957" y="223775"/>
                  <a:pt x="61426" y="211913"/>
                </a:cubicBezTo>
                <a:cubicBezTo>
                  <a:pt x="30707" y="174608"/>
                  <a:pt x="22187" y="142403"/>
                  <a:pt x="20471" y="130541"/>
                </a:cubicBezTo>
                <a:cubicBezTo>
                  <a:pt x="20471" y="130541"/>
                  <a:pt x="20471" y="130541"/>
                  <a:pt x="20471" y="130541"/>
                </a:cubicBezTo>
                <a:cubicBezTo>
                  <a:pt x="18768" y="116973"/>
                  <a:pt x="18768" y="116973"/>
                  <a:pt x="18768" y="116973"/>
                </a:cubicBezTo>
                <a:cubicBezTo>
                  <a:pt x="18768" y="115283"/>
                  <a:pt x="18768" y="113579"/>
                  <a:pt x="18768" y="113579"/>
                </a:cubicBezTo>
                <a:cubicBezTo>
                  <a:pt x="18768" y="61030"/>
                  <a:pt x="61426" y="18652"/>
                  <a:pt x="114319" y="18652"/>
                </a:cubicBezTo>
                <a:cubicBezTo>
                  <a:pt x="165509" y="18652"/>
                  <a:pt x="208167" y="61030"/>
                  <a:pt x="208167" y="113579"/>
                </a:cubicBezTo>
                <a:cubicBezTo>
                  <a:pt x="208167" y="113579"/>
                  <a:pt x="208167" y="115283"/>
                  <a:pt x="208167" y="11697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Freeform 52">
            <a:extLst>
              <a:ext uri="{FF2B5EF4-FFF2-40B4-BE49-F238E27FC236}">
                <a16:creationId xmlns:a16="http://schemas.microsoft.com/office/drawing/2014/main" id="{2B629E9A-7805-74F1-F217-3E50B0D814D9}"/>
              </a:ext>
            </a:extLst>
          </p:cNvPr>
          <p:cNvSpPr/>
          <p:nvPr/>
        </p:nvSpPr>
        <p:spPr>
          <a:xfrm>
            <a:off x="2311400" y="2641600"/>
            <a:ext cx="120409" cy="68998"/>
          </a:xfrm>
          <a:custGeom>
            <a:avLst/>
            <a:gdLst/>
            <a:ahLst/>
            <a:cxnLst/>
            <a:rect l="l" t="t" r="r" b="b"/>
            <a:pathLst>
              <a:path w="120409" h="68998">
                <a:moveTo>
                  <a:pt x="0" y="10349"/>
                </a:moveTo>
                <a:cubicBezTo>
                  <a:pt x="5089" y="10349"/>
                  <a:pt x="5089" y="10349"/>
                  <a:pt x="5089" y="10349"/>
                </a:cubicBezTo>
                <a:cubicBezTo>
                  <a:pt x="5089" y="18975"/>
                  <a:pt x="5089" y="18975"/>
                  <a:pt x="5089" y="18975"/>
                </a:cubicBezTo>
                <a:cubicBezTo>
                  <a:pt x="0" y="18975"/>
                  <a:pt x="0" y="18975"/>
                  <a:pt x="0" y="18975"/>
                </a:cubicBezTo>
                <a:cubicBezTo>
                  <a:pt x="0" y="29324"/>
                  <a:pt x="0" y="29324"/>
                  <a:pt x="0" y="29324"/>
                </a:cubicBezTo>
                <a:cubicBezTo>
                  <a:pt x="5089" y="29324"/>
                  <a:pt x="5089" y="29324"/>
                  <a:pt x="5089" y="29324"/>
                </a:cubicBezTo>
                <a:cubicBezTo>
                  <a:pt x="5089" y="37949"/>
                  <a:pt x="5089" y="37949"/>
                  <a:pt x="5089" y="37949"/>
                </a:cubicBezTo>
                <a:cubicBezTo>
                  <a:pt x="0" y="37949"/>
                  <a:pt x="0" y="37949"/>
                  <a:pt x="0" y="37949"/>
                </a:cubicBezTo>
                <a:cubicBezTo>
                  <a:pt x="1694" y="48298"/>
                  <a:pt x="11873" y="58649"/>
                  <a:pt x="27136" y="58649"/>
                </a:cubicBezTo>
                <a:cubicBezTo>
                  <a:pt x="28832" y="65549"/>
                  <a:pt x="33920" y="68998"/>
                  <a:pt x="40700" y="68998"/>
                </a:cubicBezTo>
                <a:cubicBezTo>
                  <a:pt x="79709" y="68998"/>
                  <a:pt x="79709" y="68998"/>
                  <a:pt x="79709" y="68998"/>
                </a:cubicBezTo>
                <a:cubicBezTo>
                  <a:pt x="86488" y="68998"/>
                  <a:pt x="91577" y="65549"/>
                  <a:pt x="94973" y="58649"/>
                </a:cubicBezTo>
                <a:cubicBezTo>
                  <a:pt x="108535" y="58649"/>
                  <a:pt x="118715" y="48298"/>
                  <a:pt x="120409" y="37949"/>
                </a:cubicBezTo>
                <a:cubicBezTo>
                  <a:pt x="115320" y="37949"/>
                  <a:pt x="115320" y="37949"/>
                  <a:pt x="115320" y="37949"/>
                </a:cubicBezTo>
                <a:cubicBezTo>
                  <a:pt x="115320" y="29324"/>
                  <a:pt x="115320" y="29324"/>
                  <a:pt x="115320" y="29324"/>
                </a:cubicBezTo>
                <a:cubicBezTo>
                  <a:pt x="120409" y="29324"/>
                  <a:pt x="120409" y="29324"/>
                  <a:pt x="120409" y="29324"/>
                </a:cubicBezTo>
                <a:cubicBezTo>
                  <a:pt x="120409" y="18975"/>
                  <a:pt x="120409" y="18975"/>
                  <a:pt x="120409" y="18975"/>
                </a:cubicBezTo>
                <a:cubicBezTo>
                  <a:pt x="115320" y="18975"/>
                  <a:pt x="115320" y="18975"/>
                  <a:pt x="115320" y="18975"/>
                </a:cubicBezTo>
                <a:cubicBezTo>
                  <a:pt x="115320" y="10349"/>
                  <a:pt x="115320" y="10349"/>
                  <a:pt x="115320" y="10349"/>
                </a:cubicBezTo>
                <a:cubicBezTo>
                  <a:pt x="120409" y="10349"/>
                  <a:pt x="120409" y="10349"/>
                  <a:pt x="120409" y="10349"/>
                </a:cubicBezTo>
                <a:cubicBezTo>
                  <a:pt x="120409" y="0"/>
                  <a:pt x="120409" y="0"/>
                  <a:pt x="12040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3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349810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FDE90AF-D06B-A0A7-4121-3791C83777E6}"/>
              </a:ext>
            </a:extLst>
          </p:cNvPr>
          <p:cNvSpPr/>
          <p:nvPr/>
        </p:nvSpPr>
        <p:spPr>
          <a:xfrm>
            <a:off x="666750" y="2740061"/>
            <a:ext cx="10858500" cy="13441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6557337C-E8A3-E738-19B1-E705B4956512}"/>
              </a:ext>
            </a:extLst>
          </p:cNvPr>
          <p:cNvSpPr/>
          <p:nvPr/>
        </p:nvSpPr>
        <p:spPr>
          <a:xfrm>
            <a:off x="45656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DB99849A-52EA-95E5-FCAF-524325A70610}"/>
              </a:ext>
            </a:extLst>
          </p:cNvPr>
          <p:cNvSpPr/>
          <p:nvPr/>
        </p:nvSpPr>
        <p:spPr>
          <a:xfrm>
            <a:off x="82613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4BAC272A-A091-BEDC-9631-7449FE6F123F}"/>
              </a:ext>
            </a:extLst>
          </p:cNvPr>
          <p:cNvSpPr/>
          <p:nvPr/>
        </p:nvSpPr>
        <p:spPr>
          <a:xfrm>
            <a:off x="45783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8598B6D2-3046-F8D8-FBB0-F4647994D27E}"/>
              </a:ext>
            </a:extLst>
          </p:cNvPr>
          <p:cNvSpPr/>
          <p:nvPr/>
        </p:nvSpPr>
        <p:spPr>
          <a:xfrm>
            <a:off x="82740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" name="Connector 25">
            <a:extLst>
              <a:ext uri="{FF2B5EF4-FFF2-40B4-BE49-F238E27FC236}">
                <a16:creationId xmlns:a16="http://schemas.microsoft.com/office/drawing/2014/main" id="{08384863-0AF4-D3D8-13D8-FF039DBB945B}"/>
              </a:ext>
            </a:extLst>
          </p:cNvPr>
          <p:cNvCxnSpPr/>
          <p:nvPr/>
        </p:nvCxnSpPr>
        <p:spPr>
          <a:xfrm rot="5">
            <a:off x="5657850" y="2319926"/>
            <a:ext cx="8890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1" name="Connector 26">
            <a:extLst>
              <a:ext uri="{FF2B5EF4-FFF2-40B4-BE49-F238E27FC236}">
                <a16:creationId xmlns:a16="http://schemas.microsoft.com/office/drawing/2014/main" id="{5CF3A5FD-E24F-F5D6-E620-A9FECD69AAC0}"/>
              </a:ext>
            </a:extLst>
          </p:cNvPr>
          <p:cNvCxnSpPr/>
          <p:nvPr/>
        </p:nvCxnSpPr>
        <p:spPr>
          <a:xfrm rot="4">
            <a:off x="93408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2">
            <a:extLst>
              <a:ext uri="{FF2B5EF4-FFF2-40B4-BE49-F238E27FC236}">
                <a16:creationId xmlns:a16="http://schemas.microsoft.com/office/drawing/2014/main" id="{148892B6-CD71-F624-A4BE-77AC8FBAAB95}"/>
              </a:ext>
            </a:extLst>
          </p:cNvPr>
          <p:cNvSpPr/>
          <p:nvPr/>
        </p:nvSpPr>
        <p:spPr>
          <a:xfrm>
            <a:off x="8699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F5B0D683-35DA-8DD7-6794-57E57B657050}"/>
              </a:ext>
            </a:extLst>
          </p:cNvPr>
          <p:cNvSpPr/>
          <p:nvPr/>
        </p:nvSpPr>
        <p:spPr>
          <a:xfrm>
            <a:off x="875362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" name="Connector 23">
            <a:extLst>
              <a:ext uri="{FF2B5EF4-FFF2-40B4-BE49-F238E27FC236}">
                <a16:creationId xmlns:a16="http://schemas.microsoft.com/office/drawing/2014/main" id="{6D27593A-F22D-88F9-C79C-97F432C7A2F8}"/>
              </a:ext>
            </a:extLst>
          </p:cNvPr>
          <p:cNvCxnSpPr/>
          <p:nvPr/>
        </p:nvCxnSpPr>
        <p:spPr>
          <a:xfrm rot="4">
            <a:off x="19621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79109707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>
            <a:extLst>
              <a:ext uri="{FF2B5EF4-FFF2-40B4-BE49-F238E27FC236}">
                <a16:creationId xmlns:a16="http://schemas.microsoft.com/office/drawing/2014/main" id="{D67635CD-646D-7B00-FCB3-502BC52D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15" b="28415"/>
          <a:stretch>
            <a:fillRect/>
          </a:stretch>
        </p:blipFill>
        <p:spPr>
          <a:xfrm>
            <a:off x="2895600" y="1727200"/>
            <a:ext cx="8623300" cy="200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12">
            <a:extLst>
              <a:ext uri="{FF2B5EF4-FFF2-40B4-BE49-F238E27FC236}">
                <a16:creationId xmlns:a16="http://schemas.microsoft.com/office/drawing/2014/main" id="{9CF639FF-1518-D6A9-E84A-E75D4DA37251}"/>
              </a:ext>
            </a:extLst>
          </p:cNvPr>
          <p:cNvSpPr/>
          <p:nvPr/>
        </p:nvSpPr>
        <p:spPr>
          <a:xfrm>
            <a:off x="673100" y="1739900"/>
            <a:ext cx="10845800" cy="2006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2F6FA">
                  <a:alpha val="53000"/>
                </a:srgbClr>
              </a:gs>
              <a:gs pos="74000">
                <a:srgbClr val="26476A">
                  <a:alpha val="100000"/>
                </a:srgbClr>
              </a:gs>
              <a:gs pos="83000">
                <a:srgbClr val="26476A">
                  <a:alpha val="100000"/>
                </a:srgbClr>
              </a:gs>
              <a:gs pos="100000">
                <a:srgbClr val="26476A">
                  <a:alpha val="100000"/>
                </a:srgbClr>
              </a:gs>
            </a:gsLst>
            <a:lin ang="108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818FDEA-2A9D-C31B-55EA-2C411CE9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6900" y="2273300"/>
            <a:ext cx="7493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4">
            <a:extLst>
              <a:ext uri="{FF2B5EF4-FFF2-40B4-BE49-F238E27FC236}">
                <a16:creationId xmlns:a16="http://schemas.microsoft.com/office/drawing/2014/main" id="{34D927B9-7D42-4BA5-B690-F733FA82FBB2}"/>
              </a:ext>
            </a:extLst>
          </p:cNvPr>
          <p:cNvSpPr/>
          <p:nvPr/>
        </p:nvSpPr>
        <p:spPr>
          <a:xfrm>
            <a:off x="1574800" y="2070100"/>
            <a:ext cx="7137400" cy="1155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4DA18B41-8979-5166-98A7-8E7C79B88FE6}"/>
              </a:ext>
            </a:extLst>
          </p:cNvPr>
          <p:cNvSpPr/>
          <p:nvPr/>
        </p:nvSpPr>
        <p:spPr>
          <a:xfrm rot="5400000">
            <a:off x="1257300" y="2578100"/>
            <a:ext cx="254000" cy="1270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A0AA7D50-A1E0-D31C-9673-874898DD7A2C}"/>
              </a:ext>
            </a:extLst>
          </p:cNvPr>
          <p:cNvSpPr/>
          <p:nvPr/>
        </p:nvSpPr>
        <p:spPr>
          <a:xfrm>
            <a:off x="10160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C8B75C00-2E7F-7A98-39B6-F78DAED698A6}"/>
              </a:ext>
            </a:extLst>
          </p:cNvPr>
          <p:cNvSpPr/>
          <p:nvPr/>
        </p:nvSpPr>
        <p:spPr>
          <a:xfrm>
            <a:off x="4559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DF8ACAC-F5D3-1791-834A-57AB480033ED}"/>
              </a:ext>
            </a:extLst>
          </p:cNvPr>
          <p:cNvSpPr/>
          <p:nvPr/>
        </p:nvSpPr>
        <p:spPr>
          <a:xfrm>
            <a:off x="8115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A389D54C-1E28-ACA2-8067-2F7E43CB2966}"/>
              </a:ext>
            </a:extLst>
          </p:cNvPr>
          <p:cNvSpPr/>
          <p:nvPr/>
        </p:nvSpPr>
        <p:spPr>
          <a:xfrm>
            <a:off x="1219200" y="4533900"/>
            <a:ext cx="27559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420DDB25-6659-9E49-231E-EB244D98E151}"/>
              </a:ext>
            </a:extLst>
          </p:cNvPr>
          <p:cNvSpPr/>
          <p:nvPr/>
        </p:nvSpPr>
        <p:spPr>
          <a:xfrm>
            <a:off x="13208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5FF928F7-2E1B-69BE-B570-5AD5304AD93E}"/>
              </a:ext>
            </a:extLst>
          </p:cNvPr>
          <p:cNvSpPr/>
          <p:nvPr/>
        </p:nvSpPr>
        <p:spPr>
          <a:xfrm>
            <a:off x="18669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6EE6E1BE-923D-18CE-6D5E-B179186DF5F9}"/>
              </a:ext>
            </a:extLst>
          </p:cNvPr>
          <p:cNvSpPr/>
          <p:nvPr/>
        </p:nvSpPr>
        <p:spPr>
          <a:xfrm>
            <a:off x="5410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E21A4340-6557-91FD-BB02-DBE3EED720AB}"/>
              </a:ext>
            </a:extLst>
          </p:cNvPr>
          <p:cNvSpPr/>
          <p:nvPr/>
        </p:nvSpPr>
        <p:spPr>
          <a:xfrm>
            <a:off x="8966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2BEF0DF9-E39D-63C2-364A-FBA037F34491}"/>
              </a:ext>
            </a:extLst>
          </p:cNvPr>
          <p:cNvSpPr/>
          <p:nvPr/>
        </p:nvSpPr>
        <p:spPr>
          <a:xfrm>
            <a:off x="4762500" y="4533900"/>
            <a:ext cx="27813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BE0A1C4A-DA1B-BA9C-E658-4D2F4E7C8F55}"/>
              </a:ext>
            </a:extLst>
          </p:cNvPr>
          <p:cNvSpPr/>
          <p:nvPr/>
        </p:nvSpPr>
        <p:spPr>
          <a:xfrm>
            <a:off x="48641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4" name="AutoShape 26">
            <a:extLst>
              <a:ext uri="{FF2B5EF4-FFF2-40B4-BE49-F238E27FC236}">
                <a16:creationId xmlns:a16="http://schemas.microsoft.com/office/drawing/2014/main" id="{EF639CB7-C0C6-78BE-90A2-F36E36BFFE05}"/>
              </a:ext>
            </a:extLst>
          </p:cNvPr>
          <p:cNvSpPr/>
          <p:nvPr/>
        </p:nvSpPr>
        <p:spPr>
          <a:xfrm>
            <a:off x="8293100" y="4533900"/>
            <a:ext cx="2768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281FBB5F-C6A6-9A45-8DEF-466E1DDE6AB4}"/>
              </a:ext>
            </a:extLst>
          </p:cNvPr>
          <p:cNvSpPr/>
          <p:nvPr/>
        </p:nvSpPr>
        <p:spPr>
          <a:xfrm>
            <a:off x="84074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Freeform 28">
            <a:extLst>
              <a:ext uri="{FF2B5EF4-FFF2-40B4-BE49-F238E27FC236}">
                <a16:creationId xmlns:a16="http://schemas.microsoft.com/office/drawing/2014/main" id="{88F219D0-E60E-7B40-921E-FFEA251AE664}"/>
              </a:ext>
            </a:extLst>
          </p:cNvPr>
          <p:cNvSpPr/>
          <p:nvPr/>
        </p:nvSpPr>
        <p:spPr>
          <a:xfrm>
            <a:off x="2247900" y="3810000"/>
            <a:ext cx="609685" cy="568123"/>
          </a:xfrm>
          <a:custGeom>
            <a:avLst/>
            <a:gdLst/>
            <a:ahLst/>
            <a:cxnLst/>
            <a:rect l="l" t="t" r="r" b="b"/>
            <a:pathLst>
              <a:path w="609685" h="568123">
                <a:moveTo>
                  <a:pt x="261931" y="446413"/>
                </a:moveTo>
                <a:lnTo>
                  <a:pt x="246750" y="507224"/>
                </a:lnTo>
                <a:lnTo>
                  <a:pt x="362936" y="507224"/>
                </a:lnTo>
                <a:lnTo>
                  <a:pt x="347665" y="446413"/>
                </a:lnTo>
                <a:close/>
                <a:moveTo>
                  <a:pt x="0" y="365272"/>
                </a:moveTo>
                <a:lnTo>
                  <a:pt x="609685" y="365272"/>
                </a:lnTo>
                <a:lnTo>
                  <a:pt x="609685" y="400760"/>
                </a:lnTo>
                <a:cubicBezTo>
                  <a:pt x="609685" y="425905"/>
                  <a:pt x="589145" y="446413"/>
                  <a:pt x="563960" y="446413"/>
                </a:cubicBezTo>
                <a:lnTo>
                  <a:pt x="368651" y="446413"/>
                </a:lnTo>
                <a:lnTo>
                  <a:pt x="383922" y="507224"/>
                </a:lnTo>
                <a:lnTo>
                  <a:pt x="386155" y="507224"/>
                </a:lnTo>
                <a:cubicBezTo>
                  <a:pt x="414106" y="507224"/>
                  <a:pt x="436880" y="530050"/>
                  <a:pt x="436880" y="557958"/>
                </a:cubicBezTo>
                <a:cubicBezTo>
                  <a:pt x="436880" y="563575"/>
                  <a:pt x="432326" y="568123"/>
                  <a:pt x="426789" y="568123"/>
                </a:cubicBezTo>
                <a:lnTo>
                  <a:pt x="182897" y="568123"/>
                </a:lnTo>
                <a:cubicBezTo>
                  <a:pt x="177270" y="568123"/>
                  <a:pt x="172716" y="563575"/>
                  <a:pt x="172716" y="557958"/>
                </a:cubicBezTo>
                <a:cubicBezTo>
                  <a:pt x="172716" y="530050"/>
                  <a:pt x="195489" y="507224"/>
                  <a:pt x="223530" y="507224"/>
                </a:cubicBezTo>
                <a:lnTo>
                  <a:pt x="225763" y="507224"/>
                </a:lnTo>
                <a:lnTo>
                  <a:pt x="241033" y="446413"/>
                </a:lnTo>
                <a:lnTo>
                  <a:pt x="45724" y="446413"/>
                </a:lnTo>
                <a:cubicBezTo>
                  <a:pt x="20540" y="446413"/>
                  <a:pt x="0" y="425905"/>
                  <a:pt x="0" y="400760"/>
                </a:cubicBezTo>
                <a:close/>
                <a:moveTo>
                  <a:pt x="101629" y="284042"/>
                </a:moveTo>
                <a:cubicBezTo>
                  <a:pt x="96003" y="284042"/>
                  <a:pt x="91448" y="288590"/>
                  <a:pt x="91448" y="294208"/>
                </a:cubicBezTo>
                <a:cubicBezTo>
                  <a:pt x="91448" y="299827"/>
                  <a:pt x="96003" y="304375"/>
                  <a:pt x="101629" y="304375"/>
                </a:cubicBezTo>
                <a:lnTo>
                  <a:pt x="142263" y="304375"/>
                </a:lnTo>
                <a:cubicBezTo>
                  <a:pt x="147889" y="304375"/>
                  <a:pt x="152443" y="299827"/>
                  <a:pt x="152443" y="294208"/>
                </a:cubicBezTo>
                <a:cubicBezTo>
                  <a:pt x="152443" y="288590"/>
                  <a:pt x="147889" y="284042"/>
                  <a:pt x="142263" y="284042"/>
                </a:cubicBezTo>
                <a:close/>
                <a:moveTo>
                  <a:pt x="101629" y="243464"/>
                </a:moveTo>
                <a:cubicBezTo>
                  <a:pt x="96003" y="243464"/>
                  <a:pt x="91448" y="248012"/>
                  <a:pt x="91448" y="253630"/>
                </a:cubicBezTo>
                <a:cubicBezTo>
                  <a:pt x="91448" y="259249"/>
                  <a:pt x="96003" y="263797"/>
                  <a:pt x="101629" y="263797"/>
                </a:cubicBezTo>
                <a:lnTo>
                  <a:pt x="121901" y="263797"/>
                </a:lnTo>
                <a:cubicBezTo>
                  <a:pt x="127528" y="263797"/>
                  <a:pt x="132083" y="259249"/>
                  <a:pt x="132083" y="253630"/>
                </a:cubicBezTo>
                <a:cubicBezTo>
                  <a:pt x="132083" y="248012"/>
                  <a:pt x="127528" y="243464"/>
                  <a:pt x="121901" y="243464"/>
                </a:cubicBezTo>
                <a:close/>
                <a:moveTo>
                  <a:pt x="101629" y="202886"/>
                </a:moveTo>
                <a:cubicBezTo>
                  <a:pt x="96003" y="202886"/>
                  <a:pt x="91448" y="207435"/>
                  <a:pt x="91448" y="213054"/>
                </a:cubicBezTo>
                <a:cubicBezTo>
                  <a:pt x="91448" y="218671"/>
                  <a:pt x="96003" y="223220"/>
                  <a:pt x="101629" y="223220"/>
                </a:cubicBezTo>
                <a:lnTo>
                  <a:pt x="142263" y="223220"/>
                </a:lnTo>
                <a:cubicBezTo>
                  <a:pt x="147889" y="223220"/>
                  <a:pt x="152443" y="218671"/>
                  <a:pt x="152443" y="213054"/>
                </a:cubicBezTo>
                <a:cubicBezTo>
                  <a:pt x="152443" y="207435"/>
                  <a:pt x="147889" y="202886"/>
                  <a:pt x="142263" y="202886"/>
                </a:cubicBezTo>
                <a:close/>
                <a:moveTo>
                  <a:pt x="101629" y="162310"/>
                </a:moveTo>
                <a:cubicBezTo>
                  <a:pt x="96003" y="162310"/>
                  <a:pt x="91448" y="166858"/>
                  <a:pt x="91448" y="172476"/>
                </a:cubicBezTo>
                <a:cubicBezTo>
                  <a:pt x="91448" y="178095"/>
                  <a:pt x="96003" y="182643"/>
                  <a:pt x="101629" y="182643"/>
                </a:cubicBezTo>
                <a:lnTo>
                  <a:pt x="121901" y="182643"/>
                </a:lnTo>
                <a:cubicBezTo>
                  <a:pt x="127528" y="182643"/>
                  <a:pt x="132083" y="178095"/>
                  <a:pt x="132083" y="172476"/>
                </a:cubicBezTo>
                <a:cubicBezTo>
                  <a:pt x="132083" y="166858"/>
                  <a:pt x="127528" y="162310"/>
                  <a:pt x="121901" y="162310"/>
                </a:cubicBezTo>
                <a:close/>
                <a:moveTo>
                  <a:pt x="101629" y="121732"/>
                </a:moveTo>
                <a:cubicBezTo>
                  <a:pt x="96003" y="121732"/>
                  <a:pt x="91448" y="126281"/>
                  <a:pt x="91448" y="131898"/>
                </a:cubicBezTo>
                <a:cubicBezTo>
                  <a:pt x="91448" y="137428"/>
                  <a:pt x="96003" y="141976"/>
                  <a:pt x="101629" y="141976"/>
                </a:cubicBezTo>
                <a:lnTo>
                  <a:pt x="142263" y="141976"/>
                </a:lnTo>
                <a:cubicBezTo>
                  <a:pt x="147889" y="141976"/>
                  <a:pt x="152443" y="137428"/>
                  <a:pt x="152443" y="131898"/>
                </a:cubicBezTo>
                <a:cubicBezTo>
                  <a:pt x="152443" y="126281"/>
                  <a:pt x="147889" y="121732"/>
                  <a:pt x="142263" y="121732"/>
                </a:cubicBezTo>
                <a:close/>
                <a:moveTo>
                  <a:pt x="477603" y="101399"/>
                </a:moveTo>
                <a:cubicBezTo>
                  <a:pt x="471976" y="101399"/>
                  <a:pt x="467422" y="105947"/>
                  <a:pt x="467422" y="111566"/>
                </a:cubicBezTo>
                <a:cubicBezTo>
                  <a:pt x="467422" y="117184"/>
                  <a:pt x="471976" y="121732"/>
                  <a:pt x="477603" y="121732"/>
                </a:cubicBezTo>
                <a:lnTo>
                  <a:pt x="524130" y="121732"/>
                </a:lnTo>
                <a:lnTo>
                  <a:pt x="402408" y="243375"/>
                </a:lnTo>
                <a:lnTo>
                  <a:pt x="318105" y="159188"/>
                </a:lnTo>
                <a:cubicBezTo>
                  <a:pt x="318016" y="159099"/>
                  <a:pt x="318016" y="159099"/>
                  <a:pt x="317925" y="159099"/>
                </a:cubicBezTo>
                <a:cubicBezTo>
                  <a:pt x="317925" y="159009"/>
                  <a:pt x="317837" y="158920"/>
                  <a:pt x="317837" y="158920"/>
                </a:cubicBezTo>
                <a:cubicBezTo>
                  <a:pt x="317301" y="158474"/>
                  <a:pt x="316765" y="158297"/>
                  <a:pt x="316229" y="157940"/>
                </a:cubicBezTo>
                <a:cubicBezTo>
                  <a:pt x="315693" y="157583"/>
                  <a:pt x="315158" y="157137"/>
                  <a:pt x="314532" y="156958"/>
                </a:cubicBezTo>
                <a:cubicBezTo>
                  <a:pt x="313907" y="156690"/>
                  <a:pt x="313282" y="156690"/>
                  <a:pt x="312656" y="156514"/>
                </a:cubicBezTo>
                <a:cubicBezTo>
                  <a:pt x="312031" y="156423"/>
                  <a:pt x="311407" y="156246"/>
                  <a:pt x="310692" y="156246"/>
                </a:cubicBezTo>
                <a:cubicBezTo>
                  <a:pt x="310067" y="156246"/>
                  <a:pt x="309442" y="156514"/>
                  <a:pt x="308906" y="156601"/>
                </a:cubicBezTo>
                <a:cubicBezTo>
                  <a:pt x="308191" y="156780"/>
                  <a:pt x="307566" y="156780"/>
                  <a:pt x="306941" y="157048"/>
                </a:cubicBezTo>
                <a:cubicBezTo>
                  <a:pt x="306316" y="157316"/>
                  <a:pt x="305780" y="157851"/>
                  <a:pt x="305244" y="158206"/>
                </a:cubicBezTo>
                <a:cubicBezTo>
                  <a:pt x="304709" y="158565"/>
                  <a:pt x="304173" y="158742"/>
                  <a:pt x="303727" y="159188"/>
                </a:cubicBezTo>
                <a:cubicBezTo>
                  <a:pt x="303727" y="159277"/>
                  <a:pt x="303637" y="159277"/>
                  <a:pt x="303637" y="159367"/>
                </a:cubicBezTo>
                <a:cubicBezTo>
                  <a:pt x="303548" y="159456"/>
                  <a:pt x="303459" y="159456"/>
                  <a:pt x="303459" y="159456"/>
                </a:cubicBezTo>
                <a:lnTo>
                  <a:pt x="185576" y="287341"/>
                </a:lnTo>
                <a:cubicBezTo>
                  <a:pt x="181736" y="291443"/>
                  <a:pt x="182093" y="297865"/>
                  <a:pt x="186201" y="301699"/>
                </a:cubicBezTo>
                <a:cubicBezTo>
                  <a:pt x="188166" y="303483"/>
                  <a:pt x="190576" y="304375"/>
                  <a:pt x="193077" y="304375"/>
                </a:cubicBezTo>
                <a:cubicBezTo>
                  <a:pt x="195757" y="304375"/>
                  <a:pt x="198525" y="303304"/>
                  <a:pt x="200579" y="301075"/>
                </a:cubicBezTo>
                <a:lnTo>
                  <a:pt x="311227" y="181037"/>
                </a:lnTo>
                <a:lnTo>
                  <a:pt x="395174" y="264867"/>
                </a:lnTo>
                <a:cubicBezTo>
                  <a:pt x="397139" y="266830"/>
                  <a:pt x="399730" y="267810"/>
                  <a:pt x="402408" y="267810"/>
                </a:cubicBezTo>
                <a:cubicBezTo>
                  <a:pt x="404998" y="267810"/>
                  <a:pt x="407587" y="266830"/>
                  <a:pt x="409552" y="264867"/>
                </a:cubicBezTo>
                <a:lnTo>
                  <a:pt x="538509" y="136091"/>
                </a:lnTo>
                <a:lnTo>
                  <a:pt x="538509" y="182643"/>
                </a:lnTo>
                <a:cubicBezTo>
                  <a:pt x="538509" y="188172"/>
                  <a:pt x="543063" y="192720"/>
                  <a:pt x="548690" y="192720"/>
                </a:cubicBezTo>
                <a:cubicBezTo>
                  <a:pt x="554316" y="192720"/>
                  <a:pt x="558870" y="188172"/>
                  <a:pt x="558870" y="182643"/>
                </a:cubicBezTo>
                <a:lnTo>
                  <a:pt x="558870" y="111566"/>
                </a:lnTo>
                <a:cubicBezTo>
                  <a:pt x="558870" y="110228"/>
                  <a:pt x="558603" y="108980"/>
                  <a:pt x="558067" y="107730"/>
                </a:cubicBezTo>
                <a:cubicBezTo>
                  <a:pt x="556995" y="105233"/>
                  <a:pt x="555031" y="103271"/>
                  <a:pt x="552530" y="102202"/>
                </a:cubicBezTo>
                <a:cubicBezTo>
                  <a:pt x="551369" y="101666"/>
                  <a:pt x="550029" y="101399"/>
                  <a:pt x="548690" y="101399"/>
                </a:cubicBezTo>
                <a:close/>
                <a:moveTo>
                  <a:pt x="101629" y="81154"/>
                </a:moveTo>
                <a:cubicBezTo>
                  <a:pt x="96003" y="81154"/>
                  <a:pt x="91448" y="85702"/>
                  <a:pt x="91448" y="91322"/>
                </a:cubicBezTo>
                <a:cubicBezTo>
                  <a:pt x="91448" y="96851"/>
                  <a:pt x="96003" y="101399"/>
                  <a:pt x="101629" y="101399"/>
                </a:cubicBezTo>
                <a:lnTo>
                  <a:pt x="121901" y="101399"/>
                </a:lnTo>
                <a:cubicBezTo>
                  <a:pt x="127528" y="101399"/>
                  <a:pt x="132083" y="96851"/>
                  <a:pt x="132083" y="91322"/>
                </a:cubicBezTo>
                <a:cubicBezTo>
                  <a:pt x="132083" y="85702"/>
                  <a:pt x="127528" y="81154"/>
                  <a:pt x="121901" y="81154"/>
                </a:cubicBezTo>
                <a:close/>
                <a:moveTo>
                  <a:pt x="60996" y="70988"/>
                </a:moveTo>
                <a:cubicBezTo>
                  <a:pt x="55368" y="70988"/>
                  <a:pt x="50814" y="75536"/>
                  <a:pt x="50814" y="81154"/>
                </a:cubicBezTo>
                <a:lnTo>
                  <a:pt x="50814" y="304375"/>
                </a:lnTo>
                <a:cubicBezTo>
                  <a:pt x="50814" y="309993"/>
                  <a:pt x="55368" y="314541"/>
                  <a:pt x="60996" y="314541"/>
                </a:cubicBezTo>
                <a:cubicBezTo>
                  <a:pt x="66533" y="314541"/>
                  <a:pt x="71087" y="309993"/>
                  <a:pt x="71087" y="304375"/>
                </a:cubicBezTo>
                <a:lnTo>
                  <a:pt x="71087" y="81154"/>
                </a:lnTo>
                <a:cubicBezTo>
                  <a:pt x="71087" y="75536"/>
                  <a:pt x="66533" y="70988"/>
                  <a:pt x="60996" y="70988"/>
                </a:cubicBezTo>
                <a:close/>
                <a:moveTo>
                  <a:pt x="45724" y="0"/>
                </a:moveTo>
                <a:lnTo>
                  <a:pt x="563960" y="0"/>
                </a:lnTo>
                <a:cubicBezTo>
                  <a:pt x="589145" y="0"/>
                  <a:pt x="609685" y="20423"/>
                  <a:pt x="609685" y="45660"/>
                </a:cubicBezTo>
                <a:lnTo>
                  <a:pt x="609685" y="344952"/>
                </a:lnTo>
                <a:lnTo>
                  <a:pt x="0" y="344952"/>
                </a:lnTo>
                <a:lnTo>
                  <a:pt x="0" y="45660"/>
                </a:lnTo>
                <a:cubicBezTo>
                  <a:pt x="0" y="20423"/>
                  <a:pt x="20540" y="0"/>
                  <a:pt x="45724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29">
            <a:extLst>
              <a:ext uri="{FF2B5EF4-FFF2-40B4-BE49-F238E27FC236}">
                <a16:creationId xmlns:a16="http://schemas.microsoft.com/office/drawing/2014/main" id="{4B23951E-527C-B3DD-38D7-E5357D859195}"/>
              </a:ext>
            </a:extLst>
          </p:cNvPr>
          <p:cNvSpPr/>
          <p:nvPr/>
        </p:nvSpPr>
        <p:spPr>
          <a:xfrm>
            <a:off x="5803900" y="3797300"/>
            <a:ext cx="575113" cy="609685"/>
          </a:xfrm>
          <a:custGeom>
            <a:avLst/>
            <a:gdLst/>
            <a:ahLst/>
            <a:cxnLst/>
            <a:rect l="l" t="t" r="r" b="b"/>
            <a:pathLst>
              <a:path w="575113" h="609685">
                <a:moveTo>
                  <a:pt x="164238" y="420007"/>
                </a:moveTo>
                <a:cubicBezTo>
                  <a:pt x="186046" y="443031"/>
                  <a:pt x="213065" y="457672"/>
                  <a:pt x="243655" y="457672"/>
                </a:cubicBezTo>
                <a:cubicBezTo>
                  <a:pt x="274244" y="457672"/>
                  <a:pt x="301263" y="443031"/>
                  <a:pt x="323071" y="420007"/>
                </a:cubicBezTo>
                <a:cubicBezTo>
                  <a:pt x="388304" y="425787"/>
                  <a:pt x="444657" y="468944"/>
                  <a:pt x="466080" y="531753"/>
                </a:cubicBezTo>
                <a:lnTo>
                  <a:pt x="477851" y="566431"/>
                </a:lnTo>
                <a:cubicBezTo>
                  <a:pt x="481230" y="576450"/>
                  <a:pt x="479589" y="587432"/>
                  <a:pt x="473511" y="596006"/>
                </a:cubicBezTo>
                <a:cubicBezTo>
                  <a:pt x="467333" y="604580"/>
                  <a:pt x="457396" y="609685"/>
                  <a:pt x="446876" y="609685"/>
                </a:cubicBezTo>
                <a:lnTo>
                  <a:pt x="40433" y="609685"/>
                </a:lnTo>
                <a:cubicBezTo>
                  <a:pt x="29915" y="609685"/>
                  <a:pt x="19976" y="604580"/>
                  <a:pt x="13896" y="596006"/>
                </a:cubicBezTo>
                <a:cubicBezTo>
                  <a:pt x="7720" y="587432"/>
                  <a:pt x="6081" y="576450"/>
                  <a:pt x="9458" y="566431"/>
                </a:cubicBezTo>
                <a:lnTo>
                  <a:pt x="21231" y="531753"/>
                </a:lnTo>
                <a:cubicBezTo>
                  <a:pt x="42652" y="468944"/>
                  <a:pt x="99102" y="425787"/>
                  <a:pt x="164238" y="420007"/>
                </a:cubicBezTo>
                <a:close/>
                <a:moveTo>
                  <a:pt x="407384" y="314457"/>
                </a:moveTo>
                <a:cubicBezTo>
                  <a:pt x="443678" y="314457"/>
                  <a:pt x="473311" y="343945"/>
                  <a:pt x="473311" y="380177"/>
                </a:cubicBezTo>
                <a:cubicBezTo>
                  <a:pt x="473311" y="405039"/>
                  <a:pt x="459218" y="426432"/>
                  <a:pt x="438852" y="437610"/>
                </a:cubicBezTo>
                <a:cubicBezTo>
                  <a:pt x="412405" y="414291"/>
                  <a:pt x="379973" y="398294"/>
                  <a:pt x="344644" y="391645"/>
                </a:cubicBezTo>
                <a:cubicBezTo>
                  <a:pt x="357096" y="371601"/>
                  <a:pt x="366652" y="348571"/>
                  <a:pt x="372636" y="324575"/>
                </a:cubicBezTo>
                <a:cubicBezTo>
                  <a:pt x="382772" y="318215"/>
                  <a:pt x="394644" y="314457"/>
                  <a:pt x="407384" y="314457"/>
                </a:cubicBezTo>
                <a:close/>
                <a:moveTo>
                  <a:pt x="382525" y="212866"/>
                </a:moveTo>
                <a:lnTo>
                  <a:pt x="432312" y="212866"/>
                </a:lnTo>
                <a:cubicBezTo>
                  <a:pt x="439934" y="212866"/>
                  <a:pt x="446109" y="218935"/>
                  <a:pt x="446109" y="226546"/>
                </a:cubicBezTo>
                <a:lnTo>
                  <a:pt x="446109" y="254772"/>
                </a:lnTo>
                <a:cubicBezTo>
                  <a:pt x="454022" y="257181"/>
                  <a:pt x="461644" y="260361"/>
                  <a:pt x="468880" y="264215"/>
                </a:cubicBezTo>
                <a:lnTo>
                  <a:pt x="488950" y="244272"/>
                </a:lnTo>
                <a:cubicBezTo>
                  <a:pt x="491651" y="241574"/>
                  <a:pt x="495125" y="240226"/>
                  <a:pt x="498696" y="240226"/>
                </a:cubicBezTo>
                <a:cubicBezTo>
                  <a:pt x="502169" y="240226"/>
                  <a:pt x="505738" y="241574"/>
                  <a:pt x="508343" y="244272"/>
                </a:cubicBezTo>
                <a:lnTo>
                  <a:pt x="543561" y="279436"/>
                </a:lnTo>
                <a:cubicBezTo>
                  <a:pt x="546167" y="282037"/>
                  <a:pt x="547614" y="285505"/>
                  <a:pt x="547614" y="289165"/>
                </a:cubicBezTo>
                <a:cubicBezTo>
                  <a:pt x="547614" y="292730"/>
                  <a:pt x="546167" y="296295"/>
                  <a:pt x="543561" y="298799"/>
                </a:cubicBezTo>
                <a:lnTo>
                  <a:pt x="523589" y="318837"/>
                </a:lnTo>
                <a:cubicBezTo>
                  <a:pt x="527449" y="326062"/>
                  <a:pt x="530633" y="333673"/>
                  <a:pt x="533141" y="341574"/>
                </a:cubicBezTo>
                <a:lnTo>
                  <a:pt x="561316" y="341574"/>
                </a:lnTo>
                <a:cubicBezTo>
                  <a:pt x="568937" y="341574"/>
                  <a:pt x="575113" y="347739"/>
                  <a:pt x="575113" y="355350"/>
                </a:cubicBezTo>
                <a:lnTo>
                  <a:pt x="575113" y="405060"/>
                </a:lnTo>
                <a:cubicBezTo>
                  <a:pt x="575113" y="408720"/>
                  <a:pt x="573667" y="412189"/>
                  <a:pt x="571061" y="414790"/>
                </a:cubicBezTo>
                <a:cubicBezTo>
                  <a:pt x="568552" y="417391"/>
                  <a:pt x="564982" y="418836"/>
                  <a:pt x="561316" y="418836"/>
                </a:cubicBezTo>
                <a:lnTo>
                  <a:pt x="533141" y="418836"/>
                </a:lnTo>
                <a:cubicBezTo>
                  <a:pt x="530633" y="426737"/>
                  <a:pt x="527449" y="434346"/>
                  <a:pt x="523589" y="441571"/>
                </a:cubicBezTo>
                <a:lnTo>
                  <a:pt x="543658" y="461609"/>
                </a:lnTo>
                <a:cubicBezTo>
                  <a:pt x="546167" y="464114"/>
                  <a:pt x="547614" y="467679"/>
                  <a:pt x="547614" y="471244"/>
                </a:cubicBezTo>
                <a:cubicBezTo>
                  <a:pt x="547614" y="474904"/>
                  <a:pt x="546167" y="478373"/>
                  <a:pt x="543658" y="480973"/>
                </a:cubicBezTo>
                <a:lnTo>
                  <a:pt x="508441" y="516137"/>
                </a:lnTo>
                <a:cubicBezTo>
                  <a:pt x="505738" y="518834"/>
                  <a:pt x="502169" y="520183"/>
                  <a:pt x="498696" y="520183"/>
                </a:cubicBezTo>
                <a:cubicBezTo>
                  <a:pt x="497152" y="520183"/>
                  <a:pt x="495607" y="519797"/>
                  <a:pt x="494161" y="519317"/>
                </a:cubicBezTo>
                <a:cubicBezTo>
                  <a:pt x="485187" y="494076"/>
                  <a:pt x="471390" y="471533"/>
                  <a:pt x="454022" y="452554"/>
                </a:cubicBezTo>
                <a:cubicBezTo>
                  <a:pt x="477854" y="437140"/>
                  <a:pt x="493775" y="410552"/>
                  <a:pt x="493775" y="380205"/>
                </a:cubicBezTo>
                <a:cubicBezTo>
                  <a:pt x="493775" y="332710"/>
                  <a:pt x="454986" y="294079"/>
                  <a:pt x="407419" y="294079"/>
                </a:cubicBezTo>
                <a:cubicBezTo>
                  <a:pt x="396997" y="294079"/>
                  <a:pt x="387156" y="296198"/>
                  <a:pt x="377797" y="299570"/>
                </a:cubicBezTo>
                <a:cubicBezTo>
                  <a:pt x="379437" y="288299"/>
                  <a:pt x="380402" y="276931"/>
                  <a:pt x="380402" y="265659"/>
                </a:cubicBezTo>
                <a:cubicBezTo>
                  <a:pt x="380402" y="248030"/>
                  <a:pt x="378087" y="231460"/>
                  <a:pt x="373841" y="216141"/>
                </a:cubicBezTo>
                <a:cubicBezTo>
                  <a:pt x="376253" y="214215"/>
                  <a:pt x="379244" y="212866"/>
                  <a:pt x="382525" y="212866"/>
                </a:cubicBezTo>
                <a:close/>
                <a:moveTo>
                  <a:pt x="243677" y="144489"/>
                </a:moveTo>
                <a:cubicBezTo>
                  <a:pt x="296652" y="144537"/>
                  <a:pt x="349614" y="184959"/>
                  <a:pt x="349566" y="265609"/>
                </a:cubicBezTo>
                <a:cubicBezTo>
                  <a:pt x="349566" y="343465"/>
                  <a:pt x="302199" y="427006"/>
                  <a:pt x="243641" y="427006"/>
                </a:cubicBezTo>
                <a:cubicBezTo>
                  <a:pt x="185180" y="427006"/>
                  <a:pt x="137716" y="343465"/>
                  <a:pt x="137716" y="265609"/>
                </a:cubicBezTo>
                <a:cubicBezTo>
                  <a:pt x="137716" y="184766"/>
                  <a:pt x="190703" y="144441"/>
                  <a:pt x="243677" y="144489"/>
                </a:cubicBezTo>
                <a:close/>
                <a:moveTo>
                  <a:pt x="280380" y="119369"/>
                </a:moveTo>
                <a:cubicBezTo>
                  <a:pt x="294881" y="119369"/>
                  <a:pt x="309865" y="116862"/>
                  <a:pt x="310638" y="131425"/>
                </a:cubicBezTo>
                <a:cubicBezTo>
                  <a:pt x="301262" y="126216"/>
                  <a:pt x="291112" y="122166"/>
                  <a:pt x="280380" y="119369"/>
                </a:cubicBezTo>
                <a:close/>
                <a:moveTo>
                  <a:pt x="155368" y="95016"/>
                </a:moveTo>
                <a:cubicBezTo>
                  <a:pt x="175439" y="95016"/>
                  <a:pt x="193195" y="104939"/>
                  <a:pt x="204099" y="120065"/>
                </a:cubicBezTo>
                <a:cubicBezTo>
                  <a:pt x="164052" y="131722"/>
                  <a:pt x="133463" y="161106"/>
                  <a:pt x="118022" y="202051"/>
                </a:cubicBezTo>
                <a:cubicBezTo>
                  <a:pt x="72958" y="166211"/>
                  <a:pt x="98916" y="95016"/>
                  <a:pt x="155368" y="95016"/>
                </a:cubicBezTo>
                <a:close/>
                <a:moveTo>
                  <a:pt x="132207" y="0"/>
                </a:moveTo>
                <a:lnTo>
                  <a:pt x="178431" y="0"/>
                </a:lnTo>
                <a:cubicBezTo>
                  <a:pt x="185476" y="0"/>
                  <a:pt x="191169" y="5685"/>
                  <a:pt x="191169" y="12719"/>
                </a:cubicBezTo>
                <a:lnTo>
                  <a:pt x="191169" y="38829"/>
                </a:lnTo>
                <a:cubicBezTo>
                  <a:pt x="198600" y="41142"/>
                  <a:pt x="205646" y="44129"/>
                  <a:pt x="212303" y="47597"/>
                </a:cubicBezTo>
                <a:lnTo>
                  <a:pt x="230928" y="29098"/>
                </a:lnTo>
                <a:cubicBezTo>
                  <a:pt x="233341" y="26593"/>
                  <a:pt x="236621" y="25436"/>
                  <a:pt x="239903" y="25436"/>
                </a:cubicBezTo>
                <a:cubicBezTo>
                  <a:pt x="243183" y="25436"/>
                  <a:pt x="246369" y="26593"/>
                  <a:pt x="248877" y="29098"/>
                </a:cubicBezTo>
                <a:lnTo>
                  <a:pt x="281496" y="61760"/>
                </a:lnTo>
                <a:cubicBezTo>
                  <a:pt x="283908" y="64073"/>
                  <a:pt x="285259" y="67348"/>
                  <a:pt x="285259" y="70721"/>
                </a:cubicBezTo>
                <a:cubicBezTo>
                  <a:pt x="285259" y="74093"/>
                  <a:pt x="283908" y="77370"/>
                  <a:pt x="281496" y="79681"/>
                </a:cubicBezTo>
                <a:lnTo>
                  <a:pt x="262967" y="98181"/>
                </a:lnTo>
                <a:cubicBezTo>
                  <a:pt x="266151" y="104154"/>
                  <a:pt x="268757" y="110609"/>
                  <a:pt x="270880" y="117065"/>
                </a:cubicBezTo>
                <a:cubicBezTo>
                  <a:pt x="254089" y="113886"/>
                  <a:pt x="240193" y="113886"/>
                  <a:pt x="225332" y="115716"/>
                </a:cubicBezTo>
                <a:cubicBezTo>
                  <a:pt x="211435" y="91340"/>
                  <a:pt x="185476" y="74576"/>
                  <a:pt x="155368" y="74576"/>
                </a:cubicBezTo>
                <a:cubicBezTo>
                  <a:pt x="110880" y="74576"/>
                  <a:pt x="74596" y="110706"/>
                  <a:pt x="74596" y="155123"/>
                </a:cubicBezTo>
                <a:cubicBezTo>
                  <a:pt x="74596" y="183547"/>
                  <a:pt x="89554" y="208501"/>
                  <a:pt x="111845" y="222857"/>
                </a:cubicBezTo>
                <a:cubicBezTo>
                  <a:pt x="108758" y="236249"/>
                  <a:pt x="107020" y="250510"/>
                  <a:pt x="107020" y="265637"/>
                </a:cubicBezTo>
                <a:cubicBezTo>
                  <a:pt x="107020" y="265829"/>
                  <a:pt x="107020" y="266118"/>
                  <a:pt x="107020" y="266311"/>
                </a:cubicBezTo>
                <a:cubicBezTo>
                  <a:pt x="104221" y="265059"/>
                  <a:pt x="101133" y="264095"/>
                  <a:pt x="98335" y="262650"/>
                </a:cubicBezTo>
                <a:lnTo>
                  <a:pt x="79807" y="281149"/>
                </a:lnTo>
                <a:cubicBezTo>
                  <a:pt x="77394" y="283558"/>
                  <a:pt x="74210" y="284907"/>
                  <a:pt x="70832" y="284907"/>
                </a:cubicBezTo>
                <a:cubicBezTo>
                  <a:pt x="67455" y="284907"/>
                  <a:pt x="64173" y="283558"/>
                  <a:pt x="61761" y="281149"/>
                </a:cubicBezTo>
                <a:lnTo>
                  <a:pt x="29143" y="248582"/>
                </a:lnTo>
                <a:cubicBezTo>
                  <a:pt x="24126" y="243572"/>
                  <a:pt x="24126" y="235480"/>
                  <a:pt x="29143" y="230565"/>
                </a:cubicBezTo>
                <a:lnTo>
                  <a:pt x="47671" y="212066"/>
                </a:lnTo>
                <a:cubicBezTo>
                  <a:pt x="44102" y="205321"/>
                  <a:pt x="41110" y="198288"/>
                  <a:pt x="38793" y="190966"/>
                </a:cubicBezTo>
                <a:lnTo>
                  <a:pt x="12738" y="190966"/>
                </a:lnTo>
                <a:cubicBezTo>
                  <a:pt x="5693" y="190966"/>
                  <a:pt x="0" y="185185"/>
                  <a:pt x="0" y="178151"/>
                </a:cubicBezTo>
                <a:lnTo>
                  <a:pt x="0" y="132095"/>
                </a:lnTo>
                <a:cubicBezTo>
                  <a:pt x="0" y="125062"/>
                  <a:pt x="5693" y="119377"/>
                  <a:pt x="12738" y="119377"/>
                </a:cubicBezTo>
                <a:lnTo>
                  <a:pt x="38890" y="119377"/>
                </a:lnTo>
                <a:cubicBezTo>
                  <a:pt x="41110" y="111958"/>
                  <a:pt x="44102" y="104925"/>
                  <a:pt x="47671" y="98276"/>
                </a:cubicBezTo>
                <a:lnTo>
                  <a:pt x="29143" y="79778"/>
                </a:lnTo>
                <a:cubicBezTo>
                  <a:pt x="26731" y="77370"/>
                  <a:pt x="25380" y="74093"/>
                  <a:pt x="25380" y="70721"/>
                </a:cubicBezTo>
                <a:cubicBezTo>
                  <a:pt x="25380" y="67348"/>
                  <a:pt x="26731" y="64073"/>
                  <a:pt x="29143" y="61760"/>
                </a:cubicBezTo>
                <a:lnTo>
                  <a:pt x="61761" y="29098"/>
                </a:lnTo>
                <a:cubicBezTo>
                  <a:pt x="64270" y="26689"/>
                  <a:pt x="67551" y="25436"/>
                  <a:pt x="70832" y="25436"/>
                </a:cubicBezTo>
                <a:cubicBezTo>
                  <a:pt x="74113" y="25436"/>
                  <a:pt x="77299" y="26689"/>
                  <a:pt x="79807" y="29193"/>
                </a:cubicBezTo>
                <a:lnTo>
                  <a:pt x="98335" y="47597"/>
                </a:lnTo>
                <a:cubicBezTo>
                  <a:pt x="105090" y="44129"/>
                  <a:pt x="112135" y="41142"/>
                  <a:pt x="119469" y="38829"/>
                </a:cubicBezTo>
                <a:lnTo>
                  <a:pt x="119469" y="12719"/>
                </a:lnTo>
                <a:cubicBezTo>
                  <a:pt x="119469" y="5685"/>
                  <a:pt x="125259" y="0"/>
                  <a:pt x="132207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30">
            <a:extLst>
              <a:ext uri="{FF2B5EF4-FFF2-40B4-BE49-F238E27FC236}">
                <a16:creationId xmlns:a16="http://schemas.microsoft.com/office/drawing/2014/main" id="{EA9EE65B-6053-F139-8FAB-B6BAF565DE59}"/>
              </a:ext>
            </a:extLst>
          </p:cNvPr>
          <p:cNvSpPr/>
          <p:nvPr/>
        </p:nvSpPr>
        <p:spPr>
          <a:xfrm>
            <a:off x="9347200" y="3797300"/>
            <a:ext cx="609685" cy="608764"/>
          </a:xfrm>
          <a:custGeom>
            <a:avLst/>
            <a:gdLst/>
            <a:ahLst/>
            <a:cxnLst/>
            <a:rect l="l" t="t" r="r" b="b"/>
            <a:pathLst>
              <a:path w="609685" h="608764">
                <a:moveTo>
                  <a:pt x="304843" y="279036"/>
                </a:moveTo>
                <a:cubicBezTo>
                  <a:pt x="318861" y="279036"/>
                  <a:pt x="330227" y="290384"/>
                  <a:pt x="330227" y="304383"/>
                </a:cubicBezTo>
                <a:cubicBezTo>
                  <a:pt x="330227" y="318381"/>
                  <a:pt x="318861" y="329731"/>
                  <a:pt x="304843" y="329731"/>
                </a:cubicBezTo>
                <a:cubicBezTo>
                  <a:pt x="290824" y="329731"/>
                  <a:pt x="279460" y="318381"/>
                  <a:pt x="279460" y="304383"/>
                </a:cubicBezTo>
                <a:cubicBezTo>
                  <a:pt x="279460" y="290384"/>
                  <a:pt x="290824" y="279036"/>
                  <a:pt x="304843" y="279036"/>
                </a:cubicBezTo>
                <a:close/>
                <a:moveTo>
                  <a:pt x="304797" y="253586"/>
                </a:moveTo>
                <a:cubicBezTo>
                  <a:pt x="276850" y="253586"/>
                  <a:pt x="253992" y="276419"/>
                  <a:pt x="253992" y="304338"/>
                </a:cubicBezTo>
                <a:cubicBezTo>
                  <a:pt x="253992" y="332346"/>
                  <a:pt x="276850" y="355091"/>
                  <a:pt x="304797" y="355091"/>
                </a:cubicBezTo>
                <a:cubicBezTo>
                  <a:pt x="332835" y="355091"/>
                  <a:pt x="355604" y="332346"/>
                  <a:pt x="355604" y="304338"/>
                </a:cubicBezTo>
                <a:cubicBezTo>
                  <a:pt x="355604" y="276419"/>
                  <a:pt x="332835" y="253586"/>
                  <a:pt x="304797" y="253586"/>
                </a:cubicBezTo>
                <a:close/>
                <a:moveTo>
                  <a:pt x="304797" y="202922"/>
                </a:moveTo>
                <a:cubicBezTo>
                  <a:pt x="360870" y="202922"/>
                  <a:pt x="406409" y="248412"/>
                  <a:pt x="406409" y="304338"/>
                </a:cubicBezTo>
                <a:cubicBezTo>
                  <a:pt x="406409" y="360352"/>
                  <a:pt x="360870" y="405844"/>
                  <a:pt x="304797" y="405844"/>
                </a:cubicBezTo>
                <a:cubicBezTo>
                  <a:pt x="248813" y="405844"/>
                  <a:pt x="203275" y="360352"/>
                  <a:pt x="203275" y="304338"/>
                </a:cubicBezTo>
                <a:cubicBezTo>
                  <a:pt x="203275" y="248412"/>
                  <a:pt x="248813" y="202922"/>
                  <a:pt x="304797" y="202922"/>
                </a:cubicBezTo>
                <a:close/>
                <a:moveTo>
                  <a:pt x="304797" y="152213"/>
                </a:moveTo>
                <a:cubicBezTo>
                  <a:pt x="220762" y="152213"/>
                  <a:pt x="152443" y="220429"/>
                  <a:pt x="152443" y="304338"/>
                </a:cubicBezTo>
                <a:cubicBezTo>
                  <a:pt x="152443" y="388336"/>
                  <a:pt x="220762" y="456551"/>
                  <a:pt x="304797" y="456551"/>
                </a:cubicBezTo>
                <a:cubicBezTo>
                  <a:pt x="388924" y="456551"/>
                  <a:pt x="457242" y="388336"/>
                  <a:pt x="457242" y="304338"/>
                </a:cubicBezTo>
                <a:cubicBezTo>
                  <a:pt x="457242" y="220429"/>
                  <a:pt x="388924" y="152213"/>
                  <a:pt x="304797" y="152213"/>
                </a:cubicBezTo>
                <a:close/>
                <a:moveTo>
                  <a:pt x="253983" y="0"/>
                </a:moveTo>
                <a:lnTo>
                  <a:pt x="355613" y="0"/>
                </a:lnTo>
                <a:cubicBezTo>
                  <a:pt x="369722" y="0"/>
                  <a:pt x="381065" y="11325"/>
                  <a:pt x="381065" y="25324"/>
                </a:cubicBezTo>
                <a:lnTo>
                  <a:pt x="381065" y="62597"/>
                </a:lnTo>
                <a:cubicBezTo>
                  <a:pt x="395176" y="67056"/>
                  <a:pt x="408927" y="72763"/>
                  <a:pt x="422055" y="79718"/>
                </a:cubicBezTo>
                <a:lnTo>
                  <a:pt x="448490" y="53323"/>
                </a:lnTo>
                <a:cubicBezTo>
                  <a:pt x="458492" y="43336"/>
                  <a:pt x="474566" y="43336"/>
                  <a:pt x="484480" y="53323"/>
                </a:cubicBezTo>
                <a:lnTo>
                  <a:pt x="556280" y="125016"/>
                </a:lnTo>
                <a:cubicBezTo>
                  <a:pt x="566194" y="134915"/>
                  <a:pt x="566194" y="150965"/>
                  <a:pt x="556280" y="160862"/>
                </a:cubicBezTo>
                <a:lnTo>
                  <a:pt x="529847" y="187258"/>
                </a:lnTo>
                <a:cubicBezTo>
                  <a:pt x="536812" y="200454"/>
                  <a:pt x="542527" y="214187"/>
                  <a:pt x="546994" y="228276"/>
                </a:cubicBezTo>
                <a:lnTo>
                  <a:pt x="584233" y="228276"/>
                </a:lnTo>
                <a:cubicBezTo>
                  <a:pt x="598344" y="228276"/>
                  <a:pt x="609685" y="239599"/>
                  <a:pt x="609685" y="253600"/>
                </a:cubicBezTo>
                <a:lnTo>
                  <a:pt x="609685" y="355075"/>
                </a:lnTo>
                <a:cubicBezTo>
                  <a:pt x="609685" y="369165"/>
                  <a:pt x="598255" y="380488"/>
                  <a:pt x="584233" y="380488"/>
                </a:cubicBezTo>
                <a:lnTo>
                  <a:pt x="546994" y="380488"/>
                </a:lnTo>
                <a:cubicBezTo>
                  <a:pt x="542527" y="394578"/>
                  <a:pt x="536812" y="408310"/>
                  <a:pt x="529847" y="421418"/>
                </a:cubicBezTo>
                <a:lnTo>
                  <a:pt x="556280" y="447812"/>
                </a:lnTo>
                <a:cubicBezTo>
                  <a:pt x="566194" y="457798"/>
                  <a:pt x="566194" y="473850"/>
                  <a:pt x="556280" y="483748"/>
                </a:cubicBezTo>
                <a:lnTo>
                  <a:pt x="484480" y="555440"/>
                </a:lnTo>
                <a:cubicBezTo>
                  <a:pt x="474566" y="565338"/>
                  <a:pt x="458492" y="565338"/>
                  <a:pt x="448490" y="555440"/>
                </a:cubicBezTo>
                <a:lnTo>
                  <a:pt x="422055" y="529045"/>
                </a:lnTo>
                <a:cubicBezTo>
                  <a:pt x="408927" y="536001"/>
                  <a:pt x="395176" y="541618"/>
                  <a:pt x="381065" y="546077"/>
                </a:cubicBezTo>
                <a:lnTo>
                  <a:pt x="381065" y="583350"/>
                </a:lnTo>
                <a:cubicBezTo>
                  <a:pt x="381065" y="597438"/>
                  <a:pt x="369634" y="608764"/>
                  <a:pt x="355613" y="608764"/>
                </a:cubicBezTo>
                <a:lnTo>
                  <a:pt x="253983" y="608764"/>
                </a:lnTo>
                <a:cubicBezTo>
                  <a:pt x="239963" y="608764"/>
                  <a:pt x="228622" y="597438"/>
                  <a:pt x="228622" y="583350"/>
                </a:cubicBezTo>
                <a:lnTo>
                  <a:pt x="228622" y="546077"/>
                </a:lnTo>
                <a:cubicBezTo>
                  <a:pt x="214511" y="541618"/>
                  <a:pt x="200758" y="536001"/>
                  <a:pt x="187541" y="529045"/>
                </a:cubicBezTo>
                <a:lnTo>
                  <a:pt x="161107" y="555440"/>
                </a:lnTo>
                <a:cubicBezTo>
                  <a:pt x="151194" y="565338"/>
                  <a:pt x="135118" y="565338"/>
                  <a:pt x="125207" y="555440"/>
                </a:cubicBezTo>
                <a:lnTo>
                  <a:pt x="53405" y="483748"/>
                </a:lnTo>
                <a:cubicBezTo>
                  <a:pt x="43402" y="473850"/>
                  <a:pt x="43402" y="457798"/>
                  <a:pt x="53405" y="447812"/>
                </a:cubicBezTo>
                <a:lnTo>
                  <a:pt x="79750" y="421418"/>
                </a:lnTo>
                <a:cubicBezTo>
                  <a:pt x="72874" y="408310"/>
                  <a:pt x="67158" y="394578"/>
                  <a:pt x="62692" y="380488"/>
                </a:cubicBezTo>
                <a:lnTo>
                  <a:pt x="25363" y="380488"/>
                </a:lnTo>
                <a:cubicBezTo>
                  <a:pt x="11342" y="380488"/>
                  <a:pt x="0" y="369165"/>
                  <a:pt x="0" y="355075"/>
                </a:cubicBezTo>
                <a:lnTo>
                  <a:pt x="0" y="253600"/>
                </a:lnTo>
                <a:cubicBezTo>
                  <a:pt x="0" y="239599"/>
                  <a:pt x="11342" y="228276"/>
                  <a:pt x="25363" y="228276"/>
                </a:cubicBezTo>
                <a:lnTo>
                  <a:pt x="62692" y="228276"/>
                </a:lnTo>
                <a:cubicBezTo>
                  <a:pt x="67158" y="214187"/>
                  <a:pt x="72874" y="200454"/>
                  <a:pt x="79750" y="187258"/>
                </a:cubicBezTo>
                <a:lnTo>
                  <a:pt x="53405" y="160862"/>
                </a:lnTo>
                <a:cubicBezTo>
                  <a:pt x="43402" y="150965"/>
                  <a:pt x="43402" y="134915"/>
                  <a:pt x="53405" y="125016"/>
                </a:cubicBezTo>
                <a:lnTo>
                  <a:pt x="125207" y="53323"/>
                </a:lnTo>
                <a:cubicBezTo>
                  <a:pt x="135118" y="43336"/>
                  <a:pt x="151194" y="43336"/>
                  <a:pt x="161107" y="53323"/>
                </a:cubicBezTo>
                <a:lnTo>
                  <a:pt x="187541" y="79718"/>
                </a:lnTo>
                <a:cubicBezTo>
                  <a:pt x="200758" y="72763"/>
                  <a:pt x="214511" y="67056"/>
                  <a:pt x="228622" y="62597"/>
                </a:cubicBezTo>
                <a:lnTo>
                  <a:pt x="228622" y="25324"/>
                </a:lnTo>
                <a:cubicBezTo>
                  <a:pt x="228622" y="11325"/>
                  <a:pt x="239963" y="0"/>
                  <a:pt x="253983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209293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1">
            <a:extLst>
              <a:ext uri="{FF2B5EF4-FFF2-40B4-BE49-F238E27FC236}">
                <a16:creationId xmlns:a16="http://schemas.microsoft.com/office/drawing/2014/main" id="{FFB01D0F-41AE-6544-D85A-0FE79166A571}"/>
              </a:ext>
            </a:extLst>
          </p:cNvPr>
          <p:cNvSpPr/>
          <p:nvPr/>
        </p:nvSpPr>
        <p:spPr>
          <a:xfrm>
            <a:off x="1155700" y="1574800"/>
            <a:ext cx="10147300" cy="4178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617299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1759F09C-A9EC-9BDF-4FA8-03B1CCE6E393}"/>
              </a:ext>
            </a:extLst>
          </p:cNvPr>
          <p:cNvSpPr/>
          <p:nvPr/>
        </p:nvSpPr>
        <p:spPr>
          <a:xfrm>
            <a:off x="1727200" y="2679700"/>
            <a:ext cx="762000" cy="762000"/>
          </a:xfrm>
          <a:prstGeom prst="ellipse">
            <a:avLst/>
          </a:prstGeom>
          <a:solidFill>
            <a:srgbClr val="297F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C1018B04-3DCF-D6D4-4DAF-3D4ED589DEB6}"/>
              </a:ext>
            </a:extLst>
          </p:cNvPr>
          <p:cNvSpPr/>
          <p:nvPr/>
        </p:nvSpPr>
        <p:spPr>
          <a:xfrm>
            <a:off x="1625600" y="28067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B55D8007-F72B-0FED-4319-139F319041FB}"/>
              </a:ext>
            </a:extLst>
          </p:cNvPr>
          <p:cNvSpPr/>
          <p:nvPr/>
        </p:nvSpPr>
        <p:spPr>
          <a:xfrm>
            <a:off x="1727200" y="3898900"/>
            <a:ext cx="762000" cy="762000"/>
          </a:xfrm>
          <a:prstGeom prst="ellipse">
            <a:avLst/>
          </a:prstGeom>
          <a:solidFill>
            <a:srgbClr val="629D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852D9BA8-46BC-14E0-580E-5CD0209B3424}"/>
              </a:ext>
            </a:extLst>
          </p:cNvPr>
          <p:cNvSpPr/>
          <p:nvPr/>
        </p:nvSpPr>
        <p:spPr>
          <a:xfrm>
            <a:off x="1625600" y="40259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18F99D92-8B3B-F39D-3749-0EFA45A5ED45}"/>
              </a:ext>
            </a:extLst>
          </p:cNvPr>
          <p:cNvSpPr/>
          <p:nvPr/>
        </p:nvSpPr>
        <p:spPr>
          <a:xfrm>
            <a:off x="12446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4287BEF4-C035-C1A9-16FE-03BE163731CF}"/>
              </a:ext>
            </a:extLst>
          </p:cNvPr>
          <p:cNvSpPr/>
          <p:nvPr/>
        </p:nvSpPr>
        <p:spPr>
          <a:xfrm>
            <a:off x="8890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8E8C2DB4-317B-3656-3FB9-D50A6721B959}"/>
              </a:ext>
            </a:extLst>
          </p:cNvPr>
          <p:cNvSpPr/>
          <p:nvPr/>
        </p:nvSpPr>
        <p:spPr>
          <a:xfrm>
            <a:off x="939800" y="1905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9">
            <a:extLst>
              <a:ext uri="{FF2B5EF4-FFF2-40B4-BE49-F238E27FC236}">
                <a16:creationId xmlns:a16="http://schemas.microsoft.com/office/drawing/2014/main" id="{46F2B86F-3C1E-680E-D21F-8B96569A6B26}"/>
              </a:ext>
            </a:extLst>
          </p:cNvPr>
          <p:cNvSpPr/>
          <p:nvPr/>
        </p:nvSpPr>
        <p:spPr>
          <a:xfrm>
            <a:off x="12446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0">
            <a:extLst>
              <a:ext uri="{FF2B5EF4-FFF2-40B4-BE49-F238E27FC236}">
                <a16:creationId xmlns:a16="http://schemas.microsoft.com/office/drawing/2014/main" id="{AE8EF55D-F9E4-8AC0-711E-BDC372122321}"/>
              </a:ext>
            </a:extLst>
          </p:cNvPr>
          <p:cNvSpPr/>
          <p:nvPr/>
        </p:nvSpPr>
        <p:spPr>
          <a:xfrm>
            <a:off x="8890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21">
            <a:extLst>
              <a:ext uri="{FF2B5EF4-FFF2-40B4-BE49-F238E27FC236}">
                <a16:creationId xmlns:a16="http://schemas.microsoft.com/office/drawing/2014/main" id="{31676453-E036-FCB6-0740-E77ECDDF9C11}"/>
              </a:ext>
            </a:extLst>
          </p:cNvPr>
          <p:cNvSpPr/>
          <p:nvPr/>
        </p:nvSpPr>
        <p:spPr>
          <a:xfrm>
            <a:off x="939800" y="24765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22">
            <a:extLst>
              <a:ext uri="{FF2B5EF4-FFF2-40B4-BE49-F238E27FC236}">
                <a16:creationId xmlns:a16="http://schemas.microsoft.com/office/drawing/2014/main" id="{DB91BAEC-8889-1B31-4F47-538BDC224A1A}"/>
              </a:ext>
            </a:extLst>
          </p:cNvPr>
          <p:cNvSpPr/>
          <p:nvPr/>
        </p:nvSpPr>
        <p:spPr>
          <a:xfrm>
            <a:off x="12446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2169DC52-9902-E7E1-60A1-074A2C1A39A9}"/>
              </a:ext>
            </a:extLst>
          </p:cNvPr>
          <p:cNvSpPr/>
          <p:nvPr/>
        </p:nvSpPr>
        <p:spPr>
          <a:xfrm>
            <a:off x="8890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424EEBE2-330D-E44F-FF20-6ADA4F955D71}"/>
              </a:ext>
            </a:extLst>
          </p:cNvPr>
          <p:cNvSpPr/>
          <p:nvPr/>
        </p:nvSpPr>
        <p:spPr>
          <a:xfrm>
            <a:off x="939800" y="3048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A87317F5-727E-EEB3-8F35-73F62370587D}"/>
              </a:ext>
            </a:extLst>
          </p:cNvPr>
          <p:cNvSpPr/>
          <p:nvPr/>
        </p:nvSpPr>
        <p:spPr>
          <a:xfrm>
            <a:off x="12446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7369034C-57C7-C540-00C7-182D66713411}"/>
              </a:ext>
            </a:extLst>
          </p:cNvPr>
          <p:cNvSpPr/>
          <p:nvPr/>
        </p:nvSpPr>
        <p:spPr>
          <a:xfrm>
            <a:off x="8890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D86DA17D-FABF-0DA0-5145-C700FE8DBF05}"/>
              </a:ext>
            </a:extLst>
          </p:cNvPr>
          <p:cNvSpPr/>
          <p:nvPr/>
        </p:nvSpPr>
        <p:spPr>
          <a:xfrm>
            <a:off x="939800" y="3632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ADA088B-4436-5500-D9C8-A115B487C0AC}"/>
              </a:ext>
            </a:extLst>
          </p:cNvPr>
          <p:cNvSpPr/>
          <p:nvPr/>
        </p:nvSpPr>
        <p:spPr>
          <a:xfrm>
            <a:off x="12446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4D16C78C-6CD0-B424-4A21-EF3BEAF452B1}"/>
              </a:ext>
            </a:extLst>
          </p:cNvPr>
          <p:cNvSpPr/>
          <p:nvPr/>
        </p:nvSpPr>
        <p:spPr>
          <a:xfrm>
            <a:off x="8890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AC28B12C-639E-9CF3-F73C-1228F7271D79}"/>
              </a:ext>
            </a:extLst>
          </p:cNvPr>
          <p:cNvSpPr/>
          <p:nvPr/>
        </p:nvSpPr>
        <p:spPr>
          <a:xfrm>
            <a:off x="939800" y="4203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31">
            <a:extLst>
              <a:ext uri="{FF2B5EF4-FFF2-40B4-BE49-F238E27FC236}">
                <a16:creationId xmlns:a16="http://schemas.microsoft.com/office/drawing/2014/main" id="{37743A3E-0088-EC55-685E-8F46626AB9A2}"/>
              </a:ext>
            </a:extLst>
          </p:cNvPr>
          <p:cNvSpPr/>
          <p:nvPr/>
        </p:nvSpPr>
        <p:spPr>
          <a:xfrm>
            <a:off x="12446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2">
            <a:extLst>
              <a:ext uri="{FF2B5EF4-FFF2-40B4-BE49-F238E27FC236}">
                <a16:creationId xmlns:a16="http://schemas.microsoft.com/office/drawing/2014/main" id="{6EF4D42B-2B05-8A11-CFAF-EEBD7DB22727}"/>
              </a:ext>
            </a:extLst>
          </p:cNvPr>
          <p:cNvSpPr/>
          <p:nvPr/>
        </p:nvSpPr>
        <p:spPr>
          <a:xfrm>
            <a:off x="8890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A73DC5E0-A810-CDE5-9092-1F479592771A}"/>
              </a:ext>
            </a:extLst>
          </p:cNvPr>
          <p:cNvSpPr/>
          <p:nvPr/>
        </p:nvSpPr>
        <p:spPr>
          <a:xfrm>
            <a:off x="939800" y="4775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2FDC18C0-4835-FCFB-436A-DDAFED40DB86}"/>
              </a:ext>
            </a:extLst>
          </p:cNvPr>
          <p:cNvSpPr/>
          <p:nvPr/>
        </p:nvSpPr>
        <p:spPr>
          <a:xfrm>
            <a:off x="12446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8A3D8BBA-F389-3EBF-F2F0-CEEA1FE71E61}"/>
              </a:ext>
            </a:extLst>
          </p:cNvPr>
          <p:cNvSpPr/>
          <p:nvPr/>
        </p:nvSpPr>
        <p:spPr>
          <a:xfrm>
            <a:off x="8890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AE7238FF-42C4-E09D-0999-D91C9F1940DF}"/>
              </a:ext>
            </a:extLst>
          </p:cNvPr>
          <p:cNvSpPr/>
          <p:nvPr/>
        </p:nvSpPr>
        <p:spPr>
          <a:xfrm>
            <a:off x="939800" y="5346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7">
            <a:extLst>
              <a:ext uri="{FF2B5EF4-FFF2-40B4-BE49-F238E27FC236}">
                <a16:creationId xmlns:a16="http://schemas.microsoft.com/office/drawing/2014/main" id="{5D4DD1C1-7615-7967-7FCC-1CF737AC059B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0" name="AutoShape 38">
            <a:extLst>
              <a:ext uri="{FF2B5EF4-FFF2-40B4-BE49-F238E27FC236}">
                <a16:creationId xmlns:a16="http://schemas.microsoft.com/office/drawing/2014/main" id="{6D9AEE91-BEB8-BFA1-A2AF-3800CEA2377A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1" name="AutoShape 39">
            <a:extLst>
              <a:ext uri="{FF2B5EF4-FFF2-40B4-BE49-F238E27FC236}">
                <a16:creationId xmlns:a16="http://schemas.microsoft.com/office/drawing/2014/main" id="{2E679C30-5DB3-CAD4-CE18-EAE2388A1949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32" name="Connector 40">
            <a:extLst>
              <a:ext uri="{FF2B5EF4-FFF2-40B4-BE49-F238E27FC236}">
                <a16:creationId xmlns:a16="http://schemas.microsoft.com/office/drawing/2014/main" id="{0F23ADE6-5341-8DDB-A020-EB0917A539C5}"/>
              </a:ext>
            </a:extLst>
          </p:cNvPr>
          <p:cNvCxnSpPr/>
          <p:nvPr/>
        </p:nvCxnSpPr>
        <p:spPr>
          <a:xfrm>
            <a:off x="2806700" y="30353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33" name="Connector 41">
            <a:extLst>
              <a:ext uri="{FF2B5EF4-FFF2-40B4-BE49-F238E27FC236}">
                <a16:creationId xmlns:a16="http://schemas.microsoft.com/office/drawing/2014/main" id="{D2BC8812-EFF3-9FC5-2C66-649566C9D751}"/>
              </a:ext>
            </a:extLst>
          </p:cNvPr>
          <p:cNvCxnSpPr/>
          <p:nvPr/>
        </p:nvCxnSpPr>
        <p:spPr>
          <a:xfrm>
            <a:off x="2806700" y="42926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6827759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777666A5-E308-86CE-DB68-04FFD47C8F01}"/>
              </a:ext>
            </a:extLst>
          </p:cNvPr>
          <p:cNvSpPr/>
          <p:nvPr/>
        </p:nvSpPr>
        <p:spPr>
          <a:xfrm>
            <a:off x="7239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337FB9E3-E239-1B90-EBCD-5F7FC9294357}"/>
              </a:ext>
            </a:extLst>
          </p:cNvPr>
          <p:cNvSpPr/>
          <p:nvPr/>
        </p:nvSpPr>
        <p:spPr>
          <a:xfrm>
            <a:off x="8509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B1A6A787-0ADD-6E7E-0BC4-6263E3623362}"/>
              </a:ext>
            </a:extLst>
          </p:cNvPr>
          <p:cNvSpPr/>
          <p:nvPr/>
        </p:nvSpPr>
        <p:spPr>
          <a:xfrm>
            <a:off x="19050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3A838E8-0B3E-7CC4-4A80-B195DB077401}"/>
              </a:ext>
            </a:extLst>
          </p:cNvPr>
          <p:cNvSpPr/>
          <p:nvPr/>
        </p:nvSpPr>
        <p:spPr>
          <a:xfrm>
            <a:off x="12573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FF78B2-2499-AFB2-6E70-925A1C36DC00}"/>
              </a:ext>
            </a:extLst>
          </p:cNvPr>
          <p:cNvSpPr/>
          <p:nvPr/>
        </p:nvSpPr>
        <p:spPr>
          <a:xfrm>
            <a:off x="63627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D3793847-702C-7BA1-103F-7EE22A8334BF}"/>
              </a:ext>
            </a:extLst>
          </p:cNvPr>
          <p:cNvSpPr/>
          <p:nvPr/>
        </p:nvSpPr>
        <p:spPr>
          <a:xfrm>
            <a:off x="64897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6BFC270F-646B-4252-442B-2C561115A40A}"/>
              </a:ext>
            </a:extLst>
          </p:cNvPr>
          <p:cNvSpPr/>
          <p:nvPr/>
        </p:nvSpPr>
        <p:spPr>
          <a:xfrm>
            <a:off x="75438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4CA4FF0-7961-EA3C-3962-CA3D0214682D}"/>
              </a:ext>
            </a:extLst>
          </p:cNvPr>
          <p:cNvSpPr/>
          <p:nvPr/>
        </p:nvSpPr>
        <p:spPr>
          <a:xfrm>
            <a:off x="68961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4984660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3DA67CB2-74D5-95D4-E4C5-300370DF0582}"/>
              </a:ext>
            </a:extLst>
          </p:cNvPr>
          <p:cNvSpPr/>
          <p:nvPr/>
        </p:nvSpPr>
        <p:spPr>
          <a:xfrm>
            <a:off x="6146800" y="1866900"/>
            <a:ext cx="1795729" cy="1795725"/>
          </a:xfrm>
          <a:custGeom>
            <a:avLst/>
            <a:gdLst/>
            <a:ahLst/>
            <a:cxnLst/>
            <a:rect l="l" t="t" r="r" b="b"/>
            <a:pathLst>
              <a:path w="1795729" h="1795725">
                <a:moveTo>
                  <a:pt x="0" y="0"/>
                </a:moveTo>
                <a:lnTo>
                  <a:pt x="88795" y="4483"/>
                </a:lnTo>
                <a:cubicBezTo>
                  <a:pt x="986448" y="95645"/>
                  <a:pt x="1700083" y="809280"/>
                  <a:pt x="1791245" y="1706935"/>
                </a:cubicBezTo>
                <a:lnTo>
                  <a:pt x="1795729" y="1795725"/>
                </a:lnTo>
                <a:lnTo>
                  <a:pt x="1210380" y="1795725"/>
                </a:lnTo>
                <a:lnTo>
                  <a:pt x="1208742" y="1763292"/>
                </a:lnTo>
                <a:cubicBezTo>
                  <a:pt x="1144880" y="1134455"/>
                  <a:pt x="644954" y="634528"/>
                  <a:pt x="16116" y="570666"/>
                </a:cubicBezTo>
                <a:lnTo>
                  <a:pt x="0" y="569852"/>
                </a:ln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95CB6475-C771-37E2-17B0-99975A140F6B}"/>
              </a:ext>
            </a:extLst>
          </p:cNvPr>
          <p:cNvSpPr/>
          <p:nvPr/>
        </p:nvSpPr>
        <p:spPr>
          <a:xfrm>
            <a:off x="4140200" y="1866900"/>
            <a:ext cx="1795725" cy="1795725"/>
          </a:xfrm>
          <a:custGeom>
            <a:avLst/>
            <a:gdLst/>
            <a:ahLst/>
            <a:cxnLst/>
            <a:rect l="l" t="t" r="r" b="b"/>
            <a:pathLst>
              <a:path w="1795725" h="1795725">
                <a:moveTo>
                  <a:pt x="1795725" y="0"/>
                </a:moveTo>
                <a:lnTo>
                  <a:pt x="1795725" y="568411"/>
                </a:lnTo>
                <a:lnTo>
                  <a:pt x="1751054" y="570666"/>
                </a:lnTo>
                <a:cubicBezTo>
                  <a:pt x="1122216" y="634528"/>
                  <a:pt x="622290" y="1134455"/>
                  <a:pt x="558428" y="1763292"/>
                </a:cubicBezTo>
                <a:lnTo>
                  <a:pt x="556791" y="1795725"/>
                </a:lnTo>
                <a:lnTo>
                  <a:pt x="0" y="1795725"/>
                </a:lnTo>
                <a:lnTo>
                  <a:pt x="4483" y="1706935"/>
                </a:lnTo>
                <a:cubicBezTo>
                  <a:pt x="95645" y="809280"/>
                  <a:pt x="809281" y="95645"/>
                  <a:pt x="1706935" y="4483"/>
                </a:cubicBezTo>
                <a:lnTo>
                  <a:pt x="1795725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94CBADAD-25F7-840F-69A7-EE69DF79A74C}"/>
              </a:ext>
            </a:extLst>
          </p:cNvPr>
          <p:cNvSpPr/>
          <p:nvPr/>
        </p:nvSpPr>
        <p:spPr>
          <a:xfrm>
            <a:off x="4140200" y="3873500"/>
            <a:ext cx="1795725" cy="1795728"/>
          </a:xfrm>
          <a:custGeom>
            <a:avLst/>
            <a:gdLst/>
            <a:ahLst/>
            <a:cxnLst/>
            <a:rect l="l" t="t" r="r" b="b"/>
            <a:pathLst>
              <a:path w="1795725" h="1795728">
                <a:moveTo>
                  <a:pt x="0" y="0"/>
                </a:moveTo>
                <a:lnTo>
                  <a:pt x="556997" y="0"/>
                </a:lnTo>
                <a:lnTo>
                  <a:pt x="558428" y="28353"/>
                </a:lnTo>
                <a:cubicBezTo>
                  <a:pt x="622290" y="657191"/>
                  <a:pt x="1122216" y="1157117"/>
                  <a:pt x="1751054" y="1220979"/>
                </a:cubicBezTo>
                <a:lnTo>
                  <a:pt x="1795725" y="1223235"/>
                </a:lnTo>
                <a:lnTo>
                  <a:pt x="1795725" y="1795728"/>
                </a:lnTo>
                <a:lnTo>
                  <a:pt x="1706935" y="1791244"/>
                </a:lnTo>
                <a:cubicBezTo>
                  <a:pt x="809281" y="1700082"/>
                  <a:pt x="95645" y="986448"/>
                  <a:pt x="4483" y="88793"/>
                </a:cubicBez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DBD16696-4C93-46B5-ACA4-21F917533263}"/>
              </a:ext>
            </a:extLst>
          </p:cNvPr>
          <p:cNvSpPr/>
          <p:nvPr/>
        </p:nvSpPr>
        <p:spPr>
          <a:xfrm>
            <a:off x="6146800" y="3873500"/>
            <a:ext cx="1795729" cy="1795728"/>
          </a:xfrm>
          <a:custGeom>
            <a:avLst/>
            <a:gdLst/>
            <a:ahLst/>
            <a:cxnLst/>
            <a:rect l="l" t="t" r="r" b="b"/>
            <a:pathLst>
              <a:path w="1795729" h="1795728">
                <a:moveTo>
                  <a:pt x="1210174" y="0"/>
                </a:moveTo>
                <a:lnTo>
                  <a:pt x="1795729" y="0"/>
                </a:lnTo>
                <a:lnTo>
                  <a:pt x="1791245" y="88793"/>
                </a:lnTo>
                <a:cubicBezTo>
                  <a:pt x="1700083" y="986448"/>
                  <a:pt x="986448" y="1700082"/>
                  <a:pt x="88795" y="1791244"/>
                </a:cubicBezTo>
                <a:lnTo>
                  <a:pt x="0" y="1795728"/>
                </a:lnTo>
                <a:lnTo>
                  <a:pt x="0" y="1221793"/>
                </a:lnTo>
                <a:lnTo>
                  <a:pt x="16116" y="1220979"/>
                </a:lnTo>
                <a:cubicBezTo>
                  <a:pt x="644954" y="1157117"/>
                  <a:pt x="1144880" y="657191"/>
                  <a:pt x="1208742" y="28353"/>
                </a:cubicBezTo>
                <a:lnTo>
                  <a:pt x="1210174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D4096B83-C640-E964-FDD1-11C9A0A61157}"/>
              </a:ext>
            </a:extLst>
          </p:cNvPr>
          <p:cNvSpPr/>
          <p:nvPr/>
        </p:nvSpPr>
        <p:spPr>
          <a:xfrm>
            <a:off x="4445000" y="307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5563BAA9-F7C7-3106-A9C9-E972856FCBB2}"/>
              </a:ext>
            </a:extLst>
          </p:cNvPr>
          <p:cNvSpPr/>
          <p:nvPr/>
        </p:nvSpPr>
        <p:spPr>
          <a:xfrm>
            <a:off x="5727700" y="3873500"/>
            <a:ext cx="631999" cy="627784"/>
          </a:xfrm>
          <a:custGeom>
            <a:avLst/>
            <a:gdLst/>
            <a:ahLst/>
            <a:cxnLst/>
            <a:rect l="l" t="t" r="r" b="b"/>
            <a:pathLst>
              <a:path w="631999" h="627784">
                <a:moveTo>
                  <a:pt x="59280" y="0"/>
                </a:moveTo>
                <a:cubicBezTo>
                  <a:pt x="23905" y="0"/>
                  <a:pt x="0" y="29790"/>
                  <a:pt x="0" y="64261"/>
                </a:cubicBezTo>
                <a:lnTo>
                  <a:pt x="0" y="340224"/>
                </a:lnTo>
                <a:cubicBezTo>
                  <a:pt x="0" y="377339"/>
                  <a:pt x="37686" y="386203"/>
                  <a:pt x="37686" y="386203"/>
                </a:cubicBezTo>
                <a:cubicBezTo>
                  <a:pt x="37686" y="386203"/>
                  <a:pt x="37686" y="103090"/>
                  <a:pt x="37686" y="74811"/>
                </a:cubicBezTo>
                <a:cubicBezTo>
                  <a:pt x="37686" y="46502"/>
                  <a:pt x="53047" y="41562"/>
                  <a:pt x="83125" y="41562"/>
                </a:cubicBezTo>
                <a:cubicBezTo>
                  <a:pt x="113175" y="41562"/>
                  <a:pt x="547996" y="41562"/>
                  <a:pt x="547996" y="41562"/>
                </a:cubicBezTo>
                <a:cubicBezTo>
                  <a:pt x="547996" y="41562"/>
                  <a:pt x="533864" y="0"/>
                  <a:pt x="506419" y="0"/>
                </a:cubicBezTo>
                <a:lnTo>
                  <a:pt x="59280" y="0"/>
                </a:lnTo>
                <a:close/>
                <a:moveTo>
                  <a:pt x="108610" y="70917"/>
                </a:moveTo>
                <a:cubicBezTo>
                  <a:pt x="67940" y="70917"/>
                  <a:pt x="70924" y="105270"/>
                  <a:pt x="70924" y="105270"/>
                </a:cubicBezTo>
                <a:cubicBezTo>
                  <a:pt x="70924" y="105270"/>
                  <a:pt x="70924" y="415529"/>
                  <a:pt x="70924" y="439391"/>
                </a:cubicBezTo>
                <a:cubicBezTo>
                  <a:pt x="70924" y="463281"/>
                  <a:pt x="85057" y="480953"/>
                  <a:pt x="108054" y="480953"/>
                </a:cubicBezTo>
                <a:cubicBezTo>
                  <a:pt x="131053" y="480953"/>
                  <a:pt x="262631" y="480953"/>
                  <a:pt x="262631" y="480953"/>
                </a:cubicBezTo>
                <a:lnTo>
                  <a:pt x="344089" y="627784"/>
                </a:lnTo>
                <a:lnTo>
                  <a:pt x="436051" y="478192"/>
                </a:lnTo>
                <a:cubicBezTo>
                  <a:pt x="436051" y="478192"/>
                  <a:pt x="559027" y="478192"/>
                  <a:pt x="587320" y="478192"/>
                </a:cubicBezTo>
                <a:cubicBezTo>
                  <a:pt x="615615" y="478192"/>
                  <a:pt x="629425" y="478046"/>
                  <a:pt x="629425" y="433840"/>
                </a:cubicBezTo>
                <a:lnTo>
                  <a:pt x="629425" y="121895"/>
                </a:lnTo>
                <a:cubicBezTo>
                  <a:pt x="629425" y="92714"/>
                  <a:pt x="631999" y="70917"/>
                  <a:pt x="593962" y="70917"/>
                </a:cubicBezTo>
                <a:lnTo>
                  <a:pt x="108610" y="70917"/>
                </a:lnTo>
                <a:close/>
              </a:path>
            </a:pathLst>
          </a:custGeom>
          <a:solidFill>
            <a:srgbClr val="284E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7">
            <a:extLst>
              <a:ext uri="{FF2B5EF4-FFF2-40B4-BE49-F238E27FC236}">
                <a16:creationId xmlns:a16="http://schemas.microsoft.com/office/drawing/2014/main" id="{1755CC42-AF77-37AB-D2FB-D3878D85654C}"/>
              </a:ext>
            </a:extLst>
          </p:cNvPr>
          <p:cNvCxnSpPr/>
          <p:nvPr/>
        </p:nvCxnSpPr>
        <p:spPr>
          <a:xfrm rot="3">
            <a:off x="3543300" y="2057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0" name="Connector 18">
            <a:extLst>
              <a:ext uri="{FF2B5EF4-FFF2-40B4-BE49-F238E27FC236}">
                <a16:creationId xmlns:a16="http://schemas.microsoft.com/office/drawing/2014/main" id="{4B272935-1530-FF7E-4523-541C8ECB743B}"/>
              </a:ext>
            </a:extLst>
          </p:cNvPr>
          <p:cNvCxnSpPr/>
          <p:nvPr/>
        </p:nvCxnSpPr>
        <p:spPr>
          <a:xfrm rot="5223772">
            <a:off x="43306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1" name="Connector 19">
            <a:extLst>
              <a:ext uri="{FF2B5EF4-FFF2-40B4-BE49-F238E27FC236}">
                <a16:creationId xmlns:a16="http://schemas.microsoft.com/office/drawing/2014/main" id="{01E825D4-C761-C3A5-C8B7-F31EC43E5484}"/>
              </a:ext>
            </a:extLst>
          </p:cNvPr>
          <p:cNvCxnSpPr/>
          <p:nvPr/>
        </p:nvCxnSpPr>
        <p:spPr>
          <a:xfrm rot="3">
            <a:off x="7505700" y="2057400"/>
            <a:ext cx="101607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2" name="Connector 20">
            <a:extLst>
              <a:ext uri="{FF2B5EF4-FFF2-40B4-BE49-F238E27FC236}">
                <a16:creationId xmlns:a16="http://schemas.microsoft.com/office/drawing/2014/main" id="{E5D6AE73-5266-42FA-1FBF-80556DCBC3E4}"/>
              </a:ext>
            </a:extLst>
          </p:cNvPr>
          <p:cNvCxnSpPr/>
          <p:nvPr/>
        </p:nvCxnSpPr>
        <p:spPr>
          <a:xfrm rot="5223772">
            <a:off x="72389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8C9C02C5-5F20-329C-ED7A-1527C8BFEA2F}"/>
              </a:ext>
            </a:extLst>
          </p:cNvPr>
          <p:cNvCxnSpPr/>
          <p:nvPr/>
        </p:nvCxnSpPr>
        <p:spPr>
          <a:xfrm rot="3">
            <a:off x="3543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4" name="Connector 22">
            <a:extLst>
              <a:ext uri="{FF2B5EF4-FFF2-40B4-BE49-F238E27FC236}">
                <a16:creationId xmlns:a16="http://schemas.microsoft.com/office/drawing/2014/main" id="{A2C5BB72-C508-3A04-AF55-46C8B3E76327}"/>
              </a:ext>
            </a:extLst>
          </p:cNvPr>
          <p:cNvCxnSpPr/>
          <p:nvPr/>
        </p:nvCxnSpPr>
        <p:spPr>
          <a:xfrm rot="5223772">
            <a:off x="4330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5" name="Connector 23">
            <a:extLst>
              <a:ext uri="{FF2B5EF4-FFF2-40B4-BE49-F238E27FC236}">
                <a16:creationId xmlns:a16="http://schemas.microsoft.com/office/drawing/2014/main" id="{CE10274B-30FF-9A07-C8A9-53BDD470907A}"/>
              </a:ext>
            </a:extLst>
          </p:cNvPr>
          <p:cNvCxnSpPr/>
          <p:nvPr/>
        </p:nvCxnSpPr>
        <p:spPr>
          <a:xfrm rot="3">
            <a:off x="7480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6" name="Connector 24">
            <a:extLst>
              <a:ext uri="{FF2B5EF4-FFF2-40B4-BE49-F238E27FC236}">
                <a16:creationId xmlns:a16="http://schemas.microsoft.com/office/drawing/2014/main" id="{AB4321F1-92DA-11D2-83F1-93B60EA127DB}"/>
              </a:ext>
            </a:extLst>
          </p:cNvPr>
          <p:cNvCxnSpPr/>
          <p:nvPr/>
        </p:nvCxnSpPr>
        <p:spPr>
          <a:xfrm rot="5223772">
            <a:off x="7251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7" name="AutoShape 25">
            <a:extLst>
              <a:ext uri="{FF2B5EF4-FFF2-40B4-BE49-F238E27FC236}">
                <a16:creationId xmlns:a16="http://schemas.microsoft.com/office/drawing/2014/main" id="{93008BEA-E94D-1DEC-55C8-A0D57986AE54}"/>
              </a:ext>
            </a:extLst>
          </p:cNvPr>
          <p:cNvSpPr/>
          <p:nvPr/>
        </p:nvSpPr>
        <p:spPr>
          <a:xfrm>
            <a:off x="3302000" y="19304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3A88A187-F5DD-4281-7B2A-748351EB4A6B}"/>
              </a:ext>
            </a:extLst>
          </p:cNvPr>
          <p:cNvSpPr/>
          <p:nvPr/>
        </p:nvSpPr>
        <p:spPr>
          <a:xfrm>
            <a:off x="3289300" y="53721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181862E4-B5C0-89B6-CA49-3FAAFC7A3062}"/>
              </a:ext>
            </a:extLst>
          </p:cNvPr>
          <p:cNvSpPr/>
          <p:nvPr/>
        </p:nvSpPr>
        <p:spPr>
          <a:xfrm>
            <a:off x="8521700" y="19304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BBF3AD1D-EE2F-D470-E13A-B497CC424F61}"/>
              </a:ext>
            </a:extLst>
          </p:cNvPr>
          <p:cNvSpPr/>
          <p:nvPr/>
        </p:nvSpPr>
        <p:spPr>
          <a:xfrm>
            <a:off x="8470900" y="53721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0982D153-4420-00C6-DE2E-FB9371D4B6AA}"/>
              </a:ext>
            </a:extLst>
          </p:cNvPr>
          <p:cNvSpPr/>
          <p:nvPr/>
        </p:nvSpPr>
        <p:spPr>
          <a:xfrm>
            <a:off x="2283941" y="1646933"/>
            <a:ext cx="542149" cy="631850"/>
          </a:xfrm>
          <a:custGeom>
            <a:avLst/>
            <a:gdLst/>
            <a:ahLst/>
            <a:cxnLst/>
            <a:rect l="l" t="t" r="r" b="b"/>
            <a:pathLst>
              <a:path w="542149" h="631850">
                <a:moveTo>
                  <a:pt x="301044" y="452505"/>
                </a:moveTo>
                <a:lnTo>
                  <a:pt x="301044" y="303055"/>
                </a:lnTo>
                <a:cubicBezTo>
                  <a:pt x="301044" y="286498"/>
                  <a:pt x="287616" y="273100"/>
                  <a:pt x="271075" y="273100"/>
                </a:cubicBezTo>
                <a:cubicBezTo>
                  <a:pt x="254585" y="273100"/>
                  <a:pt x="241206" y="286498"/>
                  <a:pt x="241206" y="303055"/>
                </a:cubicBezTo>
                <a:lnTo>
                  <a:pt x="241206" y="452505"/>
                </a:lnTo>
                <a:lnTo>
                  <a:pt x="94149" y="452505"/>
                </a:lnTo>
                <a:lnTo>
                  <a:pt x="174869" y="351585"/>
                </a:lnTo>
                <a:cubicBezTo>
                  <a:pt x="182022" y="342546"/>
                  <a:pt x="183503" y="330319"/>
                  <a:pt x="178559" y="319992"/>
                </a:cubicBezTo>
                <a:cubicBezTo>
                  <a:pt x="173614" y="309520"/>
                  <a:pt x="163072" y="303055"/>
                  <a:pt x="151527" y="303055"/>
                </a:cubicBezTo>
                <a:lnTo>
                  <a:pt x="119324" y="303055"/>
                </a:lnTo>
                <a:lnTo>
                  <a:pt x="271075" y="86119"/>
                </a:lnTo>
                <a:lnTo>
                  <a:pt x="423053" y="303055"/>
                </a:lnTo>
                <a:lnTo>
                  <a:pt x="390674" y="303055"/>
                </a:lnTo>
                <a:cubicBezTo>
                  <a:pt x="379305" y="303055"/>
                  <a:pt x="368712" y="309520"/>
                  <a:pt x="363742" y="319992"/>
                </a:cubicBezTo>
                <a:cubicBezTo>
                  <a:pt x="358773" y="330319"/>
                  <a:pt x="360153" y="342546"/>
                  <a:pt x="367433" y="351585"/>
                </a:cubicBezTo>
                <a:lnTo>
                  <a:pt x="448177" y="452505"/>
                </a:lnTo>
                <a:cubicBezTo>
                  <a:pt x="448177" y="452505"/>
                  <a:pt x="301044" y="452505"/>
                  <a:pt x="301044" y="452505"/>
                </a:cubicBezTo>
                <a:close/>
                <a:moveTo>
                  <a:pt x="533666" y="463680"/>
                </a:moveTo>
                <a:lnTo>
                  <a:pt x="452946" y="362701"/>
                </a:lnTo>
                <a:lnTo>
                  <a:pt x="480380" y="362701"/>
                </a:lnTo>
                <a:cubicBezTo>
                  <a:pt x="491525" y="362701"/>
                  <a:pt x="501739" y="356528"/>
                  <a:pt x="506960" y="346641"/>
                </a:cubicBezTo>
                <a:cubicBezTo>
                  <a:pt x="512055" y="336724"/>
                  <a:pt x="511202" y="324877"/>
                  <a:pt x="504978" y="315721"/>
                </a:cubicBezTo>
                <a:lnTo>
                  <a:pt x="295598" y="16733"/>
                </a:lnTo>
                <a:cubicBezTo>
                  <a:pt x="286110" y="3335"/>
                  <a:pt x="267410" y="0"/>
                  <a:pt x="254033" y="9478"/>
                </a:cubicBezTo>
                <a:cubicBezTo>
                  <a:pt x="251222" y="11409"/>
                  <a:pt x="249214" y="13866"/>
                  <a:pt x="247306" y="16382"/>
                </a:cubicBezTo>
                <a:cubicBezTo>
                  <a:pt x="246578" y="16733"/>
                  <a:pt x="37374" y="315721"/>
                  <a:pt x="37374" y="315721"/>
                </a:cubicBezTo>
                <a:cubicBezTo>
                  <a:pt x="30973" y="324877"/>
                  <a:pt x="30271" y="336724"/>
                  <a:pt x="35366" y="346641"/>
                </a:cubicBezTo>
                <a:cubicBezTo>
                  <a:pt x="40461" y="356528"/>
                  <a:pt x="50652" y="362701"/>
                  <a:pt x="61896" y="362701"/>
                </a:cubicBezTo>
                <a:lnTo>
                  <a:pt x="89380" y="362701"/>
                </a:lnTo>
                <a:lnTo>
                  <a:pt x="8686" y="463680"/>
                </a:lnTo>
                <a:cubicBezTo>
                  <a:pt x="1457" y="472602"/>
                  <a:pt x="0" y="484917"/>
                  <a:pt x="4995" y="495360"/>
                </a:cubicBezTo>
                <a:cubicBezTo>
                  <a:pt x="9941" y="505568"/>
                  <a:pt x="20482" y="512180"/>
                  <a:pt x="32027" y="512180"/>
                </a:cubicBezTo>
                <a:lnTo>
                  <a:pt x="241206" y="512180"/>
                </a:lnTo>
                <a:lnTo>
                  <a:pt x="241206" y="601955"/>
                </a:lnTo>
                <a:cubicBezTo>
                  <a:pt x="241206" y="618395"/>
                  <a:pt x="254585" y="631851"/>
                  <a:pt x="271075" y="631851"/>
                </a:cubicBezTo>
                <a:cubicBezTo>
                  <a:pt x="287616" y="631851"/>
                  <a:pt x="301044" y="618395"/>
                  <a:pt x="301044" y="601955"/>
                </a:cubicBezTo>
                <a:lnTo>
                  <a:pt x="301044" y="512180"/>
                </a:lnTo>
                <a:lnTo>
                  <a:pt x="510349" y="512180"/>
                </a:lnTo>
                <a:cubicBezTo>
                  <a:pt x="521719" y="512180"/>
                  <a:pt x="532236" y="505568"/>
                  <a:pt x="537180" y="495360"/>
                </a:cubicBezTo>
                <a:cubicBezTo>
                  <a:pt x="542149" y="484917"/>
                  <a:pt x="540845" y="472602"/>
                  <a:pt x="533666" y="463680"/>
                </a:cubicBezTo>
                <a:cubicBezTo>
                  <a:pt x="533666" y="463680"/>
                  <a:pt x="533666" y="463680"/>
                  <a:pt x="533666" y="46368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30">
            <a:extLst>
              <a:ext uri="{FF2B5EF4-FFF2-40B4-BE49-F238E27FC236}">
                <a16:creationId xmlns:a16="http://schemas.microsoft.com/office/drawing/2014/main" id="{FDFA3E8F-FEE3-C21C-6025-D0F7094C4977}"/>
              </a:ext>
            </a:extLst>
          </p:cNvPr>
          <p:cNvSpPr/>
          <p:nvPr/>
        </p:nvSpPr>
        <p:spPr>
          <a:xfrm>
            <a:off x="9182100" y="1651000"/>
            <a:ext cx="630241" cy="627784"/>
          </a:xfrm>
          <a:custGeom>
            <a:avLst/>
            <a:gdLst/>
            <a:ahLst/>
            <a:cxnLst/>
            <a:rect l="l" t="t" r="r" b="b"/>
            <a:pathLst>
              <a:path w="630241" h="627784">
                <a:moveTo>
                  <a:pt x="154175" y="0"/>
                </a:moveTo>
                <a:cubicBezTo>
                  <a:pt x="143584" y="0"/>
                  <a:pt x="137603" y="6656"/>
                  <a:pt x="137603" y="17206"/>
                </a:cubicBezTo>
                <a:lnTo>
                  <a:pt x="137603" y="75566"/>
                </a:lnTo>
                <a:cubicBezTo>
                  <a:pt x="135969" y="66672"/>
                  <a:pt x="129170" y="59581"/>
                  <a:pt x="119775" y="59581"/>
                </a:cubicBezTo>
                <a:cubicBezTo>
                  <a:pt x="112277" y="59581"/>
                  <a:pt x="104719" y="59204"/>
                  <a:pt x="97658" y="58971"/>
                </a:cubicBezTo>
                <a:cubicBezTo>
                  <a:pt x="67022" y="58042"/>
                  <a:pt x="37960" y="57198"/>
                  <a:pt x="18440" y="76177"/>
                </a:cubicBezTo>
                <a:cubicBezTo>
                  <a:pt x="5777" y="88412"/>
                  <a:pt x="0" y="106723"/>
                  <a:pt x="0" y="132067"/>
                </a:cubicBezTo>
                <a:cubicBezTo>
                  <a:pt x="0" y="201530"/>
                  <a:pt x="46568" y="334150"/>
                  <a:pt x="119775" y="334150"/>
                </a:cubicBezTo>
                <a:cubicBezTo>
                  <a:pt x="130367" y="334150"/>
                  <a:pt x="138828" y="325692"/>
                  <a:pt x="138828" y="315112"/>
                </a:cubicBezTo>
                <a:cubicBezTo>
                  <a:pt x="138828" y="304563"/>
                  <a:pt x="130367" y="296075"/>
                  <a:pt x="119775" y="296075"/>
                </a:cubicBezTo>
                <a:cubicBezTo>
                  <a:pt x="81902" y="296075"/>
                  <a:pt x="38077" y="196851"/>
                  <a:pt x="38077" y="132067"/>
                </a:cubicBezTo>
                <a:cubicBezTo>
                  <a:pt x="38077" y="122273"/>
                  <a:pt x="38952" y="109572"/>
                  <a:pt x="44846" y="103817"/>
                </a:cubicBezTo>
                <a:cubicBezTo>
                  <a:pt x="52812" y="96115"/>
                  <a:pt x="73995" y="96347"/>
                  <a:pt x="96432" y="97045"/>
                </a:cubicBezTo>
                <a:cubicBezTo>
                  <a:pt x="103844" y="97306"/>
                  <a:pt x="111868" y="97655"/>
                  <a:pt x="119775" y="97655"/>
                </a:cubicBezTo>
                <a:cubicBezTo>
                  <a:pt x="129170" y="97655"/>
                  <a:pt x="135969" y="90564"/>
                  <a:pt x="137603" y="81699"/>
                </a:cubicBezTo>
                <a:lnTo>
                  <a:pt x="137603" y="299767"/>
                </a:lnTo>
                <a:cubicBezTo>
                  <a:pt x="137603" y="395300"/>
                  <a:pt x="207192" y="478452"/>
                  <a:pt x="294842" y="498159"/>
                </a:cubicBezTo>
                <a:lnTo>
                  <a:pt x="294842" y="589711"/>
                </a:lnTo>
                <a:lnTo>
                  <a:pt x="195958" y="589711"/>
                </a:lnTo>
                <a:cubicBezTo>
                  <a:pt x="185425" y="589711"/>
                  <a:pt x="176905" y="598197"/>
                  <a:pt x="176905" y="608747"/>
                </a:cubicBezTo>
                <a:cubicBezTo>
                  <a:pt x="176905" y="619269"/>
                  <a:pt x="185425" y="627784"/>
                  <a:pt x="195958" y="627784"/>
                </a:cubicBezTo>
                <a:lnTo>
                  <a:pt x="473001" y="627784"/>
                </a:lnTo>
                <a:cubicBezTo>
                  <a:pt x="483593" y="627784"/>
                  <a:pt x="492026" y="619269"/>
                  <a:pt x="492026" y="608747"/>
                </a:cubicBezTo>
                <a:cubicBezTo>
                  <a:pt x="492026" y="598197"/>
                  <a:pt x="483535" y="589711"/>
                  <a:pt x="473001" y="589711"/>
                </a:cubicBezTo>
                <a:lnTo>
                  <a:pt x="332948" y="589711"/>
                </a:lnTo>
                <a:lnTo>
                  <a:pt x="332948" y="506151"/>
                </a:lnTo>
                <a:lnTo>
                  <a:pt x="340302" y="506151"/>
                </a:lnTo>
                <a:cubicBezTo>
                  <a:pt x="434924" y="506151"/>
                  <a:pt x="517294" y="425237"/>
                  <a:pt x="532583" y="329237"/>
                </a:cubicBezTo>
                <a:cubicBezTo>
                  <a:pt x="592630" y="305812"/>
                  <a:pt x="630241" y="194061"/>
                  <a:pt x="630241" y="132067"/>
                </a:cubicBezTo>
                <a:cubicBezTo>
                  <a:pt x="630241" y="106665"/>
                  <a:pt x="623792" y="88412"/>
                  <a:pt x="611188" y="76177"/>
                </a:cubicBezTo>
                <a:cubicBezTo>
                  <a:pt x="593098" y="58651"/>
                  <a:pt x="566809" y="58216"/>
                  <a:pt x="538710" y="58971"/>
                </a:cubicBezTo>
                <a:lnTo>
                  <a:pt x="538710" y="17206"/>
                </a:lnTo>
                <a:cubicBezTo>
                  <a:pt x="538710" y="6656"/>
                  <a:pt x="527740" y="0"/>
                  <a:pt x="517206" y="0"/>
                </a:cubicBezTo>
                <a:lnTo>
                  <a:pt x="154175" y="0"/>
                </a:lnTo>
                <a:close/>
                <a:moveTo>
                  <a:pt x="175679" y="38073"/>
                </a:moveTo>
                <a:cubicBezTo>
                  <a:pt x="175679" y="38073"/>
                  <a:pt x="500633" y="38073"/>
                  <a:pt x="500633" y="38073"/>
                </a:cubicBezTo>
                <a:lnTo>
                  <a:pt x="500633" y="63882"/>
                </a:lnTo>
                <a:cubicBezTo>
                  <a:pt x="495440" y="67313"/>
                  <a:pt x="491413" y="71963"/>
                  <a:pt x="491413" y="78618"/>
                </a:cubicBezTo>
                <a:cubicBezTo>
                  <a:pt x="491413" y="85303"/>
                  <a:pt x="495440" y="89953"/>
                  <a:pt x="500633" y="93383"/>
                </a:cubicBezTo>
                <a:lnTo>
                  <a:pt x="500633" y="299767"/>
                </a:lnTo>
                <a:cubicBezTo>
                  <a:pt x="500633" y="299970"/>
                  <a:pt x="500633" y="300173"/>
                  <a:pt x="500633" y="300377"/>
                </a:cubicBezTo>
                <a:cubicBezTo>
                  <a:pt x="495440" y="303807"/>
                  <a:pt x="491413" y="308428"/>
                  <a:pt x="491413" y="315112"/>
                </a:cubicBezTo>
                <a:cubicBezTo>
                  <a:pt x="491413" y="318920"/>
                  <a:pt x="493193" y="321972"/>
                  <a:pt x="495089" y="324936"/>
                </a:cubicBezTo>
                <a:cubicBezTo>
                  <a:pt x="481843" y="401462"/>
                  <a:pt x="414617" y="468076"/>
                  <a:pt x="340302" y="468076"/>
                </a:cubicBezTo>
                <a:lnTo>
                  <a:pt x="331081" y="468076"/>
                </a:lnTo>
                <a:cubicBezTo>
                  <a:pt x="248303" y="468076"/>
                  <a:pt x="175679" y="386639"/>
                  <a:pt x="175679" y="299767"/>
                </a:cubicBezTo>
                <a:lnTo>
                  <a:pt x="175679" y="38073"/>
                </a:lnTo>
                <a:close/>
                <a:moveTo>
                  <a:pt x="538710" y="97045"/>
                </a:moveTo>
                <a:cubicBezTo>
                  <a:pt x="558872" y="96493"/>
                  <a:pt x="577517" y="96783"/>
                  <a:pt x="584782" y="103817"/>
                </a:cubicBezTo>
                <a:cubicBezTo>
                  <a:pt x="590647" y="109572"/>
                  <a:pt x="592164" y="122273"/>
                  <a:pt x="592164" y="132067"/>
                </a:cubicBezTo>
                <a:cubicBezTo>
                  <a:pt x="592164" y="181069"/>
                  <a:pt x="567304" y="249516"/>
                  <a:pt x="538710" y="280120"/>
                </a:cubicBezTo>
                <a:lnTo>
                  <a:pt x="538710" y="97045"/>
                </a:lnTo>
                <a:close/>
                <a:moveTo>
                  <a:pt x="225428" y="216237"/>
                </a:moveTo>
                <a:cubicBezTo>
                  <a:pt x="220205" y="216237"/>
                  <a:pt x="216237" y="220102"/>
                  <a:pt x="216237" y="225450"/>
                </a:cubicBezTo>
                <a:lnTo>
                  <a:pt x="216237" y="280120"/>
                </a:lnTo>
                <a:cubicBezTo>
                  <a:pt x="216237" y="355802"/>
                  <a:pt x="245678" y="397626"/>
                  <a:pt x="308964" y="409106"/>
                </a:cubicBezTo>
                <a:cubicBezTo>
                  <a:pt x="309576" y="409193"/>
                  <a:pt x="309023" y="409716"/>
                  <a:pt x="309606" y="409716"/>
                </a:cubicBezTo>
                <a:cubicBezTo>
                  <a:pt x="314187" y="409716"/>
                  <a:pt x="318621" y="406345"/>
                  <a:pt x="319410" y="401724"/>
                </a:cubicBezTo>
                <a:cubicBezTo>
                  <a:pt x="320344" y="396521"/>
                  <a:pt x="317222" y="391639"/>
                  <a:pt x="312057" y="390679"/>
                </a:cubicBezTo>
                <a:cubicBezTo>
                  <a:pt x="257874" y="380884"/>
                  <a:pt x="235261" y="346822"/>
                  <a:pt x="235261" y="280120"/>
                </a:cubicBezTo>
                <a:lnTo>
                  <a:pt x="235261" y="225450"/>
                </a:lnTo>
                <a:cubicBezTo>
                  <a:pt x="235261" y="220102"/>
                  <a:pt x="230709" y="216237"/>
                  <a:pt x="225428" y="216237"/>
                </a:cubicBezTo>
                <a:close/>
                <a:moveTo>
                  <a:pt x="323728" y="412797"/>
                </a:moveTo>
                <a:cubicBezTo>
                  <a:pt x="318446" y="412797"/>
                  <a:pt x="314508" y="416721"/>
                  <a:pt x="314508" y="422011"/>
                </a:cubicBezTo>
                <a:cubicBezTo>
                  <a:pt x="314508" y="427271"/>
                  <a:pt x="318446" y="431834"/>
                  <a:pt x="323728" y="431834"/>
                </a:cubicBezTo>
                <a:lnTo>
                  <a:pt x="333560" y="431834"/>
                </a:lnTo>
                <a:cubicBezTo>
                  <a:pt x="338842" y="431834"/>
                  <a:pt x="342751" y="427271"/>
                  <a:pt x="342751" y="422011"/>
                </a:cubicBezTo>
                <a:cubicBezTo>
                  <a:pt x="342751" y="416721"/>
                  <a:pt x="338842" y="412797"/>
                  <a:pt x="333560" y="412797"/>
                </a:cubicBezTo>
                <a:lnTo>
                  <a:pt x="323728" y="412797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59AFF46-CC10-4EA7-C5E3-979BE4E20DAE}"/>
              </a:ext>
            </a:extLst>
          </p:cNvPr>
          <p:cNvSpPr/>
          <p:nvPr/>
        </p:nvSpPr>
        <p:spPr>
          <a:xfrm>
            <a:off x="9182100" y="5295900"/>
            <a:ext cx="627784" cy="627784"/>
          </a:xfrm>
          <a:custGeom>
            <a:avLst/>
            <a:gdLst/>
            <a:ahLst/>
            <a:cxnLst/>
            <a:rect l="l" t="t" r="r" b="b"/>
            <a:pathLst>
              <a:path w="627784" h="627784">
                <a:moveTo>
                  <a:pt x="313892" y="448429"/>
                </a:moveTo>
                <a:cubicBezTo>
                  <a:pt x="239663" y="448429"/>
                  <a:pt x="179354" y="388093"/>
                  <a:pt x="179354" y="313892"/>
                </a:cubicBezTo>
                <a:cubicBezTo>
                  <a:pt x="179354" y="239720"/>
                  <a:pt x="239663" y="179384"/>
                  <a:pt x="313892" y="179384"/>
                </a:cubicBezTo>
                <a:cubicBezTo>
                  <a:pt x="388035" y="179384"/>
                  <a:pt x="448400" y="239720"/>
                  <a:pt x="448400" y="313892"/>
                </a:cubicBezTo>
                <a:cubicBezTo>
                  <a:pt x="448400" y="388093"/>
                  <a:pt x="388035" y="448429"/>
                  <a:pt x="313892" y="448429"/>
                </a:cubicBezTo>
                <a:cubicBezTo>
                  <a:pt x="313892" y="448429"/>
                  <a:pt x="313892" y="448429"/>
                  <a:pt x="313892" y="448429"/>
                </a:cubicBezTo>
                <a:close/>
                <a:moveTo>
                  <a:pt x="313892" y="125586"/>
                </a:moveTo>
                <a:cubicBezTo>
                  <a:pt x="210017" y="125586"/>
                  <a:pt x="125586" y="210047"/>
                  <a:pt x="125586" y="313892"/>
                </a:cubicBezTo>
                <a:cubicBezTo>
                  <a:pt x="125586" y="417766"/>
                  <a:pt x="210017" y="502199"/>
                  <a:pt x="313892" y="502199"/>
                </a:cubicBezTo>
                <a:cubicBezTo>
                  <a:pt x="417739" y="502199"/>
                  <a:pt x="502169" y="417766"/>
                  <a:pt x="502169" y="313892"/>
                </a:cubicBezTo>
                <a:cubicBezTo>
                  <a:pt x="502169" y="210047"/>
                  <a:pt x="417739" y="125586"/>
                  <a:pt x="313892" y="125586"/>
                </a:cubicBezTo>
                <a:cubicBezTo>
                  <a:pt x="313892" y="125586"/>
                  <a:pt x="313892" y="125586"/>
                  <a:pt x="313892" y="125586"/>
                </a:cubicBezTo>
                <a:close/>
                <a:moveTo>
                  <a:pt x="313892" y="520131"/>
                </a:moveTo>
                <a:cubicBezTo>
                  <a:pt x="298953" y="520131"/>
                  <a:pt x="287007" y="532251"/>
                  <a:pt x="287007" y="547014"/>
                </a:cubicBezTo>
                <a:lnTo>
                  <a:pt x="287007" y="600899"/>
                </a:lnTo>
                <a:cubicBezTo>
                  <a:pt x="287007" y="615693"/>
                  <a:pt x="298953" y="627784"/>
                  <a:pt x="313892" y="627784"/>
                </a:cubicBezTo>
                <a:cubicBezTo>
                  <a:pt x="328773" y="627784"/>
                  <a:pt x="340777" y="615693"/>
                  <a:pt x="340777" y="600899"/>
                </a:cubicBezTo>
                <a:lnTo>
                  <a:pt x="340777" y="547014"/>
                </a:lnTo>
                <a:cubicBezTo>
                  <a:pt x="340777" y="532251"/>
                  <a:pt x="328773" y="520131"/>
                  <a:pt x="313892" y="520131"/>
                </a:cubicBezTo>
                <a:cubicBezTo>
                  <a:pt x="313892" y="520131"/>
                  <a:pt x="313892" y="520131"/>
                  <a:pt x="313892" y="520131"/>
                </a:cubicBezTo>
                <a:close/>
                <a:moveTo>
                  <a:pt x="512225" y="474268"/>
                </a:moveTo>
                <a:cubicBezTo>
                  <a:pt x="507430" y="469355"/>
                  <a:pt x="500658" y="466362"/>
                  <a:pt x="493246" y="466362"/>
                </a:cubicBezTo>
                <a:cubicBezTo>
                  <a:pt x="478366" y="466362"/>
                  <a:pt x="466362" y="478395"/>
                  <a:pt x="466362" y="493246"/>
                </a:cubicBezTo>
                <a:cubicBezTo>
                  <a:pt x="466362" y="500687"/>
                  <a:pt x="469327" y="507459"/>
                  <a:pt x="474268" y="512284"/>
                </a:cubicBezTo>
                <a:lnTo>
                  <a:pt x="510017" y="548178"/>
                </a:lnTo>
                <a:cubicBezTo>
                  <a:pt x="514957" y="553002"/>
                  <a:pt x="521729" y="556054"/>
                  <a:pt x="529170" y="556054"/>
                </a:cubicBezTo>
                <a:cubicBezTo>
                  <a:pt x="543935" y="556054"/>
                  <a:pt x="556025" y="543963"/>
                  <a:pt x="556025" y="529170"/>
                </a:cubicBezTo>
                <a:cubicBezTo>
                  <a:pt x="556025" y="521729"/>
                  <a:pt x="553002" y="514986"/>
                  <a:pt x="548178" y="510103"/>
                </a:cubicBezTo>
                <a:cubicBezTo>
                  <a:pt x="548178" y="510103"/>
                  <a:pt x="512225" y="474268"/>
                  <a:pt x="512225" y="474268"/>
                </a:cubicBezTo>
                <a:close/>
                <a:moveTo>
                  <a:pt x="600842" y="287007"/>
                </a:moveTo>
                <a:lnTo>
                  <a:pt x="547014" y="287007"/>
                </a:lnTo>
                <a:cubicBezTo>
                  <a:pt x="532192" y="287007"/>
                  <a:pt x="520131" y="299011"/>
                  <a:pt x="520131" y="313892"/>
                </a:cubicBezTo>
                <a:cubicBezTo>
                  <a:pt x="520131" y="328773"/>
                  <a:pt x="532192" y="340777"/>
                  <a:pt x="547014" y="340777"/>
                </a:cubicBezTo>
                <a:lnTo>
                  <a:pt x="600842" y="340777"/>
                </a:lnTo>
                <a:cubicBezTo>
                  <a:pt x="615635" y="340777"/>
                  <a:pt x="627784" y="328773"/>
                  <a:pt x="627784" y="313892"/>
                </a:cubicBezTo>
                <a:cubicBezTo>
                  <a:pt x="627784" y="299011"/>
                  <a:pt x="615635" y="287007"/>
                  <a:pt x="600842" y="287007"/>
                </a:cubicBezTo>
                <a:cubicBezTo>
                  <a:pt x="600842" y="287007"/>
                  <a:pt x="600842" y="287007"/>
                  <a:pt x="600842" y="287007"/>
                </a:cubicBezTo>
                <a:close/>
                <a:moveTo>
                  <a:pt x="115500" y="153546"/>
                </a:moveTo>
                <a:cubicBezTo>
                  <a:pt x="120296" y="158399"/>
                  <a:pt x="127069" y="161422"/>
                  <a:pt x="134537" y="161422"/>
                </a:cubicBezTo>
                <a:cubicBezTo>
                  <a:pt x="149418" y="161422"/>
                  <a:pt x="161393" y="149389"/>
                  <a:pt x="161393" y="134537"/>
                </a:cubicBezTo>
                <a:cubicBezTo>
                  <a:pt x="161393" y="127069"/>
                  <a:pt x="158370" y="120354"/>
                  <a:pt x="153516" y="115500"/>
                </a:cubicBezTo>
                <a:lnTo>
                  <a:pt x="117681" y="79635"/>
                </a:lnTo>
                <a:cubicBezTo>
                  <a:pt x="112798" y="74811"/>
                  <a:pt x="106055" y="71730"/>
                  <a:pt x="98614" y="71730"/>
                </a:cubicBezTo>
                <a:cubicBezTo>
                  <a:pt x="83792" y="71730"/>
                  <a:pt x="71702" y="83821"/>
                  <a:pt x="71702" y="98585"/>
                </a:cubicBezTo>
                <a:cubicBezTo>
                  <a:pt x="71702" y="106055"/>
                  <a:pt x="74752" y="112827"/>
                  <a:pt x="79606" y="117652"/>
                </a:cubicBezTo>
                <a:cubicBezTo>
                  <a:pt x="79606" y="117652"/>
                  <a:pt x="115500" y="153546"/>
                  <a:pt x="115500" y="153546"/>
                </a:cubicBezTo>
                <a:close/>
                <a:moveTo>
                  <a:pt x="493246" y="161422"/>
                </a:moveTo>
                <a:cubicBezTo>
                  <a:pt x="500658" y="161422"/>
                  <a:pt x="507430" y="158399"/>
                  <a:pt x="512225" y="153546"/>
                </a:cubicBezTo>
                <a:lnTo>
                  <a:pt x="548178" y="117710"/>
                </a:lnTo>
                <a:cubicBezTo>
                  <a:pt x="553002" y="112798"/>
                  <a:pt x="556025" y="106055"/>
                  <a:pt x="556025" y="98585"/>
                </a:cubicBezTo>
                <a:cubicBezTo>
                  <a:pt x="556025" y="83821"/>
                  <a:pt x="543935" y="71730"/>
                  <a:pt x="529170" y="71730"/>
                </a:cubicBezTo>
                <a:cubicBezTo>
                  <a:pt x="521729" y="71730"/>
                  <a:pt x="514957" y="74781"/>
                  <a:pt x="510017" y="79606"/>
                </a:cubicBezTo>
                <a:lnTo>
                  <a:pt x="474268" y="115500"/>
                </a:lnTo>
                <a:cubicBezTo>
                  <a:pt x="469327" y="120354"/>
                  <a:pt x="466362" y="127069"/>
                  <a:pt x="466362" y="134537"/>
                </a:cubicBezTo>
                <a:cubicBezTo>
                  <a:pt x="466362" y="149389"/>
                  <a:pt x="478366" y="161422"/>
                  <a:pt x="493246" y="161422"/>
                </a:cubicBezTo>
                <a:cubicBezTo>
                  <a:pt x="493246" y="161422"/>
                  <a:pt x="493246" y="161422"/>
                  <a:pt x="493246" y="161422"/>
                </a:cubicBezTo>
                <a:close/>
                <a:moveTo>
                  <a:pt x="313892" y="107653"/>
                </a:moveTo>
                <a:cubicBezTo>
                  <a:pt x="328773" y="107653"/>
                  <a:pt x="340777" y="95592"/>
                  <a:pt x="340777" y="80769"/>
                </a:cubicBezTo>
                <a:lnTo>
                  <a:pt x="340777" y="26885"/>
                </a:lnTo>
                <a:cubicBezTo>
                  <a:pt x="340777" y="12090"/>
                  <a:pt x="328773" y="0"/>
                  <a:pt x="313892" y="0"/>
                </a:cubicBezTo>
                <a:cubicBezTo>
                  <a:pt x="298953" y="0"/>
                  <a:pt x="287007" y="12090"/>
                  <a:pt x="287007" y="26885"/>
                </a:cubicBezTo>
                <a:lnTo>
                  <a:pt x="287007" y="80769"/>
                </a:lnTo>
                <a:cubicBezTo>
                  <a:pt x="287007" y="95592"/>
                  <a:pt x="298953" y="107653"/>
                  <a:pt x="313892" y="107653"/>
                </a:cubicBezTo>
                <a:cubicBezTo>
                  <a:pt x="313892" y="107653"/>
                  <a:pt x="313892" y="107653"/>
                  <a:pt x="313892" y="107653"/>
                </a:cubicBezTo>
                <a:close/>
                <a:moveTo>
                  <a:pt x="134537" y="466362"/>
                </a:moveTo>
                <a:cubicBezTo>
                  <a:pt x="127069" y="466362"/>
                  <a:pt x="120296" y="469355"/>
                  <a:pt x="115500" y="474268"/>
                </a:cubicBezTo>
                <a:lnTo>
                  <a:pt x="79606" y="510103"/>
                </a:lnTo>
                <a:cubicBezTo>
                  <a:pt x="74752" y="514986"/>
                  <a:pt x="71702" y="521729"/>
                  <a:pt x="71702" y="529170"/>
                </a:cubicBezTo>
                <a:cubicBezTo>
                  <a:pt x="71702" y="543992"/>
                  <a:pt x="83792" y="556054"/>
                  <a:pt x="98614" y="556054"/>
                </a:cubicBezTo>
                <a:cubicBezTo>
                  <a:pt x="106055" y="556054"/>
                  <a:pt x="112798" y="553002"/>
                  <a:pt x="117593" y="548178"/>
                </a:cubicBezTo>
                <a:lnTo>
                  <a:pt x="153516" y="512284"/>
                </a:lnTo>
                <a:cubicBezTo>
                  <a:pt x="158370" y="507459"/>
                  <a:pt x="161393" y="500687"/>
                  <a:pt x="161393" y="493246"/>
                </a:cubicBezTo>
                <a:cubicBezTo>
                  <a:pt x="161393" y="478395"/>
                  <a:pt x="149418" y="466362"/>
                  <a:pt x="134537" y="466362"/>
                </a:cubicBezTo>
                <a:cubicBezTo>
                  <a:pt x="134537" y="466362"/>
                  <a:pt x="134537" y="466362"/>
                  <a:pt x="134537" y="466362"/>
                </a:cubicBezTo>
                <a:close/>
                <a:moveTo>
                  <a:pt x="107596" y="313921"/>
                </a:moveTo>
                <a:cubicBezTo>
                  <a:pt x="107596" y="299011"/>
                  <a:pt x="95533" y="287037"/>
                  <a:pt x="80740" y="287037"/>
                </a:cubicBezTo>
                <a:lnTo>
                  <a:pt x="26855" y="287037"/>
                </a:lnTo>
                <a:cubicBezTo>
                  <a:pt x="12090" y="287037"/>
                  <a:pt x="0" y="299011"/>
                  <a:pt x="0" y="313921"/>
                </a:cubicBezTo>
                <a:cubicBezTo>
                  <a:pt x="0" y="328773"/>
                  <a:pt x="12090" y="340806"/>
                  <a:pt x="26855" y="340806"/>
                </a:cubicBezTo>
                <a:lnTo>
                  <a:pt x="80740" y="340806"/>
                </a:lnTo>
                <a:cubicBezTo>
                  <a:pt x="95533" y="340806"/>
                  <a:pt x="107596" y="328773"/>
                  <a:pt x="107596" y="313921"/>
                </a:cubicBezTo>
                <a:cubicBezTo>
                  <a:pt x="107596" y="313921"/>
                  <a:pt x="107596" y="313921"/>
                  <a:pt x="107596" y="313921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FA3B6DC7-A2E3-52AE-0C9E-CE07FD529609}"/>
              </a:ext>
            </a:extLst>
          </p:cNvPr>
          <p:cNvSpPr/>
          <p:nvPr/>
        </p:nvSpPr>
        <p:spPr>
          <a:xfrm>
            <a:off x="2336800" y="5280603"/>
            <a:ext cx="431869" cy="630381"/>
          </a:xfrm>
          <a:custGeom>
            <a:avLst/>
            <a:gdLst/>
            <a:ahLst/>
            <a:cxnLst/>
            <a:rect l="l" t="t" r="r" b="b"/>
            <a:pathLst>
              <a:path w="431869" h="630381">
                <a:moveTo>
                  <a:pt x="159851" y="3443"/>
                </a:moveTo>
                <a:cubicBezTo>
                  <a:pt x="146876" y="0"/>
                  <a:pt x="134019" y="7296"/>
                  <a:pt x="130580" y="20225"/>
                </a:cubicBezTo>
                <a:lnTo>
                  <a:pt x="122462" y="51656"/>
                </a:lnTo>
                <a:cubicBezTo>
                  <a:pt x="119103" y="64584"/>
                  <a:pt x="126322" y="77542"/>
                  <a:pt x="139258" y="80928"/>
                </a:cubicBezTo>
                <a:cubicBezTo>
                  <a:pt x="141317" y="81628"/>
                  <a:pt x="143676" y="82008"/>
                  <a:pt x="145755" y="82008"/>
                </a:cubicBezTo>
                <a:cubicBezTo>
                  <a:pt x="155952" y="82008"/>
                  <a:pt x="165769" y="75033"/>
                  <a:pt x="168529" y="64117"/>
                </a:cubicBezTo>
                <a:lnTo>
                  <a:pt x="176646" y="32686"/>
                </a:lnTo>
                <a:cubicBezTo>
                  <a:pt x="180045" y="19757"/>
                  <a:pt x="172747" y="6829"/>
                  <a:pt x="159851" y="3443"/>
                </a:cubicBezTo>
                <a:close/>
                <a:moveTo>
                  <a:pt x="333238" y="3443"/>
                </a:moveTo>
                <a:cubicBezTo>
                  <a:pt x="320302" y="0"/>
                  <a:pt x="307406" y="7296"/>
                  <a:pt x="303987" y="20225"/>
                </a:cubicBezTo>
                <a:lnTo>
                  <a:pt x="295849" y="51656"/>
                </a:lnTo>
                <a:cubicBezTo>
                  <a:pt x="292430" y="64584"/>
                  <a:pt x="299688" y="77542"/>
                  <a:pt x="312664" y="80928"/>
                </a:cubicBezTo>
                <a:cubicBezTo>
                  <a:pt x="314664" y="81628"/>
                  <a:pt x="317102" y="82008"/>
                  <a:pt x="319162" y="82008"/>
                </a:cubicBezTo>
                <a:cubicBezTo>
                  <a:pt x="329339" y="82008"/>
                  <a:pt x="339216" y="75033"/>
                  <a:pt x="341916" y="64117"/>
                </a:cubicBezTo>
                <a:lnTo>
                  <a:pt x="350053" y="32686"/>
                </a:lnTo>
                <a:cubicBezTo>
                  <a:pt x="353432" y="19757"/>
                  <a:pt x="346194" y="6829"/>
                  <a:pt x="333238" y="3443"/>
                </a:cubicBezTo>
                <a:close/>
                <a:moveTo>
                  <a:pt x="246545" y="55449"/>
                </a:moveTo>
                <a:cubicBezTo>
                  <a:pt x="233609" y="52065"/>
                  <a:pt x="220712" y="59332"/>
                  <a:pt x="217293" y="72260"/>
                </a:cubicBezTo>
                <a:lnTo>
                  <a:pt x="209156" y="103662"/>
                </a:lnTo>
                <a:cubicBezTo>
                  <a:pt x="205737" y="116591"/>
                  <a:pt x="213035" y="129520"/>
                  <a:pt x="225951" y="132935"/>
                </a:cubicBezTo>
                <a:cubicBezTo>
                  <a:pt x="227990" y="133634"/>
                  <a:pt x="230430" y="134014"/>
                  <a:pt x="232468" y="134014"/>
                </a:cubicBezTo>
                <a:cubicBezTo>
                  <a:pt x="243365" y="134014"/>
                  <a:pt x="252523" y="127039"/>
                  <a:pt x="255222" y="116153"/>
                </a:cubicBezTo>
                <a:lnTo>
                  <a:pt x="263340" y="84722"/>
                </a:lnTo>
                <a:cubicBezTo>
                  <a:pt x="266779" y="71764"/>
                  <a:pt x="259500" y="58864"/>
                  <a:pt x="246545" y="55449"/>
                </a:cubicBezTo>
                <a:close/>
                <a:moveTo>
                  <a:pt x="73157" y="90120"/>
                </a:moveTo>
                <a:cubicBezTo>
                  <a:pt x="60241" y="86736"/>
                  <a:pt x="47245" y="94003"/>
                  <a:pt x="43886" y="106931"/>
                </a:cubicBezTo>
                <a:lnTo>
                  <a:pt x="35770" y="138363"/>
                </a:lnTo>
                <a:cubicBezTo>
                  <a:pt x="32351" y="151291"/>
                  <a:pt x="39607" y="164191"/>
                  <a:pt x="52564" y="167606"/>
                </a:cubicBezTo>
                <a:cubicBezTo>
                  <a:pt x="54563" y="168276"/>
                  <a:pt x="57023" y="168714"/>
                  <a:pt x="59061" y="168714"/>
                </a:cubicBezTo>
                <a:cubicBezTo>
                  <a:pt x="69338" y="168714"/>
                  <a:pt x="79136" y="161710"/>
                  <a:pt x="81815" y="150824"/>
                </a:cubicBezTo>
                <a:lnTo>
                  <a:pt x="89953" y="119393"/>
                </a:lnTo>
                <a:cubicBezTo>
                  <a:pt x="93372" y="106464"/>
                  <a:pt x="86114" y="93506"/>
                  <a:pt x="73157" y="90120"/>
                </a:cubicBezTo>
                <a:close/>
                <a:moveTo>
                  <a:pt x="402617" y="90120"/>
                </a:moveTo>
                <a:cubicBezTo>
                  <a:pt x="389661" y="86736"/>
                  <a:pt x="376765" y="94003"/>
                  <a:pt x="373346" y="106931"/>
                </a:cubicBezTo>
                <a:lnTo>
                  <a:pt x="365209" y="138363"/>
                </a:lnTo>
                <a:cubicBezTo>
                  <a:pt x="361850" y="151291"/>
                  <a:pt x="369087" y="164191"/>
                  <a:pt x="382024" y="167606"/>
                </a:cubicBezTo>
                <a:cubicBezTo>
                  <a:pt x="384082" y="168276"/>
                  <a:pt x="386462" y="168714"/>
                  <a:pt x="388521" y="168714"/>
                </a:cubicBezTo>
                <a:cubicBezTo>
                  <a:pt x="398738" y="168714"/>
                  <a:pt x="407895" y="161710"/>
                  <a:pt x="411274" y="150824"/>
                </a:cubicBezTo>
                <a:lnTo>
                  <a:pt x="419412" y="119393"/>
                </a:lnTo>
                <a:cubicBezTo>
                  <a:pt x="422791" y="106464"/>
                  <a:pt x="415553" y="93506"/>
                  <a:pt x="402617" y="90120"/>
                </a:cubicBezTo>
                <a:close/>
                <a:moveTo>
                  <a:pt x="216214" y="176303"/>
                </a:moveTo>
                <a:cubicBezTo>
                  <a:pt x="167209" y="176303"/>
                  <a:pt x="118904" y="191711"/>
                  <a:pt x="80735" y="219641"/>
                </a:cubicBezTo>
                <a:cubicBezTo>
                  <a:pt x="29671" y="256413"/>
                  <a:pt x="0" y="312126"/>
                  <a:pt x="0" y="371371"/>
                </a:cubicBezTo>
                <a:cubicBezTo>
                  <a:pt x="0" y="384270"/>
                  <a:pt x="10897" y="395214"/>
                  <a:pt x="23833" y="395214"/>
                </a:cubicBezTo>
                <a:cubicBezTo>
                  <a:pt x="34050" y="395214"/>
                  <a:pt x="43207" y="390107"/>
                  <a:pt x="46605" y="380563"/>
                </a:cubicBezTo>
                <a:cubicBezTo>
                  <a:pt x="47266" y="378521"/>
                  <a:pt x="55523" y="359988"/>
                  <a:pt x="83454" y="359988"/>
                </a:cubicBezTo>
                <a:cubicBezTo>
                  <a:pt x="108627" y="359988"/>
                  <a:pt x="118284" y="374697"/>
                  <a:pt x="120303" y="379483"/>
                </a:cubicBezTo>
                <a:cubicBezTo>
                  <a:pt x="120983" y="381527"/>
                  <a:pt x="121623" y="383598"/>
                  <a:pt x="123002" y="384911"/>
                </a:cubicBezTo>
                <a:cubicBezTo>
                  <a:pt x="127820" y="391740"/>
                  <a:pt x="134879" y="395739"/>
                  <a:pt x="143057" y="395739"/>
                </a:cubicBezTo>
                <a:cubicBezTo>
                  <a:pt x="152613" y="395739"/>
                  <a:pt x="161351" y="389961"/>
                  <a:pt x="164729" y="381118"/>
                </a:cubicBezTo>
                <a:cubicBezTo>
                  <a:pt x="168209" y="376331"/>
                  <a:pt x="182145" y="359988"/>
                  <a:pt x="216214" y="359988"/>
                </a:cubicBezTo>
                <a:cubicBezTo>
                  <a:pt x="251604" y="359988"/>
                  <a:pt x="264939" y="377557"/>
                  <a:pt x="267678" y="381672"/>
                </a:cubicBezTo>
                <a:lnTo>
                  <a:pt x="269857" y="385991"/>
                </a:lnTo>
                <a:cubicBezTo>
                  <a:pt x="274616" y="392120"/>
                  <a:pt x="281894" y="395739"/>
                  <a:pt x="289352" y="395739"/>
                </a:cubicBezTo>
                <a:cubicBezTo>
                  <a:pt x="300269" y="395739"/>
                  <a:pt x="309965" y="388473"/>
                  <a:pt x="312664" y="378958"/>
                </a:cubicBezTo>
                <a:cubicBezTo>
                  <a:pt x="315403" y="373501"/>
                  <a:pt x="325140" y="359988"/>
                  <a:pt x="348953" y="359988"/>
                </a:cubicBezTo>
                <a:cubicBezTo>
                  <a:pt x="376185" y="359988"/>
                  <a:pt x="385102" y="379221"/>
                  <a:pt x="385802" y="380563"/>
                </a:cubicBezTo>
                <a:cubicBezTo>
                  <a:pt x="389161" y="390107"/>
                  <a:pt x="397759" y="395739"/>
                  <a:pt x="408036" y="395739"/>
                </a:cubicBezTo>
                <a:cubicBezTo>
                  <a:pt x="420952" y="395739"/>
                  <a:pt x="431869" y="384941"/>
                  <a:pt x="431869" y="371371"/>
                </a:cubicBezTo>
                <a:cubicBezTo>
                  <a:pt x="431869" y="312126"/>
                  <a:pt x="402737" y="257055"/>
                  <a:pt x="351672" y="219641"/>
                </a:cubicBezTo>
                <a:cubicBezTo>
                  <a:pt x="313544" y="191711"/>
                  <a:pt x="265219" y="176303"/>
                  <a:pt x="216214" y="176303"/>
                </a:cubicBezTo>
                <a:close/>
                <a:moveTo>
                  <a:pt x="216214" y="224514"/>
                </a:moveTo>
                <a:cubicBezTo>
                  <a:pt x="255702" y="224514"/>
                  <a:pt x="293530" y="236860"/>
                  <a:pt x="323501" y="258661"/>
                </a:cubicBezTo>
                <a:cubicBezTo>
                  <a:pt x="344614" y="274303"/>
                  <a:pt x="360930" y="293244"/>
                  <a:pt x="371187" y="315016"/>
                </a:cubicBezTo>
                <a:cubicBezTo>
                  <a:pt x="364368" y="312972"/>
                  <a:pt x="357151" y="312300"/>
                  <a:pt x="348953" y="312300"/>
                </a:cubicBezTo>
                <a:cubicBezTo>
                  <a:pt x="319663" y="312300"/>
                  <a:pt x="300648" y="322953"/>
                  <a:pt x="287732" y="334510"/>
                </a:cubicBezTo>
                <a:cubicBezTo>
                  <a:pt x="272736" y="322953"/>
                  <a:pt x="250243" y="312300"/>
                  <a:pt x="216214" y="312300"/>
                </a:cubicBezTo>
                <a:cubicBezTo>
                  <a:pt x="182145" y="312300"/>
                  <a:pt x="159631" y="322953"/>
                  <a:pt x="144676" y="334510"/>
                </a:cubicBezTo>
                <a:cubicBezTo>
                  <a:pt x="131719" y="322953"/>
                  <a:pt x="112046" y="312300"/>
                  <a:pt x="83454" y="312300"/>
                </a:cubicBezTo>
                <a:cubicBezTo>
                  <a:pt x="75297" y="312300"/>
                  <a:pt x="67520" y="313673"/>
                  <a:pt x="60682" y="315016"/>
                </a:cubicBezTo>
                <a:cubicBezTo>
                  <a:pt x="70879" y="293244"/>
                  <a:pt x="87273" y="274303"/>
                  <a:pt x="108367" y="258661"/>
                </a:cubicBezTo>
                <a:cubicBezTo>
                  <a:pt x="138337" y="236860"/>
                  <a:pt x="176707" y="224514"/>
                  <a:pt x="216214" y="224514"/>
                </a:cubicBezTo>
                <a:close/>
                <a:moveTo>
                  <a:pt x="214574" y="401722"/>
                </a:moveTo>
                <a:cubicBezTo>
                  <a:pt x="201638" y="401722"/>
                  <a:pt x="190741" y="412578"/>
                  <a:pt x="190741" y="425565"/>
                </a:cubicBezTo>
                <a:lnTo>
                  <a:pt x="190741" y="556690"/>
                </a:lnTo>
                <a:cubicBezTo>
                  <a:pt x="190741" y="597549"/>
                  <a:pt x="223572" y="630381"/>
                  <a:pt x="264439" y="630381"/>
                </a:cubicBezTo>
                <a:cubicBezTo>
                  <a:pt x="305266" y="630381"/>
                  <a:pt x="338117" y="596994"/>
                  <a:pt x="338117" y="556137"/>
                </a:cubicBezTo>
                <a:cubicBezTo>
                  <a:pt x="338117" y="543207"/>
                  <a:pt x="327221" y="532292"/>
                  <a:pt x="314284" y="532292"/>
                </a:cubicBezTo>
                <a:cubicBezTo>
                  <a:pt x="301328" y="532292"/>
                  <a:pt x="290431" y="543207"/>
                  <a:pt x="290431" y="556137"/>
                </a:cubicBezTo>
                <a:cubicBezTo>
                  <a:pt x="290431" y="570437"/>
                  <a:pt x="278714" y="582169"/>
                  <a:pt x="264439" y="582169"/>
                </a:cubicBezTo>
                <a:cubicBezTo>
                  <a:pt x="250124" y="582140"/>
                  <a:pt x="238427" y="570437"/>
                  <a:pt x="238427" y="556137"/>
                </a:cubicBezTo>
                <a:lnTo>
                  <a:pt x="238427" y="425565"/>
                </a:lnTo>
                <a:cubicBezTo>
                  <a:pt x="238427" y="412578"/>
                  <a:pt x="227510" y="401722"/>
                  <a:pt x="214574" y="40172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EAB323E1-1B5B-9C75-5A6A-894C871D7780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5FE067AE-055C-0FF7-F903-7214B5604250}"/>
              </a:ext>
            </a:extLst>
          </p:cNvPr>
          <p:cNvSpPr/>
          <p:nvPr/>
        </p:nvSpPr>
        <p:spPr>
          <a:xfrm>
            <a:off x="1435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2180B7F8-3DFA-2C97-92AE-185B8A9622B8}"/>
              </a:ext>
            </a:extLst>
          </p:cNvPr>
          <p:cNvSpPr/>
          <p:nvPr/>
        </p:nvSpPr>
        <p:spPr>
          <a:xfrm>
            <a:off x="8039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37CEF1AC-AA83-80DF-A536-631B770D1FFB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96820394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FBF16A7B-58F2-97AB-32FE-C0AED742F73C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E4257F3E-DD8A-C668-498A-58512791D1B2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0ED34B00-B0D1-3914-51F3-0D1813072B61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AD5E7D8-3065-BE2B-0589-6B7023273604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0F70A29F-AC20-9DFF-BDB3-3AEF1F4AFEAE}"/>
              </a:ext>
            </a:extLst>
          </p:cNvPr>
          <p:cNvSpPr/>
          <p:nvPr/>
        </p:nvSpPr>
        <p:spPr>
          <a:xfrm>
            <a:off x="5575300" y="19685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C0E1B826-D779-CC29-79E4-F8FA59168F72}"/>
              </a:ext>
            </a:extLst>
          </p:cNvPr>
          <p:cNvSpPr/>
          <p:nvPr/>
        </p:nvSpPr>
        <p:spPr>
          <a:xfrm>
            <a:off x="5638800" y="20574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67ACC2A3-6E12-3E81-1853-D9CBBB92D8FE}"/>
              </a:ext>
            </a:extLst>
          </p:cNvPr>
          <p:cNvSpPr/>
          <p:nvPr/>
        </p:nvSpPr>
        <p:spPr>
          <a:xfrm>
            <a:off x="5575300" y="41783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916DB8AA-EE32-AE66-FBF7-F3FA103B4930}"/>
              </a:ext>
            </a:extLst>
          </p:cNvPr>
          <p:cNvSpPr/>
          <p:nvPr/>
        </p:nvSpPr>
        <p:spPr>
          <a:xfrm>
            <a:off x="5664200" y="42672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287DCE6D-D1AF-1CA7-0BDC-91BCF6839734}"/>
              </a:ext>
            </a:extLst>
          </p:cNvPr>
          <p:cNvSpPr/>
          <p:nvPr/>
        </p:nvSpPr>
        <p:spPr>
          <a:xfrm>
            <a:off x="5575300" y="3073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9B45316D-66A0-3175-D3E4-1C0BC2434989}"/>
              </a:ext>
            </a:extLst>
          </p:cNvPr>
          <p:cNvSpPr/>
          <p:nvPr/>
        </p:nvSpPr>
        <p:spPr>
          <a:xfrm>
            <a:off x="5715000" y="31242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F02A35E7-1C85-3160-DD30-C6C27BD30C2F}"/>
              </a:ext>
            </a:extLst>
          </p:cNvPr>
          <p:cNvCxnSpPr/>
          <p:nvPr/>
        </p:nvCxnSpPr>
        <p:spPr>
          <a:xfrm rot="5377383">
            <a:off x="3117840" y="3752860"/>
            <a:ext cx="38608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00C0BB">
                <a:alpha val="100000"/>
              </a:srgbClr>
            </a:solidFill>
            <a:prstDash val="solid"/>
            <a:round/>
            <a:headEnd type="oval" w="sm" len="sm"/>
            <a:tailEnd type="oval" w="sm" len="sm"/>
          </a:ln>
        </p:spPr>
      </p:cxnSp>
      <p:sp>
        <p:nvSpPr>
          <p:cNvPr id="14" name="AutoShape 22">
            <a:extLst>
              <a:ext uri="{FF2B5EF4-FFF2-40B4-BE49-F238E27FC236}">
                <a16:creationId xmlns:a16="http://schemas.microsoft.com/office/drawing/2014/main" id="{AC3CA4BD-81ED-B316-2EA5-D04A361F56CC}"/>
              </a:ext>
            </a:extLst>
          </p:cNvPr>
          <p:cNvSpPr/>
          <p:nvPr/>
        </p:nvSpPr>
        <p:spPr>
          <a:xfrm>
            <a:off x="1676400" y="23241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595FF08A-E306-B665-3213-30891E2E71FF}"/>
              </a:ext>
            </a:extLst>
          </p:cNvPr>
          <p:cNvSpPr/>
          <p:nvPr/>
        </p:nvSpPr>
        <p:spPr>
          <a:xfrm>
            <a:off x="3098800" y="23241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1677D183-94BC-1738-83F9-1DE3A3D0A32C}"/>
              </a:ext>
            </a:extLst>
          </p:cNvPr>
          <p:cNvSpPr/>
          <p:nvPr/>
        </p:nvSpPr>
        <p:spPr>
          <a:xfrm>
            <a:off x="1676400" y="37592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F4B290E6-3BAD-D5BD-BCB0-9DEEB679F09C}"/>
              </a:ext>
            </a:extLst>
          </p:cNvPr>
          <p:cNvSpPr/>
          <p:nvPr/>
        </p:nvSpPr>
        <p:spPr>
          <a:xfrm>
            <a:off x="3098800" y="37719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CE630ED2-7284-E2DE-213F-8E68EBC0FAAF}"/>
              </a:ext>
            </a:extLst>
          </p:cNvPr>
          <p:cNvSpPr/>
          <p:nvPr/>
        </p:nvSpPr>
        <p:spPr>
          <a:xfrm>
            <a:off x="2387600" y="30480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547799D4-A8EE-D90D-0B3D-4AABCE4201F6}"/>
              </a:ext>
            </a:extLst>
          </p:cNvPr>
          <p:cNvSpPr/>
          <p:nvPr/>
        </p:nvSpPr>
        <p:spPr>
          <a:xfrm>
            <a:off x="3022600" y="30480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8CFED0F-BC8A-06D1-41BD-1F0F97283360}"/>
              </a:ext>
            </a:extLst>
          </p:cNvPr>
          <p:cNvSpPr/>
          <p:nvPr/>
        </p:nvSpPr>
        <p:spPr>
          <a:xfrm>
            <a:off x="2387600" y="36449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00640663-BD6D-2742-A272-59EF4E769BC4}"/>
              </a:ext>
            </a:extLst>
          </p:cNvPr>
          <p:cNvSpPr/>
          <p:nvPr/>
        </p:nvSpPr>
        <p:spPr>
          <a:xfrm>
            <a:off x="3022600" y="36449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E19C12EB-063E-6529-E48B-6E5D45C64D60}"/>
              </a:ext>
            </a:extLst>
          </p:cNvPr>
          <p:cNvSpPr/>
          <p:nvPr/>
        </p:nvSpPr>
        <p:spPr>
          <a:xfrm>
            <a:off x="1841500" y="26797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2623A36D-1138-14F9-0B49-000FCCF7B734}"/>
              </a:ext>
            </a:extLst>
          </p:cNvPr>
          <p:cNvSpPr/>
          <p:nvPr/>
        </p:nvSpPr>
        <p:spPr>
          <a:xfrm>
            <a:off x="26035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22962014-1931-ADC8-DC9F-AEEC6D4CB34F}"/>
              </a:ext>
            </a:extLst>
          </p:cNvPr>
          <p:cNvSpPr/>
          <p:nvPr/>
        </p:nvSpPr>
        <p:spPr>
          <a:xfrm>
            <a:off x="2679700" y="33528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B2406F23-8EFB-F2A1-1967-2CF0C09D7FEB}"/>
              </a:ext>
            </a:extLst>
          </p:cNvPr>
          <p:cNvSpPr/>
          <p:nvPr/>
        </p:nvSpPr>
        <p:spPr>
          <a:xfrm>
            <a:off x="3619500" y="26670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AF7A49D3-6FC8-448B-72CD-530F6C1C4DB0}"/>
              </a:ext>
            </a:extLst>
          </p:cNvPr>
          <p:cNvSpPr/>
          <p:nvPr/>
        </p:nvSpPr>
        <p:spPr>
          <a:xfrm>
            <a:off x="32258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78BE89B1-5092-DBFC-8B3A-170C49BA72F8}"/>
              </a:ext>
            </a:extLst>
          </p:cNvPr>
          <p:cNvSpPr/>
          <p:nvPr/>
        </p:nvSpPr>
        <p:spPr>
          <a:xfrm>
            <a:off x="3365500" y="33147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49284F50-B66C-AC09-4E23-B223604A1CB8}"/>
              </a:ext>
            </a:extLst>
          </p:cNvPr>
          <p:cNvSpPr/>
          <p:nvPr/>
        </p:nvSpPr>
        <p:spPr>
          <a:xfrm>
            <a:off x="3175000" y="38862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EA9AB64E-D2B2-2F4B-74DD-A93F8072538C}"/>
              </a:ext>
            </a:extLst>
          </p:cNvPr>
          <p:cNvSpPr/>
          <p:nvPr/>
        </p:nvSpPr>
        <p:spPr>
          <a:xfrm>
            <a:off x="3263900" y="39751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8">
            <a:extLst>
              <a:ext uri="{FF2B5EF4-FFF2-40B4-BE49-F238E27FC236}">
                <a16:creationId xmlns:a16="http://schemas.microsoft.com/office/drawing/2014/main" id="{3FE1B40B-62BF-1F70-1887-CE36819F885B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9">
            <a:extLst>
              <a:ext uri="{FF2B5EF4-FFF2-40B4-BE49-F238E27FC236}">
                <a16:creationId xmlns:a16="http://schemas.microsoft.com/office/drawing/2014/main" id="{BB5A7E2E-A941-21E6-5D1D-8950A974F179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C2A5642B-99BA-62AC-D53F-402FF1F6BC03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41">
            <a:extLst>
              <a:ext uri="{FF2B5EF4-FFF2-40B4-BE49-F238E27FC236}">
                <a16:creationId xmlns:a16="http://schemas.microsoft.com/office/drawing/2014/main" id="{275D9F2E-8B01-07D1-851E-60D1B3177B86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42">
            <a:extLst>
              <a:ext uri="{FF2B5EF4-FFF2-40B4-BE49-F238E27FC236}">
                <a16:creationId xmlns:a16="http://schemas.microsoft.com/office/drawing/2014/main" id="{E39FBD9A-9E5C-A777-130D-0E139A6E52C9}"/>
              </a:ext>
            </a:extLst>
          </p:cNvPr>
          <p:cNvSpPr/>
          <p:nvPr/>
        </p:nvSpPr>
        <p:spPr>
          <a:xfrm>
            <a:off x="1816100" y="42926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5" name="AutoShape 43">
            <a:extLst>
              <a:ext uri="{FF2B5EF4-FFF2-40B4-BE49-F238E27FC236}">
                <a16:creationId xmlns:a16="http://schemas.microsoft.com/office/drawing/2014/main" id="{6C1BED2E-A20D-9643-FE5D-838BDCB97DC9}"/>
              </a:ext>
            </a:extLst>
          </p:cNvPr>
          <p:cNvSpPr/>
          <p:nvPr/>
        </p:nvSpPr>
        <p:spPr>
          <a:xfrm>
            <a:off x="3606800" y="42672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6" name="AutoShape 44">
            <a:extLst>
              <a:ext uri="{FF2B5EF4-FFF2-40B4-BE49-F238E27FC236}">
                <a16:creationId xmlns:a16="http://schemas.microsoft.com/office/drawing/2014/main" id="{FA6A42CB-BC59-040E-6D8A-7C9CC4BA19DC}"/>
              </a:ext>
            </a:extLst>
          </p:cNvPr>
          <p:cNvSpPr/>
          <p:nvPr/>
        </p:nvSpPr>
        <p:spPr>
          <a:xfrm>
            <a:off x="6400800" y="1549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7" name="AutoShape 45">
            <a:extLst>
              <a:ext uri="{FF2B5EF4-FFF2-40B4-BE49-F238E27FC236}">
                <a16:creationId xmlns:a16="http://schemas.microsoft.com/office/drawing/2014/main" id="{55B81F03-20DC-ADF2-5015-5BA16B51045C}"/>
              </a:ext>
            </a:extLst>
          </p:cNvPr>
          <p:cNvSpPr/>
          <p:nvPr/>
        </p:nvSpPr>
        <p:spPr>
          <a:xfrm>
            <a:off x="6413500" y="2692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AutoShape 46">
            <a:extLst>
              <a:ext uri="{FF2B5EF4-FFF2-40B4-BE49-F238E27FC236}">
                <a16:creationId xmlns:a16="http://schemas.microsoft.com/office/drawing/2014/main" id="{04C36F31-131A-5570-A5AF-10B0DE508F5D}"/>
              </a:ext>
            </a:extLst>
          </p:cNvPr>
          <p:cNvSpPr/>
          <p:nvPr/>
        </p:nvSpPr>
        <p:spPr>
          <a:xfrm>
            <a:off x="6438900" y="38227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9" name="AutoShape 47">
            <a:extLst>
              <a:ext uri="{FF2B5EF4-FFF2-40B4-BE49-F238E27FC236}">
                <a16:creationId xmlns:a16="http://schemas.microsoft.com/office/drawing/2014/main" id="{46EC8251-9567-95BF-E045-7BF6DC8FAF40}"/>
              </a:ext>
            </a:extLst>
          </p:cNvPr>
          <p:cNvSpPr/>
          <p:nvPr/>
        </p:nvSpPr>
        <p:spPr>
          <a:xfrm>
            <a:off x="6451600" y="49911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4758003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3CB35F4C-268A-AF59-EE72-9D03EE282EAB}"/>
              </a:ext>
            </a:extLst>
          </p:cNvPr>
          <p:cNvSpPr/>
          <p:nvPr/>
        </p:nvSpPr>
        <p:spPr>
          <a:xfrm>
            <a:off x="16764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5B1C1C04-4538-56D7-F2A1-425A9558629D}"/>
              </a:ext>
            </a:extLst>
          </p:cNvPr>
          <p:cNvSpPr/>
          <p:nvPr/>
        </p:nvSpPr>
        <p:spPr>
          <a:xfrm>
            <a:off x="92456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A59B2510-F421-CEDE-3FDF-3633D0185974}"/>
              </a:ext>
            </a:extLst>
          </p:cNvPr>
          <p:cNvSpPr/>
          <p:nvPr/>
        </p:nvSpPr>
        <p:spPr>
          <a:xfrm>
            <a:off x="673100" y="1587500"/>
            <a:ext cx="10845800" cy="1775293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306826D7-CA97-FEE1-665C-C40E7B68E70C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3F6934-A6F9-C35D-FAE4-1795520E8F16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F8C2B705-8395-13AD-EB66-BC2A3E463CD5}"/>
              </a:ext>
            </a:extLst>
          </p:cNvPr>
          <p:cNvSpPr/>
          <p:nvPr/>
        </p:nvSpPr>
        <p:spPr>
          <a:xfrm>
            <a:off x="9779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AE47F250-6DBB-9684-E439-30F204BB13A7}"/>
              </a:ext>
            </a:extLst>
          </p:cNvPr>
          <p:cNvSpPr/>
          <p:nvPr/>
        </p:nvSpPr>
        <p:spPr>
          <a:xfrm>
            <a:off x="12954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12A82319-67C4-1759-5B5F-9F024B7917B6}"/>
              </a:ext>
            </a:extLst>
          </p:cNvPr>
          <p:cNvSpPr/>
          <p:nvPr/>
        </p:nvSpPr>
        <p:spPr>
          <a:xfrm>
            <a:off x="54610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D3668D57-E8D8-5890-17F9-93BCB1F4A640}"/>
              </a:ext>
            </a:extLst>
          </p:cNvPr>
          <p:cNvSpPr/>
          <p:nvPr/>
        </p:nvSpPr>
        <p:spPr>
          <a:xfrm>
            <a:off x="47752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100" dirty="0"/>
              <a:t>	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CD29A42C-4226-AD18-AEAD-027BFC1EED55}"/>
              </a:ext>
            </a:extLst>
          </p:cNvPr>
          <p:cNvSpPr/>
          <p:nvPr/>
        </p:nvSpPr>
        <p:spPr>
          <a:xfrm>
            <a:off x="50927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E6B4029C-16E1-5F77-2A1C-2C3F8461A86B}"/>
              </a:ext>
            </a:extLst>
          </p:cNvPr>
          <p:cNvSpPr/>
          <p:nvPr/>
        </p:nvSpPr>
        <p:spPr>
          <a:xfrm>
            <a:off x="85598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9BD53BFA-7837-01CC-30D1-F7C5720977D6}"/>
              </a:ext>
            </a:extLst>
          </p:cNvPr>
          <p:cNvSpPr/>
          <p:nvPr/>
        </p:nvSpPr>
        <p:spPr>
          <a:xfrm>
            <a:off x="8877300" y="43434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8345144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A9CEBC97-BF41-AB8E-2EB5-73A22334FB3E}"/>
              </a:ext>
            </a:extLst>
          </p:cNvPr>
          <p:cNvSpPr/>
          <p:nvPr/>
        </p:nvSpPr>
        <p:spPr>
          <a:xfrm rot="5400000">
            <a:off x="17526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45868A40-A3B6-4F0F-B7F8-1E17216769AB}"/>
              </a:ext>
            </a:extLst>
          </p:cNvPr>
          <p:cNvSpPr/>
          <p:nvPr/>
        </p:nvSpPr>
        <p:spPr>
          <a:xfrm>
            <a:off x="25527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552640" y="235430"/>
                </a:moveTo>
                <a:cubicBezTo>
                  <a:pt x="485729" y="223039"/>
                  <a:pt x="485729" y="223039"/>
                  <a:pt x="485729" y="223039"/>
                </a:cubicBezTo>
                <a:cubicBezTo>
                  <a:pt x="480772" y="208170"/>
                  <a:pt x="475817" y="195778"/>
                  <a:pt x="468382" y="183388"/>
                </a:cubicBezTo>
                <a:cubicBezTo>
                  <a:pt x="508033" y="123910"/>
                  <a:pt x="508033" y="123910"/>
                  <a:pt x="508033" y="123910"/>
                </a:cubicBezTo>
                <a:cubicBezTo>
                  <a:pt x="512990" y="118955"/>
                  <a:pt x="510511" y="111520"/>
                  <a:pt x="508033" y="106563"/>
                </a:cubicBezTo>
                <a:cubicBezTo>
                  <a:pt x="458469" y="59477"/>
                  <a:pt x="458469" y="59477"/>
                  <a:pt x="458469" y="59477"/>
                </a:cubicBezTo>
                <a:cubicBezTo>
                  <a:pt x="453512" y="54521"/>
                  <a:pt x="446077" y="52042"/>
                  <a:pt x="441122" y="56999"/>
                </a:cubicBezTo>
                <a:cubicBezTo>
                  <a:pt x="384123" y="96651"/>
                  <a:pt x="384123" y="96651"/>
                  <a:pt x="384123" y="96651"/>
                </a:cubicBezTo>
                <a:cubicBezTo>
                  <a:pt x="369254" y="89215"/>
                  <a:pt x="356862" y="84259"/>
                  <a:pt x="341993" y="79303"/>
                </a:cubicBezTo>
                <a:cubicBezTo>
                  <a:pt x="329602" y="12391"/>
                  <a:pt x="329602" y="12391"/>
                  <a:pt x="329602" y="12391"/>
                </a:cubicBezTo>
                <a:cubicBezTo>
                  <a:pt x="329602" y="4957"/>
                  <a:pt x="322167" y="0"/>
                  <a:pt x="314733" y="0"/>
                </a:cubicBezTo>
                <a:cubicBezTo>
                  <a:pt x="247821" y="0"/>
                  <a:pt x="247821" y="0"/>
                  <a:pt x="247821" y="0"/>
                </a:cubicBezTo>
                <a:cubicBezTo>
                  <a:pt x="240387" y="0"/>
                  <a:pt x="235430" y="4957"/>
                  <a:pt x="232952" y="12391"/>
                </a:cubicBezTo>
                <a:cubicBezTo>
                  <a:pt x="220561" y="79303"/>
                  <a:pt x="220561" y="79303"/>
                  <a:pt x="220561" y="79303"/>
                </a:cubicBezTo>
                <a:cubicBezTo>
                  <a:pt x="205692" y="84259"/>
                  <a:pt x="193300" y="89215"/>
                  <a:pt x="180909" y="96651"/>
                </a:cubicBezTo>
                <a:cubicBezTo>
                  <a:pt x="123910" y="56999"/>
                  <a:pt x="123910" y="56999"/>
                  <a:pt x="123910" y="56999"/>
                </a:cubicBezTo>
                <a:cubicBezTo>
                  <a:pt x="118955" y="54521"/>
                  <a:pt x="111520" y="54521"/>
                  <a:pt x="106563" y="59477"/>
                </a:cubicBezTo>
                <a:cubicBezTo>
                  <a:pt x="56999" y="106563"/>
                  <a:pt x="56999" y="106563"/>
                  <a:pt x="56999" y="106563"/>
                </a:cubicBezTo>
                <a:cubicBezTo>
                  <a:pt x="54521" y="111520"/>
                  <a:pt x="52042" y="121432"/>
                  <a:pt x="56999" y="126389"/>
                </a:cubicBezTo>
                <a:cubicBezTo>
                  <a:pt x="96651" y="183388"/>
                  <a:pt x="96651" y="183388"/>
                  <a:pt x="96651" y="183388"/>
                </a:cubicBezTo>
                <a:cubicBezTo>
                  <a:pt x="89215" y="195778"/>
                  <a:pt x="84259" y="208170"/>
                  <a:pt x="79303" y="223039"/>
                </a:cubicBezTo>
                <a:cubicBezTo>
                  <a:pt x="12391" y="235430"/>
                  <a:pt x="12391" y="235430"/>
                  <a:pt x="12391" y="235430"/>
                </a:cubicBezTo>
                <a:cubicBezTo>
                  <a:pt x="4957" y="235430"/>
                  <a:pt x="0" y="242865"/>
                  <a:pt x="0" y="247821"/>
                </a:cubicBezTo>
                <a:cubicBezTo>
                  <a:pt x="0" y="317210"/>
                  <a:pt x="0" y="317210"/>
                  <a:pt x="0" y="317210"/>
                </a:cubicBezTo>
                <a:cubicBezTo>
                  <a:pt x="0" y="324645"/>
                  <a:pt x="4957" y="329602"/>
                  <a:pt x="12391" y="332080"/>
                </a:cubicBezTo>
                <a:cubicBezTo>
                  <a:pt x="79303" y="344471"/>
                  <a:pt x="79303" y="344471"/>
                  <a:pt x="79303" y="344471"/>
                </a:cubicBezTo>
                <a:cubicBezTo>
                  <a:pt x="84259" y="356862"/>
                  <a:pt x="89215" y="371732"/>
                  <a:pt x="96651" y="384123"/>
                </a:cubicBezTo>
                <a:cubicBezTo>
                  <a:pt x="56999" y="441122"/>
                  <a:pt x="56999" y="441122"/>
                  <a:pt x="56999" y="441122"/>
                </a:cubicBezTo>
                <a:cubicBezTo>
                  <a:pt x="54521" y="446077"/>
                  <a:pt x="54521" y="453512"/>
                  <a:pt x="59477" y="458469"/>
                </a:cubicBezTo>
                <a:cubicBezTo>
                  <a:pt x="106563" y="505555"/>
                  <a:pt x="106563" y="505555"/>
                  <a:pt x="106563" y="505555"/>
                </a:cubicBezTo>
                <a:cubicBezTo>
                  <a:pt x="111520" y="510511"/>
                  <a:pt x="118955" y="512990"/>
                  <a:pt x="126389" y="508033"/>
                </a:cubicBezTo>
                <a:cubicBezTo>
                  <a:pt x="180909" y="468382"/>
                  <a:pt x="180909" y="468382"/>
                  <a:pt x="180909" y="468382"/>
                </a:cubicBezTo>
                <a:cubicBezTo>
                  <a:pt x="193300" y="475817"/>
                  <a:pt x="208170" y="480772"/>
                  <a:pt x="220561" y="485729"/>
                </a:cubicBezTo>
                <a:cubicBezTo>
                  <a:pt x="232952" y="552640"/>
                  <a:pt x="232952" y="552640"/>
                  <a:pt x="232952" y="552640"/>
                </a:cubicBezTo>
                <a:cubicBezTo>
                  <a:pt x="235430" y="560075"/>
                  <a:pt x="240387" y="565032"/>
                  <a:pt x="247821" y="565032"/>
                </a:cubicBezTo>
                <a:cubicBezTo>
                  <a:pt x="314733" y="565032"/>
                  <a:pt x="314733" y="565032"/>
                  <a:pt x="314733" y="565032"/>
                </a:cubicBezTo>
                <a:cubicBezTo>
                  <a:pt x="322167" y="565032"/>
                  <a:pt x="329602" y="560075"/>
                  <a:pt x="329602" y="552640"/>
                </a:cubicBezTo>
                <a:cubicBezTo>
                  <a:pt x="341993" y="485729"/>
                  <a:pt x="341993" y="485729"/>
                  <a:pt x="341993" y="485729"/>
                </a:cubicBezTo>
                <a:cubicBezTo>
                  <a:pt x="356862" y="480772"/>
                  <a:pt x="369254" y="475817"/>
                  <a:pt x="381644" y="470860"/>
                </a:cubicBezTo>
                <a:cubicBezTo>
                  <a:pt x="438643" y="508033"/>
                  <a:pt x="438643" y="508033"/>
                  <a:pt x="438643" y="508033"/>
                </a:cubicBezTo>
                <a:cubicBezTo>
                  <a:pt x="446077" y="512990"/>
                  <a:pt x="453512" y="512990"/>
                  <a:pt x="458469" y="508033"/>
                </a:cubicBezTo>
                <a:cubicBezTo>
                  <a:pt x="505555" y="458469"/>
                  <a:pt x="505555" y="458469"/>
                  <a:pt x="505555" y="458469"/>
                </a:cubicBezTo>
                <a:cubicBezTo>
                  <a:pt x="510511" y="453512"/>
                  <a:pt x="510511" y="446077"/>
                  <a:pt x="508033" y="441122"/>
                </a:cubicBezTo>
                <a:cubicBezTo>
                  <a:pt x="468382" y="384123"/>
                  <a:pt x="468382" y="384123"/>
                  <a:pt x="468382" y="384123"/>
                </a:cubicBezTo>
                <a:cubicBezTo>
                  <a:pt x="475817" y="371732"/>
                  <a:pt x="480772" y="356862"/>
                  <a:pt x="485729" y="344471"/>
                </a:cubicBezTo>
                <a:cubicBezTo>
                  <a:pt x="552640" y="332080"/>
                  <a:pt x="552640" y="332080"/>
                  <a:pt x="552640" y="332080"/>
                </a:cubicBezTo>
                <a:cubicBezTo>
                  <a:pt x="560075" y="329602"/>
                  <a:pt x="565032" y="324645"/>
                  <a:pt x="565032" y="317210"/>
                </a:cubicBezTo>
                <a:cubicBezTo>
                  <a:pt x="565032" y="247821"/>
                  <a:pt x="565032" y="247821"/>
                  <a:pt x="565032" y="247821"/>
                </a:cubicBezTo>
                <a:cubicBezTo>
                  <a:pt x="565032" y="242865"/>
                  <a:pt x="560075" y="235430"/>
                  <a:pt x="552640" y="235430"/>
                </a:cubicBezTo>
                <a:close/>
                <a:moveTo>
                  <a:pt x="282517" y="369254"/>
                </a:moveTo>
                <a:cubicBezTo>
                  <a:pt x="235430" y="369254"/>
                  <a:pt x="195778" y="329602"/>
                  <a:pt x="195778" y="282517"/>
                </a:cubicBezTo>
                <a:cubicBezTo>
                  <a:pt x="195778" y="235430"/>
                  <a:pt x="235430" y="195778"/>
                  <a:pt x="282517" y="195778"/>
                </a:cubicBezTo>
                <a:cubicBezTo>
                  <a:pt x="329602" y="195778"/>
                  <a:pt x="369254" y="235430"/>
                  <a:pt x="369254" y="282517"/>
                </a:cubicBezTo>
                <a:cubicBezTo>
                  <a:pt x="369254" y="329602"/>
                  <a:pt x="329602" y="369254"/>
                  <a:pt x="282517" y="36925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2883F5DA-48AC-1BD0-72C7-08E0EC1803C4}"/>
              </a:ext>
            </a:extLst>
          </p:cNvPr>
          <p:cNvSpPr/>
          <p:nvPr/>
        </p:nvSpPr>
        <p:spPr>
          <a:xfrm>
            <a:off x="14351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8E60BF4B-C75B-48EF-FF90-54A6B9A290A5}"/>
              </a:ext>
            </a:extLst>
          </p:cNvPr>
          <p:cNvSpPr/>
          <p:nvPr/>
        </p:nvSpPr>
        <p:spPr>
          <a:xfrm>
            <a:off x="1714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C033B28F-DC0E-2DBC-AC71-699BD730A50F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BAC4252F-89E2-7976-0446-FA391568F9C6}"/>
              </a:ext>
            </a:extLst>
          </p:cNvPr>
          <p:cNvSpPr/>
          <p:nvPr/>
        </p:nvSpPr>
        <p:spPr>
          <a:xfrm rot="5400000">
            <a:off x="50165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448A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B13DA7AB-840C-1374-65B8-9CF900B31E7E}"/>
              </a:ext>
            </a:extLst>
          </p:cNvPr>
          <p:cNvSpPr/>
          <p:nvPr/>
        </p:nvSpPr>
        <p:spPr>
          <a:xfrm>
            <a:off x="58293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311247" y="2394"/>
                </a:moveTo>
                <a:cubicBezTo>
                  <a:pt x="301669" y="0"/>
                  <a:pt x="292092" y="0"/>
                  <a:pt x="282517" y="0"/>
                </a:cubicBezTo>
                <a:cubicBezTo>
                  <a:pt x="198719" y="0"/>
                  <a:pt x="122104" y="38307"/>
                  <a:pt x="71826" y="95768"/>
                </a:cubicBezTo>
                <a:cubicBezTo>
                  <a:pt x="162806" y="251391"/>
                  <a:pt x="162806" y="251391"/>
                  <a:pt x="162806" y="251391"/>
                </a:cubicBezTo>
                <a:lnTo>
                  <a:pt x="311247" y="2394"/>
                </a:lnTo>
                <a:close/>
                <a:moveTo>
                  <a:pt x="47884" y="124498"/>
                </a:moveTo>
                <a:cubicBezTo>
                  <a:pt x="16759" y="169988"/>
                  <a:pt x="0" y="225055"/>
                  <a:pt x="0" y="282517"/>
                </a:cubicBezTo>
                <a:cubicBezTo>
                  <a:pt x="0" y="311247"/>
                  <a:pt x="4788" y="339976"/>
                  <a:pt x="11971" y="366314"/>
                </a:cubicBezTo>
                <a:cubicBezTo>
                  <a:pt x="193930" y="366314"/>
                  <a:pt x="193930" y="366314"/>
                  <a:pt x="193930" y="366314"/>
                </a:cubicBezTo>
                <a:lnTo>
                  <a:pt x="47884" y="124498"/>
                </a:lnTo>
                <a:close/>
                <a:moveTo>
                  <a:pt x="538696" y="162806"/>
                </a:moveTo>
                <a:cubicBezTo>
                  <a:pt x="502783" y="86191"/>
                  <a:pt x="430957" y="26336"/>
                  <a:pt x="347160" y="7183"/>
                </a:cubicBezTo>
                <a:cubicBezTo>
                  <a:pt x="253785" y="162806"/>
                  <a:pt x="253785" y="162806"/>
                  <a:pt x="253785" y="162806"/>
                </a:cubicBezTo>
                <a:lnTo>
                  <a:pt x="538696" y="162806"/>
                </a:lnTo>
                <a:close/>
                <a:moveTo>
                  <a:pt x="311247" y="399832"/>
                </a:moveTo>
                <a:cubicBezTo>
                  <a:pt x="26336" y="399832"/>
                  <a:pt x="26336" y="399832"/>
                  <a:pt x="26336" y="399832"/>
                </a:cubicBezTo>
                <a:cubicBezTo>
                  <a:pt x="62249" y="481235"/>
                  <a:pt x="138864" y="543484"/>
                  <a:pt x="229843" y="560244"/>
                </a:cubicBezTo>
                <a:cubicBezTo>
                  <a:pt x="222661" y="555455"/>
                  <a:pt x="222661" y="555455"/>
                  <a:pt x="222661" y="555455"/>
                </a:cubicBezTo>
                <a:lnTo>
                  <a:pt x="311247" y="399832"/>
                </a:lnTo>
                <a:close/>
                <a:moveTo>
                  <a:pt x="550667" y="196324"/>
                </a:moveTo>
                <a:cubicBezTo>
                  <a:pt x="371102" y="196324"/>
                  <a:pt x="371102" y="196324"/>
                  <a:pt x="371102" y="196324"/>
                </a:cubicBezTo>
                <a:cubicBezTo>
                  <a:pt x="514754" y="445322"/>
                  <a:pt x="514754" y="445322"/>
                  <a:pt x="514754" y="445322"/>
                </a:cubicBezTo>
                <a:cubicBezTo>
                  <a:pt x="545878" y="399832"/>
                  <a:pt x="565032" y="342372"/>
                  <a:pt x="565032" y="282517"/>
                </a:cubicBezTo>
                <a:cubicBezTo>
                  <a:pt x="565032" y="253785"/>
                  <a:pt x="560244" y="225055"/>
                  <a:pt x="550667" y="196324"/>
                </a:cubicBezTo>
                <a:close/>
                <a:moveTo>
                  <a:pt x="258575" y="565032"/>
                </a:moveTo>
                <a:cubicBezTo>
                  <a:pt x="265756" y="565032"/>
                  <a:pt x="275333" y="565032"/>
                  <a:pt x="282517" y="565032"/>
                </a:cubicBezTo>
                <a:cubicBezTo>
                  <a:pt x="363918" y="565032"/>
                  <a:pt x="438140" y="529119"/>
                  <a:pt x="490812" y="474053"/>
                </a:cubicBezTo>
                <a:cubicBezTo>
                  <a:pt x="399832" y="316034"/>
                  <a:pt x="399832" y="316034"/>
                  <a:pt x="399832" y="316034"/>
                </a:cubicBezTo>
                <a:lnTo>
                  <a:pt x="258575" y="5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F73CAF8-F4AB-6DFF-753D-6B8059FEC75A}"/>
              </a:ext>
            </a:extLst>
          </p:cNvPr>
          <p:cNvSpPr/>
          <p:nvPr/>
        </p:nvSpPr>
        <p:spPr>
          <a:xfrm>
            <a:off x="46990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3801955C-EB39-EB20-EC17-C7DE07CE0B73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50B799EE-E599-ABAB-0ADA-C185A45B9E28}"/>
              </a:ext>
            </a:extLst>
          </p:cNvPr>
          <p:cNvSpPr/>
          <p:nvPr/>
        </p:nvSpPr>
        <p:spPr>
          <a:xfrm>
            <a:off x="49784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4411208B-4DE0-5584-AA90-166B2070B570}"/>
              </a:ext>
            </a:extLst>
          </p:cNvPr>
          <p:cNvSpPr/>
          <p:nvPr/>
        </p:nvSpPr>
        <p:spPr>
          <a:xfrm rot="5400000">
            <a:off x="82804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5D90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51F336C0-D055-2568-FC78-5DE5B76F5126}"/>
              </a:ext>
            </a:extLst>
          </p:cNvPr>
          <p:cNvSpPr/>
          <p:nvPr/>
        </p:nvSpPr>
        <p:spPr>
          <a:xfrm>
            <a:off x="90805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282517" y="0"/>
                </a:moveTo>
                <a:cubicBezTo>
                  <a:pt x="126893" y="0"/>
                  <a:pt x="0" y="126893"/>
                  <a:pt x="0" y="282517"/>
                </a:cubicBezTo>
                <a:cubicBezTo>
                  <a:pt x="0" y="438140"/>
                  <a:pt x="126893" y="565032"/>
                  <a:pt x="282517" y="565032"/>
                </a:cubicBezTo>
                <a:cubicBezTo>
                  <a:pt x="438140" y="565032"/>
                  <a:pt x="565032" y="438140"/>
                  <a:pt x="565032" y="282517"/>
                </a:cubicBezTo>
                <a:cubicBezTo>
                  <a:pt x="565032" y="126893"/>
                  <a:pt x="438140" y="0"/>
                  <a:pt x="282517" y="0"/>
                </a:cubicBezTo>
                <a:close/>
                <a:moveTo>
                  <a:pt x="253785" y="409409"/>
                </a:moveTo>
                <a:cubicBezTo>
                  <a:pt x="129287" y="390256"/>
                  <a:pt x="129287" y="390256"/>
                  <a:pt x="129287" y="390256"/>
                </a:cubicBezTo>
                <a:cubicBezTo>
                  <a:pt x="129287" y="289698"/>
                  <a:pt x="129287" y="289698"/>
                  <a:pt x="129287" y="289698"/>
                </a:cubicBezTo>
                <a:cubicBezTo>
                  <a:pt x="253785" y="289698"/>
                  <a:pt x="253785" y="289698"/>
                  <a:pt x="253785" y="289698"/>
                </a:cubicBezTo>
                <a:lnTo>
                  <a:pt x="253785" y="409409"/>
                </a:lnTo>
                <a:close/>
                <a:moveTo>
                  <a:pt x="253785" y="272940"/>
                </a:moveTo>
                <a:cubicBezTo>
                  <a:pt x="129287" y="272940"/>
                  <a:pt x="129287" y="272940"/>
                  <a:pt x="129287" y="272940"/>
                </a:cubicBezTo>
                <a:cubicBezTo>
                  <a:pt x="129287" y="172382"/>
                  <a:pt x="129287" y="172382"/>
                  <a:pt x="129287" y="172382"/>
                </a:cubicBezTo>
                <a:cubicBezTo>
                  <a:pt x="253785" y="153229"/>
                  <a:pt x="253785" y="153229"/>
                  <a:pt x="253785" y="153229"/>
                </a:cubicBezTo>
                <a:lnTo>
                  <a:pt x="253785" y="272940"/>
                </a:lnTo>
                <a:close/>
                <a:moveTo>
                  <a:pt x="435745" y="435745"/>
                </a:moveTo>
                <a:cubicBezTo>
                  <a:pt x="270546" y="411803"/>
                  <a:pt x="270546" y="411803"/>
                  <a:pt x="270546" y="411803"/>
                </a:cubicBezTo>
                <a:cubicBezTo>
                  <a:pt x="270546" y="289698"/>
                  <a:pt x="270546" y="289698"/>
                  <a:pt x="270546" y="289698"/>
                </a:cubicBezTo>
                <a:cubicBezTo>
                  <a:pt x="435745" y="289698"/>
                  <a:pt x="435745" y="289698"/>
                  <a:pt x="435745" y="289698"/>
                </a:cubicBezTo>
                <a:lnTo>
                  <a:pt x="435745" y="435745"/>
                </a:lnTo>
                <a:close/>
                <a:moveTo>
                  <a:pt x="435745" y="272940"/>
                </a:moveTo>
                <a:cubicBezTo>
                  <a:pt x="270546" y="272940"/>
                  <a:pt x="270546" y="272940"/>
                  <a:pt x="270546" y="272940"/>
                </a:cubicBezTo>
                <a:cubicBezTo>
                  <a:pt x="270546" y="150835"/>
                  <a:pt x="270546" y="150835"/>
                  <a:pt x="270546" y="150835"/>
                </a:cubicBezTo>
                <a:cubicBezTo>
                  <a:pt x="435745" y="126893"/>
                  <a:pt x="435745" y="126893"/>
                  <a:pt x="435745" y="126893"/>
                </a:cubicBezTo>
                <a:lnTo>
                  <a:pt x="435745" y="2729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52C3F0F6-5389-8853-F6E6-46C93F4CA46D}"/>
              </a:ext>
            </a:extLst>
          </p:cNvPr>
          <p:cNvSpPr/>
          <p:nvPr/>
        </p:nvSpPr>
        <p:spPr>
          <a:xfrm>
            <a:off x="79629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BD0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5D2158F1-D1C5-BF4F-76FF-6C8D43C46FDF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DBFA3E45-57BB-6CC2-FC04-9F2BAA84BF73}"/>
              </a:ext>
            </a:extLst>
          </p:cNvPr>
          <p:cNvSpPr/>
          <p:nvPr/>
        </p:nvSpPr>
        <p:spPr>
          <a:xfrm>
            <a:off x="8318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5525425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A860E43-ED1B-00AC-09F7-33B5922AF3D9}"/>
              </a:ext>
            </a:extLst>
          </p:cNvPr>
          <p:cNvSpPr/>
          <p:nvPr/>
        </p:nvSpPr>
        <p:spPr>
          <a:xfrm>
            <a:off x="643783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4A66AC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D12B520-2826-BB4F-561F-129162B2E170}"/>
              </a:ext>
            </a:extLst>
          </p:cNvPr>
          <p:cNvSpPr/>
          <p:nvPr/>
        </p:nvSpPr>
        <p:spPr>
          <a:xfrm>
            <a:off x="905957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6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EFC6D69-7F05-C197-585C-14BDD85A7225}"/>
              </a:ext>
            </a:extLst>
          </p:cNvPr>
          <p:cNvSpPr/>
          <p:nvPr/>
        </p:nvSpPr>
        <p:spPr>
          <a:xfrm>
            <a:off x="1212469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4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4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7" y="1015699"/>
                  <a:pt x="1541434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4" y="394376"/>
                  <a:pt x="1541434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73233544-E976-4A04-CC6D-21218A20525B}"/>
              </a:ext>
            </a:extLst>
          </p:cNvPr>
          <p:cNvSpPr/>
          <p:nvPr/>
        </p:nvSpPr>
        <p:spPr>
          <a:xfrm>
            <a:off x="1278236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5C9BFD3-4439-442F-8F2C-EEB5822766BB}"/>
              </a:ext>
            </a:extLst>
          </p:cNvPr>
          <p:cNvSpPr/>
          <p:nvPr/>
        </p:nvSpPr>
        <p:spPr>
          <a:xfrm>
            <a:off x="1348466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4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5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31373D56-0DB8-6CB4-8E04-A5A9BF9742C0}"/>
              </a:ext>
            </a:extLst>
          </p:cNvPr>
          <p:cNvSpPr/>
          <p:nvPr/>
        </p:nvSpPr>
        <p:spPr>
          <a:xfrm>
            <a:off x="1705271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8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8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02EBCBDC-81A1-6843-2890-9E5C85206EA8}"/>
              </a:ext>
            </a:extLst>
          </p:cNvPr>
          <p:cNvSpPr/>
          <p:nvPr/>
        </p:nvSpPr>
        <p:spPr>
          <a:xfrm>
            <a:off x="1754671" y="4156969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8" y="125347"/>
                  <a:pt x="489664" y="155707"/>
                </a:cubicBezTo>
                <a:cubicBezTo>
                  <a:pt x="502890" y="187269"/>
                  <a:pt x="509803" y="2206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DA90FDF1-941A-EB7F-9940-700B4CFF5211}"/>
              </a:ext>
            </a:extLst>
          </p:cNvPr>
          <p:cNvSpPr/>
          <p:nvPr/>
        </p:nvSpPr>
        <p:spPr>
          <a:xfrm>
            <a:off x="1775503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1C8FC0D6-8B8E-7B31-BC07-8485F6D3A0FC}"/>
              </a:ext>
            </a:extLst>
          </p:cNvPr>
          <p:cNvSpPr/>
          <p:nvPr/>
        </p:nvSpPr>
        <p:spPr>
          <a:xfrm>
            <a:off x="1754671" y="2377107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702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702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8" y="125347"/>
                  <a:pt x="489664" y="155706"/>
                </a:cubicBezTo>
                <a:cubicBezTo>
                  <a:pt x="502890" y="186968"/>
                  <a:pt x="509803" y="2203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BD789A7F-7A61-413E-0559-AAC5FC27D680}"/>
              </a:ext>
            </a:extLst>
          </p:cNvPr>
          <p:cNvSpPr/>
          <p:nvPr/>
        </p:nvSpPr>
        <p:spPr>
          <a:xfrm>
            <a:off x="1775503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19603979-132A-72BF-8E58-614097E2CFDB}"/>
              </a:ext>
            </a:extLst>
          </p:cNvPr>
          <p:cNvSpPr/>
          <p:nvPr/>
        </p:nvSpPr>
        <p:spPr>
          <a:xfrm>
            <a:off x="200702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6D8103-DA63-0A6B-FB4D-69AE3078790E}"/>
              </a:ext>
            </a:extLst>
          </p:cNvPr>
          <p:cNvGrpSpPr/>
          <p:nvPr/>
        </p:nvGrpSpPr>
        <p:grpSpPr>
          <a:xfrm>
            <a:off x="1928909" y="4303381"/>
            <a:ext cx="150281" cy="183609"/>
            <a:chOff x="1934918" y="4278943"/>
            <a:chExt cx="150281" cy="183609"/>
          </a:xfrm>
          <a:solidFill>
            <a:srgbClr val="4A66AC"/>
          </a:solidFill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3DD5FD44-075E-1AE7-8660-768993B5112B}"/>
                </a:ext>
              </a:extLst>
            </p:cNvPr>
            <p:cNvSpPr/>
            <p:nvPr/>
          </p:nvSpPr>
          <p:spPr>
            <a:xfrm>
              <a:off x="1934918" y="4278943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504 h 185464"/>
                <a:gd name="connsiteX12" fmla="*/ 55309 w 82362"/>
                <a:gd name="connsiteY12" fmla="*/ 142480 h 185464"/>
                <a:gd name="connsiteX13" fmla="*/ 55309 w 82362"/>
                <a:gd name="connsiteY13" fmla="*/ 42684 h 185464"/>
                <a:gd name="connsiteX14" fmla="*/ 51702 w 82362"/>
                <a:gd name="connsiteY14" fmla="*/ 30660 h 185464"/>
                <a:gd name="connsiteX15" fmla="*/ 41482 w 82362"/>
                <a:gd name="connsiteY15" fmla="*/ 26452 h 185464"/>
                <a:gd name="connsiteX16" fmla="*/ 31261 w 82362"/>
                <a:gd name="connsiteY16" fmla="*/ 30660 h 185464"/>
                <a:gd name="connsiteX17" fmla="*/ 27654 w 82362"/>
                <a:gd name="connsiteY17" fmla="*/ 42684 h 185464"/>
                <a:gd name="connsiteX18" fmla="*/ 27654 w 82362"/>
                <a:gd name="connsiteY18" fmla="*/ 142480 h 185464"/>
                <a:gd name="connsiteX19" fmla="*/ 31261 w 82362"/>
                <a:gd name="connsiteY19" fmla="*/ 154504 h 185464"/>
                <a:gd name="connsiteX20" fmla="*/ 41482 w 82362"/>
                <a:gd name="connsiteY20" fmla="*/ 158712 h 185464"/>
                <a:gd name="connsiteX21" fmla="*/ 51702 w 82362"/>
                <a:gd name="connsiteY21" fmla="*/ 154504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504"/>
                  </a:moveTo>
                  <a:cubicBezTo>
                    <a:pt x="54107" y="151799"/>
                    <a:pt x="55309" y="147590"/>
                    <a:pt x="55309" y="142480"/>
                  </a:cubicBezTo>
                  <a:lnTo>
                    <a:pt x="55309" y="42684"/>
                  </a:lnTo>
                  <a:cubicBezTo>
                    <a:pt x="55309" y="37574"/>
                    <a:pt x="54107" y="33666"/>
                    <a:pt x="51702" y="30660"/>
                  </a:cubicBezTo>
                  <a:cubicBezTo>
                    <a:pt x="49297" y="27654"/>
                    <a:pt x="45990" y="26452"/>
                    <a:pt x="41482" y="26452"/>
                  </a:cubicBezTo>
                  <a:cubicBezTo>
                    <a:pt x="37273" y="26452"/>
                    <a:pt x="33666" y="27955"/>
                    <a:pt x="31261" y="30660"/>
                  </a:cubicBezTo>
                  <a:cubicBezTo>
                    <a:pt x="28857" y="33366"/>
                    <a:pt x="27654" y="37574"/>
                    <a:pt x="27654" y="42684"/>
                  </a:cubicBezTo>
                  <a:lnTo>
                    <a:pt x="27654" y="142480"/>
                  </a:lnTo>
                  <a:cubicBezTo>
                    <a:pt x="27654" y="147590"/>
                    <a:pt x="28857" y="151498"/>
                    <a:pt x="31261" y="154504"/>
                  </a:cubicBezTo>
                  <a:cubicBezTo>
                    <a:pt x="33666" y="157209"/>
                    <a:pt x="36973" y="158712"/>
                    <a:pt x="41482" y="158712"/>
                  </a:cubicBezTo>
                  <a:cubicBezTo>
                    <a:pt x="45690" y="159013"/>
                    <a:pt x="49297" y="157510"/>
                    <a:pt x="51702" y="154504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225C3615-D927-8449-4793-6FF8292DC0DD}"/>
                </a:ext>
              </a:extLst>
            </p:cNvPr>
            <p:cNvSpPr/>
            <p:nvPr/>
          </p:nvSpPr>
          <p:spPr>
            <a:xfrm>
              <a:off x="2032824" y="4281027"/>
              <a:ext cx="52375" cy="179443"/>
            </a:xfrm>
            <a:custGeom>
              <a:avLst/>
              <a:gdLst>
                <a:gd name="connsiteX0" fmla="*/ 52604 w 52904"/>
                <a:gd name="connsiteY0" fmla="*/ 181257 h 181256"/>
                <a:gd name="connsiteX1" fmla="*/ 25250 w 52904"/>
                <a:gd name="connsiteY1" fmla="*/ 181257 h 181256"/>
                <a:gd name="connsiteX2" fmla="*/ 25250 w 52904"/>
                <a:gd name="connsiteY2" fmla="*/ 29759 h 181256"/>
                <a:gd name="connsiteX3" fmla="*/ 0 w 52904"/>
                <a:gd name="connsiteY3" fmla="*/ 43886 h 181256"/>
                <a:gd name="connsiteX4" fmla="*/ 0 w 52904"/>
                <a:gd name="connsiteY4" fmla="*/ 14729 h 181256"/>
                <a:gd name="connsiteX5" fmla="*/ 24047 w 52904"/>
                <a:gd name="connsiteY5" fmla="*/ 0 h 181256"/>
                <a:gd name="connsiteX6" fmla="*/ 52904 w 52904"/>
                <a:gd name="connsiteY6" fmla="*/ 0 h 181256"/>
                <a:gd name="connsiteX7" fmla="*/ 52604 w 52904"/>
                <a:gd name="connsiteY7" fmla="*/ 181257 h 181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904" h="181256">
                  <a:moveTo>
                    <a:pt x="52604" y="181257"/>
                  </a:moveTo>
                  <a:lnTo>
                    <a:pt x="25250" y="181257"/>
                  </a:lnTo>
                  <a:lnTo>
                    <a:pt x="25250" y="29759"/>
                  </a:lnTo>
                  <a:lnTo>
                    <a:pt x="0" y="43886"/>
                  </a:lnTo>
                  <a:lnTo>
                    <a:pt x="0" y="14729"/>
                  </a:lnTo>
                  <a:lnTo>
                    <a:pt x="24047" y="0"/>
                  </a:lnTo>
                  <a:lnTo>
                    <a:pt x="52904" y="0"/>
                  </a:lnTo>
                  <a:lnTo>
                    <a:pt x="52604" y="181257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67D73C5D-CB7E-1358-906F-337C7EAC1EB4}"/>
              </a:ext>
            </a:extLst>
          </p:cNvPr>
          <p:cNvSpPr/>
          <p:nvPr/>
        </p:nvSpPr>
        <p:spPr>
          <a:xfrm>
            <a:off x="3369669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629DD1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CB7D54-0AC6-F481-B609-D4B29F768289}"/>
              </a:ext>
            </a:extLst>
          </p:cNvPr>
          <p:cNvSpPr/>
          <p:nvPr/>
        </p:nvSpPr>
        <p:spPr>
          <a:xfrm>
            <a:off x="3631842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2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2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2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2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7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E6E2F26-F7D1-3767-1004-D03D3563A168}"/>
              </a:ext>
            </a:extLst>
          </p:cNvPr>
          <p:cNvSpPr/>
          <p:nvPr/>
        </p:nvSpPr>
        <p:spPr>
          <a:xfrm>
            <a:off x="3938356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E4279DA-57FD-B4BC-B7ED-EFF893C6F486}"/>
              </a:ext>
            </a:extLst>
          </p:cNvPr>
          <p:cNvSpPr/>
          <p:nvPr/>
        </p:nvSpPr>
        <p:spPr>
          <a:xfrm>
            <a:off x="4004121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5973DB5B-1C83-FFE5-2044-4233AE3FE185}"/>
              </a:ext>
            </a:extLst>
          </p:cNvPr>
          <p:cNvSpPr/>
          <p:nvPr/>
        </p:nvSpPr>
        <p:spPr>
          <a:xfrm>
            <a:off x="4074352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5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4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72C275AC-068D-4D86-E259-2E8E04E18603}"/>
              </a:ext>
            </a:extLst>
          </p:cNvPr>
          <p:cNvSpPr/>
          <p:nvPr/>
        </p:nvSpPr>
        <p:spPr>
          <a:xfrm>
            <a:off x="4091314" y="1987865"/>
            <a:ext cx="1283189" cy="1283189"/>
          </a:xfrm>
          <a:custGeom>
            <a:avLst/>
            <a:gdLst>
              <a:gd name="connsiteX0" fmla="*/ 1296151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1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1" y="648076"/>
                </a:moveTo>
                <a:cubicBezTo>
                  <a:pt x="1296151" y="1005998"/>
                  <a:pt x="1005998" y="1296151"/>
                  <a:pt x="648076" y="1296151"/>
                </a:cubicBezTo>
                <a:cubicBezTo>
                  <a:pt x="290153" y="1296151"/>
                  <a:pt x="0" y="1005998"/>
                  <a:pt x="0" y="648076"/>
                </a:cubicBezTo>
                <a:cubicBezTo>
                  <a:pt x="0" y="290153"/>
                  <a:pt x="290154" y="0"/>
                  <a:pt x="648076" y="0"/>
                </a:cubicBezTo>
                <a:cubicBezTo>
                  <a:pt x="1005998" y="0"/>
                  <a:pt x="1296151" y="290153"/>
                  <a:pt x="1296151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E6FCCA08-EBDA-920F-3B8B-1886B6556D65}"/>
              </a:ext>
            </a:extLst>
          </p:cNvPr>
          <p:cNvSpPr/>
          <p:nvPr/>
        </p:nvSpPr>
        <p:spPr>
          <a:xfrm>
            <a:off x="4431157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6A713E04-BEC7-A3DC-FDED-A400C1A34437}"/>
              </a:ext>
            </a:extLst>
          </p:cNvPr>
          <p:cNvSpPr/>
          <p:nvPr/>
        </p:nvSpPr>
        <p:spPr>
          <a:xfrm>
            <a:off x="4480557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4A424E5F-DA4E-C65F-D723-1B79C965BB48}"/>
              </a:ext>
            </a:extLst>
          </p:cNvPr>
          <p:cNvSpPr/>
          <p:nvPr/>
        </p:nvSpPr>
        <p:spPr>
          <a:xfrm>
            <a:off x="4523706" y="4200118"/>
            <a:ext cx="418405" cy="418405"/>
          </a:xfrm>
          <a:custGeom>
            <a:avLst/>
            <a:gdLst>
              <a:gd name="connsiteX0" fmla="*/ 422632 w 422631"/>
              <a:gd name="connsiteY0" fmla="*/ 211316 h 422631"/>
              <a:gd name="connsiteX1" fmla="*/ 211316 w 422631"/>
              <a:gd name="connsiteY1" fmla="*/ 422632 h 422631"/>
              <a:gd name="connsiteX2" fmla="*/ 0 w 422631"/>
              <a:gd name="connsiteY2" fmla="*/ 211316 h 422631"/>
              <a:gd name="connsiteX3" fmla="*/ 211316 w 422631"/>
              <a:gd name="connsiteY3" fmla="*/ 0 h 422631"/>
              <a:gd name="connsiteX4" fmla="*/ 422632 w 422631"/>
              <a:gd name="connsiteY4" fmla="*/ 211316 h 422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631" h="422631">
                <a:moveTo>
                  <a:pt x="422632" y="211316"/>
                </a:moveTo>
                <a:cubicBezTo>
                  <a:pt x="422632" y="328023"/>
                  <a:pt x="328023" y="422632"/>
                  <a:pt x="211316" y="422632"/>
                </a:cubicBezTo>
                <a:cubicBezTo>
                  <a:pt x="94610" y="422632"/>
                  <a:pt x="0" y="328023"/>
                  <a:pt x="0" y="211316"/>
                </a:cubicBezTo>
                <a:cubicBezTo>
                  <a:pt x="0" y="94610"/>
                  <a:pt x="94609" y="0"/>
                  <a:pt x="211316" y="0"/>
                </a:cubicBezTo>
                <a:cubicBezTo>
                  <a:pt x="328022" y="0"/>
                  <a:pt x="422632" y="94609"/>
                  <a:pt x="422632" y="21131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9232D63A-61C6-796A-3331-3C0799AF34A7}"/>
              </a:ext>
            </a:extLst>
          </p:cNvPr>
          <p:cNvSpPr/>
          <p:nvPr/>
        </p:nvSpPr>
        <p:spPr>
          <a:xfrm>
            <a:off x="4480557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0F4E02F-6049-0242-1BFD-3EA924704079}"/>
              </a:ext>
            </a:extLst>
          </p:cNvPr>
          <p:cNvSpPr/>
          <p:nvPr/>
        </p:nvSpPr>
        <p:spPr>
          <a:xfrm>
            <a:off x="4501388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F6190C8-ED85-68BB-E9CB-FF590004463B}"/>
              </a:ext>
            </a:extLst>
          </p:cNvPr>
          <p:cNvSpPr/>
          <p:nvPr/>
        </p:nvSpPr>
        <p:spPr>
          <a:xfrm>
            <a:off x="4732909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2FC2D28-E7C9-3B9E-AEA7-4A0386164E56}"/>
              </a:ext>
            </a:extLst>
          </p:cNvPr>
          <p:cNvGrpSpPr/>
          <p:nvPr/>
        </p:nvGrpSpPr>
        <p:grpSpPr>
          <a:xfrm>
            <a:off x="4639765" y="4303380"/>
            <a:ext cx="185693" cy="183909"/>
            <a:chOff x="4644122" y="4278641"/>
            <a:chExt cx="185693" cy="183909"/>
          </a:xfrm>
          <a:solidFill>
            <a:srgbClr val="629DD1"/>
          </a:solidFill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B995F5EE-2DAA-6510-65AF-F9233E780A96}"/>
                </a:ext>
              </a:extLst>
            </p:cNvPr>
            <p:cNvSpPr/>
            <p:nvPr/>
          </p:nvSpPr>
          <p:spPr>
            <a:xfrm>
              <a:off x="4644122" y="4278941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805 h 185464"/>
                <a:gd name="connsiteX12" fmla="*/ 55309 w 82362"/>
                <a:gd name="connsiteY12" fmla="*/ 142781 h 185464"/>
                <a:gd name="connsiteX13" fmla="*/ 55309 w 82362"/>
                <a:gd name="connsiteY13" fmla="*/ 42984 h 185464"/>
                <a:gd name="connsiteX14" fmla="*/ 51702 w 82362"/>
                <a:gd name="connsiteY14" fmla="*/ 30961 h 185464"/>
                <a:gd name="connsiteX15" fmla="*/ 41482 w 82362"/>
                <a:gd name="connsiteY15" fmla="*/ 26752 h 185464"/>
                <a:gd name="connsiteX16" fmla="*/ 31262 w 82362"/>
                <a:gd name="connsiteY16" fmla="*/ 30961 h 185464"/>
                <a:gd name="connsiteX17" fmla="*/ 27655 w 82362"/>
                <a:gd name="connsiteY17" fmla="*/ 42984 h 185464"/>
                <a:gd name="connsiteX18" fmla="*/ 27655 w 82362"/>
                <a:gd name="connsiteY18" fmla="*/ 142781 h 185464"/>
                <a:gd name="connsiteX19" fmla="*/ 31262 w 82362"/>
                <a:gd name="connsiteY19" fmla="*/ 154805 h 185464"/>
                <a:gd name="connsiteX20" fmla="*/ 41482 w 82362"/>
                <a:gd name="connsiteY20" fmla="*/ 159013 h 185464"/>
                <a:gd name="connsiteX21" fmla="*/ 51702 w 82362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805"/>
                  </a:moveTo>
                  <a:cubicBezTo>
                    <a:pt x="54107" y="152099"/>
                    <a:pt x="55309" y="147891"/>
                    <a:pt x="55309" y="142781"/>
                  </a:cubicBezTo>
                  <a:lnTo>
                    <a:pt x="55309" y="42984"/>
                  </a:lnTo>
                  <a:cubicBezTo>
                    <a:pt x="55309" y="37874"/>
                    <a:pt x="54107" y="33967"/>
                    <a:pt x="51702" y="30961"/>
                  </a:cubicBezTo>
                  <a:cubicBezTo>
                    <a:pt x="49297" y="28255"/>
                    <a:pt x="45991" y="26752"/>
                    <a:pt x="41482" y="26752"/>
                  </a:cubicBezTo>
                  <a:cubicBezTo>
                    <a:pt x="37273" y="26752"/>
                    <a:pt x="33666" y="28255"/>
                    <a:pt x="31262" y="30961"/>
                  </a:cubicBezTo>
                  <a:cubicBezTo>
                    <a:pt x="28857" y="33666"/>
                    <a:pt x="27655" y="37874"/>
                    <a:pt x="27655" y="42984"/>
                  </a:cubicBezTo>
                  <a:lnTo>
                    <a:pt x="27655" y="142781"/>
                  </a:lnTo>
                  <a:cubicBezTo>
                    <a:pt x="27655" y="147891"/>
                    <a:pt x="28857" y="151799"/>
                    <a:pt x="31262" y="154805"/>
                  </a:cubicBezTo>
                  <a:cubicBezTo>
                    <a:pt x="33666" y="157510"/>
                    <a:pt x="36973" y="159013"/>
                    <a:pt x="41482" y="159013"/>
                  </a:cubicBezTo>
                  <a:cubicBezTo>
                    <a:pt x="45690" y="159013"/>
                    <a:pt x="49297" y="157510"/>
                    <a:pt x="51702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49B4A910-DFE2-6410-D7DB-CC03029F7E8B}"/>
                </a:ext>
              </a:extLst>
            </p:cNvPr>
            <p:cNvSpPr/>
            <p:nvPr/>
          </p:nvSpPr>
          <p:spPr>
            <a:xfrm>
              <a:off x="4746789" y="4278641"/>
              <a:ext cx="83026" cy="180931"/>
            </a:xfrm>
            <a:custGeom>
              <a:avLst/>
              <a:gdLst>
                <a:gd name="connsiteX0" fmla="*/ 902 w 83865"/>
                <a:gd name="connsiteY0" fmla="*/ 159314 h 182759"/>
                <a:gd name="connsiteX1" fmla="*/ 39678 w 83865"/>
                <a:gd name="connsiteY1" fmla="*/ 91380 h 182759"/>
                <a:gd name="connsiteX2" fmla="*/ 52003 w 83865"/>
                <a:gd name="connsiteY2" fmla="*/ 65529 h 182759"/>
                <a:gd name="connsiteX3" fmla="*/ 55910 w 83865"/>
                <a:gd name="connsiteY3" fmla="*/ 45089 h 182759"/>
                <a:gd name="connsiteX4" fmla="*/ 55910 w 83865"/>
                <a:gd name="connsiteY4" fmla="*/ 43887 h 182759"/>
                <a:gd name="connsiteX5" fmla="*/ 52604 w 83865"/>
                <a:gd name="connsiteY5" fmla="*/ 31262 h 182759"/>
                <a:gd name="connsiteX6" fmla="*/ 42985 w 83865"/>
                <a:gd name="connsiteY6" fmla="*/ 27053 h 182759"/>
                <a:gd name="connsiteX7" fmla="*/ 31562 w 83865"/>
                <a:gd name="connsiteY7" fmla="*/ 32464 h 182759"/>
                <a:gd name="connsiteX8" fmla="*/ 27955 w 83865"/>
                <a:gd name="connsiteY8" fmla="*/ 49297 h 182759"/>
                <a:gd name="connsiteX9" fmla="*/ 27955 w 83865"/>
                <a:gd name="connsiteY9" fmla="*/ 52904 h 182759"/>
                <a:gd name="connsiteX10" fmla="*/ 0 w 83865"/>
                <a:gd name="connsiteY10" fmla="*/ 52904 h 182759"/>
                <a:gd name="connsiteX11" fmla="*/ 0 w 83865"/>
                <a:gd name="connsiteY11" fmla="*/ 49297 h 182759"/>
                <a:gd name="connsiteX12" fmla="*/ 4809 w 83865"/>
                <a:gd name="connsiteY12" fmla="*/ 21943 h 182759"/>
                <a:gd name="connsiteX13" fmla="*/ 18637 w 83865"/>
                <a:gd name="connsiteY13" fmla="*/ 5411 h 182759"/>
                <a:gd name="connsiteX14" fmla="*/ 41782 w 83865"/>
                <a:gd name="connsiteY14" fmla="*/ 0 h 182759"/>
                <a:gd name="connsiteX15" fmla="*/ 64928 w 83865"/>
                <a:gd name="connsiteY15" fmla="*/ 4810 h 182759"/>
                <a:gd name="connsiteX16" fmla="*/ 79056 w 83865"/>
                <a:gd name="connsiteY16" fmla="*/ 19238 h 182759"/>
                <a:gd name="connsiteX17" fmla="*/ 83865 w 83865"/>
                <a:gd name="connsiteY17" fmla="*/ 43285 h 182759"/>
                <a:gd name="connsiteX18" fmla="*/ 83865 w 83865"/>
                <a:gd name="connsiteY18" fmla="*/ 44488 h 182759"/>
                <a:gd name="connsiteX19" fmla="*/ 79356 w 83865"/>
                <a:gd name="connsiteY19" fmla="*/ 68235 h 182759"/>
                <a:gd name="connsiteX20" fmla="*/ 66130 w 83865"/>
                <a:gd name="connsiteY20" fmla="*/ 97692 h 182759"/>
                <a:gd name="connsiteX21" fmla="*/ 34568 w 83865"/>
                <a:gd name="connsiteY21" fmla="*/ 156308 h 182759"/>
                <a:gd name="connsiteX22" fmla="*/ 83264 w 83865"/>
                <a:gd name="connsiteY22" fmla="*/ 156308 h 182759"/>
                <a:gd name="connsiteX23" fmla="*/ 83264 w 83865"/>
                <a:gd name="connsiteY23" fmla="*/ 182760 h 182759"/>
                <a:gd name="connsiteX24" fmla="*/ 601 w 83865"/>
                <a:gd name="connsiteY24" fmla="*/ 182760 h 182759"/>
                <a:gd name="connsiteX25" fmla="*/ 902 w 83865"/>
                <a:gd name="connsiteY25" fmla="*/ 159314 h 18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865" h="182759">
                  <a:moveTo>
                    <a:pt x="902" y="159314"/>
                  </a:moveTo>
                  <a:lnTo>
                    <a:pt x="39678" y="91380"/>
                  </a:lnTo>
                  <a:cubicBezTo>
                    <a:pt x="45089" y="81761"/>
                    <a:pt x="49297" y="73344"/>
                    <a:pt x="52003" y="65529"/>
                  </a:cubicBezTo>
                  <a:cubicBezTo>
                    <a:pt x="54708" y="57714"/>
                    <a:pt x="55910" y="51101"/>
                    <a:pt x="55910" y="45089"/>
                  </a:cubicBezTo>
                  <a:lnTo>
                    <a:pt x="55910" y="43887"/>
                  </a:lnTo>
                  <a:cubicBezTo>
                    <a:pt x="55910" y="38175"/>
                    <a:pt x="54708" y="34268"/>
                    <a:pt x="52604" y="31262"/>
                  </a:cubicBezTo>
                  <a:cubicBezTo>
                    <a:pt x="50500" y="28256"/>
                    <a:pt x="47193" y="27053"/>
                    <a:pt x="42985" y="27053"/>
                  </a:cubicBezTo>
                  <a:cubicBezTo>
                    <a:pt x="37874" y="27053"/>
                    <a:pt x="33967" y="28857"/>
                    <a:pt x="31562" y="32464"/>
                  </a:cubicBezTo>
                  <a:cubicBezTo>
                    <a:pt x="29158" y="36071"/>
                    <a:pt x="27955" y="41782"/>
                    <a:pt x="27955" y="49297"/>
                  </a:cubicBezTo>
                  <a:lnTo>
                    <a:pt x="27955" y="52904"/>
                  </a:lnTo>
                  <a:lnTo>
                    <a:pt x="0" y="52904"/>
                  </a:lnTo>
                  <a:lnTo>
                    <a:pt x="0" y="49297"/>
                  </a:lnTo>
                  <a:cubicBezTo>
                    <a:pt x="0" y="38175"/>
                    <a:pt x="1803" y="29158"/>
                    <a:pt x="4809" y="21943"/>
                  </a:cubicBezTo>
                  <a:cubicBezTo>
                    <a:pt x="7815" y="14729"/>
                    <a:pt x="12625" y="9319"/>
                    <a:pt x="18637" y="5411"/>
                  </a:cubicBezTo>
                  <a:cubicBezTo>
                    <a:pt x="24949" y="1804"/>
                    <a:pt x="32464" y="0"/>
                    <a:pt x="41782" y="0"/>
                  </a:cubicBezTo>
                  <a:cubicBezTo>
                    <a:pt x="51101" y="0"/>
                    <a:pt x="58916" y="1503"/>
                    <a:pt x="64928" y="4810"/>
                  </a:cubicBezTo>
                  <a:cubicBezTo>
                    <a:pt x="71240" y="8116"/>
                    <a:pt x="75749" y="12926"/>
                    <a:pt x="79056" y="19238"/>
                  </a:cubicBezTo>
                  <a:cubicBezTo>
                    <a:pt x="82062" y="25550"/>
                    <a:pt x="83865" y="33666"/>
                    <a:pt x="83865" y="43285"/>
                  </a:cubicBezTo>
                  <a:lnTo>
                    <a:pt x="83865" y="44488"/>
                  </a:lnTo>
                  <a:cubicBezTo>
                    <a:pt x="83865" y="51401"/>
                    <a:pt x="82362" y="59517"/>
                    <a:pt x="79356" y="68235"/>
                  </a:cubicBezTo>
                  <a:cubicBezTo>
                    <a:pt x="76350" y="77252"/>
                    <a:pt x="72142" y="86871"/>
                    <a:pt x="66130" y="97692"/>
                  </a:cubicBezTo>
                  <a:lnTo>
                    <a:pt x="34568" y="156308"/>
                  </a:lnTo>
                  <a:lnTo>
                    <a:pt x="83264" y="156308"/>
                  </a:lnTo>
                  <a:lnTo>
                    <a:pt x="83264" y="182760"/>
                  </a:lnTo>
                  <a:lnTo>
                    <a:pt x="601" y="182760"/>
                  </a:lnTo>
                  <a:lnTo>
                    <a:pt x="902" y="15931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FFEB4AD7-9D2F-E682-0590-87785EDDD71C}"/>
              </a:ext>
            </a:extLst>
          </p:cNvPr>
          <p:cNvSpPr/>
          <p:nvPr/>
        </p:nvSpPr>
        <p:spPr>
          <a:xfrm>
            <a:off x="6095555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297FD5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8C18EA7A-C350-C4E1-72F4-F6FCA46B881C}"/>
              </a:ext>
            </a:extLst>
          </p:cNvPr>
          <p:cNvSpPr/>
          <p:nvPr/>
        </p:nvSpPr>
        <p:spPr>
          <a:xfrm>
            <a:off x="6357728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BB14EFAC-9602-2D20-3904-353DA35B85EC}"/>
              </a:ext>
            </a:extLst>
          </p:cNvPr>
          <p:cNvSpPr/>
          <p:nvPr/>
        </p:nvSpPr>
        <p:spPr>
          <a:xfrm>
            <a:off x="6664242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4DA30B7-0FD0-C036-52B2-B1EFF8CDD1E3}"/>
              </a:ext>
            </a:extLst>
          </p:cNvPr>
          <p:cNvSpPr/>
          <p:nvPr/>
        </p:nvSpPr>
        <p:spPr>
          <a:xfrm>
            <a:off x="6730008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EE0B83AC-A0BC-9F4D-3AAE-57CE1D4D0708}"/>
              </a:ext>
            </a:extLst>
          </p:cNvPr>
          <p:cNvSpPr/>
          <p:nvPr/>
        </p:nvSpPr>
        <p:spPr>
          <a:xfrm>
            <a:off x="6800237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63957C6C-6DBA-CCD0-DA3D-B37EB41C020C}"/>
              </a:ext>
            </a:extLst>
          </p:cNvPr>
          <p:cNvSpPr/>
          <p:nvPr/>
        </p:nvSpPr>
        <p:spPr>
          <a:xfrm>
            <a:off x="6817201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D8E07ACB-D96A-B1E4-6BF9-DD19E46A0E52}"/>
              </a:ext>
            </a:extLst>
          </p:cNvPr>
          <p:cNvSpPr/>
          <p:nvPr/>
        </p:nvSpPr>
        <p:spPr>
          <a:xfrm>
            <a:off x="7157044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68752FFC-A739-8248-C055-3A9E5C659191}"/>
              </a:ext>
            </a:extLst>
          </p:cNvPr>
          <p:cNvSpPr/>
          <p:nvPr/>
        </p:nvSpPr>
        <p:spPr>
          <a:xfrm>
            <a:off x="7206442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5DF35972-D486-96B1-5988-F75506BD57B0}"/>
              </a:ext>
            </a:extLst>
          </p:cNvPr>
          <p:cNvSpPr/>
          <p:nvPr/>
        </p:nvSpPr>
        <p:spPr>
          <a:xfrm>
            <a:off x="7227274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5125F069-1DA9-CE63-79EB-80965A6F726E}"/>
              </a:ext>
            </a:extLst>
          </p:cNvPr>
          <p:cNvSpPr/>
          <p:nvPr/>
        </p:nvSpPr>
        <p:spPr>
          <a:xfrm>
            <a:off x="7206442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8DB8CDD4-3E02-A6D2-A786-B163901EB5A0}"/>
              </a:ext>
            </a:extLst>
          </p:cNvPr>
          <p:cNvSpPr/>
          <p:nvPr/>
        </p:nvSpPr>
        <p:spPr>
          <a:xfrm>
            <a:off x="7227274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EDFCFD1C-03E8-53EB-B836-2EDCD956A2B8}"/>
              </a:ext>
            </a:extLst>
          </p:cNvPr>
          <p:cNvSpPr/>
          <p:nvPr/>
        </p:nvSpPr>
        <p:spPr>
          <a:xfrm>
            <a:off x="7458796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33EB9D8-BD03-6BA3-4034-3482AFC98CC2}"/>
              </a:ext>
            </a:extLst>
          </p:cNvPr>
          <p:cNvGrpSpPr/>
          <p:nvPr/>
        </p:nvGrpSpPr>
        <p:grpSpPr>
          <a:xfrm>
            <a:off x="7366989" y="4315582"/>
            <a:ext cx="183015" cy="183907"/>
            <a:chOff x="7370595" y="4278520"/>
            <a:chExt cx="183015" cy="183907"/>
          </a:xfrm>
          <a:solidFill>
            <a:srgbClr val="297FD5"/>
          </a:solidFill>
        </p:grpSpPr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659D9263-7041-B6CE-6B34-6CC7C6B83BB2}"/>
                </a:ext>
              </a:extLst>
            </p:cNvPr>
            <p:cNvSpPr/>
            <p:nvPr/>
          </p:nvSpPr>
          <p:spPr>
            <a:xfrm>
              <a:off x="7370595" y="4278818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672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4CBA26CC-56DD-A1D2-5B30-9B22A844C40A}"/>
                </a:ext>
              </a:extLst>
            </p:cNvPr>
            <p:cNvSpPr/>
            <p:nvPr/>
          </p:nvSpPr>
          <p:spPr>
            <a:xfrm>
              <a:off x="7470287" y="4278520"/>
              <a:ext cx="83323" cy="183441"/>
            </a:xfrm>
            <a:custGeom>
              <a:avLst/>
              <a:gdLst>
                <a:gd name="connsiteX0" fmla="*/ 19538 w 84165"/>
                <a:gd name="connsiteY0" fmla="*/ 180956 h 185294"/>
                <a:gd name="connsiteX1" fmla="*/ 5110 w 84165"/>
                <a:gd name="connsiteY1" fmla="*/ 167730 h 185294"/>
                <a:gd name="connsiteX2" fmla="*/ 0 w 84165"/>
                <a:gd name="connsiteY2" fmla="*/ 146689 h 185294"/>
                <a:gd name="connsiteX3" fmla="*/ 0 w 84165"/>
                <a:gd name="connsiteY3" fmla="*/ 133463 h 185294"/>
                <a:gd name="connsiteX4" fmla="*/ 27353 w 84165"/>
                <a:gd name="connsiteY4" fmla="*/ 133463 h 185294"/>
                <a:gd name="connsiteX5" fmla="*/ 27353 w 84165"/>
                <a:gd name="connsiteY5" fmla="*/ 145186 h 185294"/>
                <a:gd name="connsiteX6" fmla="*/ 29157 w 84165"/>
                <a:gd name="connsiteY6" fmla="*/ 152400 h 185294"/>
                <a:gd name="connsiteX7" fmla="*/ 34267 w 84165"/>
                <a:gd name="connsiteY7" fmla="*/ 156909 h 185294"/>
                <a:gd name="connsiteX8" fmla="*/ 42383 w 84165"/>
                <a:gd name="connsiteY8" fmla="*/ 158412 h 185294"/>
                <a:gd name="connsiteX9" fmla="*/ 52904 w 84165"/>
                <a:gd name="connsiteY9" fmla="*/ 154504 h 185294"/>
                <a:gd name="connsiteX10" fmla="*/ 56511 w 84165"/>
                <a:gd name="connsiteY10" fmla="*/ 143683 h 185294"/>
                <a:gd name="connsiteX11" fmla="*/ 56511 w 84165"/>
                <a:gd name="connsiteY11" fmla="*/ 118133 h 185294"/>
                <a:gd name="connsiteX12" fmla="*/ 53205 w 84165"/>
                <a:gd name="connsiteY12" fmla="*/ 106410 h 185294"/>
                <a:gd name="connsiteX13" fmla="*/ 43285 w 84165"/>
                <a:gd name="connsiteY13" fmla="*/ 102201 h 185294"/>
                <a:gd name="connsiteX14" fmla="*/ 31862 w 84165"/>
                <a:gd name="connsiteY14" fmla="*/ 102201 h 185294"/>
                <a:gd name="connsiteX15" fmla="*/ 31862 w 84165"/>
                <a:gd name="connsiteY15" fmla="*/ 75749 h 185294"/>
                <a:gd name="connsiteX16" fmla="*/ 43285 w 84165"/>
                <a:gd name="connsiteY16" fmla="*/ 75749 h 185294"/>
                <a:gd name="connsiteX17" fmla="*/ 50800 w 84165"/>
                <a:gd name="connsiteY17" fmla="*/ 72142 h 185294"/>
                <a:gd name="connsiteX18" fmla="*/ 53505 w 84165"/>
                <a:gd name="connsiteY18" fmla="*/ 62223 h 185294"/>
                <a:gd name="connsiteX19" fmla="*/ 53505 w 84165"/>
                <a:gd name="connsiteY19" fmla="*/ 38476 h 185294"/>
                <a:gd name="connsiteX20" fmla="*/ 50500 w 84165"/>
                <a:gd name="connsiteY20" fmla="*/ 29759 h 185294"/>
                <a:gd name="connsiteX21" fmla="*/ 42083 w 84165"/>
                <a:gd name="connsiteY21" fmla="*/ 26753 h 185294"/>
                <a:gd name="connsiteX22" fmla="*/ 35470 w 84165"/>
                <a:gd name="connsiteY22" fmla="*/ 28256 h 185294"/>
                <a:gd name="connsiteX23" fmla="*/ 31261 w 84165"/>
                <a:gd name="connsiteY23" fmla="*/ 32464 h 185294"/>
                <a:gd name="connsiteX24" fmla="*/ 29758 w 84165"/>
                <a:gd name="connsiteY24" fmla="*/ 38776 h 185294"/>
                <a:gd name="connsiteX25" fmla="*/ 29758 w 84165"/>
                <a:gd name="connsiteY25" fmla="*/ 52303 h 185294"/>
                <a:gd name="connsiteX26" fmla="*/ 2405 w 84165"/>
                <a:gd name="connsiteY26" fmla="*/ 52303 h 185294"/>
                <a:gd name="connsiteX27" fmla="*/ 2405 w 84165"/>
                <a:gd name="connsiteY27" fmla="*/ 38476 h 185294"/>
                <a:gd name="connsiteX28" fmla="*/ 7214 w 84165"/>
                <a:gd name="connsiteY28" fmla="*/ 17735 h 185294"/>
                <a:gd name="connsiteX29" fmla="*/ 21041 w 84165"/>
                <a:gd name="connsiteY29" fmla="*/ 4509 h 185294"/>
                <a:gd name="connsiteX30" fmla="*/ 42985 w 84165"/>
                <a:gd name="connsiteY30" fmla="*/ 0 h 185294"/>
                <a:gd name="connsiteX31" fmla="*/ 70939 w 84165"/>
                <a:gd name="connsiteY31" fmla="*/ 10220 h 185294"/>
                <a:gd name="connsiteX32" fmla="*/ 80859 w 84165"/>
                <a:gd name="connsiteY32" fmla="*/ 38776 h 185294"/>
                <a:gd name="connsiteX33" fmla="*/ 80859 w 84165"/>
                <a:gd name="connsiteY33" fmla="*/ 63726 h 185294"/>
                <a:gd name="connsiteX34" fmla="*/ 76651 w 84165"/>
                <a:gd name="connsiteY34" fmla="*/ 76952 h 185294"/>
                <a:gd name="connsiteX35" fmla="*/ 64627 w 84165"/>
                <a:gd name="connsiteY35" fmla="*/ 88675 h 185294"/>
                <a:gd name="connsiteX36" fmla="*/ 79056 w 84165"/>
                <a:gd name="connsiteY36" fmla="*/ 99496 h 185294"/>
                <a:gd name="connsiteX37" fmla="*/ 84166 w 84165"/>
                <a:gd name="connsiteY37" fmla="*/ 117532 h 185294"/>
                <a:gd name="connsiteX38" fmla="*/ 84166 w 84165"/>
                <a:gd name="connsiteY38" fmla="*/ 143984 h 185294"/>
                <a:gd name="connsiteX39" fmla="*/ 79356 w 84165"/>
                <a:gd name="connsiteY39" fmla="*/ 166227 h 185294"/>
                <a:gd name="connsiteX40" fmla="*/ 64927 w 84165"/>
                <a:gd name="connsiteY40" fmla="*/ 180355 h 185294"/>
                <a:gd name="connsiteX41" fmla="*/ 42383 w 84165"/>
                <a:gd name="connsiteY41" fmla="*/ 185165 h 185294"/>
                <a:gd name="connsiteX42" fmla="*/ 19538 w 84165"/>
                <a:gd name="connsiteY42" fmla="*/ 180956 h 18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4165" h="185294">
                  <a:moveTo>
                    <a:pt x="19538" y="180956"/>
                  </a:moveTo>
                  <a:cubicBezTo>
                    <a:pt x="13226" y="177951"/>
                    <a:pt x="8417" y="173442"/>
                    <a:pt x="5110" y="167730"/>
                  </a:cubicBezTo>
                  <a:cubicBezTo>
                    <a:pt x="1803" y="161719"/>
                    <a:pt x="0" y="154805"/>
                    <a:pt x="0" y="146689"/>
                  </a:cubicBezTo>
                  <a:lnTo>
                    <a:pt x="0" y="133463"/>
                  </a:lnTo>
                  <a:lnTo>
                    <a:pt x="27353" y="133463"/>
                  </a:lnTo>
                  <a:lnTo>
                    <a:pt x="27353" y="145186"/>
                  </a:lnTo>
                  <a:cubicBezTo>
                    <a:pt x="27353" y="147891"/>
                    <a:pt x="27955" y="150296"/>
                    <a:pt x="29157" y="152400"/>
                  </a:cubicBezTo>
                  <a:cubicBezTo>
                    <a:pt x="30359" y="154504"/>
                    <a:pt x="32163" y="156007"/>
                    <a:pt x="34267" y="156909"/>
                  </a:cubicBezTo>
                  <a:cubicBezTo>
                    <a:pt x="36371" y="158112"/>
                    <a:pt x="39077" y="158412"/>
                    <a:pt x="42383" y="158412"/>
                  </a:cubicBezTo>
                  <a:cubicBezTo>
                    <a:pt x="46892" y="158412"/>
                    <a:pt x="50500" y="157210"/>
                    <a:pt x="52904" y="154504"/>
                  </a:cubicBezTo>
                  <a:cubicBezTo>
                    <a:pt x="55309" y="151799"/>
                    <a:pt x="56511" y="148192"/>
                    <a:pt x="56511" y="143683"/>
                  </a:cubicBezTo>
                  <a:lnTo>
                    <a:pt x="56511" y="118133"/>
                  </a:lnTo>
                  <a:cubicBezTo>
                    <a:pt x="56511" y="113023"/>
                    <a:pt x="55309" y="109115"/>
                    <a:pt x="53205" y="106410"/>
                  </a:cubicBezTo>
                  <a:cubicBezTo>
                    <a:pt x="51101" y="103704"/>
                    <a:pt x="47794" y="102201"/>
                    <a:pt x="43285" y="102201"/>
                  </a:cubicBezTo>
                  <a:lnTo>
                    <a:pt x="31862" y="102201"/>
                  </a:lnTo>
                  <a:lnTo>
                    <a:pt x="31862" y="75749"/>
                  </a:lnTo>
                  <a:lnTo>
                    <a:pt x="43285" y="75749"/>
                  </a:lnTo>
                  <a:cubicBezTo>
                    <a:pt x="46592" y="75749"/>
                    <a:pt x="48997" y="74547"/>
                    <a:pt x="50800" y="72142"/>
                  </a:cubicBezTo>
                  <a:cubicBezTo>
                    <a:pt x="52604" y="69738"/>
                    <a:pt x="53505" y="66431"/>
                    <a:pt x="53505" y="62223"/>
                  </a:cubicBezTo>
                  <a:lnTo>
                    <a:pt x="53505" y="38476"/>
                  </a:lnTo>
                  <a:cubicBezTo>
                    <a:pt x="53505" y="34869"/>
                    <a:pt x="52604" y="31863"/>
                    <a:pt x="50500" y="29759"/>
                  </a:cubicBezTo>
                  <a:cubicBezTo>
                    <a:pt x="48395" y="27655"/>
                    <a:pt x="45690" y="26753"/>
                    <a:pt x="42083" y="26753"/>
                  </a:cubicBezTo>
                  <a:cubicBezTo>
                    <a:pt x="39377" y="26753"/>
                    <a:pt x="37273" y="27354"/>
                    <a:pt x="35470" y="28256"/>
                  </a:cubicBezTo>
                  <a:cubicBezTo>
                    <a:pt x="33666" y="29158"/>
                    <a:pt x="32163" y="30661"/>
                    <a:pt x="31261" y="32464"/>
                  </a:cubicBezTo>
                  <a:cubicBezTo>
                    <a:pt x="30359" y="34268"/>
                    <a:pt x="29758" y="36372"/>
                    <a:pt x="29758" y="38776"/>
                  </a:cubicBezTo>
                  <a:lnTo>
                    <a:pt x="29758" y="52303"/>
                  </a:lnTo>
                  <a:lnTo>
                    <a:pt x="2405" y="52303"/>
                  </a:lnTo>
                  <a:lnTo>
                    <a:pt x="2405" y="38476"/>
                  </a:lnTo>
                  <a:cubicBezTo>
                    <a:pt x="2405" y="30360"/>
                    <a:pt x="3908" y="23446"/>
                    <a:pt x="7214" y="17735"/>
                  </a:cubicBezTo>
                  <a:cubicBezTo>
                    <a:pt x="10521" y="12024"/>
                    <a:pt x="15030" y="7515"/>
                    <a:pt x="21041" y="4509"/>
                  </a:cubicBezTo>
                  <a:cubicBezTo>
                    <a:pt x="27053" y="1503"/>
                    <a:pt x="34267" y="0"/>
                    <a:pt x="42985" y="0"/>
                  </a:cubicBezTo>
                  <a:cubicBezTo>
                    <a:pt x="55008" y="0"/>
                    <a:pt x="64326" y="3307"/>
                    <a:pt x="70939" y="10220"/>
                  </a:cubicBezTo>
                  <a:cubicBezTo>
                    <a:pt x="77553" y="16833"/>
                    <a:pt x="80859" y="26452"/>
                    <a:pt x="80859" y="38776"/>
                  </a:cubicBezTo>
                  <a:lnTo>
                    <a:pt x="80859" y="63726"/>
                  </a:lnTo>
                  <a:cubicBezTo>
                    <a:pt x="80859" y="68235"/>
                    <a:pt x="79356" y="72743"/>
                    <a:pt x="76651" y="76952"/>
                  </a:cubicBezTo>
                  <a:cubicBezTo>
                    <a:pt x="73945" y="81160"/>
                    <a:pt x="69737" y="85368"/>
                    <a:pt x="64627" y="88675"/>
                  </a:cubicBezTo>
                  <a:cubicBezTo>
                    <a:pt x="70639" y="90779"/>
                    <a:pt x="75448" y="94686"/>
                    <a:pt x="79056" y="99496"/>
                  </a:cubicBezTo>
                  <a:cubicBezTo>
                    <a:pt x="82362" y="104606"/>
                    <a:pt x="84166" y="110618"/>
                    <a:pt x="84166" y="117532"/>
                  </a:cubicBezTo>
                  <a:lnTo>
                    <a:pt x="84166" y="143984"/>
                  </a:lnTo>
                  <a:cubicBezTo>
                    <a:pt x="84166" y="152701"/>
                    <a:pt x="82663" y="160216"/>
                    <a:pt x="79356" y="166227"/>
                  </a:cubicBezTo>
                  <a:cubicBezTo>
                    <a:pt x="76050" y="172239"/>
                    <a:pt x="71240" y="177049"/>
                    <a:pt x="64927" y="180355"/>
                  </a:cubicBezTo>
                  <a:cubicBezTo>
                    <a:pt x="58615" y="183662"/>
                    <a:pt x="51101" y="185165"/>
                    <a:pt x="42383" y="185165"/>
                  </a:cubicBezTo>
                  <a:cubicBezTo>
                    <a:pt x="33666" y="185766"/>
                    <a:pt x="25850" y="184263"/>
                    <a:pt x="19538" y="180956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A50468D-FDEC-C3F3-2AE7-6A930AE7EE60}"/>
              </a:ext>
            </a:extLst>
          </p:cNvPr>
          <p:cNvSpPr/>
          <p:nvPr/>
        </p:nvSpPr>
        <p:spPr>
          <a:xfrm>
            <a:off x="8821440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7F8FA9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C5C0657-3AA7-AEB2-CF26-185CB830C287}"/>
              </a:ext>
            </a:extLst>
          </p:cNvPr>
          <p:cNvSpPr/>
          <p:nvPr/>
        </p:nvSpPr>
        <p:spPr>
          <a:xfrm>
            <a:off x="9083614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BFA50F1D-E4C2-FC92-6EB7-D8EB894AD95B}"/>
              </a:ext>
            </a:extLst>
          </p:cNvPr>
          <p:cNvSpPr/>
          <p:nvPr/>
        </p:nvSpPr>
        <p:spPr>
          <a:xfrm>
            <a:off x="9390127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1C12BB0-40CF-4995-393E-E571899C1508}"/>
              </a:ext>
            </a:extLst>
          </p:cNvPr>
          <p:cNvSpPr/>
          <p:nvPr/>
        </p:nvSpPr>
        <p:spPr>
          <a:xfrm>
            <a:off x="9455895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D4075602-0980-162E-02F2-E1DD514F7301}"/>
              </a:ext>
            </a:extLst>
          </p:cNvPr>
          <p:cNvSpPr/>
          <p:nvPr/>
        </p:nvSpPr>
        <p:spPr>
          <a:xfrm>
            <a:off x="9526123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08FF6167-2480-5A16-12AC-0FCE134EB88C}"/>
              </a:ext>
            </a:extLst>
          </p:cNvPr>
          <p:cNvSpPr/>
          <p:nvPr/>
        </p:nvSpPr>
        <p:spPr>
          <a:xfrm>
            <a:off x="9543085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15F6710-84EA-DB81-CDD9-A345F018242B}"/>
              </a:ext>
            </a:extLst>
          </p:cNvPr>
          <p:cNvSpPr/>
          <p:nvPr/>
        </p:nvSpPr>
        <p:spPr>
          <a:xfrm>
            <a:off x="9882930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C26A8EC6-6F49-FB46-A7E5-C1739670142C}"/>
              </a:ext>
            </a:extLst>
          </p:cNvPr>
          <p:cNvSpPr/>
          <p:nvPr/>
        </p:nvSpPr>
        <p:spPr>
          <a:xfrm>
            <a:off x="9932329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08D08CC0-3202-6BCA-D09F-4E5EF177D8D7}"/>
              </a:ext>
            </a:extLst>
          </p:cNvPr>
          <p:cNvSpPr/>
          <p:nvPr/>
        </p:nvSpPr>
        <p:spPr>
          <a:xfrm>
            <a:off x="9953160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E55F7B2-8D0F-C62B-4EF4-5D8FB248B650}"/>
              </a:ext>
            </a:extLst>
          </p:cNvPr>
          <p:cNvSpPr/>
          <p:nvPr/>
        </p:nvSpPr>
        <p:spPr>
          <a:xfrm>
            <a:off x="9932329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42C29D4D-0C44-444F-8806-0A911803E7A5}"/>
              </a:ext>
            </a:extLst>
          </p:cNvPr>
          <p:cNvSpPr/>
          <p:nvPr/>
        </p:nvSpPr>
        <p:spPr>
          <a:xfrm>
            <a:off x="9953160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91C691F6-95E0-DC9F-2381-6D0D888B2EDA}"/>
              </a:ext>
            </a:extLst>
          </p:cNvPr>
          <p:cNvSpPr/>
          <p:nvPr/>
        </p:nvSpPr>
        <p:spPr>
          <a:xfrm>
            <a:off x="1018468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CE25E42-D1DF-770A-691E-EF88C07377E2}"/>
              </a:ext>
            </a:extLst>
          </p:cNvPr>
          <p:cNvGrpSpPr/>
          <p:nvPr/>
        </p:nvGrpSpPr>
        <p:grpSpPr>
          <a:xfrm>
            <a:off x="10091834" y="4318144"/>
            <a:ext cx="197003" cy="183609"/>
            <a:chOff x="10091983" y="4278794"/>
            <a:chExt cx="197003" cy="183609"/>
          </a:xfrm>
          <a:solidFill>
            <a:srgbClr val="7F8FA9"/>
          </a:solidFill>
        </p:grpSpPr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258DC2E9-778E-474C-48B5-B3EDA755C312}"/>
                </a:ext>
              </a:extLst>
            </p:cNvPr>
            <p:cNvSpPr/>
            <p:nvPr/>
          </p:nvSpPr>
          <p:spPr>
            <a:xfrm>
              <a:off x="10091983" y="4278794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973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0B1266D5-AF12-F89F-50D2-34421EE1177D}"/>
                </a:ext>
              </a:extLst>
            </p:cNvPr>
            <p:cNvSpPr/>
            <p:nvPr/>
          </p:nvSpPr>
          <p:spPr>
            <a:xfrm>
              <a:off x="10194057" y="4280877"/>
              <a:ext cx="94929" cy="179741"/>
            </a:xfrm>
            <a:custGeom>
              <a:avLst/>
              <a:gdLst>
                <a:gd name="connsiteX0" fmla="*/ 300 w 95888"/>
                <a:gd name="connsiteY0" fmla="*/ 128653 h 181557"/>
                <a:gd name="connsiteX1" fmla="*/ 38776 w 95888"/>
                <a:gd name="connsiteY1" fmla="*/ 0 h 181557"/>
                <a:gd name="connsiteX2" fmla="*/ 67332 w 95888"/>
                <a:gd name="connsiteY2" fmla="*/ 0 h 181557"/>
                <a:gd name="connsiteX3" fmla="*/ 30359 w 95888"/>
                <a:gd name="connsiteY3" fmla="*/ 127150 h 181557"/>
                <a:gd name="connsiteX4" fmla="*/ 95888 w 95888"/>
                <a:gd name="connsiteY4" fmla="*/ 127150 h 181557"/>
                <a:gd name="connsiteX5" fmla="*/ 95888 w 95888"/>
                <a:gd name="connsiteY5" fmla="*/ 153602 h 181557"/>
                <a:gd name="connsiteX6" fmla="*/ 0 w 95888"/>
                <a:gd name="connsiteY6" fmla="*/ 153602 h 181557"/>
                <a:gd name="connsiteX7" fmla="*/ 0 w 95888"/>
                <a:gd name="connsiteY7" fmla="*/ 128653 h 181557"/>
                <a:gd name="connsiteX8" fmla="*/ 57413 w 95888"/>
                <a:gd name="connsiteY8" fmla="*/ 78154 h 181557"/>
                <a:gd name="connsiteX9" fmla="*/ 84166 w 95888"/>
                <a:gd name="connsiteY9" fmla="*/ 78154 h 181557"/>
                <a:gd name="connsiteX10" fmla="*/ 84166 w 95888"/>
                <a:gd name="connsiteY10" fmla="*/ 181557 h 181557"/>
                <a:gd name="connsiteX11" fmla="*/ 57413 w 95888"/>
                <a:gd name="connsiteY11" fmla="*/ 181557 h 181557"/>
                <a:gd name="connsiteX12" fmla="*/ 57413 w 95888"/>
                <a:gd name="connsiteY12" fmla="*/ 78154 h 18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888" h="181557">
                  <a:moveTo>
                    <a:pt x="300" y="128653"/>
                  </a:moveTo>
                  <a:lnTo>
                    <a:pt x="38776" y="0"/>
                  </a:lnTo>
                  <a:lnTo>
                    <a:pt x="67332" y="0"/>
                  </a:lnTo>
                  <a:lnTo>
                    <a:pt x="30359" y="127150"/>
                  </a:lnTo>
                  <a:lnTo>
                    <a:pt x="95888" y="127150"/>
                  </a:lnTo>
                  <a:lnTo>
                    <a:pt x="95888" y="153602"/>
                  </a:lnTo>
                  <a:lnTo>
                    <a:pt x="0" y="153602"/>
                  </a:lnTo>
                  <a:lnTo>
                    <a:pt x="0" y="128653"/>
                  </a:lnTo>
                  <a:close/>
                  <a:moveTo>
                    <a:pt x="57413" y="78154"/>
                  </a:moveTo>
                  <a:lnTo>
                    <a:pt x="84166" y="78154"/>
                  </a:lnTo>
                  <a:lnTo>
                    <a:pt x="84166" y="181557"/>
                  </a:lnTo>
                  <a:lnTo>
                    <a:pt x="57413" y="181557"/>
                  </a:lnTo>
                  <a:lnTo>
                    <a:pt x="57413" y="7815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38315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2">
            <a:extLst>
              <a:ext uri="{FF2B5EF4-FFF2-40B4-BE49-F238E27FC236}">
                <a16:creationId xmlns:a16="http://schemas.microsoft.com/office/drawing/2014/main" id="{CF592A97-D7AB-C8C5-D43A-AA0C8FD11C32}"/>
              </a:ext>
            </a:extLst>
          </p:cNvPr>
          <p:cNvSpPr/>
          <p:nvPr/>
        </p:nvSpPr>
        <p:spPr>
          <a:xfrm flipV="1">
            <a:off x="2247900" y="2692400"/>
            <a:ext cx="1988643" cy="1584650"/>
          </a:xfrm>
          <a:custGeom>
            <a:avLst/>
            <a:gdLst/>
            <a:ahLst/>
            <a:cxnLst/>
            <a:rect l="l" t="t" r="r" b="b"/>
            <a:pathLst>
              <a:path w="1988643" h="1584650">
                <a:moveTo>
                  <a:pt x="0" y="0"/>
                </a:moveTo>
                <a:lnTo>
                  <a:pt x="15612" y="0"/>
                </a:lnTo>
                <a:lnTo>
                  <a:pt x="206530" y="69957"/>
                </a:lnTo>
                <a:cubicBezTo>
                  <a:pt x="403556" y="135701"/>
                  <a:pt x="608761" y="191383"/>
                  <a:pt x="820205" y="235353"/>
                </a:cubicBezTo>
                <a:cubicBezTo>
                  <a:pt x="1137374" y="301309"/>
                  <a:pt x="1446066" y="336232"/>
                  <a:pt x="1738956" y="342803"/>
                </a:cubicBezTo>
                <a:lnTo>
                  <a:pt x="1988643" y="340389"/>
                </a:lnTo>
                <a:lnTo>
                  <a:pt x="1988643" y="1244262"/>
                </a:lnTo>
                <a:lnTo>
                  <a:pt x="1738956" y="1241847"/>
                </a:lnTo>
                <a:cubicBezTo>
                  <a:pt x="1446066" y="1248419"/>
                  <a:pt x="1137374" y="1283343"/>
                  <a:pt x="820205" y="1349298"/>
                </a:cubicBezTo>
                <a:cubicBezTo>
                  <a:pt x="608761" y="1393269"/>
                  <a:pt x="403556" y="1448951"/>
                  <a:pt x="206530" y="1514695"/>
                </a:cubicBezTo>
                <a:lnTo>
                  <a:pt x="15615" y="1584650"/>
                </a:lnTo>
                <a:lnTo>
                  <a:pt x="0" y="1584650"/>
                </a:lnTo>
                <a:close/>
              </a:path>
            </a:pathLst>
          </a:custGeom>
          <a:gradFill rotWithShape="1">
            <a:gsLst>
              <a:gs pos="14000">
                <a:srgbClr val="009DD9">
                  <a:alpha val="0"/>
                </a:srgbClr>
              </a:gs>
              <a:gs pos="100000">
                <a:srgbClr val="009DD9">
                  <a:alpha val="18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9662440-0A5B-AB07-961D-01EBEC144AFD}"/>
              </a:ext>
            </a:extLst>
          </p:cNvPr>
          <p:cNvSpPr/>
          <p:nvPr/>
        </p:nvSpPr>
        <p:spPr>
          <a:xfrm flipV="1">
            <a:off x="2768600" y="3937000"/>
            <a:ext cx="1237097" cy="180144"/>
          </a:xfrm>
          <a:custGeom>
            <a:avLst/>
            <a:gdLst/>
            <a:ahLst/>
            <a:cxnLst/>
            <a:rect l="l" t="t" r="r" b="b"/>
            <a:pathLst>
              <a:path w="1237097" h="180144">
                <a:moveTo>
                  <a:pt x="0" y="0"/>
                </a:moveTo>
                <a:lnTo>
                  <a:pt x="304538" y="72694"/>
                </a:lnTo>
                <a:cubicBezTo>
                  <a:pt x="621707" y="138650"/>
                  <a:pt x="930399" y="173572"/>
                  <a:pt x="1223289" y="180144"/>
                </a:cubicBezTo>
                <a:lnTo>
                  <a:pt x="1237097" y="180011"/>
                </a:lnTo>
              </a:path>
            </a:pathLst>
          </a:custGeom>
          <a:noFill/>
          <a:ln w="12700" cap="flat" cmpd="sng">
            <a:gradFill rotWithShape="1">
              <a:gsLst>
                <a:gs pos="0">
                  <a:srgbClr val="26476A">
                    <a:alpha val="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4">
            <a:extLst>
              <a:ext uri="{FF2B5EF4-FFF2-40B4-BE49-F238E27FC236}">
                <a16:creationId xmlns:a16="http://schemas.microsoft.com/office/drawing/2014/main" id="{9CBA84F5-8704-3E5B-E294-7E5E6203A430}"/>
              </a:ext>
            </a:extLst>
          </p:cNvPr>
          <p:cNvSpPr/>
          <p:nvPr/>
        </p:nvSpPr>
        <p:spPr>
          <a:xfrm flipV="1">
            <a:off x="3949700" y="3937000"/>
            <a:ext cx="50800" cy="25400"/>
          </a:xfrm>
          <a:prstGeom prst="rtTriangl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5">
            <a:extLst>
              <a:ext uri="{FF2B5EF4-FFF2-40B4-BE49-F238E27FC236}">
                <a16:creationId xmlns:a16="http://schemas.microsoft.com/office/drawing/2014/main" id="{8229EA79-F253-68E1-2784-A711E6727F64}"/>
              </a:ext>
            </a:extLst>
          </p:cNvPr>
          <p:cNvSpPr/>
          <p:nvPr/>
        </p:nvSpPr>
        <p:spPr>
          <a:xfrm>
            <a:off x="2768600" y="2857500"/>
            <a:ext cx="1237097" cy="180144"/>
          </a:xfrm>
          <a:custGeom>
            <a:avLst/>
            <a:gdLst/>
            <a:ahLst/>
            <a:cxnLst/>
            <a:rect l="l" t="t" r="r" b="b"/>
            <a:pathLst>
              <a:path w="1237097" h="180144">
                <a:moveTo>
                  <a:pt x="0" y="0"/>
                </a:moveTo>
                <a:lnTo>
                  <a:pt x="304538" y="72694"/>
                </a:lnTo>
                <a:cubicBezTo>
                  <a:pt x="621707" y="138650"/>
                  <a:pt x="930399" y="173572"/>
                  <a:pt x="1223289" y="180144"/>
                </a:cubicBezTo>
                <a:lnTo>
                  <a:pt x="1237097" y="180011"/>
                </a:lnTo>
              </a:path>
            </a:pathLst>
          </a:custGeom>
          <a:noFill/>
          <a:ln w="12700" cap="flat" cmpd="sng">
            <a:gradFill rotWithShape="1">
              <a:gsLst>
                <a:gs pos="0">
                  <a:srgbClr val="26476A">
                    <a:alpha val="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6">
            <a:extLst>
              <a:ext uri="{FF2B5EF4-FFF2-40B4-BE49-F238E27FC236}">
                <a16:creationId xmlns:a16="http://schemas.microsoft.com/office/drawing/2014/main" id="{E30811D6-CE8A-4FED-9B6A-53BA68A83E1A}"/>
              </a:ext>
            </a:extLst>
          </p:cNvPr>
          <p:cNvSpPr/>
          <p:nvPr/>
        </p:nvSpPr>
        <p:spPr>
          <a:xfrm>
            <a:off x="3949700" y="2997200"/>
            <a:ext cx="50800" cy="25400"/>
          </a:xfrm>
          <a:prstGeom prst="rtTriangl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E4957663-A4AE-AF4C-276E-9A9711191270}"/>
              </a:ext>
            </a:extLst>
          </p:cNvPr>
          <p:cNvSpPr/>
          <p:nvPr/>
        </p:nvSpPr>
        <p:spPr>
          <a:xfrm>
            <a:off x="1104900" y="2622717"/>
            <a:ext cx="1663700" cy="1663700"/>
          </a:xfrm>
          <a:prstGeom prst="ellipse">
            <a:avLst/>
          </a:prstGeom>
          <a:solidFill>
            <a:srgbClr val="26476A">
              <a:alpha val="9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8">
            <a:extLst>
              <a:ext uri="{FF2B5EF4-FFF2-40B4-BE49-F238E27FC236}">
                <a16:creationId xmlns:a16="http://schemas.microsoft.com/office/drawing/2014/main" id="{22F6AB51-8E2E-6B02-14C8-CB9971561DCF}"/>
              </a:ext>
            </a:extLst>
          </p:cNvPr>
          <p:cNvCxnSpPr/>
          <p:nvPr/>
        </p:nvCxnSpPr>
        <p:spPr>
          <a:xfrm rot="3">
            <a:off x="2857500" y="3479801"/>
            <a:ext cx="9652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0" name="AutoShape 19">
            <a:extLst>
              <a:ext uri="{FF2B5EF4-FFF2-40B4-BE49-F238E27FC236}">
                <a16:creationId xmlns:a16="http://schemas.microsoft.com/office/drawing/2014/main" id="{4B8764D4-8F75-DE49-ABA5-27FC02CBDAFE}"/>
              </a:ext>
            </a:extLst>
          </p:cNvPr>
          <p:cNvSpPr/>
          <p:nvPr/>
        </p:nvSpPr>
        <p:spPr>
          <a:xfrm>
            <a:off x="3924300" y="2971800"/>
            <a:ext cx="1028700" cy="1028700"/>
          </a:xfrm>
          <a:prstGeom prst="ellipse">
            <a:avLst/>
          </a:prstGeom>
          <a:solidFill>
            <a:srgbClr val="26476A">
              <a:alpha val="9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1" name="Connector 20">
            <a:extLst>
              <a:ext uri="{FF2B5EF4-FFF2-40B4-BE49-F238E27FC236}">
                <a16:creationId xmlns:a16="http://schemas.microsoft.com/office/drawing/2014/main" id="{1E9472CD-A1B0-8AA2-B603-253C322A9E74}"/>
              </a:ext>
            </a:extLst>
          </p:cNvPr>
          <p:cNvCxnSpPr/>
          <p:nvPr/>
        </p:nvCxnSpPr>
        <p:spPr>
          <a:xfrm rot="2686695">
            <a:off x="4910715" y="4019580"/>
            <a:ext cx="9609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2" name="Connector 21">
            <a:extLst>
              <a:ext uri="{FF2B5EF4-FFF2-40B4-BE49-F238E27FC236}">
                <a16:creationId xmlns:a16="http://schemas.microsoft.com/office/drawing/2014/main" id="{8E8F842B-AE6F-B5D0-F146-6D69B9414423}"/>
              </a:ext>
            </a:extLst>
          </p:cNvPr>
          <p:cNvCxnSpPr/>
          <p:nvPr/>
        </p:nvCxnSpPr>
        <p:spPr>
          <a:xfrm rot="-2777559">
            <a:off x="4910715" y="2952720"/>
            <a:ext cx="9609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3" name="Connector 22">
            <a:extLst>
              <a:ext uri="{FF2B5EF4-FFF2-40B4-BE49-F238E27FC236}">
                <a16:creationId xmlns:a16="http://schemas.microsoft.com/office/drawing/2014/main" id="{D82605B7-70EA-0A5E-E02D-09395ED82F3D}"/>
              </a:ext>
            </a:extLst>
          </p:cNvPr>
          <p:cNvCxnSpPr/>
          <p:nvPr/>
        </p:nvCxnSpPr>
        <p:spPr>
          <a:xfrm rot="3">
            <a:off x="4914900" y="3479801"/>
            <a:ext cx="9652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4" name="Freeform 23">
            <a:extLst>
              <a:ext uri="{FF2B5EF4-FFF2-40B4-BE49-F238E27FC236}">
                <a16:creationId xmlns:a16="http://schemas.microsoft.com/office/drawing/2014/main" id="{99D7602F-7C29-2E5D-6EC9-DFD1CFA12DE6}"/>
              </a:ext>
            </a:extLst>
          </p:cNvPr>
          <p:cNvSpPr/>
          <p:nvPr/>
        </p:nvSpPr>
        <p:spPr>
          <a:xfrm>
            <a:off x="1511300" y="3352800"/>
            <a:ext cx="826714" cy="474627"/>
          </a:xfrm>
          <a:custGeom>
            <a:avLst/>
            <a:gdLst/>
            <a:ahLst/>
            <a:cxnLst/>
            <a:rect l="l" t="t" r="r" b="b"/>
            <a:pathLst>
              <a:path w="826714" h="474627">
                <a:moveTo>
                  <a:pt x="724886" y="70763"/>
                </a:moveTo>
                <a:lnTo>
                  <a:pt x="414219" y="291680"/>
                </a:lnTo>
                <a:lnTo>
                  <a:pt x="101829" y="70763"/>
                </a:lnTo>
                <a:lnTo>
                  <a:pt x="0" y="0"/>
                </a:lnTo>
                <a:lnTo>
                  <a:pt x="0" y="474627"/>
                </a:lnTo>
                <a:lnTo>
                  <a:pt x="826714" y="474627"/>
                </a:lnTo>
                <a:lnTo>
                  <a:pt x="826714" y="0"/>
                </a:lnTo>
                <a:lnTo>
                  <a:pt x="724886" y="7076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24">
            <a:extLst>
              <a:ext uri="{FF2B5EF4-FFF2-40B4-BE49-F238E27FC236}">
                <a16:creationId xmlns:a16="http://schemas.microsoft.com/office/drawing/2014/main" id="{056E914F-9C96-5CFB-6446-F94D55A16602}"/>
              </a:ext>
            </a:extLst>
          </p:cNvPr>
          <p:cNvSpPr/>
          <p:nvPr/>
        </p:nvSpPr>
        <p:spPr>
          <a:xfrm>
            <a:off x="1600200" y="3136900"/>
            <a:ext cx="671382" cy="476353"/>
          </a:xfrm>
          <a:custGeom>
            <a:avLst/>
            <a:gdLst/>
            <a:ahLst/>
            <a:cxnLst/>
            <a:rect l="l" t="t" r="r" b="b"/>
            <a:pathLst>
              <a:path w="671382" h="476353">
                <a:moveTo>
                  <a:pt x="8952" y="248662"/>
                </a:moveTo>
                <a:cubicBezTo>
                  <a:pt x="322264" y="470361"/>
                  <a:pt x="322264" y="470361"/>
                  <a:pt x="322264" y="470361"/>
                </a:cubicBezTo>
                <a:cubicBezTo>
                  <a:pt x="325247" y="473357"/>
                  <a:pt x="331215" y="476353"/>
                  <a:pt x="337182" y="476353"/>
                </a:cubicBezTo>
                <a:cubicBezTo>
                  <a:pt x="340167" y="476353"/>
                  <a:pt x="346135" y="473357"/>
                  <a:pt x="349119" y="470361"/>
                </a:cubicBezTo>
                <a:cubicBezTo>
                  <a:pt x="662431" y="248662"/>
                  <a:pt x="662431" y="248662"/>
                  <a:pt x="662431" y="248662"/>
                </a:cubicBezTo>
                <a:cubicBezTo>
                  <a:pt x="668398" y="242670"/>
                  <a:pt x="671382" y="236678"/>
                  <a:pt x="671382" y="227691"/>
                </a:cubicBezTo>
                <a:cubicBezTo>
                  <a:pt x="671382" y="23967"/>
                  <a:pt x="671382" y="23967"/>
                  <a:pt x="671382" y="23967"/>
                </a:cubicBezTo>
                <a:cubicBezTo>
                  <a:pt x="671382" y="8988"/>
                  <a:pt x="659446" y="0"/>
                  <a:pt x="647511" y="0"/>
                </a:cubicBezTo>
                <a:cubicBezTo>
                  <a:pt x="23871" y="0"/>
                  <a:pt x="23871" y="0"/>
                  <a:pt x="23871" y="0"/>
                </a:cubicBezTo>
                <a:cubicBezTo>
                  <a:pt x="11935" y="0"/>
                  <a:pt x="0" y="8988"/>
                  <a:pt x="0" y="23967"/>
                </a:cubicBezTo>
                <a:cubicBezTo>
                  <a:pt x="0" y="227691"/>
                  <a:pt x="0" y="227691"/>
                  <a:pt x="0" y="227691"/>
                </a:cubicBezTo>
                <a:cubicBezTo>
                  <a:pt x="0" y="236678"/>
                  <a:pt x="2984" y="242670"/>
                  <a:pt x="8952" y="248662"/>
                </a:cubicBezTo>
                <a:close/>
                <a:moveTo>
                  <a:pt x="47743" y="47935"/>
                </a:moveTo>
                <a:cubicBezTo>
                  <a:pt x="623640" y="47935"/>
                  <a:pt x="623640" y="47935"/>
                  <a:pt x="623640" y="47935"/>
                </a:cubicBezTo>
                <a:cubicBezTo>
                  <a:pt x="623640" y="215707"/>
                  <a:pt x="623640" y="215707"/>
                  <a:pt x="623640" y="215707"/>
                </a:cubicBezTo>
                <a:cubicBezTo>
                  <a:pt x="337182" y="422426"/>
                  <a:pt x="337182" y="422426"/>
                  <a:pt x="337182" y="422426"/>
                </a:cubicBezTo>
                <a:cubicBezTo>
                  <a:pt x="47743" y="215707"/>
                  <a:pt x="47743" y="215707"/>
                  <a:pt x="47743" y="215707"/>
                </a:cubicBezTo>
                <a:lnTo>
                  <a:pt x="47743" y="4793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25">
            <a:extLst>
              <a:ext uri="{FF2B5EF4-FFF2-40B4-BE49-F238E27FC236}">
                <a16:creationId xmlns:a16="http://schemas.microsoft.com/office/drawing/2014/main" id="{C4E73E7B-3582-FC1F-14B0-1F02E9BE5F52}"/>
              </a:ext>
            </a:extLst>
          </p:cNvPr>
          <p:cNvSpPr/>
          <p:nvPr/>
        </p:nvSpPr>
        <p:spPr>
          <a:xfrm>
            <a:off x="1714500" y="3238500"/>
            <a:ext cx="417671" cy="55228"/>
          </a:xfrm>
          <a:custGeom>
            <a:avLst/>
            <a:gdLst/>
            <a:ahLst/>
            <a:cxnLst/>
            <a:rect l="l" t="t" r="r" b="b"/>
            <a:pathLst>
              <a:path w="417671" h="55228">
                <a:moveTo>
                  <a:pt x="26850" y="55228"/>
                </a:moveTo>
                <a:cubicBezTo>
                  <a:pt x="390821" y="55228"/>
                  <a:pt x="390821" y="55228"/>
                  <a:pt x="390821" y="55228"/>
                </a:cubicBezTo>
                <a:cubicBezTo>
                  <a:pt x="405737" y="55228"/>
                  <a:pt x="417671" y="42956"/>
                  <a:pt x="417671" y="27615"/>
                </a:cubicBezTo>
                <a:cubicBezTo>
                  <a:pt x="417671" y="12273"/>
                  <a:pt x="405737" y="0"/>
                  <a:pt x="390821" y="0"/>
                </a:cubicBezTo>
                <a:cubicBezTo>
                  <a:pt x="26850" y="0"/>
                  <a:pt x="26850" y="0"/>
                  <a:pt x="26850" y="0"/>
                </a:cubicBezTo>
                <a:cubicBezTo>
                  <a:pt x="11933" y="0"/>
                  <a:pt x="0" y="12273"/>
                  <a:pt x="0" y="27615"/>
                </a:cubicBezTo>
                <a:cubicBezTo>
                  <a:pt x="0" y="42956"/>
                  <a:pt x="11933" y="55228"/>
                  <a:pt x="26850" y="552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26">
            <a:extLst>
              <a:ext uri="{FF2B5EF4-FFF2-40B4-BE49-F238E27FC236}">
                <a16:creationId xmlns:a16="http://schemas.microsoft.com/office/drawing/2014/main" id="{7D4FAC02-FEAB-31EE-CAC3-64A1B99A9115}"/>
              </a:ext>
            </a:extLst>
          </p:cNvPr>
          <p:cNvSpPr/>
          <p:nvPr/>
        </p:nvSpPr>
        <p:spPr>
          <a:xfrm>
            <a:off x="1714500" y="3327400"/>
            <a:ext cx="417671" cy="53504"/>
          </a:xfrm>
          <a:custGeom>
            <a:avLst/>
            <a:gdLst/>
            <a:ahLst/>
            <a:cxnLst/>
            <a:rect l="l" t="t" r="r" b="b"/>
            <a:pathLst>
              <a:path w="417671" h="53504">
                <a:moveTo>
                  <a:pt x="417671" y="26753"/>
                </a:moveTo>
                <a:cubicBezTo>
                  <a:pt x="417671" y="11890"/>
                  <a:pt x="405737" y="0"/>
                  <a:pt x="390821" y="0"/>
                </a:cubicBezTo>
                <a:cubicBezTo>
                  <a:pt x="26850" y="0"/>
                  <a:pt x="26850" y="0"/>
                  <a:pt x="26850" y="0"/>
                </a:cubicBezTo>
                <a:cubicBezTo>
                  <a:pt x="11933" y="0"/>
                  <a:pt x="0" y="11890"/>
                  <a:pt x="0" y="26753"/>
                </a:cubicBezTo>
                <a:cubicBezTo>
                  <a:pt x="0" y="41614"/>
                  <a:pt x="11933" y="53504"/>
                  <a:pt x="26850" y="53504"/>
                </a:cubicBezTo>
                <a:cubicBezTo>
                  <a:pt x="390821" y="53504"/>
                  <a:pt x="390821" y="53504"/>
                  <a:pt x="390821" y="53504"/>
                </a:cubicBezTo>
                <a:cubicBezTo>
                  <a:pt x="405737" y="53504"/>
                  <a:pt x="417671" y="41614"/>
                  <a:pt x="417671" y="2675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27">
            <a:extLst>
              <a:ext uri="{FF2B5EF4-FFF2-40B4-BE49-F238E27FC236}">
                <a16:creationId xmlns:a16="http://schemas.microsoft.com/office/drawing/2014/main" id="{FB3EA725-74B5-2254-4A32-9188761D2340}"/>
              </a:ext>
            </a:extLst>
          </p:cNvPr>
          <p:cNvSpPr/>
          <p:nvPr/>
        </p:nvSpPr>
        <p:spPr>
          <a:xfrm>
            <a:off x="4254500" y="3289300"/>
            <a:ext cx="366394" cy="389293"/>
          </a:xfrm>
          <a:custGeom>
            <a:avLst/>
            <a:gdLst/>
            <a:ahLst/>
            <a:cxnLst/>
            <a:rect l="l" t="t" r="r" b="b"/>
            <a:pathLst>
              <a:path w="366394" h="389293">
                <a:moveTo>
                  <a:pt x="308755" y="90150"/>
                </a:moveTo>
                <a:cubicBezTo>
                  <a:pt x="341696" y="118843"/>
                  <a:pt x="366394" y="163918"/>
                  <a:pt x="366394" y="217193"/>
                </a:cubicBezTo>
                <a:cubicBezTo>
                  <a:pt x="366394" y="258159"/>
                  <a:pt x="349923" y="299143"/>
                  <a:pt x="321104" y="327817"/>
                </a:cubicBezTo>
                <a:cubicBezTo>
                  <a:pt x="193493" y="217193"/>
                  <a:pt x="193493" y="217193"/>
                  <a:pt x="193493" y="217193"/>
                </a:cubicBezTo>
                <a:cubicBezTo>
                  <a:pt x="308755" y="90150"/>
                  <a:pt x="308755" y="90150"/>
                  <a:pt x="308755" y="90150"/>
                </a:cubicBezTo>
                <a:close/>
                <a:moveTo>
                  <a:pt x="312877" y="340126"/>
                </a:moveTo>
                <a:cubicBezTo>
                  <a:pt x="304650" y="348309"/>
                  <a:pt x="296407" y="356509"/>
                  <a:pt x="284057" y="360601"/>
                </a:cubicBezTo>
                <a:cubicBezTo>
                  <a:pt x="304650" y="331926"/>
                  <a:pt x="304650" y="331926"/>
                  <a:pt x="304650" y="331926"/>
                </a:cubicBezTo>
                <a:cubicBezTo>
                  <a:pt x="312877" y="340126"/>
                  <a:pt x="312877" y="340126"/>
                  <a:pt x="312877" y="340126"/>
                </a:cubicBezTo>
                <a:close/>
                <a:moveTo>
                  <a:pt x="263482" y="377002"/>
                </a:moveTo>
                <a:cubicBezTo>
                  <a:pt x="296407" y="323726"/>
                  <a:pt x="296407" y="323726"/>
                  <a:pt x="296407" y="323726"/>
                </a:cubicBezTo>
                <a:cubicBezTo>
                  <a:pt x="288180" y="315525"/>
                  <a:pt x="288180" y="315525"/>
                  <a:pt x="288180" y="315525"/>
                </a:cubicBezTo>
                <a:cubicBezTo>
                  <a:pt x="247011" y="385202"/>
                  <a:pt x="247011" y="385202"/>
                  <a:pt x="247011" y="385202"/>
                </a:cubicBezTo>
                <a:cubicBezTo>
                  <a:pt x="251116" y="381093"/>
                  <a:pt x="259359" y="377002"/>
                  <a:pt x="263482" y="377002"/>
                </a:cubicBezTo>
                <a:close/>
                <a:moveTo>
                  <a:pt x="238766" y="372910"/>
                </a:moveTo>
                <a:cubicBezTo>
                  <a:pt x="275830" y="307344"/>
                  <a:pt x="275830" y="307344"/>
                  <a:pt x="275830" y="307344"/>
                </a:cubicBezTo>
                <a:cubicBezTo>
                  <a:pt x="267586" y="303234"/>
                  <a:pt x="267586" y="303234"/>
                  <a:pt x="267586" y="303234"/>
                </a:cubicBezTo>
                <a:cubicBezTo>
                  <a:pt x="234662" y="360601"/>
                  <a:pt x="234662" y="360601"/>
                  <a:pt x="234662" y="360601"/>
                </a:cubicBezTo>
                <a:cubicBezTo>
                  <a:pt x="238766" y="372910"/>
                  <a:pt x="238766" y="372910"/>
                  <a:pt x="238766" y="372910"/>
                </a:cubicBezTo>
                <a:close/>
                <a:moveTo>
                  <a:pt x="230539" y="344218"/>
                </a:moveTo>
                <a:cubicBezTo>
                  <a:pt x="259359" y="295051"/>
                  <a:pt x="259359" y="295051"/>
                  <a:pt x="259359" y="295051"/>
                </a:cubicBezTo>
                <a:cubicBezTo>
                  <a:pt x="251116" y="286851"/>
                  <a:pt x="251116" y="286851"/>
                  <a:pt x="251116" y="286851"/>
                </a:cubicBezTo>
                <a:cubicBezTo>
                  <a:pt x="226418" y="331926"/>
                  <a:pt x="226418" y="331926"/>
                  <a:pt x="226418" y="331926"/>
                </a:cubicBezTo>
                <a:cubicBezTo>
                  <a:pt x="230539" y="344218"/>
                  <a:pt x="230539" y="344218"/>
                  <a:pt x="230539" y="344218"/>
                </a:cubicBezTo>
                <a:close/>
                <a:moveTo>
                  <a:pt x="218191" y="319635"/>
                </a:moveTo>
                <a:cubicBezTo>
                  <a:pt x="242889" y="278651"/>
                  <a:pt x="242889" y="278651"/>
                  <a:pt x="242889" y="278651"/>
                </a:cubicBezTo>
                <a:cubicBezTo>
                  <a:pt x="234662" y="270450"/>
                  <a:pt x="234662" y="270450"/>
                  <a:pt x="234662" y="270450"/>
                </a:cubicBezTo>
                <a:cubicBezTo>
                  <a:pt x="214069" y="307344"/>
                  <a:pt x="214069" y="307344"/>
                  <a:pt x="214069" y="307344"/>
                </a:cubicBezTo>
                <a:cubicBezTo>
                  <a:pt x="218191" y="319635"/>
                  <a:pt x="218191" y="319635"/>
                  <a:pt x="218191" y="319635"/>
                </a:cubicBezTo>
                <a:close/>
                <a:moveTo>
                  <a:pt x="209964" y="290943"/>
                </a:moveTo>
                <a:cubicBezTo>
                  <a:pt x="226418" y="262268"/>
                  <a:pt x="226418" y="262268"/>
                  <a:pt x="226418" y="262268"/>
                </a:cubicBezTo>
                <a:cubicBezTo>
                  <a:pt x="218191" y="254067"/>
                  <a:pt x="218191" y="254067"/>
                  <a:pt x="218191" y="254067"/>
                </a:cubicBezTo>
                <a:cubicBezTo>
                  <a:pt x="205842" y="278651"/>
                  <a:pt x="205842" y="278651"/>
                  <a:pt x="205842" y="278651"/>
                </a:cubicBezTo>
                <a:cubicBezTo>
                  <a:pt x="209964" y="290943"/>
                  <a:pt x="209964" y="290943"/>
                  <a:pt x="209964" y="290943"/>
                </a:cubicBezTo>
                <a:close/>
                <a:moveTo>
                  <a:pt x="197598" y="266360"/>
                </a:moveTo>
                <a:cubicBezTo>
                  <a:pt x="209964" y="249959"/>
                  <a:pt x="209964" y="249959"/>
                  <a:pt x="209964" y="249959"/>
                </a:cubicBezTo>
                <a:cubicBezTo>
                  <a:pt x="201720" y="241776"/>
                  <a:pt x="201720" y="241776"/>
                  <a:pt x="201720" y="241776"/>
                </a:cubicBezTo>
                <a:cubicBezTo>
                  <a:pt x="193493" y="249959"/>
                  <a:pt x="193493" y="249959"/>
                  <a:pt x="193493" y="249959"/>
                </a:cubicBezTo>
                <a:cubicBezTo>
                  <a:pt x="197598" y="266360"/>
                  <a:pt x="197598" y="266360"/>
                  <a:pt x="197598" y="266360"/>
                </a:cubicBezTo>
                <a:close/>
                <a:moveTo>
                  <a:pt x="189371" y="237667"/>
                </a:moveTo>
                <a:cubicBezTo>
                  <a:pt x="185250" y="225375"/>
                  <a:pt x="185250" y="225375"/>
                  <a:pt x="185250" y="225375"/>
                </a:cubicBezTo>
                <a:cubicBezTo>
                  <a:pt x="193493" y="233576"/>
                  <a:pt x="193493" y="233576"/>
                  <a:pt x="193493" y="233576"/>
                </a:cubicBezTo>
                <a:cubicBezTo>
                  <a:pt x="189371" y="237667"/>
                  <a:pt x="189371" y="237667"/>
                  <a:pt x="189371" y="237667"/>
                </a:cubicBezTo>
                <a:close/>
                <a:moveTo>
                  <a:pt x="242889" y="69658"/>
                </a:moveTo>
                <a:cubicBezTo>
                  <a:pt x="168796" y="221285"/>
                  <a:pt x="168796" y="221285"/>
                  <a:pt x="168796" y="221285"/>
                </a:cubicBezTo>
                <a:cubicBezTo>
                  <a:pt x="168796" y="221285"/>
                  <a:pt x="156430" y="114733"/>
                  <a:pt x="148203" y="53275"/>
                </a:cubicBezTo>
                <a:cubicBezTo>
                  <a:pt x="65866" y="61476"/>
                  <a:pt x="0" y="135226"/>
                  <a:pt x="0" y="221285"/>
                </a:cubicBezTo>
                <a:cubicBezTo>
                  <a:pt x="0" y="315525"/>
                  <a:pt x="74110" y="389293"/>
                  <a:pt x="168796" y="389293"/>
                </a:cubicBezTo>
                <a:cubicBezTo>
                  <a:pt x="189371" y="389293"/>
                  <a:pt x="209964" y="385202"/>
                  <a:pt x="226418" y="381093"/>
                </a:cubicBezTo>
                <a:cubicBezTo>
                  <a:pt x="168796" y="221285"/>
                  <a:pt x="168796" y="221285"/>
                  <a:pt x="168796" y="221285"/>
                </a:cubicBezTo>
                <a:cubicBezTo>
                  <a:pt x="279935" y="94242"/>
                  <a:pt x="279935" y="94242"/>
                  <a:pt x="279935" y="94242"/>
                </a:cubicBezTo>
                <a:cubicBezTo>
                  <a:pt x="271709" y="81949"/>
                  <a:pt x="259359" y="73768"/>
                  <a:pt x="242889" y="69658"/>
                </a:cubicBezTo>
                <a:close/>
                <a:moveTo>
                  <a:pt x="177023" y="0"/>
                </a:moveTo>
                <a:cubicBezTo>
                  <a:pt x="168796" y="0"/>
                  <a:pt x="164673" y="0"/>
                  <a:pt x="156430" y="0"/>
                </a:cubicBezTo>
                <a:cubicBezTo>
                  <a:pt x="164673" y="61476"/>
                  <a:pt x="177023" y="168008"/>
                  <a:pt x="177023" y="168008"/>
                </a:cubicBezTo>
                <a:cubicBezTo>
                  <a:pt x="251116" y="16383"/>
                  <a:pt x="251116" y="16383"/>
                  <a:pt x="251116" y="16383"/>
                </a:cubicBezTo>
                <a:cubicBezTo>
                  <a:pt x="230539" y="4091"/>
                  <a:pt x="201720" y="0"/>
                  <a:pt x="17702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849387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1"/>
          <p:cNvSpPr/>
          <p:nvPr/>
        </p:nvSpPr>
        <p:spPr>
          <a:xfrm>
            <a:off x="2339341" y="1828800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7" name="矩形 1"/>
          <p:cNvSpPr/>
          <p:nvPr/>
        </p:nvSpPr>
        <p:spPr>
          <a:xfrm flipV="1">
            <a:off x="2339341" y="3975538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9" name="直角三角形 38"/>
          <p:cNvSpPr/>
          <p:nvPr/>
        </p:nvSpPr>
        <p:spPr>
          <a:xfrm>
            <a:off x="2339339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9623384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17901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/>
          <p:cNvSpPr/>
          <p:nvPr/>
        </p:nvSpPr>
        <p:spPr>
          <a:xfrm>
            <a:off x="1804988" y="1238249"/>
            <a:ext cx="8582025" cy="4381502"/>
          </a:xfrm>
          <a:prstGeom prst="roundRect">
            <a:avLst>
              <a:gd name="adj" fmla="val 10270"/>
            </a:avLst>
          </a:prstGeom>
          <a:solidFill>
            <a:srgbClr val="083B5E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7" name="矩形 46"/>
          <p:cNvSpPr/>
          <p:nvPr/>
        </p:nvSpPr>
        <p:spPr>
          <a:xfrm>
            <a:off x="2382811" y="1236586"/>
            <a:ext cx="1041400" cy="234964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8" name="箭头: V 形 47"/>
          <p:cNvSpPr/>
          <p:nvPr/>
        </p:nvSpPr>
        <p:spPr>
          <a:xfrm rot="16200000">
            <a:off x="2346397" y="3081437"/>
            <a:ext cx="1114224" cy="1041399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29808" y="1806775"/>
            <a:ext cx="923330" cy="1538883"/>
          </a:xfrm>
          <a:prstGeom prst="rect">
            <a:avLst/>
          </a:prstGeom>
          <a:noFill/>
        </p:spPr>
        <p:txBody>
          <a:bodyPr vert="eaVert" wrap="none" lIns="0" tIns="0" rIns="0" bIns="0" rtlCol="0" anchor="t">
            <a:spAutoFit/>
          </a:bodyPr>
          <a:lstStyle/>
          <a:p>
            <a:pPr algn="l"/>
            <a:r>
              <a:rPr lang="zh-CN" altLang="en-US" sz="6000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2374986" y="4412874"/>
            <a:ext cx="1075615" cy="246221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CONTENTS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00029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423533" y="1111885"/>
            <a:ext cx="1292800" cy="551590"/>
            <a:chOff x="1678849" y="4526839"/>
            <a:chExt cx="1924050" cy="905586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2456" y="4805814"/>
              <a:ext cx="841321" cy="626611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1678849" y="4526839"/>
              <a:ext cx="1924050" cy="870092"/>
              <a:chOff x="-2243" y="91934"/>
              <a:chExt cx="1924050" cy="870092"/>
            </a:xfrm>
          </p:grpSpPr>
          <p:sp>
            <p:nvSpPr>
              <p:cNvPr id="14" name="Rectangle 40"/>
              <p:cNvSpPr/>
              <p:nvPr/>
            </p:nvSpPr>
            <p:spPr>
              <a:xfrm>
                <a:off x="1622424" y="901700"/>
                <a:ext cx="60327" cy="60326"/>
              </a:xfrm>
              <a:prstGeom prst="rect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5" name="Rectangle 43"/>
              <p:cNvSpPr/>
              <p:nvPr/>
            </p:nvSpPr>
            <p:spPr>
              <a:xfrm>
                <a:off x="1622424" y="422273"/>
                <a:ext cx="60327" cy="479427"/>
              </a:xfrm>
              <a:prstGeom prst="rect">
                <a:avLst/>
              </a:prstGeom>
              <a:solidFill>
                <a:srgbClr val="F05F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6" name="Freeform 44"/>
              <p:cNvSpPr/>
              <p:nvPr/>
            </p:nvSpPr>
            <p:spPr>
              <a:xfrm>
                <a:off x="-2243" y="91934"/>
                <a:ext cx="1924050" cy="6193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lnTo>
                      <a:pt x="0" y="10848"/>
                    </a:lnTo>
                    <a:lnTo>
                      <a:pt x="10800" y="0"/>
                    </a:lnTo>
                    <a:lnTo>
                      <a:pt x="21600" y="10848"/>
                    </a:lnTo>
                    <a:lnTo>
                      <a:pt x="10800" y="21600"/>
                    </a:lnTo>
                    <a:close/>
                  </a:path>
                </a:pathLst>
              </a:custGeom>
              <a:solidFill>
                <a:srgbClr val="647A8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7" name="Oval 45"/>
              <p:cNvSpPr/>
              <p:nvPr/>
            </p:nvSpPr>
            <p:spPr>
              <a:xfrm>
                <a:off x="901700" y="330200"/>
                <a:ext cx="120652" cy="60329"/>
              </a:xfrm>
              <a:prstGeom prst="ellipse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</p:grpSp>
      </p:grpSp>
      <p:cxnSp>
        <p:nvCxnSpPr>
          <p:cNvPr id="20" name="直接连接符 19"/>
          <p:cNvCxnSpPr/>
          <p:nvPr/>
        </p:nvCxnSpPr>
        <p:spPr>
          <a:xfrm flipH="1">
            <a:off x="2501900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284464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9742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16">
            <a:extLst>
              <a:ext uri="{FF2B5EF4-FFF2-40B4-BE49-F238E27FC236}">
                <a16:creationId xmlns:a16="http://schemas.microsoft.com/office/drawing/2014/main" id="{2BA872FF-D57A-E66F-A590-0DD2972C1AD3}"/>
              </a:ext>
            </a:extLst>
          </p:cNvPr>
          <p:cNvCxnSpPr/>
          <p:nvPr/>
        </p:nvCxnSpPr>
        <p:spPr>
          <a:xfrm rot="10739157">
            <a:off x="25018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17">
            <a:extLst>
              <a:ext uri="{FF2B5EF4-FFF2-40B4-BE49-F238E27FC236}">
                <a16:creationId xmlns:a16="http://schemas.microsoft.com/office/drawing/2014/main" id="{B72F5999-8D01-F5EB-4497-20EED7FFC857}"/>
              </a:ext>
            </a:extLst>
          </p:cNvPr>
          <p:cNvCxnSpPr/>
          <p:nvPr/>
        </p:nvCxnSpPr>
        <p:spPr>
          <a:xfrm rot="10739157">
            <a:off x="82803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8">
            <a:extLst>
              <a:ext uri="{FF2B5EF4-FFF2-40B4-BE49-F238E27FC236}">
                <a16:creationId xmlns:a16="http://schemas.microsoft.com/office/drawing/2014/main" id="{DB27A922-6DC8-7216-5DBF-0CE92AB2F1D4}"/>
              </a:ext>
            </a:extLst>
          </p:cNvPr>
          <p:cNvSpPr/>
          <p:nvPr/>
        </p:nvSpPr>
        <p:spPr>
          <a:xfrm>
            <a:off x="2794000" y="2616200"/>
            <a:ext cx="66040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AutoShape 21">
            <a:extLst>
              <a:ext uri="{FF2B5EF4-FFF2-40B4-BE49-F238E27FC236}">
                <a16:creationId xmlns:a16="http://schemas.microsoft.com/office/drawing/2014/main" id="{A376A097-1993-C3DF-435B-74D640349EF8}"/>
              </a:ext>
            </a:extLst>
          </p:cNvPr>
          <p:cNvSpPr/>
          <p:nvPr/>
        </p:nvSpPr>
        <p:spPr>
          <a:xfrm>
            <a:off x="4648200" y="4584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0" name="AutoShape 23">
            <a:extLst>
              <a:ext uri="{FF2B5EF4-FFF2-40B4-BE49-F238E27FC236}">
                <a16:creationId xmlns:a16="http://schemas.microsoft.com/office/drawing/2014/main" id="{ECAE423B-7C55-6B5A-1BD9-8BA7DBCAA443}"/>
              </a:ext>
            </a:extLst>
          </p:cNvPr>
          <p:cNvSpPr/>
          <p:nvPr/>
        </p:nvSpPr>
        <p:spPr>
          <a:xfrm>
            <a:off x="4648200" y="50292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25">
            <a:extLst>
              <a:ext uri="{FF2B5EF4-FFF2-40B4-BE49-F238E27FC236}">
                <a16:creationId xmlns:a16="http://schemas.microsoft.com/office/drawing/2014/main" id="{8CEA0E75-24CC-3010-F5C4-BC9963791E7F}"/>
              </a:ext>
            </a:extLst>
          </p:cNvPr>
          <p:cNvSpPr/>
          <p:nvPr/>
        </p:nvSpPr>
        <p:spPr>
          <a:xfrm>
            <a:off x="4648200" y="5473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0916015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391413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1">
            <a:extLst>
              <a:ext uri="{FF2B5EF4-FFF2-40B4-BE49-F238E27FC236}">
                <a16:creationId xmlns:a16="http://schemas.microsoft.com/office/drawing/2014/main" id="{777F70BD-4E4B-2EF1-27AA-1DF5A4C1665F}"/>
              </a:ext>
            </a:extLst>
          </p:cNvPr>
          <p:cNvSpPr/>
          <p:nvPr/>
        </p:nvSpPr>
        <p:spPr>
          <a:xfrm>
            <a:off x="1917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EED6143E-96A9-84C4-F8F8-91BBF291BF6E}"/>
              </a:ext>
            </a:extLst>
          </p:cNvPr>
          <p:cNvSpPr/>
          <p:nvPr/>
        </p:nvSpPr>
        <p:spPr>
          <a:xfrm>
            <a:off x="13335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C4CCE2D0-7F92-2E3A-F775-376A9EE8B703}"/>
              </a:ext>
            </a:extLst>
          </p:cNvPr>
          <p:cNvSpPr/>
          <p:nvPr/>
        </p:nvSpPr>
        <p:spPr>
          <a:xfrm>
            <a:off x="13335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0DEEF6A3-776F-76F2-0C90-E0106FE24BD5}"/>
              </a:ext>
            </a:extLst>
          </p:cNvPr>
          <p:cNvSpPr/>
          <p:nvPr/>
        </p:nvSpPr>
        <p:spPr>
          <a:xfrm>
            <a:off x="43942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15">
            <a:extLst>
              <a:ext uri="{FF2B5EF4-FFF2-40B4-BE49-F238E27FC236}">
                <a16:creationId xmlns:a16="http://schemas.microsoft.com/office/drawing/2014/main" id="{A3FBDAB0-A31A-CC72-8FDD-6336DBE22D99}"/>
              </a:ext>
            </a:extLst>
          </p:cNvPr>
          <p:cNvSpPr/>
          <p:nvPr/>
        </p:nvSpPr>
        <p:spPr>
          <a:xfrm>
            <a:off x="38100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C7AD95B7-C8FB-F636-D520-ADBAF4BC96A1}"/>
              </a:ext>
            </a:extLst>
          </p:cNvPr>
          <p:cNvSpPr/>
          <p:nvPr/>
        </p:nvSpPr>
        <p:spPr>
          <a:xfrm>
            <a:off x="38100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B98BD100-8E6C-E393-4828-AC699115079E}"/>
              </a:ext>
            </a:extLst>
          </p:cNvPr>
          <p:cNvSpPr/>
          <p:nvPr/>
        </p:nvSpPr>
        <p:spPr>
          <a:xfrm>
            <a:off x="6870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626A40E-E729-C60B-448F-96058EE6936D}"/>
              </a:ext>
            </a:extLst>
          </p:cNvPr>
          <p:cNvSpPr/>
          <p:nvPr/>
        </p:nvSpPr>
        <p:spPr>
          <a:xfrm>
            <a:off x="62992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9">
            <a:extLst>
              <a:ext uri="{FF2B5EF4-FFF2-40B4-BE49-F238E27FC236}">
                <a16:creationId xmlns:a16="http://schemas.microsoft.com/office/drawing/2014/main" id="{DD2FA33B-F1B4-F0F3-6C16-93712B192CB8}"/>
              </a:ext>
            </a:extLst>
          </p:cNvPr>
          <p:cNvSpPr/>
          <p:nvPr/>
        </p:nvSpPr>
        <p:spPr>
          <a:xfrm>
            <a:off x="62992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01C81C89-FBBE-D01B-0EEF-15DB16FE0C28}"/>
              </a:ext>
            </a:extLst>
          </p:cNvPr>
          <p:cNvSpPr/>
          <p:nvPr/>
        </p:nvSpPr>
        <p:spPr>
          <a:xfrm>
            <a:off x="93599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21">
            <a:extLst>
              <a:ext uri="{FF2B5EF4-FFF2-40B4-BE49-F238E27FC236}">
                <a16:creationId xmlns:a16="http://schemas.microsoft.com/office/drawing/2014/main" id="{0E9827E6-630D-19EE-F0FE-73626FB2EDDA}"/>
              </a:ext>
            </a:extLst>
          </p:cNvPr>
          <p:cNvSpPr/>
          <p:nvPr/>
        </p:nvSpPr>
        <p:spPr>
          <a:xfrm>
            <a:off x="87757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22">
            <a:extLst>
              <a:ext uri="{FF2B5EF4-FFF2-40B4-BE49-F238E27FC236}">
                <a16:creationId xmlns:a16="http://schemas.microsoft.com/office/drawing/2014/main" id="{BAEF8623-1D15-BDAC-1583-183584CFEA1A}"/>
              </a:ext>
            </a:extLst>
          </p:cNvPr>
          <p:cNvSpPr/>
          <p:nvPr/>
        </p:nvSpPr>
        <p:spPr>
          <a:xfrm>
            <a:off x="87757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4" name="Connector 23">
            <a:extLst>
              <a:ext uri="{FF2B5EF4-FFF2-40B4-BE49-F238E27FC236}">
                <a16:creationId xmlns:a16="http://schemas.microsoft.com/office/drawing/2014/main" id="{06F4D476-40EE-C2CF-3CE3-7B43AC852482}"/>
              </a:ext>
            </a:extLst>
          </p:cNvPr>
          <p:cNvCxnSpPr/>
          <p:nvPr/>
        </p:nvCxnSpPr>
        <p:spPr>
          <a:xfrm>
            <a:off x="2374900" y="2019300"/>
            <a:ext cx="74422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5" name="AutoShape 24">
            <a:extLst>
              <a:ext uri="{FF2B5EF4-FFF2-40B4-BE49-F238E27FC236}">
                <a16:creationId xmlns:a16="http://schemas.microsoft.com/office/drawing/2014/main" id="{516F39C7-22F4-4A60-46AE-95E999A6693A}"/>
              </a:ext>
            </a:extLst>
          </p:cNvPr>
          <p:cNvSpPr/>
          <p:nvPr/>
        </p:nvSpPr>
        <p:spPr>
          <a:xfrm>
            <a:off x="1524000" y="3771900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6" name="AutoShape 25">
            <a:extLst>
              <a:ext uri="{FF2B5EF4-FFF2-40B4-BE49-F238E27FC236}">
                <a16:creationId xmlns:a16="http://schemas.microsoft.com/office/drawing/2014/main" id="{D6F5603A-9C05-D62F-34CF-35766B53B9DE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26">
            <a:extLst>
              <a:ext uri="{FF2B5EF4-FFF2-40B4-BE49-F238E27FC236}">
                <a16:creationId xmlns:a16="http://schemas.microsoft.com/office/drawing/2014/main" id="{78BDF310-BF23-5AFA-C0C4-636823C464AB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8B9EDDAF-9CB2-2E90-8449-1AC9D613EDF2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28">
            <a:extLst>
              <a:ext uri="{FF2B5EF4-FFF2-40B4-BE49-F238E27FC236}">
                <a16:creationId xmlns:a16="http://schemas.microsoft.com/office/drawing/2014/main" id="{C8A72F0E-4944-93DF-455E-DCF83C396F34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29">
            <a:extLst>
              <a:ext uri="{FF2B5EF4-FFF2-40B4-BE49-F238E27FC236}">
                <a16:creationId xmlns:a16="http://schemas.microsoft.com/office/drawing/2014/main" id="{95BEB450-3522-D794-9195-AB69412C4282}"/>
              </a:ext>
            </a:extLst>
          </p:cNvPr>
          <p:cNvSpPr/>
          <p:nvPr/>
        </p:nvSpPr>
        <p:spPr>
          <a:xfrm>
            <a:off x="39878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1" name="AutoShape 30">
            <a:extLst>
              <a:ext uri="{FF2B5EF4-FFF2-40B4-BE49-F238E27FC236}">
                <a16:creationId xmlns:a16="http://schemas.microsoft.com/office/drawing/2014/main" id="{A1AEA079-7095-A8D3-6CE6-3CCA8F7F873D}"/>
              </a:ext>
            </a:extLst>
          </p:cNvPr>
          <p:cNvSpPr/>
          <p:nvPr/>
        </p:nvSpPr>
        <p:spPr>
          <a:xfrm>
            <a:off x="4762500" y="3378200"/>
            <a:ext cx="190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31">
            <a:extLst>
              <a:ext uri="{FF2B5EF4-FFF2-40B4-BE49-F238E27FC236}">
                <a16:creationId xmlns:a16="http://schemas.microsoft.com/office/drawing/2014/main" id="{F2B62CF2-7090-28E9-C86A-FB598A9052D6}"/>
              </a:ext>
            </a:extLst>
          </p:cNvPr>
          <p:cNvSpPr/>
          <p:nvPr/>
        </p:nvSpPr>
        <p:spPr>
          <a:xfrm>
            <a:off x="6426200" y="37846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3" name="AutoShape 32">
            <a:extLst>
              <a:ext uri="{FF2B5EF4-FFF2-40B4-BE49-F238E27FC236}">
                <a16:creationId xmlns:a16="http://schemas.microsoft.com/office/drawing/2014/main" id="{93FCF18E-2706-2849-FBB2-76EB68E51891}"/>
              </a:ext>
            </a:extLst>
          </p:cNvPr>
          <p:cNvSpPr/>
          <p:nvPr/>
        </p:nvSpPr>
        <p:spPr>
          <a:xfrm>
            <a:off x="89154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4" name="Freeform 33">
            <a:extLst>
              <a:ext uri="{FF2B5EF4-FFF2-40B4-BE49-F238E27FC236}">
                <a16:creationId xmlns:a16="http://schemas.microsoft.com/office/drawing/2014/main" id="{D93EA3E8-9BAE-159E-D678-E6A8B18BB649}"/>
              </a:ext>
            </a:extLst>
          </p:cNvPr>
          <p:cNvSpPr/>
          <p:nvPr/>
        </p:nvSpPr>
        <p:spPr>
          <a:xfrm>
            <a:off x="7148897" y="2362200"/>
            <a:ext cx="209551" cy="124764"/>
          </a:xfrm>
          <a:custGeom>
            <a:avLst/>
            <a:gdLst/>
            <a:ahLst/>
            <a:cxnLst/>
            <a:rect l="l" t="t" r="r" b="b"/>
            <a:pathLst>
              <a:path w="209551" h="124764">
                <a:moveTo>
                  <a:pt x="166196" y="124764"/>
                </a:moveTo>
                <a:cubicBezTo>
                  <a:pt x="190284" y="124764"/>
                  <a:pt x="209552" y="105570"/>
                  <a:pt x="209552" y="81576"/>
                </a:cubicBezTo>
                <a:cubicBezTo>
                  <a:pt x="209552" y="57582"/>
                  <a:pt x="209552" y="57582"/>
                  <a:pt x="209552" y="57582"/>
                </a:cubicBezTo>
                <a:cubicBezTo>
                  <a:pt x="204731" y="47988"/>
                  <a:pt x="195096" y="43188"/>
                  <a:pt x="185463" y="43188"/>
                </a:cubicBezTo>
                <a:cubicBezTo>
                  <a:pt x="146929" y="43188"/>
                  <a:pt x="146929" y="43188"/>
                  <a:pt x="146929" y="43188"/>
                </a:cubicBezTo>
                <a:cubicBezTo>
                  <a:pt x="146929" y="40791"/>
                  <a:pt x="146929" y="40791"/>
                  <a:pt x="146929" y="40791"/>
                </a:cubicBezTo>
                <a:cubicBezTo>
                  <a:pt x="146929" y="19194"/>
                  <a:pt x="130067" y="0"/>
                  <a:pt x="108385" y="0"/>
                </a:cubicBezTo>
                <a:cubicBezTo>
                  <a:pt x="55395" y="0"/>
                  <a:pt x="55395" y="0"/>
                  <a:pt x="55395" y="0"/>
                </a:cubicBezTo>
                <a:cubicBezTo>
                  <a:pt x="33723" y="0"/>
                  <a:pt x="16861" y="19194"/>
                  <a:pt x="16861" y="40791"/>
                </a:cubicBezTo>
                <a:cubicBezTo>
                  <a:pt x="16861" y="43188"/>
                  <a:pt x="16861" y="43188"/>
                  <a:pt x="16861" y="43188"/>
                </a:cubicBezTo>
                <a:cubicBezTo>
                  <a:pt x="4821" y="43188"/>
                  <a:pt x="4821" y="43188"/>
                  <a:pt x="4821" y="43188"/>
                </a:cubicBezTo>
                <a:cubicBezTo>
                  <a:pt x="0" y="62382"/>
                  <a:pt x="0" y="81576"/>
                  <a:pt x="4821" y="100769"/>
                </a:cubicBezTo>
                <a:cubicBezTo>
                  <a:pt x="7228" y="110369"/>
                  <a:pt x="9633" y="117566"/>
                  <a:pt x="14455" y="124764"/>
                </a:cubicBezTo>
                <a:cubicBezTo>
                  <a:pt x="74673" y="124764"/>
                  <a:pt x="74673" y="124764"/>
                  <a:pt x="74673" y="124764"/>
                </a:cubicBezTo>
                <a:cubicBezTo>
                  <a:pt x="74673" y="119964"/>
                  <a:pt x="74673" y="119964"/>
                  <a:pt x="74673" y="119964"/>
                </a:cubicBezTo>
                <a:cubicBezTo>
                  <a:pt x="74673" y="115164"/>
                  <a:pt x="77078" y="112767"/>
                  <a:pt x="79485" y="112767"/>
                </a:cubicBezTo>
                <a:cubicBezTo>
                  <a:pt x="86712" y="112767"/>
                  <a:pt x="86712" y="112767"/>
                  <a:pt x="86712" y="112767"/>
                </a:cubicBezTo>
                <a:cubicBezTo>
                  <a:pt x="89117" y="112767"/>
                  <a:pt x="91524" y="115164"/>
                  <a:pt x="91524" y="119964"/>
                </a:cubicBezTo>
                <a:cubicBezTo>
                  <a:pt x="91524" y="124764"/>
                  <a:pt x="91524" y="124764"/>
                  <a:pt x="91524" y="124764"/>
                </a:cubicBezTo>
                <a:lnTo>
                  <a:pt x="166196" y="124764"/>
                </a:lnTo>
                <a:close/>
                <a:moveTo>
                  <a:pt x="38535" y="43188"/>
                </a:moveTo>
                <a:cubicBezTo>
                  <a:pt x="38535" y="40791"/>
                  <a:pt x="38535" y="40791"/>
                  <a:pt x="38535" y="40791"/>
                </a:cubicBezTo>
                <a:cubicBezTo>
                  <a:pt x="38535" y="28793"/>
                  <a:pt x="45762" y="21591"/>
                  <a:pt x="55395" y="21591"/>
                </a:cubicBezTo>
                <a:cubicBezTo>
                  <a:pt x="108385" y="21591"/>
                  <a:pt x="108385" y="21591"/>
                  <a:pt x="108385" y="21591"/>
                </a:cubicBezTo>
                <a:cubicBezTo>
                  <a:pt x="118028" y="21591"/>
                  <a:pt x="127662" y="28793"/>
                  <a:pt x="127662" y="40791"/>
                </a:cubicBezTo>
                <a:cubicBezTo>
                  <a:pt x="127662" y="43188"/>
                  <a:pt x="127662" y="43188"/>
                  <a:pt x="127662" y="43188"/>
                </a:cubicBezTo>
                <a:lnTo>
                  <a:pt x="38535" y="4318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34">
            <a:extLst>
              <a:ext uri="{FF2B5EF4-FFF2-40B4-BE49-F238E27FC236}">
                <a16:creationId xmlns:a16="http://schemas.microsoft.com/office/drawing/2014/main" id="{9F21A119-C7F2-6FD7-4B78-658660C41FBA}"/>
              </a:ext>
            </a:extLst>
          </p:cNvPr>
          <p:cNvSpPr/>
          <p:nvPr/>
        </p:nvSpPr>
        <p:spPr>
          <a:xfrm>
            <a:off x="7162800" y="2476500"/>
            <a:ext cx="192595" cy="82368"/>
          </a:xfrm>
          <a:custGeom>
            <a:avLst/>
            <a:gdLst/>
            <a:ahLst/>
            <a:cxnLst/>
            <a:rect l="l" t="t" r="r" b="b"/>
            <a:pathLst>
              <a:path w="192595" h="82368">
                <a:moveTo>
                  <a:pt x="122780" y="79948"/>
                </a:moveTo>
                <a:cubicBezTo>
                  <a:pt x="154076" y="72680"/>
                  <a:pt x="178151" y="53296"/>
                  <a:pt x="192596" y="29073"/>
                </a:cubicBezTo>
                <a:cubicBezTo>
                  <a:pt x="192596" y="0"/>
                  <a:pt x="192596" y="0"/>
                  <a:pt x="192596" y="0"/>
                </a:cubicBezTo>
                <a:cubicBezTo>
                  <a:pt x="185373" y="19380"/>
                  <a:pt x="166113" y="31495"/>
                  <a:pt x="144446" y="31495"/>
                </a:cubicBezTo>
                <a:cubicBezTo>
                  <a:pt x="69816" y="31495"/>
                  <a:pt x="69816" y="31495"/>
                  <a:pt x="69816" y="31495"/>
                </a:cubicBezTo>
                <a:cubicBezTo>
                  <a:pt x="69816" y="38763"/>
                  <a:pt x="69816" y="38763"/>
                  <a:pt x="69816" y="38763"/>
                </a:cubicBezTo>
                <a:cubicBezTo>
                  <a:pt x="69816" y="41185"/>
                  <a:pt x="67408" y="43605"/>
                  <a:pt x="65001" y="43605"/>
                </a:cubicBezTo>
                <a:cubicBezTo>
                  <a:pt x="57779" y="43605"/>
                  <a:pt x="57779" y="43605"/>
                  <a:pt x="57779" y="43605"/>
                </a:cubicBezTo>
                <a:cubicBezTo>
                  <a:pt x="55371" y="43605"/>
                  <a:pt x="52964" y="41185"/>
                  <a:pt x="52964" y="38763"/>
                </a:cubicBezTo>
                <a:cubicBezTo>
                  <a:pt x="52964" y="31495"/>
                  <a:pt x="52964" y="31495"/>
                  <a:pt x="52964" y="31495"/>
                </a:cubicBezTo>
                <a:cubicBezTo>
                  <a:pt x="0" y="31495"/>
                  <a:pt x="0" y="31495"/>
                  <a:pt x="0" y="31495"/>
                </a:cubicBezTo>
                <a:cubicBezTo>
                  <a:pt x="21667" y="62989"/>
                  <a:pt x="55371" y="82368"/>
                  <a:pt x="96298" y="82368"/>
                </a:cubicBezTo>
                <a:cubicBezTo>
                  <a:pt x="105927" y="82368"/>
                  <a:pt x="113149" y="82368"/>
                  <a:pt x="122780" y="799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35">
            <a:extLst>
              <a:ext uri="{FF2B5EF4-FFF2-40B4-BE49-F238E27FC236}">
                <a16:creationId xmlns:a16="http://schemas.microsoft.com/office/drawing/2014/main" id="{0E7FF4EF-D77D-CC7D-1811-A97E0D0A5295}"/>
              </a:ext>
            </a:extLst>
          </p:cNvPr>
          <p:cNvSpPr/>
          <p:nvPr/>
        </p:nvSpPr>
        <p:spPr>
          <a:xfrm>
            <a:off x="7069658" y="2256373"/>
            <a:ext cx="502683" cy="405793"/>
          </a:xfrm>
          <a:custGeom>
            <a:avLst/>
            <a:gdLst/>
            <a:ahLst/>
            <a:cxnLst/>
            <a:rect l="l" t="t" r="r" b="b"/>
            <a:pathLst>
              <a:path w="502683" h="405793">
                <a:moveTo>
                  <a:pt x="481039" y="338556"/>
                </a:moveTo>
                <a:cubicBezTo>
                  <a:pt x="384832" y="273722"/>
                  <a:pt x="384832" y="273722"/>
                  <a:pt x="384832" y="273722"/>
                </a:cubicBezTo>
                <a:cubicBezTo>
                  <a:pt x="375196" y="268932"/>
                  <a:pt x="365585" y="268932"/>
                  <a:pt x="355974" y="268932"/>
                </a:cubicBezTo>
                <a:cubicBezTo>
                  <a:pt x="353553" y="271337"/>
                  <a:pt x="348759" y="271337"/>
                  <a:pt x="346339" y="273722"/>
                </a:cubicBezTo>
                <a:cubicBezTo>
                  <a:pt x="331910" y="264122"/>
                  <a:pt x="331910" y="264122"/>
                  <a:pt x="331910" y="264122"/>
                </a:cubicBezTo>
                <a:cubicBezTo>
                  <a:pt x="351156" y="228109"/>
                  <a:pt x="355974" y="187285"/>
                  <a:pt x="346339" y="144076"/>
                </a:cubicBezTo>
                <a:cubicBezTo>
                  <a:pt x="324696" y="55233"/>
                  <a:pt x="235702" y="0"/>
                  <a:pt x="144312" y="21604"/>
                </a:cubicBezTo>
                <a:cubicBezTo>
                  <a:pt x="55318" y="43229"/>
                  <a:pt x="0" y="134457"/>
                  <a:pt x="21644" y="223299"/>
                </a:cubicBezTo>
                <a:cubicBezTo>
                  <a:pt x="43287" y="312141"/>
                  <a:pt x="134700" y="367375"/>
                  <a:pt x="223670" y="345769"/>
                </a:cubicBezTo>
                <a:cubicBezTo>
                  <a:pt x="259766" y="336150"/>
                  <a:pt x="288623" y="316951"/>
                  <a:pt x="310266" y="292941"/>
                </a:cubicBezTo>
                <a:cubicBezTo>
                  <a:pt x="327115" y="302541"/>
                  <a:pt x="327115" y="302541"/>
                  <a:pt x="327115" y="302541"/>
                </a:cubicBezTo>
                <a:cubicBezTo>
                  <a:pt x="327115" y="314546"/>
                  <a:pt x="331910" y="328956"/>
                  <a:pt x="343942" y="336150"/>
                </a:cubicBezTo>
                <a:cubicBezTo>
                  <a:pt x="440150" y="398598"/>
                  <a:pt x="440150" y="398598"/>
                  <a:pt x="440150" y="398598"/>
                </a:cubicBezTo>
                <a:cubicBezTo>
                  <a:pt x="449762" y="403389"/>
                  <a:pt x="459396" y="405793"/>
                  <a:pt x="469007" y="403389"/>
                </a:cubicBezTo>
                <a:cubicBezTo>
                  <a:pt x="478643" y="400984"/>
                  <a:pt x="485856" y="396193"/>
                  <a:pt x="490651" y="386594"/>
                </a:cubicBezTo>
                <a:cubicBezTo>
                  <a:pt x="502683" y="369779"/>
                  <a:pt x="497866" y="348175"/>
                  <a:pt x="481039" y="338556"/>
                </a:cubicBezTo>
                <a:close/>
                <a:moveTo>
                  <a:pt x="216456" y="314546"/>
                </a:moveTo>
                <a:cubicBezTo>
                  <a:pt x="144312" y="333765"/>
                  <a:pt x="69747" y="288132"/>
                  <a:pt x="52921" y="216104"/>
                </a:cubicBezTo>
                <a:cubicBezTo>
                  <a:pt x="36072" y="144076"/>
                  <a:pt x="79382" y="69642"/>
                  <a:pt x="151526" y="52829"/>
                </a:cubicBezTo>
                <a:cubicBezTo>
                  <a:pt x="226091" y="33610"/>
                  <a:pt x="298236" y="79242"/>
                  <a:pt x="317481" y="151271"/>
                </a:cubicBezTo>
                <a:cubicBezTo>
                  <a:pt x="334330" y="225704"/>
                  <a:pt x="288623" y="297751"/>
                  <a:pt x="216456" y="31454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Freeform 36">
            <a:extLst>
              <a:ext uri="{FF2B5EF4-FFF2-40B4-BE49-F238E27FC236}">
                <a16:creationId xmlns:a16="http://schemas.microsoft.com/office/drawing/2014/main" id="{455E703C-5770-9777-3516-468A37C18A73}"/>
              </a:ext>
            </a:extLst>
          </p:cNvPr>
          <p:cNvSpPr/>
          <p:nvPr/>
        </p:nvSpPr>
        <p:spPr>
          <a:xfrm>
            <a:off x="9626600" y="2286000"/>
            <a:ext cx="443266" cy="399807"/>
          </a:xfrm>
          <a:custGeom>
            <a:avLst/>
            <a:gdLst/>
            <a:ahLst/>
            <a:cxnLst/>
            <a:rect l="l" t="t" r="r" b="b"/>
            <a:pathLst>
              <a:path w="443266" h="399807">
                <a:moveTo>
                  <a:pt x="379691" y="136305"/>
                </a:moveTo>
                <a:cubicBezTo>
                  <a:pt x="346979" y="119943"/>
                  <a:pt x="346979" y="119943"/>
                  <a:pt x="346979" y="119943"/>
                </a:cubicBezTo>
                <a:cubicBezTo>
                  <a:pt x="332449" y="129031"/>
                  <a:pt x="332449" y="129031"/>
                  <a:pt x="332449" y="129031"/>
                </a:cubicBezTo>
                <a:cubicBezTo>
                  <a:pt x="345173" y="149021"/>
                  <a:pt x="352438" y="174454"/>
                  <a:pt x="352438" y="199904"/>
                </a:cubicBezTo>
                <a:cubicBezTo>
                  <a:pt x="352438" y="283493"/>
                  <a:pt x="283403" y="352553"/>
                  <a:pt x="199840" y="352553"/>
                </a:cubicBezTo>
                <a:cubicBezTo>
                  <a:pt x="118081" y="352553"/>
                  <a:pt x="49046" y="283493"/>
                  <a:pt x="49046" y="199904"/>
                </a:cubicBezTo>
                <a:cubicBezTo>
                  <a:pt x="49046" y="116314"/>
                  <a:pt x="118081" y="49069"/>
                  <a:pt x="199840" y="49069"/>
                </a:cubicBezTo>
                <a:cubicBezTo>
                  <a:pt x="248886" y="49069"/>
                  <a:pt x="290667" y="70874"/>
                  <a:pt x="317920" y="105413"/>
                </a:cubicBezTo>
                <a:cubicBezTo>
                  <a:pt x="294300" y="121756"/>
                  <a:pt x="294300" y="121756"/>
                  <a:pt x="294300" y="121756"/>
                </a:cubicBezTo>
                <a:cubicBezTo>
                  <a:pt x="272506" y="94492"/>
                  <a:pt x="237989" y="76333"/>
                  <a:pt x="199840" y="76333"/>
                </a:cubicBezTo>
                <a:cubicBezTo>
                  <a:pt x="132611" y="76333"/>
                  <a:pt x="78125" y="132659"/>
                  <a:pt x="78125" y="199904"/>
                </a:cubicBezTo>
                <a:cubicBezTo>
                  <a:pt x="78125" y="268963"/>
                  <a:pt x="132611" y="323474"/>
                  <a:pt x="199840" y="323474"/>
                </a:cubicBezTo>
                <a:cubicBezTo>
                  <a:pt x="268874" y="323474"/>
                  <a:pt x="323359" y="268963"/>
                  <a:pt x="323359" y="199904"/>
                </a:cubicBezTo>
                <a:cubicBezTo>
                  <a:pt x="323359" y="179913"/>
                  <a:pt x="319726" y="159923"/>
                  <a:pt x="310656" y="143561"/>
                </a:cubicBezTo>
                <a:cubicBezTo>
                  <a:pt x="270680" y="169012"/>
                  <a:pt x="270680" y="169012"/>
                  <a:pt x="270680" y="169012"/>
                </a:cubicBezTo>
                <a:cubicBezTo>
                  <a:pt x="274312" y="178100"/>
                  <a:pt x="277945" y="189001"/>
                  <a:pt x="277945" y="199904"/>
                </a:cubicBezTo>
                <a:cubicBezTo>
                  <a:pt x="277945" y="243512"/>
                  <a:pt x="243427" y="278051"/>
                  <a:pt x="199840" y="278051"/>
                </a:cubicBezTo>
                <a:cubicBezTo>
                  <a:pt x="158057" y="278051"/>
                  <a:pt x="123539" y="243512"/>
                  <a:pt x="123539" y="199904"/>
                </a:cubicBezTo>
                <a:cubicBezTo>
                  <a:pt x="123539" y="158109"/>
                  <a:pt x="158057" y="123570"/>
                  <a:pt x="199840" y="123570"/>
                </a:cubicBezTo>
                <a:cubicBezTo>
                  <a:pt x="221633" y="123570"/>
                  <a:pt x="241621" y="132659"/>
                  <a:pt x="256150" y="147207"/>
                </a:cubicBezTo>
                <a:cubicBezTo>
                  <a:pt x="228897" y="163551"/>
                  <a:pt x="228897" y="163551"/>
                  <a:pt x="228897" y="163551"/>
                </a:cubicBezTo>
                <a:cubicBezTo>
                  <a:pt x="221633" y="158109"/>
                  <a:pt x="210736" y="154462"/>
                  <a:pt x="199840" y="154462"/>
                </a:cubicBezTo>
                <a:cubicBezTo>
                  <a:pt x="174393" y="154462"/>
                  <a:pt x="154424" y="174454"/>
                  <a:pt x="154424" y="199904"/>
                </a:cubicBezTo>
                <a:cubicBezTo>
                  <a:pt x="154424" y="225355"/>
                  <a:pt x="174393" y="247159"/>
                  <a:pt x="199840" y="247159"/>
                </a:cubicBezTo>
                <a:cubicBezTo>
                  <a:pt x="227091" y="247159"/>
                  <a:pt x="247059" y="225355"/>
                  <a:pt x="247059" y="199904"/>
                </a:cubicBezTo>
                <a:cubicBezTo>
                  <a:pt x="247059" y="196276"/>
                  <a:pt x="245254" y="190816"/>
                  <a:pt x="245254" y="187188"/>
                </a:cubicBezTo>
                <a:cubicBezTo>
                  <a:pt x="207104" y="210806"/>
                  <a:pt x="207104" y="210806"/>
                  <a:pt x="207104" y="210806"/>
                </a:cubicBezTo>
                <a:cubicBezTo>
                  <a:pt x="201646" y="203531"/>
                  <a:pt x="201646" y="203531"/>
                  <a:pt x="201646" y="203531"/>
                </a:cubicBezTo>
                <a:cubicBezTo>
                  <a:pt x="348806" y="105413"/>
                  <a:pt x="348806" y="105413"/>
                  <a:pt x="348806" y="105413"/>
                </a:cubicBezTo>
                <a:cubicBezTo>
                  <a:pt x="385129" y="121756"/>
                  <a:pt x="385129" y="121756"/>
                  <a:pt x="385129" y="121756"/>
                </a:cubicBezTo>
                <a:cubicBezTo>
                  <a:pt x="443266" y="83589"/>
                  <a:pt x="443266" y="83589"/>
                  <a:pt x="443266" y="83589"/>
                </a:cubicBezTo>
                <a:cubicBezTo>
                  <a:pt x="406942" y="67245"/>
                  <a:pt x="406942" y="67245"/>
                  <a:pt x="406942" y="67245"/>
                </a:cubicBezTo>
                <a:cubicBezTo>
                  <a:pt x="417840" y="61786"/>
                  <a:pt x="417840" y="61786"/>
                  <a:pt x="417840" y="61786"/>
                </a:cubicBezTo>
                <a:cubicBezTo>
                  <a:pt x="408748" y="47255"/>
                  <a:pt x="408748" y="47255"/>
                  <a:pt x="408748" y="47255"/>
                </a:cubicBezTo>
                <a:cubicBezTo>
                  <a:pt x="397852" y="52697"/>
                  <a:pt x="397852" y="52697"/>
                  <a:pt x="397852" y="52697"/>
                </a:cubicBezTo>
                <a:cubicBezTo>
                  <a:pt x="397852" y="14530"/>
                  <a:pt x="397852" y="14530"/>
                  <a:pt x="397852" y="14530"/>
                </a:cubicBezTo>
                <a:cubicBezTo>
                  <a:pt x="339714" y="52697"/>
                  <a:pt x="339714" y="52697"/>
                  <a:pt x="339714" y="52697"/>
                </a:cubicBezTo>
                <a:cubicBezTo>
                  <a:pt x="339714" y="90863"/>
                  <a:pt x="339714" y="90863"/>
                  <a:pt x="339714" y="90863"/>
                </a:cubicBezTo>
                <a:cubicBezTo>
                  <a:pt x="326991" y="99952"/>
                  <a:pt x="326991" y="99952"/>
                  <a:pt x="326991" y="99952"/>
                </a:cubicBezTo>
                <a:cubicBezTo>
                  <a:pt x="326991" y="56344"/>
                  <a:pt x="326991" y="56344"/>
                  <a:pt x="326991" y="56344"/>
                </a:cubicBezTo>
                <a:cubicBezTo>
                  <a:pt x="332449" y="50883"/>
                  <a:pt x="332449" y="50883"/>
                  <a:pt x="332449" y="50883"/>
                </a:cubicBezTo>
                <a:cubicBezTo>
                  <a:pt x="297932" y="19990"/>
                  <a:pt x="250692" y="0"/>
                  <a:pt x="199840" y="0"/>
                </a:cubicBezTo>
                <a:cubicBezTo>
                  <a:pt x="90828" y="0"/>
                  <a:pt x="0" y="90863"/>
                  <a:pt x="0" y="199904"/>
                </a:cubicBezTo>
                <a:cubicBezTo>
                  <a:pt x="0" y="310758"/>
                  <a:pt x="90828" y="399807"/>
                  <a:pt x="199840" y="399807"/>
                </a:cubicBezTo>
                <a:cubicBezTo>
                  <a:pt x="310656" y="399807"/>
                  <a:pt x="399658" y="310758"/>
                  <a:pt x="399658" y="199904"/>
                </a:cubicBezTo>
                <a:cubicBezTo>
                  <a:pt x="399658" y="176286"/>
                  <a:pt x="396025" y="152649"/>
                  <a:pt x="386955" y="130844"/>
                </a:cubicBezTo>
                <a:lnTo>
                  <a:pt x="379691" y="13630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37">
            <a:extLst>
              <a:ext uri="{FF2B5EF4-FFF2-40B4-BE49-F238E27FC236}">
                <a16:creationId xmlns:a16="http://schemas.microsoft.com/office/drawing/2014/main" id="{835F28A2-720B-7AF5-EBBD-69C57D4F785A}"/>
              </a:ext>
            </a:extLst>
          </p:cNvPr>
          <p:cNvSpPr/>
          <p:nvPr/>
        </p:nvSpPr>
        <p:spPr>
          <a:xfrm>
            <a:off x="4800600" y="2273300"/>
            <a:ext cx="311617" cy="278232"/>
          </a:xfrm>
          <a:custGeom>
            <a:avLst/>
            <a:gdLst/>
            <a:ahLst/>
            <a:cxnLst/>
            <a:rect l="l" t="t" r="r" b="b"/>
            <a:pathLst>
              <a:path w="311617" h="278232">
                <a:moveTo>
                  <a:pt x="17413" y="278232"/>
                </a:moveTo>
                <a:cubicBezTo>
                  <a:pt x="43525" y="202980"/>
                  <a:pt x="43525" y="202980"/>
                  <a:pt x="43525" y="202980"/>
                </a:cubicBezTo>
                <a:cubicBezTo>
                  <a:pt x="15668" y="180232"/>
                  <a:pt x="0" y="150490"/>
                  <a:pt x="0" y="120747"/>
                </a:cubicBezTo>
                <a:cubicBezTo>
                  <a:pt x="0" y="54242"/>
                  <a:pt x="69638" y="0"/>
                  <a:pt x="156674" y="0"/>
                </a:cubicBezTo>
                <a:cubicBezTo>
                  <a:pt x="241979" y="0"/>
                  <a:pt x="311617" y="54242"/>
                  <a:pt x="311617" y="120747"/>
                </a:cubicBezTo>
                <a:cubicBezTo>
                  <a:pt x="311617" y="185487"/>
                  <a:pt x="241979" y="239729"/>
                  <a:pt x="156674" y="239729"/>
                </a:cubicBezTo>
                <a:cubicBezTo>
                  <a:pt x="137530" y="239729"/>
                  <a:pt x="118386" y="237978"/>
                  <a:pt x="100973" y="232735"/>
                </a:cubicBezTo>
                <a:cubicBezTo>
                  <a:pt x="94004" y="236239"/>
                  <a:pt x="67892" y="248488"/>
                  <a:pt x="48748" y="260739"/>
                </a:cubicBezTo>
                <a:cubicBezTo>
                  <a:pt x="17413" y="278232"/>
                  <a:pt x="17413" y="278232"/>
                  <a:pt x="17413" y="278232"/>
                </a:cubicBezTo>
                <a:close/>
                <a:moveTo>
                  <a:pt x="156674" y="26252"/>
                </a:moveTo>
                <a:cubicBezTo>
                  <a:pt x="83560" y="26252"/>
                  <a:pt x="26112" y="68243"/>
                  <a:pt x="26112" y="120747"/>
                </a:cubicBezTo>
                <a:cubicBezTo>
                  <a:pt x="26112" y="145233"/>
                  <a:pt x="40034" y="169734"/>
                  <a:pt x="66147" y="187239"/>
                </a:cubicBezTo>
                <a:cubicBezTo>
                  <a:pt x="74860" y="192481"/>
                  <a:pt x="74860" y="192481"/>
                  <a:pt x="74860" y="192481"/>
                </a:cubicBezTo>
                <a:cubicBezTo>
                  <a:pt x="66147" y="220485"/>
                  <a:pt x="66147" y="220485"/>
                  <a:pt x="66147" y="220485"/>
                </a:cubicBezTo>
                <a:cubicBezTo>
                  <a:pt x="94004" y="204732"/>
                  <a:pt x="99226" y="204732"/>
                  <a:pt x="100973" y="204732"/>
                </a:cubicBezTo>
                <a:cubicBezTo>
                  <a:pt x="104450" y="204732"/>
                  <a:pt x="104450" y="204732"/>
                  <a:pt x="104450" y="204732"/>
                </a:cubicBezTo>
                <a:cubicBezTo>
                  <a:pt x="106195" y="206483"/>
                  <a:pt x="106195" y="206483"/>
                  <a:pt x="106195" y="206483"/>
                </a:cubicBezTo>
                <a:cubicBezTo>
                  <a:pt x="121863" y="209987"/>
                  <a:pt x="139276" y="213491"/>
                  <a:pt x="156674" y="213491"/>
                </a:cubicBezTo>
                <a:cubicBezTo>
                  <a:pt x="228058" y="213491"/>
                  <a:pt x="285505" y="171486"/>
                  <a:pt x="285505" y="120747"/>
                </a:cubicBezTo>
                <a:cubicBezTo>
                  <a:pt x="285505" y="68243"/>
                  <a:pt x="228058" y="26252"/>
                  <a:pt x="156674" y="2625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38">
            <a:extLst>
              <a:ext uri="{FF2B5EF4-FFF2-40B4-BE49-F238E27FC236}">
                <a16:creationId xmlns:a16="http://schemas.microsoft.com/office/drawing/2014/main" id="{A3A1C825-7423-A62A-99C6-BBBE7B09AB13}"/>
              </a:ext>
            </a:extLst>
          </p:cNvPr>
          <p:cNvSpPr/>
          <p:nvPr/>
        </p:nvSpPr>
        <p:spPr>
          <a:xfrm>
            <a:off x="4876800" y="23495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FB9EBB77-0209-65EC-D8AA-ECE000B6CEAC}"/>
              </a:ext>
            </a:extLst>
          </p:cNvPr>
          <p:cNvSpPr/>
          <p:nvPr/>
        </p:nvSpPr>
        <p:spPr>
          <a:xfrm>
            <a:off x="4876800" y="23876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40">
            <a:extLst>
              <a:ext uri="{FF2B5EF4-FFF2-40B4-BE49-F238E27FC236}">
                <a16:creationId xmlns:a16="http://schemas.microsoft.com/office/drawing/2014/main" id="{385F520C-B127-1568-0511-8D481B81B2A4}"/>
              </a:ext>
            </a:extLst>
          </p:cNvPr>
          <p:cNvSpPr/>
          <p:nvPr/>
        </p:nvSpPr>
        <p:spPr>
          <a:xfrm>
            <a:off x="4876800" y="24130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Freeform 41">
            <a:extLst>
              <a:ext uri="{FF2B5EF4-FFF2-40B4-BE49-F238E27FC236}">
                <a16:creationId xmlns:a16="http://schemas.microsoft.com/office/drawing/2014/main" id="{A30BC8CB-DC67-3B54-DD6F-CBB3DC865199}"/>
              </a:ext>
            </a:extLst>
          </p:cNvPr>
          <p:cNvSpPr/>
          <p:nvPr/>
        </p:nvSpPr>
        <p:spPr>
          <a:xfrm>
            <a:off x="4635500" y="2434044"/>
            <a:ext cx="221192" cy="240669"/>
          </a:xfrm>
          <a:custGeom>
            <a:avLst/>
            <a:gdLst/>
            <a:ahLst/>
            <a:cxnLst/>
            <a:rect l="l" t="t" r="r" b="b"/>
            <a:pathLst>
              <a:path w="221192" h="240669">
                <a:moveTo>
                  <a:pt x="208996" y="165682"/>
                </a:moveTo>
                <a:cubicBezTo>
                  <a:pt x="186355" y="155209"/>
                  <a:pt x="161972" y="148234"/>
                  <a:pt x="137589" y="146496"/>
                </a:cubicBezTo>
                <a:cubicBezTo>
                  <a:pt x="139330" y="139521"/>
                  <a:pt x="139330" y="134283"/>
                  <a:pt x="141072" y="129059"/>
                </a:cubicBezTo>
                <a:cubicBezTo>
                  <a:pt x="146304" y="125571"/>
                  <a:pt x="149786" y="120334"/>
                  <a:pt x="149786" y="115097"/>
                </a:cubicBezTo>
                <a:cubicBezTo>
                  <a:pt x="149786" y="109871"/>
                  <a:pt x="151526" y="104635"/>
                  <a:pt x="151526" y="99409"/>
                </a:cubicBezTo>
                <a:cubicBezTo>
                  <a:pt x="153267" y="101148"/>
                  <a:pt x="153267" y="101148"/>
                  <a:pt x="155009" y="101148"/>
                </a:cubicBezTo>
                <a:cubicBezTo>
                  <a:pt x="156750" y="101148"/>
                  <a:pt x="160231" y="99409"/>
                  <a:pt x="160231" y="97660"/>
                </a:cubicBezTo>
                <a:cubicBezTo>
                  <a:pt x="161972" y="71498"/>
                  <a:pt x="161972" y="71498"/>
                  <a:pt x="161972" y="71498"/>
                </a:cubicBezTo>
                <a:cubicBezTo>
                  <a:pt x="161972" y="69760"/>
                  <a:pt x="160231" y="66272"/>
                  <a:pt x="158490" y="66272"/>
                </a:cubicBezTo>
                <a:cubicBezTo>
                  <a:pt x="156750" y="66272"/>
                  <a:pt x="156750" y="66272"/>
                  <a:pt x="155009" y="68011"/>
                </a:cubicBezTo>
                <a:cubicBezTo>
                  <a:pt x="156750" y="62785"/>
                  <a:pt x="156750" y="57549"/>
                  <a:pt x="156750" y="52323"/>
                </a:cubicBezTo>
                <a:cubicBezTo>
                  <a:pt x="158490" y="47086"/>
                  <a:pt x="160231" y="29648"/>
                  <a:pt x="148045" y="17437"/>
                </a:cubicBezTo>
                <a:cubicBezTo>
                  <a:pt x="130626" y="0"/>
                  <a:pt x="90566" y="0"/>
                  <a:pt x="73147" y="17437"/>
                </a:cubicBezTo>
                <a:cubicBezTo>
                  <a:pt x="59220" y="29648"/>
                  <a:pt x="62701" y="47086"/>
                  <a:pt x="64442" y="52323"/>
                </a:cubicBezTo>
                <a:cubicBezTo>
                  <a:pt x="64442" y="57549"/>
                  <a:pt x="64442" y="62785"/>
                  <a:pt x="64442" y="68011"/>
                </a:cubicBezTo>
                <a:cubicBezTo>
                  <a:pt x="64442" y="66272"/>
                  <a:pt x="62701" y="66272"/>
                  <a:pt x="62701" y="66272"/>
                </a:cubicBezTo>
                <a:cubicBezTo>
                  <a:pt x="59220" y="66272"/>
                  <a:pt x="57479" y="69760"/>
                  <a:pt x="59220" y="71498"/>
                </a:cubicBezTo>
                <a:cubicBezTo>
                  <a:pt x="60961" y="97660"/>
                  <a:pt x="60961" y="97660"/>
                  <a:pt x="60961" y="97660"/>
                </a:cubicBezTo>
                <a:cubicBezTo>
                  <a:pt x="60961" y="99409"/>
                  <a:pt x="62701" y="101148"/>
                  <a:pt x="66184" y="101148"/>
                </a:cubicBezTo>
                <a:cubicBezTo>
                  <a:pt x="67925" y="101148"/>
                  <a:pt x="67925" y="101148"/>
                  <a:pt x="69666" y="99409"/>
                </a:cubicBezTo>
                <a:cubicBezTo>
                  <a:pt x="69666" y="104635"/>
                  <a:pt x="69666" y="109871"/>
                  <a:pt x="71406" y="115097"/>
                </a:cubicBezTo>
                <a:cubicBezTo>
                  <a:pt x="71406" y="120334"/>
                  <a:pt x="74888" y="125571"/>
                  <a:pt x="80120" y="129059"/>
                </a:cubicBezTo>
                <a:cubicBezTo>
                  <a:pt x="81862" y="134283"/>
                  <a:pt x="81862" y="139521"/>
                  <a:pt x="83603" y="146496"/>
                </a:cubicBezTo>
                <a:cubicBezTo>
                  <a:pt x="59220" y="148234"/>
                  <a:pt x="34837" y="155209"/>
                  <a:pt x="12196" y="165682"/>
                </a:cubicBezTo>
                <a:cubicBezTo>
                  <a:pt x="5222" y="170908"/>
                  <a:pt x="0" y="179633"/>
                  <a:pt x="0" y="188345"/>
                </a:cubicBezTo>
                <a:cubicBezTo>
                  <a:pt x="1741" y="197070"/>
                  <a:pt x="1741" y="205793"/>
                  <a:pt x="3482" y="214507"/>
                </a:cubicBezTo>
                <a:cubicBezTo>
                  <a:pt x="3482" y="221482"/>
                  <a:pt x="10446" y="228456"/>
                  <a:pt x="17419" y="230206"/>
                </a:cubicBezTo>
                <a:cubicBezTo>
                  <a:pt x="80120" y="240669"/>
                  <a:pt x="141072" y="240669"/>
                  <a:pt x="203773" y="230206"/>
                </a:cubicBezTo>
                <a:cubicBezTo>
                  <a:pt x="210746" y="228456"/>
                  <a:pt x="217710" y="221482"/>
                  <a:pt x="217710" y="214507"/>
                </a:cubicBezTo>
                <a:cubicBezTo>
                  <a:pt x="217710" y="205793"/>
                  <a:pt x="219451" y="197070"/>
                  <a:pt x="219451" y="188345"/>
                </a:cubicBezTo>
                <a:cubicBezTo>
                  <a:pt x="221192" y="179633"/>
                  <a:pt x="215970" y="170908"/>
                  <a:pt x="208996" y="16568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Freeform 42">
            <a:extLst>
              <a:ext uri="{FF2B5EF4-FFF2-40B4-BE49-F238E27FC236}">
                <a16:creationId xmlns:a16="http://schemas.microsoft.com/office/drawing/2014/main" id="{A52BC4D1-8C2D-4263-C388-5C64EE40BA91}"/>
              </a:ext>
            </a:extLst>
          </p:cNvPr>
          <p:cNvSpPr/>
          <p:nvPr/>
        </p:nvSpPr>
        <p:spPr>
          <a:xfrm>
            <a:off x="2362200" y="2260600"/>
            <a:ext cx="25706" cy="63586"/>
          </a:xfrm>
          <a:custGeom>
            <a:avLst/>
            <a:gdLst/>
            <a:ahLst/>
            <a:cxnLst/>
            <a:rect l="l" t="t" r="r" b="b"/>
            <a:pathLst>
              <a:path w="25706" h="63586">
                <a:moveTo>
                  <a:pt x="13710" y="63586"/>
                </a:moveTo>
                <a:cubicBezTo>
                  <a:pt x="6855" y="63586"/>
                  <a:pt x="0" y="56892"/>
                  <a:pt x="0" y="50201"/>
                </a:cubicBezTo>
                <a:cubicBezTo>
                  <a:pt x="0" y="11713"/>
                  <a:pt x="0" y="11713"/>
                  <a:pt x="0" y="11713"/>
                </a:cubicBezTo>
                <a:cubicBezTo>
                  <a:pt x="0" y="5019"/>
                  <a:pt x="6855" y="0"/>
                  <a:pt x="13710" y="0"/>
                </a:cubicBezTo>
                <a:cubicBezTo>
                  <a:pt x="20565" y="0"/>
                  <a:pt x="25706" y="5019"/>
                  <a:pt x="25706" y="11713"/>
                </a:cubicBezTo>
                <a:cubicBezTo>
                  <a:pt x="25706" y="50201"/>
                  <a:pt x="25706" y="50201"/>
                  <a:pt x="25706" y="50201"/>
                </a:cubicBezTo>
                <a:cubicBezTo>
                  <a:pt x="25706" y="56892"/>
                  <a:pt x="20565" y="63586"/>
                  <a:pt x="13710" y="635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Freeform 43">
            <a:extLst>
              <a:ext uri="{FF2B5EF4-FFF2-40B4-BE49-F238E27FC236}">
                <a16:creationId xmlns:a16="http://schemas.microsoft.com/office/drawing/2014/main" id="{9B0B4C7B-BB97-02D8-33C7-3C718F3BACB8}"/>
              </a:ext>
            </a:extLst>
          </p:cNvPr>
          <p:cNvSpPr/>
          <p:nvPr/>
        </p:nvSpPr>
        <p:spPr>
          <a:xfrm>
            <a:off x="2258978" y="2271599"/>
            <a:ext cx="47352" cy="59527"/>
          </a:xfrm>
          <a:custGeom>
            <a:avLst/>
            <a:gdLst/>
            <a:ahLst/>
            <a:cxnLst/>
            <a:rect l="l" t="t" r="r" b="b"/>
            <a:pathLst>
              <a:path w="47352" h="59527">
                <a:moveTo>
                  <a:pt x="33824" y="59528"/>
                </a:moveTo>
                <a:cubicBezTo>
                  <a:pt x="28749" y="59528"/>
                  <a:pt x="25366" y="57827"/>
                  <a:pt x="21986" y="54426"/>
                </a:cubicBezTo>
                <a:cubicBezTo>
                  <a:pt x="3382" y="20411"/>
                  <a:pt x="3382" y="20411"/>
                  <a:pt x="3382" y="20411"/>
                </a:cubicBezTo>
                <a:cubicBezTo>
                  <a:pt x="0" y="13606"/>
                  <a:pt x="1691" y="6805"/>
                  <a:pt x="6766" y="3402"/>
                </a:cubicBezTo>
                <a:cubicBezTo>
                  <a:pt x="13528" y="0"/>
                  <a:pt x="20294" y="1701"/>
                  <a:pt x="23676" y="8506"/>
                </a:cubicBezTo>
                <a:cubicBezTo>
                  <a:pt x="43970" y="42521"/>
                  <a:pt x="43970" y="42521"/>
                  <a:pt x="43970" y="42521"/>
                </a:cubicBezTo>
                <a:cubicBezTo>
                  <a:pt x="47352" y="47623"/>
                  <a:pt x="45662" y="56127"/>
                  <a:pt x="38896" y="59528"/>
                </a:cubicBezTo>
                <a:cubicBezTo>
                  <a:pt x="37205" y="59528"/>
                  <a:pt x="35514" y="59528"/>
                  <a:pt x="33824" y="595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Freeform 44">
            <a:extLst>
              <a:ext uri="{FF2B5EF4-FFF2-40B4-BE49-F238E27FC236}">
                <a16:creationId xmlns:a16="http://schemas.microsoft.com/office/drawing/2014/main" id="{88E159D1-E204-7C76-81CE-D83A54D58A79}"/>
              </a:ext>
            </a:extLst>
          </p:cNvPr>
          <p:cNvSpPr/>
          <p:nvPr/>
        </p:nvSpPr>
        <p:spPr>
          <a:xfrm>
            <a:off x="2195417" y="23477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47096" y="45997"/>
                </a:moveTo>
                <a:cubicBezTo>
                  <a:pt x="45413" y="45997"/>
                  <a:pt x="43730" y="45997"/>
                  <a:pt x="42051" y="44294"/>
                </a:cubicBezTo>
                <a:cubicBezTo>
                  <a:pt x="8410" y="23851"/>
                  <a:pt x="8410" y="23851"/>
                  <a:pt x="8410" y="23851"/>
                </a:cubicBezTo>
                <a:cubicBezTo>
                  <a:pt x="1683" y="20443"/>
                  <a:pt x="0" y="13628"/>
                  <a:pt x="3366" y="8518"/>
                </a:cubicBezTo>
                <a:cubicBezTo>
                  <a:pt x="6727" y="1703"/>
                  <a:pt x="15137" y="0"/>
                  <a:pt x="20183" y="3406"/>
                </a:cubicBezTo>
                <a:cubicBezTo>
                  <a:pt x="53823" y="23851"/>
                  <a:pt x="53823" y="23851"/>
                  <a:pt x="53823" y="23851"/>
                </a:cubicBezTo>
                <a:cubicBezTo>
                  <a:pt x="58869" y="27257"/>
                  <a:pt x="62233" y="34071"/>
                  <a:pt x="58869" y="39182"/>
                </a:cubicBezTo>
                <a:cubicBezTo>
                  <a:pt x="55506" y="44294"/>
                  <a:pt x="52140" y="45997"/>
                  <a:pt x="4709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Freeform 45">
            <a:extLst>
              <a:ext uri="{FF2B5EF4-FFF2-40B4-BE49-F238E27FC236}">
                <a16:creationId xmlns:a16="http://schemas.microsoft.com/office/drawing/2014/main" id="{5BC79689-18A2-D5FF-B2C2-70E6F90DED15}"/>
              </a:ext>
            </a:extLst>
          </p:cNvPr>
          <p:cNvSpPr/>
          <p:nvPr/>
        </p:nvSpPr>
        <p:spPr>
          <a:xfrm>
            <a:off x="2159000" y="2451100"/>
            <a:ext cx="63588" cy="22998"/>
          </a:xfrm>
          <a:custGeom>
            <a:avLst/>
            <a:gdLst/>
            <a:ahLst/>
            <a:cxnLst/>
            <a:rect l="l" t="t" r="r" b="b"/>
            <a:pathLst>
              <a:path w="63588" h="22998">
                <a:moveTo>
                  <a:pt x="51873" y="22998"/>
                </a:moveTo>
                <a:cubicBezTo>
                  <a:pt x="13386" y="22998"/>
                  <a:pt x="13386" y="22998"/>
                  <a:pt x="13386" y="22998"/>
                </a:cubicBezTo>
                <a:cubicBezTo>
                  <a:pt x="6694" y="22998"/>
                  <a:pt x="0" y="18070"/>
                  <a:pt x="0" y="11500"/>
                </a:cubicBezTo>
                <a:cubicBezTo>
                  <a:pt x="0" y="4929"/>
                  <a:pt x="6694" y="0"/>
                  <a:pt x="13386" y="0"/>
                </a:cubicBezTo>
                <a:cubicBezTo>
                  <a:pt x="51873" y="0"/>
                  <a:pt x="51873" y="0"/>
                  <a:pt x="51873" y="0"/>
                </a:cubicBezTo>
                <a:cubicBezTo>
                  <a:pt x="58567" y="0"/>
                  <a:pt x="63588" y="4929"/>
                  <a:pt x="63588" y="11500"/>
                </a:cubicBezTo>
                <a:cubicBezTo>
                  <a:pt x="63588" y="18070"/>
                  <a:pt x="58567" y="22998"/>
                  <a:pt x="51873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Freeform 46">
            <a:extLst>
              <a:ext uri="{FF2B5EF4-FFF2-40B4-BE49-F238E27FC236}">
                <a16:creationId xmlns:a16="http://schemas.microsoft.com/office/drawing/2014/main" id="{6A96BFDD-92D8-2BD0-18BD-C600C71DE98D}"/>
              </a:ext>
            </a:extLst>
          </p:cNvPr>
          <p:cNvSpPr/>
          <p:nvPr/>
        </p:nvSpPr>
        <p:spPr>
          <a:xfrm>
            <a:off x="2182390" y="2525664"/>
            <a:ext cx="62233" cy="45998"/>
          </a:xfrm>
          <a:custGeom>
            <a:avLst/>
            <a:gdLst/>
            <a:ahLst/>
            <a:cxnLst/>
            <a:rect l="l" t="t" r="r" b="b"/>
            <a:pathLst>
              <a:path w="62233" h="45998">
                <a:moveTo>
                  <a:pt x="15137" y="45998"/>
                </a:moveTo>
                <a:cubicBezTo>
                  <a:pt x="10091" y="45998"/>
                  <a:pt x="6727" y="42592"/>
                  <a:pt x="3364" y="39185"/>
                </a:cubicBezTo>
                <a:cubicBezTo>
                  <a:pt x="0" y="34073"/>
                  <a:pt x="3364" y="25555"/>
                  <a:pt x="8410" y="22148"/>
                </a:cubicBezTo>
                <a:cubicBezTo>
                  <a:pt x="42049" y="3408"/>
                  <a:pt x="42049" y="3408"/>
                  <a:pt x="42049" y="3408"/>
                </a:cubicBezTo>
                <a:cubicBezTo>
                  <a:pt x="48776" y="0"/>
                  <a:pt x="55504" y="1705"/>
                  <a:pt x="58867" y="6815"/>
                </a:cubicBezTo>
                <a:cubicBezTo>
                  <a:pt x="62232" y="13630"/>
                  <a:pt x="60549" y="20445"/>
                  <a:pt x="53822" y="23852"/>
                </a:cubicBezTo>
                <a:cubicBezTo>
                  <a:pt x="20181" y="44295"/>
                  <a:pt x="20181" y="44295"/>
                  <a:pt x="20181" y="44295"/>
                </a:cubicBezTo>
                <a:cubicBezTo>
                  <a:pt x="18502" y="44295"/>
                  <a:pt x="16819" y="45998"/>
                  <a:pt x="15137" y="45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Freeform 47">
            <a:extLst>
              <a:ext uri="{FF2B5EF4-FFF2-40B4-BE49-F238E27FC236}">
                <a16:creationId xmlns:a16="http://schemas.microsoft.com/office/drawing/2014/main" id="{8F783BDC-3B95-4352-99DF-5D7E16BC892E}"/>
              </a:ext>
            </a:extLst>
          </p:cNvPr>
          <p:cNvSpPr/>
          <p:nvPr/>
        </p:nvSpPr>
        <p:spPr>
          <a:xfrm>
            <a:off x="2500217" y="2538297"/>
            <a:ext cx="62235" cy="45997"/>
          </a:xfrm>
          <a:custGeom>
            <a:avLst/>
            <a:gdLst/>
            <a:ahLst/>
            <a:cxnLst/>
            <a:rect l="l" t="t" r="r" b="b"/>
            <a:pathLst>
              <a:path w="62235" h="45997">
                <a:moveTo>
                  <a:pt x="48780" y="45997"/>
                </a:moveTo>
                <a:cubicBezTo>
                  <a:pt x="45415" y="45997"/>
                  <a:pt x="43733" y="45997"/>
                  <a:pt x="42052" y="44294"/>
                </a:cubicBezTo>
                <a:cubicBezTo>
                  <a:pt x="8410" y="25554"/>
                  <a:pt x="8410" y="25554"/>
                  <a:pt x="8410" y="25554"/>
                </a:cubicBezTo>
                <a:cubicBezTo>
                  <a:pt x="1683" y="22146"/>
                  <a:pt x="0" y="13628"/>
                  <a:pt x="3366" y="8518"/>
                </a:cubicBezTo>
                <a:cubicBezTo>
                  <a:pt x="6729" y="1703"/>
                  <a:pt x="15139" y="0"/>
                  <a:pt x="20183" y="3406"/>
                </a:cubicBezTo>
                <a:cubicBezTo>
                  <a:pt x="53825" y="23851"/>
                  <a:pt x="53825" y="23851"/>
                  <a:pt x="53825" y="23851"/>
                </a:cubicBezTo>
                <a:cubicBezTo>
                  <a:pt x="60553" y="27257"/>
                  <a:pt x="62235" y="34071"/>
                  <a:pt x="58870" y="39182"/>
                </a:cubicBezTo>
                <a:cubicBezTo>
                  <a:pt x="57191" y="44294"/>
                  <a:pt x="52143" y="45997"/>
                  <a:pt x="48780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Freeform 48">
            <a:extLst>
              <a:ext uri="{FF2B5EF4-FFF2-40B4-BE49-F238E27FC236}">
                <a16:creationId xmlns:a16="http://schemas.microsoft.com/office/drawing/2014/main" id="{5FD30585-1182-1E87-DBED-249A98131618}"/>
              </a:ext>
            </a:extLst>
          </p:cNvPr>
          <p:cNvSpPr/>
          <p:nvPr/>
        </p:nvSpPr>
        <p:spPr>
          <a:xfrm>
            <a:off x="2527300" y="2463800"/>
            <a:ext cx="62234" cy="22998"/>
          </a:xfrm>
          <a:custGeom>
            <a:avLst/>
            <a:gdLst/>
            <a:ahLst/>
            <a:cxnLst/>
            <a:rect l="l" t="t" r="r" b="b"/>
            <a:pathLst>
              <a:path w="62234" h="22998">
                <a:moveTo>
                  <a:pt x="50461" y="22998"/>
                </a:moveTo>
                <a:cubicBezTo>
                  <a:pt x="11773" y="22998"/>
                  <a:pt x="11773" y="22998"/>
                  <a:pt x="11773" y="22998"/>
                </a:cubicBezTo>
                <a:cubicBezTo>
                  <a:pt x="5044" y="22998"/>
                  <a:pt x="0" y="18070"/>
                  <a:pt x="0" y="11500"/>
                </a:cubicBezTo>
                <a:cubicBezTo>
                  <a:pt x="0" y="4929"/>
                  <a:pt x="5044" y="0"/>
                  <a:pt x="11773" y="0"/>
                </a:cubicBezTo>
                <a:cubicBezTo>
                  <a:pt x="50461" y="0"/>
                  <a:pt x="50461" y="0"/>
                  <a:pt x="50461" y="0"/>
                </a:cubicBezTo>
                <a:cubicBezTo>
                  <a:pt x="57189" y="0"/>
                  <a:pt x="62234" y="4929"/>
                  <a:pt x="62234" y="11500"/>
                </a:cubicBezTo>
                <a:cubicBezTo>
                  <a:pt x="62234" y="18070"/>
                  <a:pt x="57189" y="22998"/>
                  <a:pt x="50461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Freeform 49">
            <a:extLst>
              <a:ext uri="{FF2B5EF4-FFF2-40B4-BE49-F238E27FC236}">
                <a16:creationId xmlns:a16="http://schemas.microsoft.com/office/drawing/2014/main" id="{3957F574-629D-1D0F-C4CB-1A4F6EC922D2}"/>
              </a:ext>
            </a:extLst>
          </p:cNvPr>
          <p:cNvSpPr/>
          <p:nvPr/>
        </p:nvSpPr>
        <p:spPr>
          <a:xfrm>
            <a:off x="2500217" y="23604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13456" y="45997"/>
                </a:moveTo>
                <a:cubicBezTo>
                  <a:pt x="10093" y="45997"/>
                  <a:pt x="5045" y="44294"/>
                  <a:pt x="3366" y="40886"/>
                </a:cubicBezTo>
                <a:cubicBezTo>
                  <a:pt x="0" y="34071"/>
                  <a:pt x="1683" y="27257"/>
                  <a:pt x="8410" y="23851"/>
                </a:cubicBezTo>
                <a:cubicBezTo>
                  <a:pt x="42051" y="3406"/>
                  <a:pt x="42051" y="3406"/>
                  <a:pt x="42051" y="3406"/>
                </a:cubicBezTo>
                <a:cubicBezTo>
                  <a:pt x="47096" y="0"/>
                  <a:pt x="55506" y="1703"/>
                  <a:pt x="58869" y="8518"/>
                </a:cubicBezTo>
                <a:cubicBezTo>
                  <a:pt x="62233" y="13628"/>
                  <a:pt x="58869" y="22146"/>
                  <a:pt x="53823" y="25554"/>
                </a:cubicBezTo>
                <a:cubicBezTo>
                  <a:pt x="20183" y="44294"/>
                  <a:pt x="20183" y="44294"/>
                  <a:pt x="20183" y="44294"/>
                </a:cubicBezTo>
                <a:cubicBezTo>
                  <a:pt x="18503" y="45997"/>
                  <a:pt x="15137" y="45997"/>
                  <a:pt x="1345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Freeform 50">
            <a:extLst>
              <a:ext uri="{FF2B5EF4-FFF2-40B4-BE49-F238E27FC236}">
                <a16:creationId xmlns:a16="http://schemas.microsoft.com/office/drawing/2014/main" id="{4A9A299C-F477-027A-74D7-6CA3D55F16EC}"/>
              </a:ext>
            </a:extLst>
          </p:cNvPr>
          <p:cNvSpPr/>
          <p:nvPr/>
        </p:nvSpPr>
        <p:spPr>
          <a:xfrm>
            <a:off x="2449431" y="2284368"/>
            <a:ext cx="48705" cy="59527"/>
          </a:xfrm>
          <a:custGeom>
            <a:avLst/>
            <a:gdLst/>
            <a:ahLst/>
            <a:cxnLst/>
            <a:rect l="l" t="t" r="r" b="b"/>
            <a:pathLst>
              <a:path w="48705" h="59527">
                <a:moveTo>
                  <a:pt x="13916" y="59527"/>
                </a:moveTo>
                <a:cubicBezTo>
                  <a:pt x="12177" y="59527"/>
                  <a:pt x="8697" y="59527"/>
                  <a:pt x="6959" y="57827"/>
                </a:cubicBezTo>
                <a:cubicBezTo>
                  <a:pt x="1739" y="54426"/>
                  <a:pt x="0" y="47621"/>
                  <a:pt x="3480" y="40818"/>
                </a:cubicBezTo>
                <a:cubicBezTo>
                  <a:pt x="22614" y="6805"/>
                  <a:pt x="22614" y="6805"/>
                  <a:pt x="22614" y="6805"/>
                </a:cubicBezTo>
                <a:cubicBezTo>
                  <a:pt x="26091" y="1701"/>
                  <a:pt x="33049" y="0"/>
                  <a:pt x="40008" y="3401"/>
                </a:cubicBezTo>
                <a:cubicBezTo>
                  <a:pt x="45226" y="6805"/>
                  <a:pt x="48705" y="13606"/>
                  <a:pt x="45226" y="18710"/>
                </a:cubicBezTo>
                <a:cubicBezTo>
                  <a:pt x="24352" y="54426"/>
                  <a:pt x="24352" y="54426"/>
                  <a:pt x="24352" y="54426"/>
                </a:cubicBezTo>
                <a:cubicBezTo>
                  <a:pt x="22614" y="57827"/>
                  <a:pt x="17394" y="59527"/>
                  <a:pt x="13916" y="595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Freeform 51">
            <a:extLst>
              <a:ext uri="{FF2B5EF4-FFF2-40B4-BE49-F238E27FC236}">
                <a16:creationId xmlns:a16="http://schemas.microsoft.com/office/drawing/2014/main" id="{6E688BC9-B9EF-28A1-0AF7-4D0ACD5AC80B}"/>
              </a:ext>
            </a:extLst>
          </p:cNvPr>
          <p:cNvSpPr/>
          <p:nvPr/>
        </p:nvSpPr>
        <p:spPr>
          <a:xfrm>
            <a:off x="2260600" y="2362200"/>
            <a:ext cx="228639" cy="274634"/>
          </a:xfrm>
          <a:custGeom>
            <a:avLst/>
            <a:gdLst/>
            <a:ahLst/>
            <a:cxnLst/>
            <a:rect l="l" t="t" r="r" b="b"/>
            <a:pathLst>
              <a:path w="228639" h="274634">
                <a:moveTo>
                  <a:pt x="228639" y="113579"/>
                </a:moveTo>
                <a:cubicBezTo>
                  <a:pt x="228639" y="50858"/>
                  <a:pt x="177449" y="0"/>
                  <a:pt x="114319" y="0"/>
                </a:cubicBezTo>
                <a:cubicBezTo>
                  <a:pt x="51190" y="0"/>
                  <a:pt x="0" y="50858"/>
                  <a:pt x="0" y="113579"/>
                </a:cubicBezTo>
                <a:cubicBezTo>
                  <a:pt x="0" y="116973"/>
                  <a:pt x="0" y="120368"/>
                  <a:pt x="0" y="123750"/>
                </a:cubicBezTo>
                <a:cubicBezTo>
                  <a:pt x="0" y="125454"/>
                  <a:pt x="1704" y="169523"/>
                  <a:pt x="44362" y="223775"/>
                </a:cubicBezTo>
                <a:cubicBezTo>
                  <a:pt x="58017" y="240725"/>
                  <a:pt x="52894" y="274634"/>
                  <a:pt x="52894" y="274634"/>
                </a:cubicBezTo>
                <a:cubicBezTo>
                  <a:pt x="69957" y="274634"/>
                  <a:pt x="87020" y="274634"/>
                  <a:pt x="105788" y="274634"/>
                </a:cubicBezTo>
                <a:cubicBezTo>
                  <a:pt x="110912" y="274634"/>
                  <a:pt x="116023" y="274634"/>
                  <a:pt x="121147" y="274634"/>
                </a:cubicBezTo>
                <a:cubicBezTo>
                  <a:pt x="139915" y="274634"/>
                  <a:pt x="156977" y="274634"/>
                  <a:pt x="174041" y="274634"/>
                </a:cubicBezTo>
                <a:cubicBezTo>
                  <a:pt x="174041" y="274634"/>
                  <a:pt x="168918" y="240725"/>
                  <a:pt x="182573" y="223775"/>
                </a:cubicBezTo>
                <a:cubicBezTo>
                  <a:pt x="225231" y="169523"/>
                  <a:pt x="228639" y="125454"/>
                  <a:pt x="226935" y="123750"/>
                </a:cubicBezTo>
                <a:cubicBezTo>
                  <a:pt x="226935" y="120368"/>
                  <a:pt x="228639" y="116973"/>
                  <a:pt x="228639" y="113579"/>
                </a:cubicBezTo>
                <a:close/>
                <a:moveTo>
                  <a:pt x="100665" y="254291"/>
                </a:moveTo>
                <a:cubicBezTo>
                  <a:pt x="100665" y="200038"/>
                  <a:pt x="100665" y="200038"/>
                  <a:pt x="100665" y="200038"/>
                </a:cubicBezTo>
                <a:cubicBezTo>
                  <a:pt x="100665" y="198347"/>
                  <a:pt x="100665" y="198347"/>
                  <a:pt x="98961" y="196656"/>
                </a:cubicBezTo>
                <a:cubicBezTo>
                  <a:pt x="76784" y="154266"/>
                  <a:pt x="76784" y="154266"/>
                  <a:pt x="76784" y="154266"/>
                </a:cubicBezTo>
                <a:cubicBezTo>
                  <a:pt x="78489" y="154266"/>
                  <a:pt x="80193" y="154266"/>
                  <a:pt x="81897" y="152574"/>
                </a:cubicBezTo>
                <a:cubicBezTo>
                  <a:pt x="85316" y="152574"/>
                  <a:pt x="88725" y="149179"/>
                  <a:pt x="92133" y="147489"/>
                </a:cubicBezTo>
                <a:cubicBezTo>
                  <a:pt x="95552" y="150884"/>
                  <a:pt x="100665" y="154266"/>
                  <a:pt x="104084" y="154266"/>
                </a:cubicBezTo>
                <a:cubicBezTo>
                  <a:pt x="110912" y="155969"/>
                  <a:pt x="117728" y="152574"/>
                  <a:pt x="124555" y="147489"/>
                </a:cubicBezTo>
                <a:cubicBezTo>
                  <a:pt x="124555" y="147489"/>
                  <a:pt x="124555" y="147489"/>
                  <a:pt x="124555" y="149179"/>
                </a:cubicBezTo>
                <a:cubicBezTo>
                  <a:pt x="127974" y="154266"/>
                  <a:pt x="133087" y="155969"/>
                  <a:pt x="136506" y="155969"/>
                </a:cubicBezTo>
                <a:cubicBezTo>
                  <a:pt x="138210" y="155969"/>
                  <a:pt x="138210" y="155969"/>
                  <a:pt x="138210" y="155969"/>
                </a:cubicBezTo>
                <a:cubicBezTo>
                  <a:pt x="139915" y="155969"/>
                  <a:pt x="141619" y="155969"/>
                  <a:pt x="143323" y="154266"/>
                </a:cubicBezTo>
                <a:cubicBezTo>
                  <a:pt x="121147" y="196656"/>
                  <a:pt x="121147" y="196656"/>
                  <a:pt x="121147" y="196656"/>
                </a:cubicBezTo>
                <a:cubicBezTo>
                  <a:pt x="121147" y="198347"/>
                  <a:pt x="121147" y="198347"/>
                  <a:pt x="121147" y="200038"/>
                </a:cubicBezTo>
                <a:cubicBezTo>
                  <a:pt x="121147" y="254291"/>
                  <a:pt x="121147" y="254291"/>
                  <a:pt x="121147" y="254291"/>
                </a:cubicBezTo>
                <a:lnTo>
                  <a:pt x="100665" y="254291"/>
                </a:lnTo>
                <a:close/>
                <a:moveTo>
                  <a:pt x="93848" y="122060"/>
                </a:moveTo>
                <a:cubicBezTo>
                  <a:pt x="93848" y="122060"/>
                  <a:pt x="93848" y="122060"/>
                  <a:pt x="93848" y="122060"/>
                </a:cubicBezTo>
                <a:cubicBezTo>
                  <a:pt x="93848" y="122060"/>
                  <a:pt x="93848" y="122060"/>
                  <a:pt x="95552" y="122060"/>
                </a:cubicBezTo>
                <a:cubicBezTo>
                  <a:pt x="97257" y="122060"/>
                  <a:pt x="97257" y="122060"/>
                  <a:pt x="97257" y="125454"/>
                </a:cubicBezTo>
                <a:cubicBezTo>
                  <a:pt x="97257" y="127145"/>
                  <a:pt x="95552" y="130541"/>
                  <a:pt x="93848" y="135626"/>
                </a:cubicBezTo>
                <a:cubicBezTo>
                  <a:pt x="92133" y="128836"/>
                  <a:pt x="92133" y="123750"/>
                  <a:pt x="93848" y="122060"/>
                </a:cubicBezTo>
                <a:close/>
                <a:moveTo>
                  <a:pt x="126260" y="120368"/>
                </a:moveTo>
                <a:cubicBezTo>
                  <a:pt x="126260" y="118665"/>
                  <a:pt x="127974" y="118665"/>
                  <a:pt x="127974" y="118665"/>
                </a:cubicBezTo>
                <a:cubicBezTo>
                  <a:pt x="127974" y="118665"/>
                  <a:pt x="127974" y="118665"/>
                  <a:pt x="127974" y="118665"/>
                </a:cubicBezTo>
                <a:cubicBezTo>
                  <a:pt x="129678" y="118665"/>
                  <a:pt x="129678" y="118665"/>
                  <a:pt x="129678" y="118665"/>
                </a:cubicBezTo>
                <a:cubicBezTo>
                  <a:pt x="129678" y="120368"/>
                  <a:pt x="129678" y="125454"/>
                  <a:pt x="126260" y="132231"/>
                </a:cubicBezTo>
                <a:cubicBezTo>
                  <a:pt x="124555" y="127145"/>
                  <a:pt x="124555" y="122060"/>
                  <a:pt x="126260" y="120368"/>
                </a:cubicBezTo>
                <a:close/>
                <a:moveTo>
                  <a:pt x="208167" y="116973"/>
                </a:moveTo>
                <a:cubicBezTo>
                  <a:pt x="206452" y="130541"/>
                  <a:pt x="206452" y="130541"/>
                  <a:pt x="206452" y="130541"/>
                </a:cubicBezTo>
                <a:cubicBezTo>
                  <a:pt x="206452" y="130541"/>
                  <a:pt x="206452" y="130541"/>
                  <a:pt x="206452" y="130541"/>
                </a:cubicBezTo>
                <a:cubicBezTo>
                  <a:pt x="204748" y="142403"/>
                  <a:pt x="196216" y="174608"/>
                  <a:pt x="167213" y="211913"/>
                </a:cubicBezTo>
                <a:cubicBezTo>
                  <a:pt x="156977" y="223775"/>
                  <a:pt x="153558" y="240725"/>
                  <a:pt x="153558" y="254291"/>
                </a:cubicBezTo>
                <a:cubicBezTo>
                  <a:pt x="134791" y="254291"/>
                  <a:pt x="134791" y="254291"/>
                  <a:pt x="134791" y="254291"/>
                </a:cubicBezTo>
                <a:cubicBezTo>
                  <a:pt x="134791" y="201742"/>
                  <a:pt x="134791" y="201742"/>
                  <a:pt x="134791" y="201742"/>
                </a:cubicBezTo>
                <a:cubicBezTo>
                  <a:pt x="160386" y="152574"/>
                  <a:pt x="160386" y="152574"/>
                  <a:pt x="160386" y="152574"/>
                </a:cubicBezTo>
                <a:cubicBezTo>
                  <a:pt x="162090" y="149179"/>
                  <a:pt x="160386" y="144094"/>
                  <a:pt x="156977" y="142403"/>
                </a:cubicBezTo>
                <a:cubicBezTo>
                  <a:pt x="153558" y="140712"/>
                  <a:pt x="150151" y="142403"/>
                  <a:pt x="148446" y="145797"/>
                </a:cubicBezTo>
                <a:cubicBezTo>
                  <a:pt x="145026" y="147489"/>
                  <a:pt x="141619" y="149179"/>
                  <a:pt x="138210" y="149179"/>
                </a:cubicBezTo>
                <a:cubicBezTo>
                  <a:pt x="134791" y="149179"/>
                  <a:pt x="133087" y="147489"/>
                  <a:pt x="131383" y="144094"/>
                </a:cubicBezTo>
                <a:cubicBezTo>
                  <a:pt x="129678" y="144094"/>
                  <a:pt x="129678" y="142403"/>
                  <a:pt x="127974" y="140712"/>
                </a:cubicBezTo>
                <a:cubicBezTo>
                  <a:pt x="127974" y="140712"/>
                  <a:pt x="127974" y="140712"/>
                  <a:pt x="127974" y="140712"/>
                </a:cubicBezTo>
                <a:cubicBezTo>
                  <a:pt x="134791" y="132231"/>
                  <a:pt x="138210" y="122060"/>
                  <a:pt x="134791" y="115283"/>
                </a:cubicBezTo>
                <a:cubicBezTo>
                  <a:pt x="134791" y="111888"/>
                  <a:pt x="131383" y="110197"/>
                  <a:pt x="127974" y="111888"/>
                </a:cubicBezTo>
                <a:cubicBezTo>
                  <a:pt x="124555" y="111888"/>
                  <a:pt x="121147" y="113579"/>
                  <a:pt x="119442" y="116973"/>
                </a:cubicBezTo>
                <a:cubicBezTo>
                  <a:pt x="117728" y="122060"/>
                  <a:pt x="117728" y="132231"/>
                  <a:pt x="121147" y="139008"/>
                </a:cubicBezTo>
                <a:cubicBezTo>
                  <a:pt x="116023" y="144094"/>
                  <a:pt x="110912" y="149179"/>
                  <a:pt x="105788" y="147489"/>
                </a:cubicBezTo>
                <a:cubicBezTo>
                  <a:pt x="102380" y="147489"/>
                  <a:pt x="98961" y="145797"/>
                  <a:pt x="97257" y="142403"/>
                </a:cubicBezTo>
                <a:cubicBezTo>
                  <a:pt x="102380" y="135626"/>
                  <a:pt x="104084" y="130541"/>
                  <a:pt x="104084" y="123750"/>
                </a:cubicBezTo>
                <a:cubicBezTo>
                  <a:pt x="104084" y="120368"/>
                  <a:pt x="102380" y="115283"/>
                  <a:pt x="97257" y="115283"/>
                </a:cubicBezTo>
                <a:cubicBezTo>
                  <a:pt x="93848" y="113579"/>
                  <a:pt x="90429" y="115283"/>
                  <a:pt x="88725" y="116973"/>
                </a:cubicBezTo>
                <a:cubicBezTo>
                  <a:pt x="83612" y="122060"/>
                  <a:pt x="85316" y="130541"/>
                  <a:pt x="87020" y="137317"/>
                </a:cubicBezTo>
                <a:cubicBezTo>
                  <a:pt x="87020" y="139008"/>
                  <a:pt x="87020" y="140712"/>
                  <a:pt x="88725" y="140712"/>
                </a:cubicBezTo>
                <a:cubicBezTo>
                  <a:pt x="85316" y="144094"/>
                  <a:pt x="81897" y="145797"/>
                  <a:pt x="80193" y="147489"/>
                </a:cubicBezTo>
                <a:cubicBezTo>
                  <a:pt x="76784" y="147489"/>
                  <a:pt x="75080" y="147489"/>
                  <a:pt x="73365" y="147489"/>
                </a:cubicBezTo>
                <a:cubicBezTo>
                  <a:pt x="73365" y="145797"/>
                  <a:pt x="73365" y="145797"/>
                  <a:pt x="73365" y="145797"/>
                </a:cubicBezTo>
                <a:cubicBezTo>
                  <a:pt x="71661" y="142403"/>
                  <a:pt x="68254" y="140712"/>
                  <a:pt x="64834" y="142403"/>
                </a:cubicBezTo>
                <a:cubicBezTo>
                  <a:pt x="64834" y="142403"/>
                  <a:pt x="64834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59722" y="144094"/>
                  <a:pt x="59722" y="149179"/>
                  <a:pt x="61426" y="152574"/>
                </a:cubicBezTo>
                <a:cubicBezTo>
                  <a:pt x="87020" y="201742"/>
                  <a:pt x="87020" y="201742"/>
                  <a:pt x="87020" y="201742"/>
                </a:cubicBezTo>
                <a:cubicBezTo>
                  <a:pt x="87020" y="254291"/>
                  <a:pt x="87020" y="254291"/>
                  <a:pt x="87020" y="254291"/>
                </a:cubicBezTo>
                <a:cubicBezTo>
                  <a:pt x="73365" y="254291"/>
                  <a:pt x="73365" y="254291"/>
                  <a:pt x="73365" y="254291"/>
                </a:cubicBezTo>
                <a:cubicBezTo>
                  <a:pt x="73365" y="240725"/>
                  <a:pt x="69957" y="223775"/>
                  <a:pt x="61426" y="211913"/>
                </a:cubicBezTo>
                <a:cubicBezTo>
                  <a:pt x="30707" y="174608"/>
                  <a:pt x="22187" y="142403"/>
                  <a:pt x="20471" y="130541"/>
                </a:cubicBezTo>
                <a:cubicBezTo>
                  <a:pt x="20471" y="130541"/>
                  <a:pt x="20471" y="130541"/>
                  <a:pt x="20471" y="130541"/>
                </a:cubicBezTo>
                <a:cubicBezTo>
                  <a:pt x="18768" y="116973"/>
                  <a:pt x="18768" y="116973"/>
                  <a:pt x="18768" y="116973"/>
                </a:cubicBezTo>
                <a:cubicBezTo>
                  <a:pt x="18768" y="115283"/>
                  <a:pt x="18768" y="113579"/>
                  <a:pt x="18768" y="113579"/>
                </a:cubicBezTo>
                <a:cubicBezTo>
                  <a:pt x="18768" y="61030"/>
                  <a:pt x="61426" y="18652"/>
                  <a:pt x="114319" y="18652"/>
                </a:cubicBezTo>
                <a:cubicBezTo>
                  <a:pt x="165509" y="18652"/>
                  <a:pt x="208167" y="61030"/>
                  <a:pt x="208167" y="113579"/>
                </a:cubicBezTo>
                <a:cubicBezTo>
                  <a:pt x="208167" y="113579"/>
                  <a:pt x="208167" y="115283"/>
                  <a:pt x="208167" y="11697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Freeform 52">
            <a:extLst>
              <a:ext uri="{FF2B5EF4-FFF2-40B4-BE49-F238E27FC236}">
                <a16:creationId xmlns:a16="http://schemas.microsoft.com/office/drawing/2014/main" id="{2B629E9A-7805-74F1-F217-3E50B0D814D9}"/>
              </a:ext>
            </a:extLst>
          </p:cNvPr>
          <p:cNvSpPr/>
          <p:nvPr/>
        </p:nvSpPr>
        <p:spPr>
          <a:xfrm>
            <a:off x="2311400" y="2641600"/>
            <a:ext cx="120409" cy="68998"/>
          </a:xfrm>
          <a:custGeom>
            <a:avLst/>
            <a:gdLst/>
            <a:ahLst/>
            <a:cxnLst/>
            <a:rect l="l" t="t" r="r" b="b"/>
            <a:pathLst>
              <a:path w="120409" h="68998">
                <a:moveTo>
                  <a:pt x="0" y="10349"/>
                </a:moveTo>
                <a:cubicBezTo>
                  <a:pt x="5089" y="10349"/>
                  <a:pt x="5089" y="10349"/>
                  <a:pt x="5089" y="10349"/>
                </a:cubicBezTo>
                <a:cubicBezTo>
                  <a:pt x="5089" y="18975"/>
                  <a:pt x="5089" y="18975"/>
                  <a:pt x="5089" y="18975"/>
                </a:cubicBezTo>
                <a:cubicBezTo>
                  <a:pt x="0" y="18975"/>
                  <a:pt x="0" y="18975"/>
                  <a:pt x="0" y="18975"/>
                </a:cubicBezTo>
                <a:cubicBezTo>
                  <a:pt x="0" y="29324"/>
                  <a:pt x="0" y="29324"/>
                  <a:pt x="0" y="29324"/>
                </a:cubicBezTo>
                <a:cubicBezTo>
                  <a:pt x="5089" y="29324"/>
                  <a:pt x="5089" y="29324"/>
                  <a:pt x="5089" y="29324"/>
                </a:cubicBezTo>
                <a:cubicBezTo>
                  <a:pt x="5089" y="37949"/>
                  <a:pt x="5089" y="37949"/>
                  <a:pt x="5089" y="37949"/>
                </a:cubicBezTo>
                <a:cubicBezTo>
                  <a:pt x="0" y="37949"/>
                  <a:pt x="0" y="37949"/>
                  <a:pt x="0" y="37949"/>
                </a:cubicBezTo>
                <a:cubicBezTo>
                  <a:pt x="1694" y="48298"/>
                  <a:pt x="11873" y="58649"/>
                  <a:pt x="27136" y="58649"/>
                </a:cubicBezTo>
                <a:cubicBezTo>
                  <a:pt x="28832" y="65549"/>
                  <a:pt x="33920" y="68998"/>
                  <a:pt x="40700" y="68998"/>
                </a:cubicBezTo>
                <a:cubicBezTo>
                  <a:pt x="79709" y="68998"/>
                  <a:pt x="79709" y="68998"/>
                  <a:pt x="79709" y="68998"/>
                </a:cubicBezTo>
                <a:cubicBezTo>
                  <a:pt x="86488" y="68998"/>
                  <a:pt x="91577" y="65549"/>
                  <a:pt x="94973" y="58649"/>
                </a:cubicBezTo>
                <a:cubicBezTo>
                  <a:pt x="108535" y="58649"/>
                  <a:pt x="118715" y="48298"/>
                  <a:pt x="120409" y="37949"/>
                </a:cubicBezTo>
                <a:cubicBezTo>
                  <a:pt x="115320" y="37949"/>
                  <a:pt x="115320" y="37949"/>
                  <a:pt x="115320" y="37949"/>
                </a:cubicBezTo>
                <a:cubicBezTo>
                  <a:pt x="115320" y="29324"/>
                  <a:pt x="115320" y="29324"/>
                  <a:pt x="115320" y="29324"/>
                </a:cubicBezTo>
                <a:cubicBezTo>
                  <a:pt x="120409" y="29324"/>
                  <a:pt x="120409" y="29324"/>
                  <a:pt x="120409" y="29324"/>
                </a:cubicBezTo>
                <a:cubicBezTo>
                  <a:pt x="120409" y="18975"/>
                  <a:pt x="120409" y="18975"/>
                  <a:pt x="120409" y="18975"/>
                </a:cubicBezTo>
                <a:cubicBezTo>
                  <a:pt x="115320" y="18975"/>
                  <a:pt x="115320" y="18975"/>
                  <a:pt x="115320" y="18975"/>
                </a:cubicBezTo>
                <a:cubicBezTo>
                  <a:pt x="115320" y="10349"/>
                  <a:pt x="115320" y="10349"/>
                  <a:pt x="115320" y="10349"/>
                </a:cubicBezTo>
                <a:cubicBezTo>
                  <a:pt x="120409" y="10349"/>
                  <a:pt x="120409" y="10349"/>
                  <a:pt x="120409" y="10349"/>
                </a:cubicBezTo>
                <a:cubicBezTo>
                  <a:pt x="120409" y="0"/>
                  <a:pt x="120409" y="0"/>
                  <a:pt x="12040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3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939722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FDE90AF-D06B-A0A7-4121-3791C83777E6}"/>
              </a:ext>
            </a:extLst>
          </p:cNvPr>
          <p:cNvSpPr/>
          <p:nvPr/>
        </p:nvSpPr>
        <p:spPr>
          <a:xfrm>
            <a:off x="666750" y="2740061"/>
            <a:ext cx="10858500" cy="13441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6557337C-E8A3-E738-19B1-E705B4956512}"/>
              </a:ext>
            </a:extLst>
          </p:cNvPr>
          <p:cNvSpPr/>
          <p:nvPr/>
        </p:nvSpPr>
        <p:spPr>
          <a:xfrm>
            <a:off x="45656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DB99849A-52EA-95E5-FCAF-524325A70610}"/>
              </a:ext>
            </a:extLst>
          </p:cNvPr>
          <p:cNvSpPr/>
          <p:nvPr/>
        </p:nvSpPr>
        <p:spPr>
          <a:xfrm>
            <a:off x="82613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4BAC272A-A091-BEDC-9631-7449FE6F123F}"/>
              </a:ext>
            </a:extLst>
          </p:cNvPr>
          <p:cNvSpPr/>
          <p:nvPr/>
        </p:nvSpPr>
        <p:spPr>
          <a:xfrm>
            <a:off x="45783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8598B6D2-3046-F8D8-FBB0-F4647994D27E}"/>
              </a:ext>
            </a:extLst>
          </p:cNvPr>
          <p:cNvSpPr/>
          <p:nvPr/>
        </p:nvSpPr>
        <p:spPr>
          <a:xfrm>
            <a:off x="82740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" name="Connector 25">
            <a:extLst>
              <a:ext uri="{FF2B5EF4-FFF2-40B4-BE49-F238E27FC236}">
                <a16:creationId xmlns:a16="http://schemas.microsoft.com/office/drawing/2014/main" id="{08384863-0AF4-D3D8-13D8-FF039DBB945B}"/>
              </a:ext>
            </a:extLst>
          </p:cNvPr>
          <p:cNvCxnSpPr/>
          <p:nvPr/>
        </p:nvCxnSpPr>
        <p:spPr>
          <a:xfrm rot="5">
            <a:off x="5657850" y="2319926"/>
            <a:ext cx="8890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1" name="Connector 26">
            <a:extLst>
              <a:ext uri="{FF2B5EF4-FFF2-40B4-BE49-F238E27FC236}">
                <a16:creationId xmlns:a16="http://schemas.microsoft.com/office/drawing/2014/main" id="{5CF3A5FD-E24F-F5D6-E620-A9FECD69AAC0}"/>
              </a:ext>
            </a:extLst>
          </p:cNvPr>
          <p:cNvCxnSpPr/>
          <p:nvPr/>
        </p:nvCxnSpPr>
        <p:spPr>
          <a:xfrm rot="4">
            <a:off x="93408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2">
            <a:extLst>
              <a:ext uri="{FF2B5EF4-FFF2-40B4-BE49-F238E27FC236}">
                <a16:creationId xmlns:a16="http://schemas.microsoft.com/office/drawing/2014/main" id="{148892B6-CD71-F624-A4BE-77AC8FBAAB95}"/>
              </a:ext>
            </a:extLst>
          </p:cNvPr>
          <p:cNvSpPr/>
          <p:nvPr/>
        </p:nvSpPr>
        <p:spPr>
          <a:xfrm>
            <a:off x="8699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F5B0D683-35DA-8DD7-6794-57E57B657050}"/>
              </a:ext>
            </a:extLst>
          </p:cNvPr>
          <p:cNvSpPr/>
          <p:nvPr/>
        </p:nvSpPr>
        <p:spPr>
          <a:xfrm>
            <a:off x="875362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" name="Connector 23">
            <a:extLst>
              <a:ext uri="{FF2B5EF4-FFF2-40B4-BE49-F238E27FC236}">
                <a16:creationId xmlns:a16="http://schemas.microsoft.com/office/drawing/2014/main" id="{6D27593A-F22D-88F9-C79C-97F432C7A2F8}"/>
              </a:ext>
            </a:extLst>
          </p:cNvPr>
          <p:cNvCxnSpPr/>
          <p:nvPr/>
        </p:nvCxnSpPr>
        <p:spPr>
          <a:xfrm rot="4">
            <a:off x="19621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620474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>
            <a:extLst>
              <a:ext uri="{FF2B5EF4-FFF2-40B4-BE49-F238E27FC236}">
                <a16:creationId xmlns:a16="http://schemas.microsoft.com/office/drawing/2014/main" id="{D67635CD-646D-7B00-FCB3-502BC52D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15" b="28415"/>
          <a:stretch>
            <a:fillRect/>
          </a:stretch>
        </p:blipFill>
        <p:spPr>
          <a:xfrm>
            <a:off x="2895600" y="1727200"/>
            <a:ext cx="8623300" cy="200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12">
            <a:extLst>
              <a:ext uri="{FF2B5EF4-FFF2-40B4-BE49-F238E27FC236}">
                <a16:creationId xmlns:a16="http://schemas.microsoft.com/office/drawing/2014/main" id="{9CF639FF-1518-D6A9-E84A-E75D4DA37251}"/>
              </a:ext>
            </a:extLst>
          </p:cNvPr>
          <p:cNvSpPr/>
          <p:nvPr/>
        </p:nvSpPr>
        <p:spPr>
          <a:xfrm>
            <a:off x="673100" y="1739900"/>
            <a:ext cx="10845800" cy="2006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2F6FA">
                  <a:alpha val="53000"/>
                </a:srgbClr>
              </a:gs>
              <a:gs pos="74000">
                <a:srgbClr val="26476A">
                  <a:alpha val="100000"/>
                </a:srgbClr>
              </a:gs>
              <a:gs pos="83000">
                <a:srgbClr val="26476A">
                  <a:alpha val="100000"/>
                </a:srgbClr>
              </a:gs>
              <a:gs pos="100000">
                <a:srgbClr val="26476A">
                  <a:alpha val="100000"/>
                </a:srgbClr>
              </a:gs>
            </a:gsLst>
            <a:lin ang="108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818FDEA-2A9D-C31B-55EA-2C411CE9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6900" y="2273300"/>
            <a:ext cx="7493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4">
            <a:extLst>
              <a:ext uri="{FF2B5EF4-FFF2-40B4-BE49-F238E27FC236}">
                <a16:creationId xmlns:a16="http://schemas.microsoft.com/office/drawing/2014/main" id="{34D927B9-7D42-4BA5-B690-F733FA82FBB2}"/>
              </a:ext>
            </a:extLst>
          </p:cNvPr>
          <p:cNvSpPr/>
          <p:nvPr/>
        </p:nvSpPr>
        <p:spPr>
          <a:xfrm>
            <a:off x="1574800" y="2070100"/>
            <a:ext cx="7137400" cy="1155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4DA18B41-8979-5166-98A7-8E7C79B88FE6}"/>
              </a:ext>
            </a:extLst>
          </p:cNvPr>
          <p:cNvSpPr/>
          <p:nvPr/>
        </p:nvSpPr>
        <p:spPr>
          <a:xfrm rot="5400000">
            <a:off x="1257300" y="2578100"/>
            <a:ext cx="254000" cy="1270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A0AA7D50-A1E0-D31C-9673-874898DD7A2C}"/>
              </a:ext>
            </a:extLst>
          </p:cNvPr>
          <p:cNvSpPr/>
          <p:nvPr/>
        </p:nvSpPr>
        <p:spPr>
          <a:xfrm>
            <a:off x="10160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C8B75C00-2E7F-7A98-39B6-F78DAED698A6}"/>
              </a:ext>
            </a:extLst>
          </p:cNvPr>
          <p:cNvSpPr/>
          <p:nvPr/>
        </p:nvSpPr>
        <p:spPr>
          <a:xfrm>
            <a:off x="4559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DF8ACAC-F5D3-1791-834A-57AB480033ED}"/>
              </a:ext>
            </a:extLst>
          </p:cNvPr>
          <p:cNvSpPr/>
          <p:nvPr/>
        </p:nvSpPr>
        <p:spPr>
          <a:xfrm>
            <a:off x="8115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A389D54C-1E28-ACA2-8067-2F7E43CB2966}"/>
              </a:ext>
            </a:extLst>
          </p:cNvPr>
          <p:cNvSpPr/>
          <p:nvPr/>
        </p:nvSpPr>
        <p:spPr>
          <a:xfrm>
            <a:off x="1219200" y="4533900"/>
            <a:ext cx="27559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420DDB25-6659-9E49-231E-EB244D98E151}"/>
              </a:ext>
            </a:extLst>
          </p:cNvPr>
          <p:cNvSpPr/>
          <p:nvPr/>
        </p:nvSpPr>
        <p:spPr>
          <a:xfrm>
            <a:off x="13208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5FF928F7-2E1B-69BE-B570-5AD5304AD93E}"/>
              </a:ext>
            </a:extLst>
          </p:cNvPr>
          <p:cNvSpPr/>
          <p:nvPr/>
        </p:nvSpPr>
        <p:spPr>
          <a:xfrm>
            <a:off x="18669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6EE6E1BE-923D-18CE-6D5E-B179186DF5F9}"/>
              </a:ext>
            </a:extLst>
          </p:cNvPr>
          <p:cNvSpPr/>
          <p:nvPr/>
        </p:nvSpPr>
        <p:spPr>
          <a:xfrm>
            <a:off x="5410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E21A4340-6557-91FD-BB02-DBE3EED720AB}"/>
              </a:ext>
            </a:extLst>
          </p:cNvPr>
          <p:cNvSpPr/>
          <p:nvPr/>
        </p:nvSpPr>
        <p:spPr>
          <a:xfrm>
            <a:off x="8966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2BEF0DF9-E39D-63C2-364A-FBA037F34491}"/>
              </a:ext>
            </a:extLst>
          </p:cNvPr>
          <p:cNvSpPr/>
          <p:nvPr/>
        </p:nvSpPr>
        <p:spPr>
          <a:xfrm>
            <a:off x="4762500" y="4533900"/>
            <a:ext cx="27813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BE0A1C4A-DA1B-BA9C-E658-4D2F4E7C8F55}"/>
              </a:ext>
            </a:extLst>
          </p:cNvPr>
          <p:cNvSpPr/>
          <p:nvPr/>
        </p:nvSpPr>
        <p:spPr>
          <a:xfrm>
            <a:off x="48641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4" name="AutoShape 26">
            <a:extLst>
              <a:ext uri="{FF2B5EF4-FFF2-40B4-BE49-F238E27FC236}">
                <a16:creationId xmlns:a16="http://schemas.microsoft.com/office/drawing/2014/main" id="{EF639CB7-C0C6-78BE-90A2-F36E36BFFE05}"/>
              </a:ext>
            </a:extLst>
          </p:cNvPr>
          <p:cNvSpPr/>
          <p:nvPr/>
        </p:nvSpPr>
        <p:spPr>
          <a:xfrm>
            <a:off x="8293100" y="4533900"/>
            <a:ext cx="2768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281FBB5F-C6A6-9A45-8DEF-466E1DDE6AB4}"/>
              </a:ext>
            </a:extLst>
          </p:cNvPr>
          <p:cNvSpPr/>
          <p:nvPr/>
        </p:nvSpPr>
        <p:spPr>
          <a:xfrm>
            <a:off x="84074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Freeform 28">
            <a:extLst>
              <a:ext uri="{FF2B5EF4-FFF2-40B4-BE49-F238E27FC236}">
                <a16:creationId xmlns:a16="http://schemas.microsoft.com/office/drawing/2014/main" id="{88F219D0-E60E-7B40-921E-FFEA251AE664}"/>
              </a:ext>
            </a:extLst>
          </p:cNvPr>
          <p:cNvSpPr/>
          <p:nvPr/>
        </p:nvSpPr>
        <p:spPr>
          <a:xfrm>
            <a:off x="2247900" y="3810000"/>
            <a:ext cx="609685" cy="568123"/>
          </a:xfrm>
          <a:custGeom>
            <a:avLst/>
            <a:gdLst/>
            <a:ahLst/>
            <a:cxnLst/>
            <a:rect l="l" t="t" r="r" b="b"/>
            <a:pathLst>
              <a:path w="609685" h="568123">
                <a:moveTo>
                  <a:pt x="261931" y="446413"/>
                </a:moveTo>
                <a:lnTo>
                  <a:pt x="246750" y="507224"/>
                </a:lnTo>
                <a:lnTo>
                  <a:pt x="362936" y="507224"/>
                </a:lnTo>
                <a:lnTo>
                  <a:pt x="347665" y="446413"/>
                </a:lnTo>
                <a:close/>
                <a:moveTo>
                  <a:pt x="0" y="365272"/>
                </a:moveTo>
                <a:lnTo>
                  <a:pt x="609685" y="365272"/>
                </a:lnTo>
                <a:lnTo>
                  <a:pt x="609685" y="400760"/>
                </a:lnTo>
                <a:cubicBezTo>
                  <a:pt x="609685" y="425905"/>
                  <a:pt x="589145" y="446413"/>
                  <a:pt x="563960" y="446413"/>
                </a:cubicBezTo>
                <a:lnTo>
                  <a:pt x="368651" y="446413"/>
                </a:lnTo>
                <a:lnTo>
                  <a:pt x="383922" y="507224"/>
                </a:lnTo>
                <a:lnTo>
                  <a:pt x="386155" y="507224"/>
                </a:lnTo>
                <a:cubicBezTo>
                  <a:pt x="414106" y="507224"/>
                  <a:pt x="436880" y="530050"/>
                  <a:pt x="436880" y="557958"/>
                </a:cubicBezTo>
                <a:cubicBezTo>
                  <a:pt x="436880" y="563575"/>
                  <a:pt x="432326" y="568123"/>
                  <a:pt x="426789" y="568123"/>
                </a:cubicBezTo>
                <a:lnTo>
                  <a:pt x="182897" y="568123"/>
                </a:lnTo>
                <a:cubicBezTo>
                  <a:pt x="177270" y="568123"/>
                  <a:pt x="172716" y="563575"/>
                  <a:pt x="172716" y="557958"/>
                </a:cubicBezTo>
                <a:cubicBezTo>
                  <a:pt x="172716" y="530050"/>
                  <a:pt x="195489" y="507224"/>
                  <a:pt x="223530" y="507224"/>
                </a:cubicBezTo>
                <a:lnTo>
                  <a:pt x="225763" y="507224"/>
                </a:lnTo>
                <a:lnTo>
                  <a:pt x="241033" y="446413"/>
                </a:lnTo>
                <a:lnTo>
                  <a:pt x="45724" y="446413"/>
                </a:lnTo>
                <a:cubicBezTo>
                  <a:pt x="20540" y="446413"/>
                  <a:pt x="0" y="425905"/>
                  <a:pt x="0" y="400760"/>
                </a:cubicBezTo>
                <a:close/>
                <a:moveTo>
                  <a:pt x="101629" y="284042"/>
                </a:moveTo>
                <a:cubicBezTo>
                  <a:pt x="96003" y="284042"/>
                  <a:pt x="91448" y="288590"/>
                  <a:pt x="91448" y="294208"/>
                </a:cubicBezTo>
                <a:cubicBezTo>
                  <a:pt x="91448" y="299827"/>
                  <a:pt x="96003" y="304375"/>
                  <a:pt x="101629" y="304375"/>
                </a:cubicBezTo>
                <a:lnTo>
                  <a:pt x="142263" y="304375"/>
                </a:lnTo>
                <a:cubicBezTo>
                  <a:pt x="147889" y="304375"/>
                  <a:pt x="152443" y="299827"/>
                  <a:pt x="152443" y="294208"/>
                </a:cubicBezTo>
                <a:cubicBezTo>
                  <a:pt x="152443" y="288590"/>
                  <a:pt x="147889" y="284042"/>
                  <a:pt x="142263" y="284042"/>
                </a:cubicBezTo>
                <a:close/>
                <a:moveTo>
                  <a:pt x="101629" y="243464"/>
                </a:moveTo>
                <a:cubicBezTo>
                  <a:pt x="96003" y="243464"/>
                  <a:pt x="91448" y="248012"/>
                  <a:pt x="91448" y="253630"/>
                </a:cubicBezTo>
                <a:cubicBezTo>
                  <a:pt x="91448" y="259249"/>
                  <a:pt x="96003" y="263797"/>
                  <a:pt x="101629" y="263797"/>
                </a:cubicBezTo>
                <a:lnTo>
                  <a:pt x="121901" y="263797"/>
                </a:lnTo>
                <a:cubicBezTo>
                  <a:pt x="127528" y="263797"/>
                  <a:pt x="132083" y="259249"/>
                  <a:pt x="132083" y="253630"/>
                </a:cubicBezTo>
                <a:cubicBezTo>
                  <a:pt x="132083" y="248012"/>
                  <a:pt x="127528" y="243464"/>
                  <a:pt x="121901" y="243464"/>
                </a:cubicBezTo>
                <a:close/>
                <a:moveTo>
                  <a:pt x="101629" y="202886"/>
                </a:moveTo>
                <a:cubicBezTo>
                  <a:pt x="96003" y="202886"/>
                  <a:pt x="91448" y="207435"/>
                  <a:pt x="91448" y="213054"/>
                </a:cubicBezTo>
                <a:cubicBezTo>
                  <a:pt x="91448" y="218671"/>
                  <a:pt x="96003" y="223220"/>
                  <a:pt x="101629" y="223220"/>
                </a:cubicBezTo>
                <a:lnTo>
                  <a:pt x="142263" y="223220"/>
                </a:lnTo>
                <a:cubicBezTo>
                  <a:pt x="147889" y="223220"/>
                  <a:pt x="152443" y="218671"/>
                  <a:pt x="152443" y="213054"/>
                </a:cubicBezTo>
                <a:cubicBezTo>
                  <a:pt x="152443" y="207435"/>
                  <a:pt x="147889" y="202886"/>
                  <a:pt x="142263" y="202886"/>
                </a:cubicBezTo>
                <a:close/>
                <a:moveTo>
                  <a:pt x="101629" y="162310"/>
                </a:moveTo>
                <a:cubicBezTo>
                  <a:pt x="96003" y="162310"/>
                  <a:pt x="91448" y="166858"/>
                  <a:pt x="91448" y="172476"/>
                </a:cubicBezTo>
                <a:cubicBezTo>
                  <a:pt x="91448" y="178095"/>
                  <a:pt x="96003" y="182643"/>
                  <a:pt x="101629" y="182643"/>
                </a:cubicBezTo>
                <a:lnTo>
                  <a:pt x="121901" y="182643"/>
                </a:lnTo>
                <a:cubicBezTo>
                  <a:pt x="127528" y="182643"/>
                  <a:pt x="132083" y="178095"/>
                  <a:pt x="132083" y="172476"/>
                </a:cubicBezTo>
                <a:cubicBezTo>
                  <a:pt x="132083" y="166858"/>
                  <a:pt x="127528" y="162310"/>
                  <a:pt x="121901" y="162310"/>
                </a:cubicBezTo>
                <a:close/>
                <a:moveTo>
                  <a:pt x="101629" y="121732"/>
                </a:moveTo>
                <a:cubicBezTo>
                  <a:pt x="96003" y="121732"/>
                  <a:pt x="91448" y="126281"/>
                  <a:pt x="91448" y="131898"/>
                </a:cubicBezTo>
                <a:cubicBezTo>
                  <a:pt x="91448" y="137428"/>
                  <a:pt x="96003" y="141976"/>
                  <a:pt x="101629" y="141976"/>
                </a:cubicBezTo>
                <a:lnTo>
                  <a:pt x="142263" y="141976"/>
                </a:lnTo>
                <a:cubicBezTo>
                  <a:pt x="147889" y="141976"/>
                  <a:pt x="152443" y="137428"/>
                  <a:pt x="152443" y="131898"/>
                </a:cubicBezTo>
                <a:cubicBezTo>
                  <a:pt x="152443" y="126281"/>
                  <a:pt x="147889" y="121732"/>
                  <a:pt x="142263" y="121732"/>
                </a:cubicBezTo>
                <a:close/>
                <a:moveTo>
                  <a:pt x="477603" y="101399"/>
                </a:moveTo>
                <a:cubicBezTo>
                  <a:pt x="471976" y="101399"/>
                  <a:pt x="467422" y="105947"/>
                  <a:pt x="467422" y="111566"/>
                </a:cubicBezTo>
                <a:cubicBezTo>
                  <a:pt x="467422" y="117184"/>
                  <a:pt x="471976" y="121732"/>
                  <a:pt x="477603" y="121732"/>
                </a:cubicBezTo>
                <a:lnTo>
                  <a:pt x="524130" y="121732"/>
                </a:lnTo>
                <a:lnTo>
                  <a:pt x="402408" y="243375"/>
                </a:lnTo>
                <a:lnTo>
                  <a:pt x="318105" y="159188"/>
                </a:lnTo>
                <a:cubicBezTo>
                  <a:pt x="318016" y="159099"/>
                  <a:pt x="318016" y="159099"/>
                  <a:pt x="317925" y="159099"/>
                </a:cubicBezTo>
                <a:cubicBezTo>
                  <a:pt x="317925" y="159009"/>
                  <a:pt x="317837" y="158920"/>
                  <a:pt x="317837" y="158920"/>
                </a:cubicBezTo>
                <a:cubicBezTo>
                  <a:pt x="317301" y="158474"/>
                  <a:pt x="316765" y="158297"/>
                  <a:pt x="316229" y="157940"/>
                </a:cubicBezTo>
                <a:cubicBezTo>
                  <a:pt x="315693" y="157583"/>
                  <a:pt x="315158" y="157137"/>
                  <a:pt x="314532" y="156958"/>
                </a:cubicBezTo>
                <a:cubicBezTo>
                  <a:pt x="313907" y="156690"/>
                  <a:pt x="313282" y="156690"/>
                  <a:pt x="312656" y="156514"/>
                </a:cubicBezTo>
                <a:cubicBezTo>
                  <a:pt x="312031" y="156423"/>
                  <a:pt x="311407" y="156246"/>
                  <a:pt x="310692" y="156246"/>
                </a:cubicBezTo>
                <a:cubicBezTo>
                  <a:pt x="310067" y="156246"/>
                  <a:pt x="309442" y="156514"/>
                  <a:pt x="308906" y="156601"/>
                </a:cubicBezTo>
                <a:cubicBezTo>
                  <a:pt x="308191" y="156780"/>
                  <a:pt x="307566" y="156780"/>
                  <a:pt x="306941" y="157048"/>
                </a:cubicBezTo>
                <a:cubicBezTo>
                  <a:pt x="306316" y="157316"/>
                  <a:pt x="305780" y="157851"/>
                  <a:pt x="305244" y="158206"/>
                </a:cubicBezTo>
                <a:cubicBezTo>
                  <a:pt x="304709" y="158565"/>
                  <a:pt x="304173" y="158742"/>
                  <a:pt x="303727" y="159188"/>
                </a:cubicBezTo>
                <a:cubicBezTo>
                  <a:pt x="303727" y="159277"/>
                  <a:pt x="303637" y="159277"/>
                  <a:pt x="303637" y="159367"/>
                </a:cubicBezTo>
                <a:cubicBezTo>
                  <a:pt x="303548" y="159456"/>
                  <a:pt x="303459" y="159456"/>
                  <a:pt x="303459" y="159456"/>
                </a:cubicBezTo>
                <a:lnTo>
                  <a:pt x="185576" y="287341"/>
                </a:lnTo>
                <a:cubicBezTo>
                  <a:pt x="181736" y="291443"/>
                  <a:pt x="182093" y="297865"/>
                  <a:pt x="186201" y="301699"/>
                </a:cubicBezTo>
                <a:cubicBezTo>
                  <a:pt x="188166" y="303483"/>
                  <a:pt x="190576" y="304375"/>
                  <a:pt x="193077" y="304375"/>
                </a:cubicBezTo>
                <a:cubicBezTo>
                  <a:pt x="195757" y="304375"/>
                  <a:pt x="198525" y="303304"/>
                  <a:pt x="200579" y="301075"/>
                </a:cubicBezTo>
                <a:lnTo>
                  <a:pt x="311227" y="181037"/>
                </a:lnTo>
                <a:lnTo>
                  <a:pt x="395174" y="264867"/>
                </a:lnTo>
                <a:cubicBezTo>
                  <a:pt x="397139" y="266830"/>
                  <a:pt x="399730" y="267810"/>
                  <a:pt x="402408" y="267810"/>
                </a:cubicBezTo>
                <a:cubicBezTo>
                  <a:pt x="404998" y="267810"/>
                  <a:pt x="407587" y="266830"/>
                  <a:pt x="409552" y="264867"/>
                </a:cubicBezTo>
                <a:lnTo>
                  <a:pt x="538509" y="136091"/>
                </a:lnTo>
                <a:lnTo>
                  <a:pt x="538509" y="182643"/>
                </a:lnTo>
                <a:cubicBezTo>
                  <a:pt x="538509" y="188172"/>
                  <a:pt x="543063" y="192720"/>
                  <a:pt x="548690" y="192720"/>
                </a:cubicBezTo>
                <a:cubicBezTo>
                  <a:pt x="554316" y="192720"/>
                  <a:pt x="558870" y="188172"/>
                  <a:pt x="558870" y="182643"/>
                </a:cubicBezTo>
                <a:lnTo>
                  <a:pt x="558870" y="111566"/>
                </a:lnTo>
                <a:cubicBezTo>
                  <a:pt x="558870" y="110228"/>
                  <a:pt x="558603" y="108980"/>
                  <a:pt x="558067" y="107730"/>
                </a:cubicBezTo>
                <a:cubicBezTo>
                  <a:pt x="556995" y="105233"/>
                  <a:pt x="555031" y="103271"/>
                  <a:pt x="552530" y="102202"/>
                </a:cubicBezTo>
                <a:cubicBezTo>
                  <a:pt x="551369" y="101666"/>
                  <a:pt x="550029" y="101399"/>
                  <a:pt x="548690" y="101399"/>
                </a:cubicBezTo>
                <a:close/>
                <a:moveTo>
                  <a:pt x="101629" y="81154"/>
                </a:moveTo>
                <a:cubicBezTo>
                  <a:pt x="96003" y="81154"/>
                  <a:pt x="91448" y="85702"/>
                  <a:pt x="91448" y="91322"/>
                </a:cubicBezTo>
                <a:cubicBezTo>
                  <a:pt x="91448" y="96851"/>
                  <a:pt x="96003" y="101399"/>
                  <a:pt x="101629" y="101399"/>
                </a:cubicBezTo>
                <a:lnTo>
                  <a:pt x="121901" y="101399"/>
                </a:lnTo>
                <a:cubicBezTo>
                  <a:pt x="127528" y="101399"/>
                  <a:pt x="132083" y="96851"/>
                  <a:pt x="132083" y="91322"/>
                </a:cubicBezTo>
                <a:cubicBezTo>
                  <a:pt x="132083" y="85702"/>
                  <a:pt x="127528" y="81154"/>
                  <a:pt x="121901" y="81154"/>
                </a:cubicBezTo>
                <a:close/>
                <a:moveTo>
                  <a:pt x="60996" y="70988"/>
                </a:moveTo>
                <a:cubicBezTo>
                  <a:pt x="55368" y="70988"/>
                  <a:pt x="50814" y="75536"/>
                  <a:pt x="50814" y="81154"/>
                </a:cubicBezTo>
                <a:lnTo>
                  <a:pt x="50814" y="304375"/>
                </a:lnTo>
                <a:cubicBezTo>
                  <a:pt x="50814" y="309993"/>
                  <a:pt x="55368" y="314541"/>
                  <a:pt x="60996" y="314541"/>
                </a:cubicBezTo>
                <a:cubicBezTo>
                  <a:pt x="66533" y="314541"/>
                  <a:pt x="71087" y="309993"/>
                  <a:pt x="71087" y="304375"/>
                </a:cubicBezTo>
                <a:lnTo>
                  <a:pt x="71087" y="81154"/>
                </a:lnTo>
                <a:cubicBezTo>
                  <a:pt x="71087" y="75536"/>
                  <a:pt x="66533" y="70988"/>
                  <a:pt x="60996" y="70988"/>
                </a:cubicBezTo>
                <a:close/>
                <a:moveTo>
                  <a:pt x="45724" y="0"/>
                </a:moveTo>
                <a:lnTo>
                  <a:pt x="563960" y="0"/>
                </a:lnTo>
                <a:cubicBezTo>
                  <a:pt x="589145" y="0"/>
                  <a:pt x="609685" y="20423"/>
                  <a:pt x="609685" y="45660"/>
                </a:cubicBezTo>
                <a:lnTo>
                  <a:pt x="609685" y="344952"/>
                </a:lnTo>
                <a:lnTo>
                  <a:pt x="0" y="344952"/>
                </a:lnTo>
                <a:lnTo>
                  <a:pt x="0" y="45660"/>
                </a:lnTo>
                <a:cubicBezTo>
                  <a:pt x="0" y="20423"/>
                  <a:pt x="20540" y="0"/>
                  <a:pt x="45724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29">
            <a:extLst>
              <a:ext uri="{FF2B5EF4-FFF2-40B4-BE49-F238E27FC236}">
                <a16:creationId xmlns:a16="http://schemas.microsoft.com/office/drawing/2014/main" id="{4B23951E-527C-B3DD-38D7-E5357D859195}"/>
              </a:ext>
            </a:extLst>
          </p:cNvPr>
          <p:cNvSpPr/>
          <p:nvPr/>
        </p:nvSpPr>
        <p:spPr>
          <a:xfrm>
            <a:off x="5803900" y="3797300"/>
            <a:ext cx="575113" cy="609685"/>
          </a:xfrm>
          <a:custGeom>
            <a:avLst/>
            <a:gdLst/>
            <a:ahLst/>
            <a:cxnLst/>
            <a:rect l="l" t="t" r="r" b="b"/>
            <a:pathLst>
              <a:path w="575113" h="609685">
                <a:moveTo>
                  <a:pt x="164238" y="420007"/>
                </a:moveTo>
                <a:cubicBezTo>
                  <a:pt x="186046" y="443031"/>
                  <a:pt x="213065" y="457672"/>
                  <a:pt x="243655" y="457672"/>
                </a:cubicBezTo>
                <a:cubicBezTo>
                  <a:pt x="274244" y="457672"/>
                  <a:pt x="301263" y="443031"/>
                  <a:pt x="323071" y="420007"/>
                </a:cubicBezTo>
                <a:cubicBezTo>
                  <a:pt x="388304" y="425787"/>
                  <a:pt x="444657" y="468944"/>
                  <a:pt x="466080" y="531753"/>
                </a:cubicBezTo>
                <a:lnTo>
                  <a:pt x="477851" y="566431"/>
                </a:lnTo>
                <a:cubicBezTo>
                  <a:pt x="481230" y="576450"/>
                  <a:pt x="479589" y="587432"/>
                  <a:pt x="473511" y="596006"/>
                </a:cubicBezTo>
                <a:cubicBezTo>
                  <a:pt x="467333" y="604580"/>
                  <a:pt x="457396" y="609685"/>
                  <a:pt x="446876" y="609685"/>
                </a:cubicBezTo>
                <a:lnTo>
                  <a:pt x="40433" y="609685"/>
                </a:lnTo>
                <a:cubicBezTo>
                  <a:pt x="29915" y="609685"/>
                  <a:pt x="19976" y="604580"/>
                  <a:pt x="13896" y="596006"/>
                </a:cubicBezTo>
                <a:cubicBezTo>
                  <a:pt x="7720" y="587432"/>
                  <a:pt x="6081" y="576450"/>
                  <a:pt x="9458" y="566431"/>
                </a:cubicBezTo>
                <a:lnTo>
                  <a:pt x="21231" y="531753"/>
                </a:lnTo>
                <a:cubicBezTo>
                  <a:pt x="42652" y="468944"/>
                  <a:pt x="99102" y="425787"/>
                  <a:pt x="164238" y="420007"/>
                </a:cubicBezTo>
                <a:close/>
                <a:moveTo>
                  <a:pt x="407384" y="314457"/>
                </a:moveTo>
                <a:cubicBezTo>
                  <a:pt x="443678" y="314457"/>
                  <a:pt x="473311" y="343945"/>
                  <a:pt x="473311" y="380177"/>
                </a:cubicBezTo>
                <a:cubicBezTo>
                  <a:pt x="473311" y="405039"/>
                  <a:pt x="459218" y="426432"/>
                  <a:pt x="438852" y="437610"/>
                </a:cubicBezTo>
                <a:cubicBezTo>
                  <a:pt x="412405" y="414291"/>
                  <a:pt x="379973" y="398294"/>
                  <a:pt x="344644" y="391645"/>
                </a:cubicBezTo>
                <a:cubicBezTo>
                  <a:pt x="357096" y="371601"/>
                  <a:pt x="366652" y="348571"/>
                  <a:pt x="372636" y="324575"/>
                </a:cubicBezTo>
                <a:cubicBezTo>
                  <a:pt x="382772" y="318215"/>
                  <a:pt x="394644" y="314457"/>
                  <a:pt x="407384" y="314457"/>
                </a:cubicBezTo>
                <a:close/>
                <a:moveTo>
                  <a:pt x="382525" y="212866"/>
                </a:moveTo>
                <a:lnTo>
                  <a:pt x="432312" y="212866"/>
                </a:lnTo>
                <a:cubicBezTo>
                  <a:pt x="439934" y="212866"/>
                  <a:pt x="446109" y="218935"/>
                  <a:pt x="446109" y="226546"/>
                </a:cubicBezTo>
                <a:lnTo>
                  <a:pt x="446109" y="254772"/>
                </a:lnTo>
                <a:cubicBezTo>
                  <a:pt x="454022" y="257181"/>
                  <a:pt x="461644" y="260361"/>
                  <a:pt x="468880" y="264215"/>
                </a:cubicBezTo>
                <a:lnTo>
                  <a:pt x="488950" y="244272"/>
                </a:lnTo>
                <a:cubicBezTo>
                  <a:pt x="491651" y="241574"/>
                  <a:pt x="495125" y="240226"/>
                  <a:pt x="498696" y="240226"/>
                </a:cubicBezTo>
                <a:cubicBezTo>
                  <a:pt x="502169" y="240226"/>
                  <a:pt x="505738" y="241574"/>
                  <a:pt x="508343" y="244272"/>
                </a:cubicBezTo>
                <a:lnTo>
                  <a:pt x="543561" y="279436"/>
                </a:lnTo>
                <a:cubicBezTo>
                  <a:pt x="546167" y="282037"/>
                  <a:pt x="547614" y="285505"/>
                  <a:pt x="547614" y="289165"/>
                </a:cubicBezTo>
                <a:cubicBezTo>
                  <a:pt x="547614" y="292730"/>
                  <a:pt x="546167" y="296295"/>
                  <a:pt x="543561" y="298799"/>
                </a:cubicBezTo>
                <a:lnTo>
                  <a:pt x="523589" y="318837"/>
                </a:lnTo>
                <a:cubicBezTo>
                  <a:pt x="527449" y="326062"/>
                  <a:pt x="530633" y="333673"/>
                  <a:pt x="533141" y="341574"/>
                </a:cubicBezTo>
                <a:lnTo>
                  <a:pt x="561316" y="341574"/>
                </a:lnTo>
                <a:cubicBezTo>
                  <a:pt x="568937" y="341574"/>
                  <a:pt x="575113" y="347739"/>
                  <a:pt x="575113" y="355350"/>
                </a:cubicBezTo>
                <a:lnTo>
                  <a:pt x="575113" y="405060"/>
                </a:lnTo>
                <a:cubicBezTo>
                  <a:pt x="575113" y="408720"/>
                  <a:pt x="573667" y="412189"/>
                  <a:pt x="571061" y="414790"/>
                </a:cubicBezTo>
                <a:cubicBezTo>
                  <a:pt x="568552" y="417391"/>
                  <a:pt x="564982" y="418836"/>
                  <a:pt x="561316" y="418836"/>
                </a:cubicBezTo>
                <a:lnTo>
                  <a:pt x="533141" y="418836"/>
                </a:lnTo>
                <a:cubicBezTo>
                  <a:pt x="530633" y="426737"/>
                  <a:pt x="527449" y="434346"/>
                  <a:pt x="523589" y="441571"/>
                </a:cubicBezTo>
                <a:lnTo>
                  <a:pt x="543658" y="461609"/>
                </a:lnTo>
                <a:cubicBezTo>
                  <a:pt x="546167" y="464114"/>
                  <a:pt x="547614" y="467679"/>
                  <a:pt x="547614" y="471244"/>
                </a:cubicBezTo>
                <a:cubicBezTo>
                  <a:pt x="547614" y="474904"/>
                  <a:pt x="546167" y="478373"/>
                  <a:pt x="543658" y="480973"/>
                </a:cubicBezTo>
                <a:lnTo>
                  <a:pt x="508441" y="516137"/>
                </a:lnTo>
                <a:cubicBezTo>
                  <a:pt x="505738" y="518834"/>
                  <a:pt x="502169" y="520183"/>
                  <a:pt x="498696" y="520183"/>
                </a:cubicBezTo>
                <a:cubicBezTo>
                  <a:pt x="497152" y="520183"/>
                  <a:pt x="495607" y="519797"/>
                  <a:pt x="494161" y="519317"/>
                </a:cubicBezTo>
                <a:cubicBezTo>
                  <a:pt x="485187" y="494076"/>
                  <a:pt x="471390" y="471533"/>
                  <a:pt x="454022" y="452554"/>
                </a:cubicBezTo>
                <a:cubicBezTo>
                  <a:pt x="477854" y="437140"/>
                  <a:pt x="493775" y="410552"/>
                  <a:pt x="493775" y="380205"/>
                </a:cubicBezTo>
                <a:cubicBezTo>
                  <a:pt x="493775" y="332710"/>
                  <a:pt x="454986" y="294079"/>
                  <a:pt x="407419" y="294079"/>
                </a:cubicBezTo>
                <a:cubicBezTo>
                  <a:pt x="396997" y="294079"/>
                  <a:pt x="387156" y="296198"/>
                  <a:pt x="377797" y="299570"/>
                </a:cubicBezTo>
                <a:cubicBezTo>
                  <a:pt x="379437" y="288299"/>
                  <a:pt x="380402" y="276931"/>
                  <a:pt x="380402" y="265659"/>
                </a:cubicBezTo>
                <a:cubicBezTo>
                  <a:pt x="380402" y="248030"/>
                  <a:pt x="378087" y="231460"/>
                  <a:pt x="373841" y="216141"/>
                </a:cubicBezTo>
                <a:cubicBezTo>
                  <a:pt x="376253" y="214215"/>
                  <a:pt x="379244" y="212866"/>
                  <a:pt x="382525" y="212866"/>
                </a:cubicBezTo>
                <a:close/>
                <a:moveTo>
                  <a:pt x="243677" y="144489"/>
                </a:moveTo>
                <a:cubicBezTo>
                  <a:pt x="296652" y="144537"/>
                  <a:pt x="349614" y="184959"/>
                  <a:pt x="349566" y="265609"/>
                </a:cubicBezTo>
                <a:cubicBezTo>
                  <a:pt x="349566" y="343465"/>
                  <a:pt x="302199" y="427006"/>
                  <a:pt x="243641" y="427006"/>
                </a:cubicBezTo>
                <a:cubicBezTo>
                  <a:pt x="185180" y="427006"/>
                  <a:pt x="137716" y="343465"/>
                  <a:pt x="137716" y="265609"/>
                </a:cubicBezTo>
                <a:cubicBezTo>
                  <a:pt x="137716" y="184766"/>
                  <a:pt x="190703" y="144441"/>
                  <a:pt x="243677" y="144489"/>
                </a:cubicBezTo>
                <a:close/>
                <a:moveTo>
                  <a:pt x="280380" y="119369"/>
                </a:moveTo>
                <a:cubicBezTo>
                  <a:pt x="294881" y="119369"/>
                  <a:pt x="309865" y="116862"/>
                  <a:pt x="310638" y="131425"/>
                </a:cubicBezTo>
                <a:cubicBezTo>
                  <a:pt x="301262" y="126216"/>
                  <a:pt x="291112" y="122166"/>
                  <a:pt x="280380" y="119369"/>
                </a:cubicBezTo>
                <a:close/>
                <a:moveTo>
                  <a:pt x="155368" y="95016"/>
                </a:moveTo>
                <a:cubicBezTo>
                  <a:pt x="175439" y="95016"/>
                  <a:pt x="193195" y="104939"/>
                  <a:pt x="204099" y="120065"/>
                </a:cubicBezTo>
                <a:cubicBezTo>
                  <a:pt x="164052" y="131722"/>
                  <a:pt x="133463" y="161106"/>
                  <a:pt x="118022" y="202051"/>
                </a:cubicBezTo>
                <a:cubicBezTo>
                  <a:pt x="72958" y="166211"/>
                  <a:pt x="98916" y="95016"/>
                  <a:pt x="155368" y="95016"/>
                </a:cubicBezTo>
                <a:close/>
                <a:moveTo>
                  <a:pt x="132207" y="0"/>
                </a:moveTo>
                <a:lnTo>
                  <a:pt x="178431" y="0"/>
                </a:lnTo>
                <a:cubicBezTo>
                  <a:pt x="185476" y="0"/>
                  <a:pt x="191169" y="5685"/>
                  <a:pt x="191169" y="12719"/>
                </a:cubicBezTo>
                <a:lnTo>
                  <a:pt x="191169" y="38829"/>
                </a:lnTo>
                <a:cubicBezTo>
                  <a:pt x="198600" y="41142"/>
                  <a:pt x="205646" y="44129"/>
                  <a:pt x="212303" y="47597"/>
                </a:cubicBezTo>
                <a:lnTo>
                  <a:pt x="230928" y="29098"/>
                </a:lnTo>
                <a:cubicBezTo>
                  <a:pt x="233341" y="26593"/>
                  <a:pt x="236621" y="25436"/>
                  <a:pt x="239903" y="25436"/>
                </a:cubicBezTo>
                <a:cubicBezTo>
                  <a:pt x="243183" y="25436"/>
                  <a:pt x="246369" y="26593"/>
                  <a:pt x="248877" y="29098"/>
                </a:cubicBezTo>
                <a:lnTo>
                  <a:pt x="281496" y="61760"/>
                </a:lnTo>
                <a:cubicBezTo>
                  <a:pt x="283908" y="64073"/>
                  <a:pt x="285259" y="67348"/>
                  <a:pt x="285259" y="70721"/>
                </a:cubicBezTo>
                <a:cubicBezTo>
                  <a:pt x="285259" y="74093"/>
                  <a:pt x="283908" y="77370"/>
                  <a:pt x="281496" y="79681"/>
                </a:cubicBezTo>
                <a:lnTo>
                  <a:pt x="262967" y="98181"/>
                </a:lnTo>
                <a:cubicBezTo>
                  <a:pt x="266151" y="104154"/>
                  <a:pt x="268757" y="110609"/>
                  <a:pt x="270880" y="117065"/>
                </a:cubicBezTo>
                <a:cubicBezTo>
                  <a:pt x="254089" y="113886"/>
                  <a:pt x="240193" y="113886"/>
                  <a:pt x="225332" y="115716"/>
                </a:cubicBezTo>
                <a:cubicBezTo>
                  <a:pt x="211435" y="91340"/>
                  <a:pt x="185476" y="74576"/>
                  <a:pt x="155368" y="74576"/>
                </a:cubicBezTo>
                <a:cubicBezTo>
                  <a:pt x="110880" y="74576"/>
                  <a:pt x="74596" y="110706"/>
                  <a:pt x="74596" y="155123"/>
                </a:cubicBezTo>
                <a:cubicBezTo>
                  <a:pt x="74596" y="183547"/>
                  <a:pt x="89554" y="208501"/>
                  <a:pt x="111845" y="222857"/>
                </a:cubicBezTo>
                <a:cubicBezTo>
                  <a:pt x="108758" y="236249"/>
                  <a:pt x="107020" y="250510"/>
                  <a:pt x="107020" y="265637"/>
                </a:cubicBezTo>
                <a:cubicBezTo>
                  <a:pt x="107020" y="265829"/>
                  <a:pt x="107020" y="266118"/>
                  <a:pt x="107020" y="266311"/>
                </a:cubicBezTo>
                <a:cubicBezTo>
                  <a:pt x="104221" y="265059"/>
                  <a:pt x="101133" y="264095"/>
                  <a:pt x="98335" y="262650"/>
                </a:cubicBezTo>
                <a:lnTo>
                  <a:pt x="79807" y="281149"/>
                </a:lnTo>
                <a:cubicBezTo>
                  <a:pt x="77394" y="283558"/>
                  <a:pt x="74210" y="284907"/>
                  <a:pt x="70832" y="284907"/>
                </a:cubicBezTo>
                <a:cubicBezTo>
                  <a:pt x="67455" y="284907"/>
                  <a:pt x="64173" y="283558"/>
                  <a:pt x="61761" y="281149"/>
                </a:cubicBezTo>
                <a:lnTo>
                  <a:pt x="29143" y="248582"/>
                </a:lnTo>
                <a:cubicBezTo>
                  <a:pt x="24126" y="243572"/>
                  <a:pt x="24126" y="235480"/>
                  <a:pt x="29143" y="230565"/>
                </a:cubicBezTo>
                <a:lnTo>
                  <a:pt x="47671" y="212066"/>
                </a:lnTo>
                <a:cubicBezTo>
                  <a:pt x="44102" y="205321"/>
                  <a:pt x="41110" y="198288"/>
                  <a:pt x="38793" y="190966"/>
                </a:cubicBezTo>
                <a:lnTo>
                  <a:pt x="12738" y="190966"/>
                </a:lnTo>
                <a:cubicBezTo>
                  <a:pt x="5693" y="190966"/>
                  <a:pt x="0" y="185185"/>
                  <a:pt x="0" y="178151"/>
                </a:cubicBezTo>
                <a:lnTo>
                  <a:pt x="0" y="132095"/>
                </a:lnTo>
                <a:cubicBezTo>
                  <a:pt x="0" y="125062"/>
                  <a:pt x="5693" y="119377"/>
                  <a:pt x="12738" y="119377"/>
                </a:cubicBezTo>
                <a:lnTo>
                  <a:pt x="38890" y="119377"/>
                </a:lnTo>
                <a:cubicBezTo>
                  <a:pt x="41110" y="111958"/>
                  <a:pt x="44102" y="104925"/>
                  <a:pt x="47671" y="98276"/>
                </a:cubicBezTo>
                <a:lnTo>
                  <a:pt x="29143" y="79778"/>
                </a:lnTo>
                <a:cubicBezTo>
                  <a:pt x="26731" y="77370"/>
                  <a:pt x="25380" y="74093"/>
                  <a:pt x="25380" y="70721"/>
                </a:cubicBezTo>
                <a:cubicBezTo>
                  <a:pt x="25380" y="67348"/>
                  <a:pt x="26731" y="64073"/>
                  <a:pt x="29143" y="61760"/>
                </a:cubicBezTo>
                <a:lnTo>
                  <a:pt x="61761" y="29098"/>
                </a:lnTo>
                <a:cubicBezTo>
                  <a:pt x="64270" y="26689"/>
                  <a:pt x="67551" y="25436"/>
                  <a:pt x="70832" y="25436"/>
                </a:cubicBezTo>
                <a:cubicBezTo>
                  <a:pt x="74113" y="25436"/>
                  <a:pt x="77299" y="26689"/>
                  <a:pt x="79807" y="29193"/>
                </a:cubicBezTo>
                <a:lnTo>
                  <a:pt x="98335" y="47597"/>
                </a:lnTo>
                <a:cubicBezTo>
                  <a:pt x="105090" y="44129"/>
                  <a:pt x="112135" y="41142"/>
                  <a:pt x="119469" y="38829"/>
                </a:cubicBezTo>
                <a:lnTo>
                  <a:pt x="119469" y="12719"/>
                </a:lnTo>
                <a:cubicBezTo>
                  <a:pt x="119469" y="5685"/>
                  <a:pt x="125259" y="0"/>
                  <a:pt x="132207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30">
            <a:extLst>
              <a:ext uri="{FF2B5EF4-FFF2-40B4-BE49-F238E27FC236}">
                <a16:creationId xmlns:a16="http://schemas.microsoft.com/office/drawing/2014/main" id="{EA9EE65B-6053-F139-8FAB-B6BAF565DE59}"/>
              </a:ext>
            </a:extLst>
          </p:cNvPr>
          <p:cNvSpPr/>
          <p:nvPr/>
        </p:nvSpPr>
        <p:spPr>
          <a:xfrm>
            <a:off x="9347200" y="3797300"/>
            <a:ext cx="609685" cy="608764"/>
          </a:xfrm>
          <a:custGeom>
            <a:avLst/>
            <a:gdLst/>
            <a:ahLst/>
            <a:cxnLst/>
            <a:rect l="l" t="t" r="r" b="b"/>
            <a:pathLst>
              <a:path w="609685" h="608764">
                <a:moveTo>
                  <a:pt x="304843" y="279036"/>
                </a:moveTo>
                <a:cubicBezTo>
                  <a:pt x="318861" y="279036"/>
                  <a:pt x="330227" y="290384"/>
                  <a:pt x="330227" y="304383"/>
                </a:cubicBezTo>
                <a:cubicBezTo>
                  <a:pt x="330227" y="318381"/>
                  <a:pt x="318861" y="329731"/>
                  <a:pt x="304843" y="329731"/>
                </a:cubicBezTo>
                <a:cubicBezTo>
                  <a:pt x="290824" y="329731"/>
                  <a:pt x="279460" y="318381"/>
                  <a:pt x="279460" y="304383"/>
                </a:cubicBezTo>
                <a:cubicBezTo>
                  <a:pt x="279460" y="290384"/>
                  <a:pt x="290824" y="279036"/>
                  <a:pt x="304843" y="279036"/>
                </a:cubicBezTo>
                <a:close/>
                <a:moveTo>
                  <a:pt x="304797" y="253586"/>
                </a:moveTo>
                <a:cubicBezTo>
                  <a:pt x="276850" y="253586"/>
                  <a:pt x="253992" y="276419"/>
                  <a:pt x="253992" y="304338"/>
                </a:cubicBezTo>
                <a:cubicBezTo>
                  <a:pt x="253992" y="332346"/>
                  <a:pt x="276850" y="355091"/>
                  <a:pt x="304797" y="355091"/>
                </a:cubicBezTo>
                <a:cubicBezTo>
                  <a:pt x="332835" y="355091"/>
                  <a:pt x="355604" y="332346"/>
                  <a:pt x="355604" y="304338"/>
                </a:cubicBezTo>
                <a:cubicBezTo>
                  <a:pt x="355604" y="276419"/>
                  <a:pt x="332835" y="253586"/>
                  <a:pt x="304797" y="253586"/>
                </a:cubicBezTo>
                <a:close/>
                <a:moveTo>
                  <a:pt x="304797" y="202922"/>
                </a:moveTo>
                <a:cubicBezTo>
                  <a:pt x="360870" y="202922"/>
                  <a:pt x="406409" y="248412"/>
                  <a:pt x="406409" y="304338"/>
                </a:cubicBezTo>
                <a:cubicBezTo>
                  <a:pt x="406409" y="360352"/>
                  <a:pt x="360870" y="405844"/>
                  <a:pt x="304797" y="405844"/>
                </a:cubicBezTo>
                <a:cubicBezTo>
                  <a:pt x="248813" y="405844"/>
                  <a:pt x="203275" y="360352"/>
                  <a:pt x="203275" y="304338"/>
                </a:cubicBezTo>
                <a:cubicBezTo>
                  <a:pt x="203275" y="248412"/>
                  <a:pt x="248813" y="202922"/>
                  <a:pt x="304797" y="202922"/>
                </a:cubicBezTo>
                <a:close/>
                <a:moveTo>
                  <a:pt x="304797" y="152213"/>
                </a:moveTo>
                <a:cubicBezTo>
                  <a:pt x="220762" y="152213"/>
                  <a:pt x="152443" y="220429"/>
                  <a:pt x="152443" y="304338"/>
                </a:cubicBezTo>
                <a:cubicBezTo>
                  <a:pt x="152443" y="388336"/>
                  <a:pt x="220762" y="456551"/>
                  <a:pt x="304797" y="456551"/>
                </a:cubicBezTo>
                <a:cubicBezTo>
                  <a:pt x="388924" y="456551"/>
                  <a:pt x="457242" y="388336"/>
                  <a:pt x="457242" y="304338"/>
                </a:cubicBezTo>
                <a:cubicBezTo>
                  <a:pt x="457242" y="220429"/>
                  <a:pt x="388924" y="152213"/>
                  <a:pt x="304797" y="152213"/>
                </a:cubicBezTo>
                <a:close/>
                <a:moveTo>
                  <a:pt x="253983" y="0"/>
                </a:moveTo>
                <a:lnTo>
                  <a:pt x="355613" y="0"/>
                </a:lnTo>
                <a:cubicBezTo>
                  <a:pt x="369722" y="0"/>
                  <a:pt x="381065" y="11325"/>
                  <a:pt x="381065" y="25324"/>
                </a:cubicBezTo>
                <a:lnTo>
                  <a:pt x="381065" y="62597"/>
                </a:lnTo>
                <a:cubicBezTo>
                  <a:pt x="395176" y="67056"/>
                  <a:pt x="408927" y="72763"/>
                  <a:pt x="422055" y="79718"/>
                </a:cubicBezTo>
                <a:lnTo>
                  <a:pt x="448490" y="53323"/>
                </a:lnTo>
                <a:cubicBezTo>
                  <a:pt x="458492" y="43336"/>
                  <a:pt x="474566" y="43336"/>
                  <a:pt x="484480" y="53323"/>
                </a:cubicBezTo>
                <a:lnTo>
                  <a:pt x="556280" y="125016"/>
                </a:lnTo>
                <a:cubicBezTo>
                  <a:pt x="566194" y="134915"/>
                  <a:pt x="566194" y="150965"/>
                  <a:pt x="556280" y="160862"/>
                </a:cubicBezTo>
                <a:lnTo>
                  <a:pt x="529847" y="187258"/>
                </a:lnTo>
                <a:cubicBezTo>
                  <a:pt x="536812" y="200454"/>
                  <a:pt x="542527" y="214187"/>
                  <a:pt x="546994" y="228276"/>
                </a:cubicBezTo>
                <a:lnTo>
                  <a:pt x="584233" y="228276"/>
                </a:lnTo>
                <a:cubicBezTo>
                  <a:pt x="598344" y="228276"/>
                  <a:pt x="609685" y="239599"/>
                  <a:pt x="609685" y="253600"/>
                </a:cubicBezTo>
                <a:lnTo>
                  <a:pt x="609685" y="355075"/>
                </a:lnTo>
                <a:cubicBezTo>
                  <a:pt x="609685" y="369165"/>
                  <a:pt x="598255" y="380488"/>
                  <a:pt x="584233" y="380488"/>
                </a:cubicBezTo>
                <a:lnTo>
                  <a:pt x="546994" y="380488"/>
                </a:lnTo>
                <a:cubicBezTo>
                  <a:pt x="542527" y="394578"/>
                  <a:pt x="536812" y="408310"/>
                  <a:pt x="529847" y="421418"/>
                </a:cubicBezTo>
                <a:lnTo>
                  <a:pt x="556280" y="447812"/>
                </a:lnTo>
                <a:cubicBezTo>
                  <a:pt x="566194" y="457798"/>
                  <a:pt x="566194" y="473850"/>
                  <a:pt x="556280" y="483748"/>
                </a:cubicBezTo>
                <a:lnTo>
                  <a:pt x="484480" y="555440"/>
                </a:lnTo>
                <a:cubicBezTo>
                  <a:pt x="474566" y="565338"/>
                  <a:pt x="458492" y="565338"/>
                  <a:pt x="448490" y="555440"/>
                </a:cubicBezTo>
                <a:lnTo>
                  <a:pt x="422055" y="529045"/>
                </a:lnTo>
                <a:cubicBezTo>
                  <a:pt x="408927" y="536001"/>
                  <a:pt x="395176" y="541618"/>
                  <a:pt x="381065" y="546077"/>
                </a:cubicBezTo>
                <a:lnTo>
                  <a:pt x="381065" y="583350"/>
                </a:lnTo>
                <a:cubicBezTo>
                  <a:pt x="381065" y="597438"/>
                  <a:pt x="369634" y="608764"/>
                  <a:pt x="355613" y="608764"/>
                </a:cubicBezTo>
                <a:lnTo>
                  <a:pt x="253983" y="608764"/>
                </a:lnTo>
                <a:cubicBezTo>
                  <a:pt x="239963" y="608764"/>
                  <a:pt x="228622" y="597438"/>
                  <a:pt x="228622" y="583350"/>
                </a:cubicBezTo>
                <a:lnTo>
                  <a:pt x="228622" y="546077"/>
                </a:lnTo>
                <a:cubicBezTo>
                  <a:pt x="214511" y="541618"/>
                  <a:pt x="200758" y="536001"/>
                  <a:pt x="187541" y="529045"/>
                </a:cubicBezTo>
                <a:lnTo>
                  <a:pt x="161107" y="555440"/>
                </a:lnTo>
                <a:cubicBezTo>
                  <a:pt x="151194" y="565338"/>
                  <a:pt x="135118" y="565338"/>
                  <a:pt x="125207" y="555440"/>
                </a:cubicBezTo>
                <a:lnTo>
                  <a:pt x="53405" y="483748"/>
                </a:lnTo>
                <a:cubicBezTo>
                  <a:pt x="43402" y="473850"/>
                  <a:pt x="43402" y="457798"/>
                  <a:pt x="53405" y="447812"/>
                </a:cubicBezTo>
                <a:lnTo>
                  <a:pt x="79750" y="421418"/>
                </a:lnTo>
                <a:cubicBezTo>
                  <a:pt x="72874" y="408310"/>
                  <a:pt x="67158" y="394578"/>
                  <a:pt x="62692" y="380488"/>
                </a:cubicBezTo>
                <a:lnTo>
                  <a:pt x="25363" y="380488"/>
                </a:lnTo>
                <a:cubicBezTo>
                  <a:pt x="11342" y="380488"/>
                  <a:pt x="0" y="369165"/>
                  <a:pt x="0" y="355075"/>
                </a:cubicBezTo>
                <a:lnTo>
                  <a:pt x="0" y="253600"/>
                </a:lnTo>
                <a:cubicBezTo>
                  <a:pt x="0" y="239599"/>
                  <a:pt x="11342" y="228276"/>
                  <a:pt x="25363" y="228276"/>
                </a:cubicBezTo>
                <a:lnTo>
                  <a:pt x="62692" y="228276"/>
                </a:lnTo>
                <a:cubicBezTo>
                  <a:pt x="67158" y="214187"/>
                  <a:pt x="72874" y="200454"/>
                  <a:pt x="79750" y="187258"/>
                </a:cubicBezTo>
                <a:lnTo>
                  <a:pt x="53405" y="160862"/>
                </a:lnTo>
                <a:cubicBezTo>
                  <a:pt x="43402" y="150965"/>
                  <a:pt x="43402" y="134915"/>
                  <a:pt x="53405" y="125016"/>
                </a:cubicBezTo>
                <a:lnTo>
                  <a:pt x="125207" y="53323"/>
                </a:lnTo>
                <a:cubicBezTo>
                  <a:pt x="135118" y="43336"/>
                  <a:pt x="151194" y="43336"/>
                  <a:pt x="161107" y="53323"/>
                </a:cubicBezTo>
                <a:lnTo>
                  <a:pt x="187541" y="79718"/>
                </a:lnTo>
                <a:cubicBezTo>
                  <a:pt x="200758" y="72763"/>
                  <a:pt x="214511" y="67056"/>
                  <a:pt x="228622" y="62597"/>
                </a:cubicBezTo>
                <a:lnTo>
                  <a:pt x="228622" y="25324"/>
                </a:lnTo>
                <a:cubicBezTo>
                  <a:pt x="228622" y="11325"/>
                  <a:pt x="239963" y="0"/>
                  <a:pt x="253983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190874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1">
            <a:extLst>
              <a:ext uri="{FF2B5EF4-FFF2-40B4-BE49-F238E27FC236}">
                <a16:creationId xmlns:a16="http://schemas.microsoft.com/office/drawing/2014/main" id="{FFB01D0F-41AE-6544-D85A-0FE79166A571}"/>
              </a:ext>
            </a:extLst>
          </p:cNvPr>
          <p:cNvSpPr/>
          <p:nvPr/>
        </p:nvSpPr>
        <p:spPr>
          <a:xfrm>
            <a:off x="1155700" y="1574800"/>
            <a:ext cx="10147300" cy="4178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617299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1759F09C-A9EC-9BDF-4FA8-03B1CCE6E393}"/>
              </a:ext>
            </a:extLst>
          </p:cNvPr>
          <p:cNvSpPr/>
          <p:nvPr/>
        </p:nvSpPr>
        <p:spPr>
          <a:xfrm>
            <a:off x="1727200" y="2679700"/>
            <a:ext cx="762000" cy="762000"/>
          </a:xfrm>
          <a:prstGeom prst="ellipse">
            <a:avLst/>
          </a:prstGeom>
          <a:solidFill>
            <a:srgbClr val="297F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C1018B04-3DCF-D6D4-4DAF-3D4ED589DEB6}"/>
              </a:ext>
            </a:extLst>
          </p:cNvPr>
          <p:cNvSpPr/>
          <p:nvPr/>
        </p:nvSpPr>
        <p:spPr>
          <a:xfrm>
            <a:off x="1625600" y="28067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B55D8007-F72B-0FED-4319-139F319041FB}"/>
              </a:ext>
            </a:extLst>
          </p:cNvPr>
          <p:cNvSpPr/>
          <p:nvPr/>
        </p:nvSpPr>
        <p:spPr>
          <a:xfrm>
            <a:off x="1727200" y="3898900"/>
            <a:ext cx="762000" cy="762000"/>
          </a:xfrm>
          <a:prstGeom prst="ellipse">
            <a:avLst/>
          </a:prstGeom>
          <a:solidFill>
            <a:srgbClr val="629D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852D9BA8-46BC-14E0-580E-5CD0209B3424}"/>
              </a:ext>
            </a:extLst>
          </p:cNvPr>
          <p:cNvSpPr/>
          <p:nvPr/>
        </p:nvSpPr>
        <p:spPr>
          <a:xfrm>
            <a:off x="1625600" y="40259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18F99D92-8B3B-F39D-3749-0EFA45A5ED45}"/>
              </a:ext>
            </a:extLst>
          </p:cNvPr>
          <p:cNvSpPr/>
          <p:nvPr/>
        </p:nvSpPr>
        <p:spPr>
          <a:xfrm>
            <a:off x="12446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4287BEF4-C035-C1A9-16FE-03BE163731CF}"/>
              </a:ext>
            </a:extLst>
          </p:cNvPr>
          <p:cNvSpPr/>
          <p:nvPr/>
        </p:nvSpPr>
        <p:spPr>
          <a:xfrm>
            <a:off x="8890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8E8C2DB4-317B-3656-3FB9-D50A6721B959}"/>
              </a:ext>
            </a:extLst>
          </p:cNvPr>
          <p:cNvSpPr/>
          <p:nvPr/>
        </p:nvSpPr>
        <p:spPr>
          <a:xfrm>
            <a:off x="939800" y="1905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9">
            <a:extLst>
              <a:ext uri="{FF2B5EF4-FFF2-40B4-BE49-F238E27FC236}">
                <a16:creationId xmlns:a16="http://schemas.microsoft.com/office/drawing/2014/main" id="{46F2B86F-3C1E-680E-D21F-8B96569A6B26}"/>
              </a:ext>
            </a:extLst>
          </p:cNvPr>
          <p:cNvSpPr/>
          <p:nvPr/>
        </p:nvSpPr>
        <p:spPr>
          <a:xfrm>
            <a:off x="12446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0">
            <a:extLst>
              <a:ext uri="{FF2B5EF4-FFF2-40B4-BE49-F238E27FC236}">
                <a16:creationId xmlns:a16="http://schemas.microsoft.com/office/drawing/2014/main" id="{AE8EF55D-F9E4-8AC0-711E-BDC372122321}"/>
              </a:ext>
            </a:extLst>
          </p:cNvPr>
          <p:cNvSpPr/>
          <p:nvPr/>
        </p:nvSpPr>
        <p:spPr>
          <a:xfrm>
            <a:off x="8890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21">
            <a:extLst>
              <a:ext uri="{FF2B5EF4-FFF2-40B4-BE49-F238E27FC236}">
                <a16:creationId xmlns:a16="http://schemas.microsoft.com/office/drawing/2014/main" id="{31676453-E036-FCB6-0740-E77ECDDF9C11}"/>
              </a:ext>
            </a:extLst>
          </p:cNvPr>
          <p:cNvSpPr/>
          <p:nvPr/>
        </p:nvSpPr>
        <p:spPr>
          <a:xfrm>
            <a:off x="939800" y="24765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22">
            <a:extLst>
              <a:ext uri="{FF2B5EF4-FFF2-40B4-BE49-F238E27FC236}">
                <a16:creationId xmlns:a16="http://schemas.microsoft.com/office/drawing/2014/main" id="{DB91BAEC-8889-1B31-4F47-538BDC224A1A}"/>
              </a:ext>
            </a:extLst>
          </p:cNvPr>
          <p:cNvSpPr/>
          <p:nvPr/>
        </p:nvSpPr>
        <p:spPr>
          <a:xfrm>
            <a:off x="12446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2169DC52-9902-E7E1-60A1-074A2C1A39A9}"/>
              </a:ext>
            </a:extLst>
          </p:cNvPr>
          <p:cNvSpPr/>
          <p:nvPr/>
        </p:nvSpPr>
        <p:spPr>
          <a:xfrm>
            <a:off x="8890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424EEBE2-330D-E44F-FF20-6ADA4F955D71}"/>
              </a:ext>
            </a:extLst>
          </p:cNvPr>
          <p:cNvSpPr/>
          <p:nvPr/>
        </p:nvSpPr>
        <p:spPr>
          <a:xfrm>
            <a:off x="939800" y="3048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A87317F5-727E-EEB3-8F35-73F62370587D}"/>
              </a:ext>
            </a:extLst>
          </p:cNvPr>
          <p:cNvSpPr/>
          <p:nvPr/>
        </p:nvSpPr>
        <p:spPr>
          <a:xfrm>
            <a:off x="12446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7369034C-57C7-C540-00C7-182D66713411}"/>
              </a:ext>
            </a:extLst>
          </p:cNvPr>
          <p:cNvSpPr/>
          <p:nvPr/>
        </p:nvSpPr>
        <p:spPr>
          <a:xfrm>
            <a:off x="8890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D86DA17D-FABF-0DA0-5145-C700FE8DBF05}"/>
              </a:ext>
            </a:extLst>
          </p:cNvPr>
          <p:cNvSpPr/>
          <p:nvPr/>
        </p:nvSpPr>
        <p:spPr>
          <a:xfrm>
            <a:off x="939800" y="3632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ADA088B-4436-5500-D9C8-A115B487C0AC}"/>
              </a:ext>
            </a:extLst>
          </p:cNvPr>
          <p:cNvSpPr/>
          <p:nvPr/>
        </p:nvSpPr>
        <p:spPr>
          <a:xfrm>
            <a:off x="12446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4D16C78C-6CD0-B424-4A21-EF3BEAF452B1}"/>
              </a:ext>
            </a:extLst>
          </p:cNvPr>
          <p:cNvSpPr/>
          <p:nvPr/>
        </p:nvSpPr>
        <p:spPr>
          <a:xfrm>
            <a:off x="8890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AC28B12C-639E-9CF3-F73C-1228F7271D79}"/>
              </a:ext>
            </a:extLst>
          </p:cNvPr>
          <p:cNvSpPr/>
          <p:nvPr/>
        </p:nvSpPr>
        <p:spPr>
          <a:xfrm>
            <a:off x="939800" y="4203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31">
            <a:extLst>
              <a:ext uri="{FF2B5EF4-FFF2-40B4-BE49-F238E27FC236}">
                <a16:creationId xmlns:a16="http://schemas.microsoft.com/office/drawing/2014/main" id="{37743A3E-0088-EC55-685E-8F46626AB9A2}"/>
              </a:ext>
            </a:extLst>
          </p:cNvPr>
          <p:cNvSpPr/>
          <p:nvPr/>
        </p:nvSpPr>
        <p:spPr>
          <a:xfrm>
            <a:off x="12446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2">
            <a:extLst>
              <a:ext uri="{FF2B5EF4-FFF2-40B4-BE49-F238E27FC236}">
                <a16:creationId xmlns:a16="http://schemas.microsoft.com/office/drawing/2014/main" id="{6EF4D42B-2B05-8A11-CFAF-EEBD7DB22727}"/>
              </a:ext>
            </a:extLst>
          </p:cNvPr>
          <p:cNvSpPr/>
          <p:nvPr/>
        </p:nvSpPr>
        <p:spPr>
          <a:xfrm>
            <a:off x="8890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A73DC5E0-A810-CDE5-9092-1F479592771A}"/>
              </a:ext>
            </a:extLst>
          </p:cNvPr>
          <p:cNvSpPr/>
          <p:nvPr/>
        </p:nvSpPr>
        <p:spPr>
          <a:xfrm>
            <a:off x="939800" y="4775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2FDC18C0-4835-FCFB-436A-DDAFED40DB86}"/>
              </a:ext>
            </a:extLst>
          </p:cNvPr>
          <p:cNvSpPr/>
          <p:nvPr/>
        </p:nvSpPr>
        <p:spPr>
          <a:xfrm>
            <a:off x="12446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8A3D8BBA-F389-3EBF-F2F0-CEEA1FE71E61}"/>
              </a:ext>
            </a:extLst>
          </p:cNvPr>
          <p:cNvSpPr/>
          <p:nvPr/>
        </p:nvSpPr>
        <p:spPr>
          <a:xfrm>
            <a:off x="8890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AE7238FF-42C4-E09D-0999-D91C9F1940DF}"/>
              </a:ext>
            </a:extLst>
          </p:cNvPr>
          <p:cNvSpPr/>
          <p:nvPr/>
        </p:nvSpPr>
        <p:spPr>
          <a:xfrm>
            <a:off x="939800" y="5346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7">
            <a:extLst>
              <a:ext uri="{FF2B5EF4-FFF2-40B4-BE49-F238E27FC236}">
                <a16:creationId xmlns:a16="http://schemas.microsoft.com/office/drawing/2014/main" id="{5D4DD1C1-7615-7967-7FCC-1CF737AC059B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0" name="AutoShape 38">
            <a:extLst>
              <a:ext uri="{FF2B5EF4-FFF2-40B4-BE49-F238E27FC236}">
                <a16:creationId xmlns:a16="http://schemas.microsoft.com/office/drawing/2014/main" id="{6D9AEE91-BEB8-BFA1-A2AF-3800CEA2377A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1" name="AutoShape 39">
            <a:extLst>
              <a:ext uri="{FF2B5EF4-FFF2-40B4-BE49-F238E27FC236}">
                <a16:creationId xmlns:a16="http://schemas.microsoft.com/office/drawing/2014/main" id="{2E679C30-5DB3-CAD4-CE18-EAE2388A1949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32" name="Connector 40">
            <a:extLst>
              <a:ext uri="{FF2B5EF4-FFF2-40B4-BE49-F238E27FC236}">
                <a16:creationId xmlns:a16="http://schemas.microsoft.com/office/drawing/2014/main" id="{0F23ADE6-5341-8DDB-A020-EB0917A539C5}"/>
              </a:ext>
            </a:extLst>
          </p:cNvPr>
          <p:cNvCxnSpPr/>
          <p:nvPr/>
        </p:nvCxnSpPr>
        <p:spPr>
          <a:xfrm>
            <a:off x="2806700" y="30353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33" name="Connector 41">
            <a:extLst>
              <a:ext uri="{FF2B5EF4-FFF2-40B4-BE49-F238E27FC236}">
                <a16:creationId xmlns:a16="http://schemas.microsoft.com/office/drawing/2014/main" id="{D2BC8812-EFF3-9FC5-2C66-649566C9D751}"/>
              </a:ext>
            </a:extLst>
          </p:cNvPr>
          <p:cNvCxnSpPr/>
          <p:nvPr/>
        </p:nvCxnSpPr>
        <p:spPr>
          <a:xfrm>
            <a:off x="2806700" y="42926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781718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777666A5-E308-86CE-DB68-04FFD47C8F01}"/>
              </a:ext>
            </a:extLst>
          </p:cNvPr>
          <p:cNvSpPr/>
          <p:nvPr/>
        </p:nvSpPr>
        <p:spPr>
          <a:xfrm>
            <a:off x="7239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337FB9E3-E239-1B90-EBCD-5F7FC9294357}"/>
              </a:ext>
            </a:extLst>
          </p:cNvPr>
          <p:cNvSpPr/>
          <p:nvPr/>
        </p:nvSpPr>
        <p:spPr>
          <a:xfrm>
            <a:off x="8509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B1A6A787-0ADD-6E7E-0BC4-6263E3623362}"/>
              </a:ext>
            </a:extLst>
          </p:cNvPr>
          <p:cNvSpPr/>
          <p:nvPr/>
        </p:nvSpPr>
        <p:spPr>
          <a:xfrm>
            <a:off x="19050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3A838E8-0B3E-7CC4-4A80-B195DB077401}"/>
              </a:ext>
            </a:extLst>
          </p:cNvPr>
          <p:cNvSpPr/>
          <p:nvPr/>
        </p:nvSpPr>
        <p:spPr>
          <a:xfrm>
            <a:off x="12573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FF78B2-2499-AFB2-6E70-925A1C36DC00}"/>
              </a:ext>
            </a:extLst>
          </p:cNvPr>
          <p:cNvSpPr/>
          <p:nvPr/>
        </p:nvSpPr>
        <p:spPr>
          <a:xfrm>
            <a:off x="63627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D3793847-702C-7BA1-103F-7EE22A8334BF}"/>
              </a:ext>
            </a:extLst>
          </p:cNvPr>
          <p:cNvSpPr/>
          <p:nvPr/>
        </p:nvSpPr>
        <p:spPr>
          <a:xfrm>
            <a:off x="64897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6BFC270F-646B-4252-442B-2C561115A40A}"/>
              </a:ext>
            </a:extLst>
          </p:cNvPr>
          <p:cNvSpPr/>
          <p:nvPr/>
        </p:nvSpPr>
        <p:spPr>
          <a:xfrm>
            <a:off x="75438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4CA4FF0-7961-EA3C-3962-CA3D0214682D}"/>
              </a:ext>
            </a:extLst>
          </p:cNvPr>
          <p:cNvSpPr/>
          <p:nvPr/>
        </p:nvSpPr>
        <p:spPr>
          <a:xfrm>
            <a:off x="68961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0083391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3DA67CB2-74D5-95D4-E4C5-300370DF0582}"/>
              </a:ext>
            </a:extLst>
          </p:cNvPr>
          <p:cNvSpPr/>
          <p:nvPr/>
        </p:nvSpPr>
        <p:spPr>
          <a:xfrm>
            <a:off x="6146800" y="1866900"/>
            <a:ext cx="1795729" cy="1795725"/>
          </a:xfrm>
          <a:custGeom>
            <a:avLst/>
            <a:gdLst/>
            <a:ahLst/>
            <a:cxnLst/>
            <a:rect l="l" t="t" r="r" b="b"/>
            <a:pathLst>
              <a:path w="1795729" h="1795725">
                <a:moveTo>
                  <a:pt x="0" y="0"/>
                </a:moveTo>
                <a:lnTo>
                  <a:pt x="88795" y="4483"/>
                </a:lnTo>
                <a:cubicBezTo>
                  <a:pt x="986448" y="95645"/>
                  <a:pt x="1700083" y="809280"/>
                  <a:pt x="1791245" y="1706935"/>
                </a:cubicBezTo>
                <a:lnTo>
                  <a:pt x="1795729" y="1795725"/>
                </a:lnTo>
                <a:lnTo>
                  <a:pt x="1210380" y="1795725"/>
                </a:lnTo>
                <a:lnTo>
                  <a:pt x="1208742" y="1763292"/>
                </a:lnTo>
                <a:cubicBezTo>
                  <a:pt x="1144880" y="1134455"/>
                  <a:pt x="644954" y="634528"/>
                  <a:pt x="16116" y="570666"/>
                </a:cubicBezTo>
                <a:lnTo>
                  <a:pt x="0" y="569852"/>
                </a:ln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95CB6475-C771-37E2-17B0-99975A140F6B}"/>
              </a:ext>
            </a:extLst>
          </p:cNvPr>
          <p:cNvSpPr/>
          <p:nvPr/>
        </p:nvSpPr>
        <p:spPr>
          <a:xfrm>
            <a:off x="4140200" y="1866900"/>
            <a:ext cx="1795725" cy="1795725"/>
          </a:xfrm>
          <a:custGeom>
            <a:avLst/>
            <a:gdLst/>
            <a:ahLst/>
            <a:cxnLst/>
            <a:rect l="l" t="t" r="r" b="b"/>
            <a:pathLst>
              <a:path w="1795725" h="1795725">
                <a:moveTo>
                  <a:pt x="1795725" y="0"/>
                </a:moveTo>
                <a:lnTo>
                  <a:pt x="1795725" y="568411"/>
                </a:lnTo>
                <a:lnTo>
                  <a:pt x="1751054" y="570666"/>
                </a:lnTo>
                <a:cubicBezTo>
                  <a:pt x="1122216" y="634528"/>
                  <a:pt x="622290" y="1134455"/>
                  <a:pt x="558428" y="1763292"/>
                </a:cubicBezTo>
                <a:lnTo>
                  <a:pt x="556791" y="1795725"/>
                </a:lnTo>
                <a:lnTo>
                  <a:pt x="0" y="1795725"/>
                </a:lnTo>
                <a:lnTo>
                  <a:pt x="4483" y="1706935"/>
                </a:lnTo>
                <a:cubicBezTo>
                  <a:pt x="95645" y="809280"/>
                  <a:pt x="809281" y="95645"/>
                  <a:pt x="1706935" y="4483"/>
                </a:cubicBezTo>
                <a:lnTo>
                  <a:pt x="1795725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94CBADAD-25F7-840F-69A7-EE69DF79A74C}"/>
              </a:ext>
            </a:extLst>
          </p:cNvPr>
          <p:cNvSpPr/>
          <p:nvPr/>
        </p:nvSpPr>
        <p:spPr>
          <a:xfrm>
            <a:off x="4140200" y="3873500"/>
            <a:ext cx="1795725" cy="1795728"/>
          </a:xfrm>
          <a:custGeom>
            <a:avLst/>
            <a:gdLst/>
            <a:ahLst/>
            <a:cxnLst/>
            <a:rect l="l" t="t" r="r" b="b"/>
            <a:pathLst>
              <a:path w="1795725" h="1795728">
                <a:moveTo>
                  <a:pt x="0" y="0"/>
                </a:moveTo>
                <a:lnTo>
                  <a:pt x="556997" y="0"/>
                </a:lnTo>
                <a:lnTo>
                  <a:pt x="558428" y="28353"/>
                </a:lnTo>
                <a:cubicBezTo>
                  <a:pt x="622290" y="657191"/>
                  <a:pt x="1122216" y="1157117"/>
                  <a:pt x="1751054" y="1220979"/>
                </a:cubicBezTo>
                <a:lnTo>
                  <a:pt x="1795725" y="1223235"/>
                </a:lnTo>
                <a:lnTo>
                  <a:pt x="1795725" y="1795728"/>
                </a:lnTo>
                <a:lnTo>
                  <a:pt x="1706935" y="1791244"/>
                </a:lnTo>
                <a:cubicBezTo>
                  <a:pt x="809281" y="1700082"/>
                  <a:pt x="95645" y="986448"/>
                  <a:pt x="4483" y="88793"/>
                </a:cubicBez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DBD16696-4C93-46B5-ACA4-21F917533263}"/>
              </a:ext>
            </a:extLst>
          </p:cNvPr>
          <p:cNvSpPr/>
          <p:nvPr/>
        </p:nvSpPr>
        <p:spPr>
          <a:xfrm>
            <a:off x="6146800" y="3873500"/>
            <a:ext cx="1795729" cy="1795728"/>
          </a:xfrm>
          <a:custGeom>
            <a:avLst/>
            <a:gdLst/>
            <a:ahLst/>
            <a:cxnLst/>
            <a:rect l="l" t="t" r="r" b="b"/>
            <a:pathLst>
              <a:path w="1795729" h="1795728">
                <a:moveTo>
                  <a:pt x="1210174" y="0"/>
                </a:moveTo>
                <a:lnTo>
                  <a:pt x="1795729" y="0"/>
                </a:lnTo>
                <a:lnTo>
                  <a:pt x="1791245" y="88793"/>
                </a:lnTo>
                <a:cubicBezTo>
                  <a:pt x="1700083" y="986448"/>
                  <a:pt x="986448" y="1700082"/>
                  <a:pt x="88795" y="1791244"/>
                </a:cubicBezTo>
                <a:lnTo>
                  <a:pt x="0" y="1795728"/>
                </a:lnTo>
                <a:lnTo>
                  <a:pt x="0" y="1221793"/>
                </a:lnTo>
                <a:lnTo>
                  <a:pt x="16116" y="1220979"/>
                </a:lnTo>
                <a:cubicBezTo>
                  <a:pt x="644954" y="1157117"/>
                  <a:pt x="1144880" y="657191"/>
                  <a:pt x="1208742" y="28353"/>
                </a:cubicBezTo>
                <a:lnTo>
                  <a:pt x="1210174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D4096B83-C640-E964-FDD1-11C9A0A61157}"/>
              </a:ext>
            </a:extLst>
          </p:cNvPr>
          <p:cNvSpPr/>
          <p:nvPr/>
        </p:nvSpPr>
        <p:spPr>
          <a:xfrm>
            <a:off x="4445000" y="307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5563BAA9-F7C7-3106-A9C9-E972856FCBB2}"/>
              </a:ext>
            </a:extLst>
          </p:cNvPr>
          <p:cNvSpPr/>
          <p:nvPr/>
        </p:nvSpPr>
        <p:spPr>
          <a:xfrm>
            <a:off x="5727700" y="3873500"/>
            <a:ext cx="631999" cy="627784"/>
          </a:xfrm>
          <a:custGeom>
            <a:avLst/>
            <a:gdLst/>
            <a:ahLst/>
            <a:cxnLst/>
            <a:rect l="l" t="t" r="r" b="b"/>
            <a:pathLst>
              <a:path w="631999" h="627784">
                <a:moveTo>
                  <a:pt x="59280" y="0"/>
                </a:moveTo>
                <a:cubicBezTo>
                  <a:pt x="23905" y="0"/>
                  <a:pt x="0" y="29790"/>
                  <a:pt x="0" y="64261"/>
                </a:cubicBezTo>
                <a:lnTo>
                  <a:pt x="0" y="340224"/>
                </a:lnTo>
                <a:cubicBezTo>
                  <a:pt x="0" y="377339"/>
                  <a:pt x="37686" y="386203"/>
                  <a:pt x="37686" y="386203"/>
                </a:cubicBezTo>
                <a:cubicBezTo>
                  <a:pt x="37686" y="386203"/>
                  <a:pt x="37686" y="103090"/>
                  <a:pt x="37686" y="74811"/>
                </a:cubicBezTo>
                <a:cubicBezTo>
                  <a:pt x="37686" y="46502"/>
                  <a:pt x="53047" y="41562"/>
                  <a:pt x="83125" y="41562"/>
                </a:cubicBezTo>
                <a:cubicBezTo>
                  <a:pt x="113175" y="41562"/>
                  <a:pt x="547996" y="41562"/>
                  <a:pt x="547996" y="41562"/>
                </a:cubicBezTo>
                <a:cubicBezTo>
                  <a:pt x="547996" y="41562"/>
                  <a:pt x="533864" y="0"/>
                  <a:pt x="506419" y="0"/>
                </a:cubicBezTo>
                <a:lnTo>
                  <a:pt x="59280" y="0"/>
                </a:lnTo>
                <a:close/>
                <a:moveTo>
                  <a:pt x="108610" y="70917"/>
                </a:moveTo>
                <a:cubicBezTo>
                  <a:pt x="67940" y="70917"/>
                  <a:pt x="70924" y="105270"/>
                  <a:pt x="70924" y="105270"/>
                </a:cubicBezTo>
                <a:cubicBezTo>
                  <a:pt x="70924" y="105270"/>
                  <a:pt x="70924" y="415529"/>
                  <a:pt x="70924" y="439391"/>
                </a:cubicBezTo>
                <a:cubicBezTo>
                  <a:pt x="70924" y="463281"/>
                  <a:pt x="85057" y="480953"/>
                  <a:pt x="108054" y="480953"/>
                </a:cubicBezTo>
                <a:cubicBezTo>
                  <a:pt x="131053" y="480953"/>
                  <a:pt x="262631" y="480953"/>
                  <a:pt x="262631" y="480953"/>
                </a:cubicBezTo>
                <a:lnTo>
                  <a:pt x="344089" y="627784"/>
                </a:lnTo>
                <a:lnTo>
                  <a:pt x="436051" y="478192"/>
                </a:lnTo>
                <a:cubicBezTo>
                  <a:pt x="436051" y="478192"/>
                  <a:pt x="559027" y="478192"/>
                  <a:pt x="587320" y="478192"/>
                </a:cubicBezTo>
                <a:cubicBezTo>
                  <a:pt x="615615" y="478192"/>
                  <a:pt x="629425" y="478046"/>
                  <a:pt x="629425" y="433840"/>
                </a:cubicBezTo>
                <a:lnTo>
                  <a:pt x="629425" y="121895"/>
                </a:lnTo>
                <a:cubicBezTo>
                  <a:pt x="629425" y="92714"/>
                  <a:pt x="631999" y="70917"/>
                  <a:pt x="593962" y="70917"/>
                </a:cubicBezTo>
                <a:lnTo>
                  <a:pt x="108610" y="70917"/>
                </a:lnTo>
                <a:close/>
              </a:path>
            </a:pathLst>
          </a:custGeom>
          <a:solidFill>
            <a:srgbClr val="284E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7">
            <a:extLst>
              <a:ext uri="{FF2B5EF4-FFF2-40B4-BE49-F238E27FC236}">
                <a16:creationId xmlns:a16="http://schemas.microsoft.com/office/drawing/2014/main" id="{1755CC42-AF77-37AB-D2FB-D3878D85654C}"/>
              </a:ext>
            </a:extLst>
          </p:cNvPr>
          <p:cNvCxnSpPr/>
          <p:nvPr/>
        </p:nvCxnSpPr>
        <p:spPr>
          <a:xfrm rot="3">
            <a:off x="3543300" y="2057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0" name="Connector 18">
            <a:extLst>
              <a:ext uri="{FF2B5EF4-FFF2-40B4-BE49-F238E27FC236}">
                <a16:creationId xmlns:a16="http://schemas.microsoft.com/office/drawing/2014/main" id="{4B272935-1530-FF7E-4523-541C8ECB743B}"/>
              </a:ext>
            </a:extLst>
          </p:cNvPr>
          <p:cNvCxnSpPr/>
          <p:nvPr/>
        </p:nvCxnSpPr>
        <p:spPr>
          <a:xfrm rot="5223772">
            <a:off x="43306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1" name="Connector 19">
            <a:extLst>
              <a:ext uri="{FF2B5EF4-FFF2-40B4-BE49-F238E27FC236}">
                <a16:creationId xmlns:a16="http://schemas.microsoft.com/office/drawing/2014/main" id="{01E825D4-C761-C3A5-C8B7-F31EC43E5484}"/>
              </a:ext>
            </a:extLst>
          </p:cNvPr>
          <p:cNvCxnSpPr/>
          <p:nvPr/>
        </p:nvCxnSpPr>
        <p:spPr>
          <a:xfrm rot="3">
            <a:off x="7505700" y="2057400"/>
            <a:ext cx="101607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2" name="Connector 20">
            <a:extLst>
              <a:ext uri="{FF2B5EF4-FFF2-40B4-BE49-F238E27FC236}">
                <a16:creationId xmlns:a16="http://schemas.microsoft.com/office/drawing/2014/main" id="{E5D6AE73-5266-42FA-1FBF-80556DCBC3E4}"/>
              </a:ext>
            </a:extLst>
          </p:cNvPr>
          <p:cNvCxnSpPr/>
          <p:nvPr/>
        </p:nvCxnSpPr>
        <p:spPr>
          <a:xfrm rot="5223772">
            <a:off x="72389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8C9C02C5-5F20-329C-ED7A-1527C8BFEA2F}"/>
              </a:ext>
            </a:extLst>
          </p:cNvPr>
          <p:cNvCxnSpPr/>
          <p:nvPr/>
        </p:nvCxnSpPr>
        <p:spPr>
          <a:xfrm rot="3">
            <a:off x="3543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4" name="Connector 22">
            <a:extLst>
              <a:ext uri="{FF2B5EF4-FFF2-40B4-BE49-F238E27FC236}">
                <a16:creationId xmlns:a16="http://schemas.microsoft.com/office/drawing/2014/main" id="{A2C5BB72-C508-3A04-AF55-46C8B3E76327}"/>
              </a:ext>
            </a:extLst>
          </p:cNvPr>
          <p:cNvCxnSpPr/>
          <p:nvPr/>
        </p:nvCxnSpPr>
        <p:spPr>
          <a:xfrm rot="5223772">
            <a:off x="4330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5" name="Connector 23">
            <a:extLst>
              <a:ext uri="{FF2B5EF4-FFF2-40B4-BE49-F238E27FC236}">
                <a16:creationId xmlns:a16="http://schemas.microsoft.com/office/drawing/2014/main" id="{CE10274B-30FF-9A07-C8A9-53BDD470907A}"/>
              </a:ext>
            </a:extLst>
          </p:cNvPr>
          <p:cNvCxnSpPr/>
          <p:nvPr/>
        </p:nvCxnSpPr>
        <p:spPr>
          <a:xfrm rot="3">
            <a:off x="7480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6" name="Connector 24">
            <a:extLst>
              <a:ext uri="{FF2B5EF4-FFF2-40B4-BE49-F238E27FC236}">
                <a16:creationId xmlns:a16="http://schemas.microsoft.com/office/drawing/2014/main" id="{AB4321F1-92DA-11D2-83F1-93B60EA127DB}"/>
              </a:ext>
            </a:extLst>
          </p:cNvPr>
          <p:cNvCxnSpPr/>
          <p:nvPr/>
        </p:nvCxnSpPr>
        <p:spPr>
          <a:xfrm rot="5223772">
            <a:off x="7251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7" name="AutoShape 25">
            <a:extLst>
              <a:ext uri="{FF2B5EF4-FFF2-40B4-BE49-F238E27FC236}">
                <a16:creationId xmlns:a16="http://schemas.microsoft.com/office/drawing/2014/main" id="{93008BEA-E94D-1DEC-55C8-A0D57986AE54}"/>
              </a:ext>
            </a:extLst>
          </p:cNvPr>
          <p:cNvSpPr/>
          <p:nvPr/>
        </p:nvSpPr>
        <p:spPr>
          <a:xfrm>
            <a:off x="3302000" y="19304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3A88A187-F5DD-4281-7B2A-748351EB4A6B}"/>
              </a:ext>
            </a:extLst>
          </p:cNvPr>
          <p:cNvSpPr/>
          <p:nvPr/>
        </p:nvSpPr>
        <p:spPr>
          <a:xfrm>
            <a:off x="3289300" y="53721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181862E4-B5C0-89B6-CA49-3FAAFC7A3062}"/>
              </a:ext>
            </a:extLst>
          </p:cNvPr>
          <p:cNvSpPr/>
          <p:nvPr/>
        </p:nvSpPr>
        <p:spPr>
          <a:xfrm>
            <a:off x="8521700" y="19304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BBF3AD1D-EE2F-D470-E13A-B497CC424F61}"/>
              </a:ext>
            </a:extLst>
          </p:cNvPr>
          <p:cNvSpPr/>
          <p:nvPr/>
        </p:nvSpPr>
        <p:spPr>
          <a:xfrm>
            <a:off x="8470900" y="53721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0982D153-4420-00C6-DE2E-FB9371D4B6AA}"/>
              </a:ext>
            </a:extLst>
          </p:cNvPr>
          <p:cNvSpPr/>
          <p:nvPr/>
        </p:nvSpPr>
        <p:spPr>
          <a:xfrm>
            <a:off x="2283941" y="1646933"/>
            <a:ext cx="542149" cy="631850"/>
          </a:xfrm>
          <a:custGeom>
            <a:avLst/>
            <a:gdLst/>
            <a:ahLst/>
            <a:cxnLst/>
            <a:rect l="l" t="t" r="r" b="b"/>
            <a:pathLst>
              <a:path w="542149" h="631850">
                <a:moveTo>
                  <a:pt x="301044" y="452505"/>
                </a:moveTo>
                <a:lnTo>
                  <a:pt x="301044" y="303055"/>
                </a:lnTo>
                <a:cubicBezTo>
                  <a:pt x="301044" y="286498"/>
                  <a:pt x="287616" y="273100"/>
                  <a:pt x="271075" y="273100"/>
                </a:cubicBezTo>
                <a:cubicBezTo>
                  <a:pt x="254585" y="273100"/>
                  <a:pt x="241206" y="286498"/>
                  <a:pt x="241206" y="303055"/>
                </a:cubicBezTo>
                <a:lnTo>
                  <a:pt x="241206" y="452505"/>
                </a:lnTo>
                <a:lnTo>
                  <a:pt x="94149" y="452505"/>
                </a:lnTo>
                <a:lnTo>
                  <a:pt x="174869" y="351585"/>
                </a:lnTo>
                <a:cubicBezTo>
                  <a:pt x="182022" y="342546"/>
                  <a:pt x="183503" y="330319"/>
                  <a:pt x="178559" y="319992"/>
                </a:cubicBezTo>
                <a:cubicBezTo>
                  <a:pt x="173614" y="309520"/>
                  <a:pt x="163072" y="303055"/>
                  <a:pt x="151527" y="303055"/>
                </a:cubicBezTo>
                <a:lnTo>
                  <a:pt x="119324" y="303055"/>
                </a:lnTo>
                <a:lnTo>
                  <a:pt x="271075" y="86119"/>
                </a:lnTo>
                <a:lnTo>
                  <a:pt x="423053" y="303055"/>
                </a:lnTo>
                <a:lnTo>
                  <a:pt x="390674" y="303055"/>
                </a:lnTo>
                <a:cubicBezTo>
                  <a:pt x="379305" y="303055"/>
                  <a:pt x="368712" y="309520"/>
                  <a:pt x="363742" y="319992"/>
                </a:cubicBezTo>
                <a:cubicBezTo>
                  <a:pt x="358773" y="330319"/>
                  <a:pt x="360153" y="342546"/>
                  <a:pt x="367433" y="351585"/>
                </a:cubicBezTo>
                <a:lnTo>
                  <a:pt x="448177" y="452505"/>
                </a:lnTo>
                <a:cubicBezTo>
                  <a:pt x="448177" y="452505"/>
                  <a:pt x="301044" y="452505"/>
                  <a:pt x="301044" y="452505"/>
                </a:cubicBezTo>
                <a:close/>
                <a:moveTo>
                  <a:pt x="533666" y="463680"/>
                </a:moveTo>
                <a:lnTo>
                  <a:pt x="452946" y="362701"/>
                </a:lnTo>
                <a:lnTo>
                  <a:pt x="480380" y="362701"/>
                </a:lnTo>
                <a:cubicBezTo>
                  <a:pt x="491525" y="362701"/>
                  <a:pt x="501739" y="356528"/>
                  <a:pt x="506960" y="346641"/>
                </a:cubicBezTo>
                <a:cubicBezTo>
                  <a:pt x="512055" y="336724"/>
                  <a:pt x="511202" y="324877"/>
                  <a:pt x="504978" y="315721"/>
                </a:cubicBezTo>
                <a:lnTo>
                  <a:pt x="295598" y="16733"/>
                </a:lnTo>
                <a:cubicBezTo>
                  <a:pt x="286110" y="3335"/>
                  <a:pt x="267410" y="0"/>
                  <a:pt x="254033" y="9478"/>
                </a:cubicBezTo>
                <a:cubicBezTo>
                  <a:pt x="251222" y="11409"/>
                  <a:pt x="249214" y="13866"/>
                  <a:pt x="247306" y="16382"/>
                </a:cubicBezTo>
                <a:cubicBezTo>
                  <a:pt x="246578" y="16733"/>
                  <a:pt x="37374" y="315721"/>
                  <a:pt x="37374" y="315721"/>
                </a:cubicBezTo>
                <a:cubicBezTo>
                  <a:pt x="30973" y="324877"/>
                  <a:pt x="30271" y="336724"/>
                  <a:pt x="35366" y="346641"/>
                </a:cubicBezTo>
                <a:cubicBezTo>
                  <a:pt x="40461" y="356528"/>
                  <a:pt x="50652" y="362701"/>
                  <a:pt x="61896" y="362701"/>
                </a:cubicBezTo>
                <a:lnTo>
                  <a:pt x="89380" y="362701"/>
                </a:lnTo>
                <a:lnTo>
                  <a:pt x="8686" y="463680"/>
                </a:lnTo>
                <a:cubicBezTo>
                  <a:pt x="1457" y="472602"/>
                  <a:pt x="0" y="484917"/>
                  <a:pt x="4995" y="495360"/>
                </a:cubicBezTo>
                <a:cubicBezTo>
                  <a:pt x="9941" y="505568"/>
                  <a:pt x="20482" y="512180"/>
                  <a:pt x="32027" y="512180"/>
                </a:cubicBezTo>
                <a:lnTo>
                  <a:pt x="241206" y="512180"/>
                </a:lnTo>
                <a:lnTo>
                  <a:pt x="241206" y="601955"/>
                </a:lnTo>
                <a:cubicBezTo>
                  <a:pt x="241206" y="618395"/>
                  <a:pt x="254585" y="631851"/>
                  <a:pt x="271075" y="631851"/>
                </a:cubicBezTo>
                <a:cubicBezTo>
                  <a:pt x="287616" y="631851"/>
                  <a:pt x="301044" y="618395"/>
                  <a:pt x="301044" y="601955"/>
                </a:cubicBezTo>
                <a:lnTo>
                  <a:pt x="301044" y="512180"/>
                </a:lnTo>
                <a:lnTo>
                  <a:pt x="510349" y="512180"/>
                </a:lnTo>
                <a:cubicBezTo>
                  <a:pt x="521719" y="512180"/>
                  <a:pt x="532236" y="505568"/>
                  <a:pt x="537180" y="495360"/>
                </a:cubicBezTo>
                <a:cubicBezTo>
                  <a:pt x="542149" y="484917"/>
                  <a:pt x="540845" y="472602"/>
                  <a:pt x="533666" y="463680"/>
                </a:cubicBezTo>
                <a:cubicBezTo>
                  <a:pt x="533666" y="463680"/>
                  <a:pt x="533666" y="463680"/>
                  <a:pt x="533666" y="46368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30">
            <a:extLst>
              <a:ext uri="{FF2B5EF4-FFF2-40B4-BE49-F238E27FC236}">
                <a16:creationId xmlns:a16="http://schemas.microsoft.com/office/drawing/2014/main" id="{FDFA3E8F-FEE3-C21C-6025-D0F7094C4977}"/>
              </a:ext>
            </a:extLst>
          </p:cNvPr>
          <p:cNvSpPr/>
          <p:nvPr/>
        </p:nvSpPr>
        <p:spPr>
          <a:xfrm>
            <a:off x="9182100" y="1651000"/>
            <a:ext cx="630241" cy="627784"/>
          </a:xfrm>
          <a:custGeom>
            <a:avLst/>
            <a:gdLst/>
            <a:ahLst/>
            <a:cxnLst/>
            <a:rect l="l" t="t" r="r" b="b"/>
            <a:pathLst>
              <a:path w="630241" h="627784">
                <a:moveTo>
                  <a:pt x="154175" y="0"/>
                </a:moveTo>
                <a:cubicBezTo>
                  <a:pt x="143584" y="0"/>
                  <a:pt x="137603" y="6656"/>
                  <a:pt x="137603" y="17206"/>
                </a:cubicBezTo>
                <a:lnTo>
                  <a:pt x="137603" y="75566"/>
                </a:lnTo>
                <a:cubicBezTo>
                  <a:pt x="135969" y="66672"/>
                  <a:pt x="129170" y="59581"/>
                  <a:pt x="119775" y="59581"/>
                </a:cubicBezTo>
                <a:cubicBezTo>
                  <a:pt x="112277" y="59581"/>
                  <a:pt x="104719" y="59204"/>
                  <a:pt x="97658" y="58971"/>
                </a:cubicBezTo>
                <a:cubicBezTo>
                  <a:pt x="67022" y="58042"/>
                  <a:pt x="37960" y="57198"/>
                  <a:pt x="18440" y="76177"/>
                </a:cubicBezTo>
                <a:cubicBezTo>
                  <a:pt x="5777" y="88412"/>
                  <a:pt x="0" y="106723"/>
                  <a:pt x="0" y="132067"/>
                </a:cubicBezTo>
                <a:cubicBezTo>
                  <a:pt x="0" y="201530"/>
                  <a:pt x="46568" y="334150"/>
                  <a:pt x="119775" y="334150"/>
                </a:cubicBezTo>
                <a:cubicBezTo>
                  <a:pt x="130367" y="334150"/>
                  <a:pt x="138828" y="325692"/>
                  <a:pt x="138828" y="315112"/>
                </a:cubicBezTo>
                <a:cubicBezTo>
                  <a:pt x="138828" y="304563"/>
                  <a:pt x="130367" y="296075"/>
                  <a:pt x="119775" y="296075"/>
                </a:cubicBezTo>
                <a:cubicBezTo>
                  <a:pt x="81902" y="296075"/>
                  <a:pt x="38077" y="196851"/>
                  <a:pt x="38077" y="132067"/>
                </a:cubicBezTo>
                <a:cubicBezTo>
                  <a:pt x="38077" y="122273"/>
                  <a:pt x="38952" y="109572"/>
                  <a:pt x="44846" y="103817"/>
                </a:cubicBezTo>
                <a:cubicBezTo>
                  <a:pt x="52812" y="96115"/>
                  <a:pt x="73995" y="96347"/>
                  <a:pt x="96432" y="97045"/>
                </a:cubicBezTo>
                <a:cubicBezTo>
                  <a:pt x="103844" y="97306"/>
                  <a:pt x="111868" y="97655"/>
                  <a:pt x="119775" y="97655"/>
                </a:cubicBezTo>
                <a:cubicBezTo>
                  <a:pt x="129170" y="97655"/>
                  <a:pt x="135969" y="90564"/>
                  <a:pt x="137603" y="81699"/>
                </a:cubicBezTo>
                <a:lnTo>
                  <a:pt x="137603" y="299767"/>
                </a:lnTo>
                <a:cubicBezTo>
                  <a:pt x="137603" y="395300"/>
                  <a:pt x="207192" y="478452"/>
                  <a:pt x="294842" y="498159"/>
                </a:cubicBezTo>
                <a:lnTo>
                  <a:pt x="294842" y="589711"/>
                </a:lnTo>
                <a:lnTo>
                  <a:pt x="195958" y="589711"/>
                </a:lnTo>
                <a:cubicBezTo>
                  <a:pt x="185425" y="589711"/>
                  <a:pt x="176905" y="598197"/>
                  <a:pt x="176905" y="608747"/>
                </a:cubicBezTo>
                <a:cubicBezTo>
                  <a:pt x="176905" y="619269"/>
                  <a:pt x="185425" y="627784"/>
                  <a:pt x="195958" y="627784"/>
                </a:cubicBezTo>
                <a:lnTo>
                  <a:pt x="473001" y="627784"/>
                </a:lnTo>
                <a:cubicBezTo>
                  <a:pt x="483593" y="627784"/>
                  <a:pt x="492026" y="619269"/>
                  <a:pt x="492026" y="608747"/>
                </a:cubicBezTo>
                <a:cubicBezTo>
                  <a:pt x="492026" y="598197"/>
                  <a:pt x="483535" y="589711"/>
                  <a:pt x="473001" y="589711"/>
                </a:cubicBezTo>
                <a:lnTo>
                  <a:pt x="332948" y="589711"/>
                </a:lnTo>
                <a:lnTo>
                  <a:pt x="332948" y="506151"/>
                </a:lnTo>
                <a:lnTo>
                  <a:pt x="340302" y="506151"/>
                </a:lnTo>
                <a:cubicBezTo>
                  <a:pt x="434924" y="506151"/>
                  <a:pt x="517294" y="425237"/>
                  <a:pt x="532583" y="329237"/>
                </a:cubicBezTo>
                <a:cubicBezTo>
                  <a:pt x="592630" y="305812"/>
                  <a:pt x="630241" y="194061"/>
                  <a:pt x="630241" y="132067"/>
                </a:cubicBezTo>
                <a:cubicBezTo>
                  <a:pt x="630241" y="106665"/>
                  <a:pt x="623792" y="88412"/>
                  <a:pt x="611188" y="76177"/>
                </a:cubicBezTo>
                <a:cubicBezTo>
                  <a:pt x="593098" y="58651"/>
                  <a:pt x="566809" y="58216"/>
                  <a:pt x="538710" y="58971"/>
                </a:cubicBezTo>
                <a:lnTo>
                  <a:pt x="538710" y="17206"/>
                </a:lnTo>
                <a:cubicBezTo>
                  <a:pt x="538710" y="6656"/>
                  <a:pt x="527740" y="0"/>
                  <a:pt x="517206" y="0"/>
                </a:cubicBezTo>
                <a:lnTo>
                  <a:pt x="154175" y="0"/>
                </a:lnTo>
                <a:close/>
                <a:moveTo>
                  <a:pt x="175679" y="38073"/>
                </a:moveTo>
                <a:cubicBezTo>
                  <a:pt x="175679" y="38073"/>
                  <a:pt x="500633" y="38073"/>
                  <a:pt x="500633" y="38073"/>
                </a:cubicBezTo>
                <a:lnTo>
                  <a:pt x="500633" y="63882"/>
                </a:lnTo>
                <a:cubicBezTo>
                  <a:pt x="495440" y="67313"/>
                  <a:pt x="491413" y="71963"/>
                  <a:pt x="491413" y="78618"/>
                </a:cubicBezTo>
                <a:cubicBezTo>
                  <a:pt x="491413" y="85303"/>
                  <a:pt x="495440" y="89953"/>
                  <a:pt x="500633" y="93383"/>
                </a:cubicBezTo>
                <a:lnTo>
                  <a:pt x="500633" y="299767"/>
                </a:lnTo>
                <a:cubicBezTo>
                  <a:pt x="500633" y="299970"/>
                  <a:pt x="500633" y="300173"/>
                  <a:pt x="500633" y="300377"/>
                </a:cubicBezTo>
                <a:cubicBezTo>
                  <a:pt x="495440" y="303807"/>
                  <a:pt x="491413" y="308428"/>
                  <a:pt x="491413" y="315112"/>
                </a:cubicBezTo>
                <a:cubicBezTo>
                  <a:pt x="491413" y="318920"/>
                  <a:pt x="493193" y="321972"/>
                  <a:pt x="495089" y="324936"/>
                </a:cubicBezTo>
                <a:cubicBezTo>
                  <a:pt x="481843" y="401462"/>
                  <a:pt x="414617" y="468076"/>
                  <a:pt x="340302" y="468076"/>
                </a:cubicBezTo>
                <a:lnTo>
                  <a:pt x="331081" y="468076"/>
                </a:lnTo>
                <a:cubicBezTo>
                  <a:pt x="248303" y="468076"/>
                  <a:pt x="175679" y="386639"/>
                  <a:pt x="175679" y="299767"/>
                </a:cubicBezTo>
                <a:lnTo>
                  <a:pt x="175679" y="38073"/>
                </a:lnTo>
                <a:close/>
                <a:moveTo>
                  <a:pt x="538710" y="97045"/>
                </a:moveTo>
                <a:cubicBezTo>
                  <a:pt x="558872" y="96493"/>
                  <a:pt x="577517" y="96783"/>
                  <a:pt x="584782" y="103817"/>
                </a:cubicBezTo>
                <a:cubicBezTo>
                  <a:pt x="590647" y="109572"/>
                  <a:pt x="592164" y="122273"/>
                  <a:pt x="592164" y="132067"/>
                </a:cubicBezTo>
                <a:cubicBezTo>
                  <a:pt x="592164" y="181069"/>
                  <a:pt x="567304" y="249516"/>
                  <a:pt x="538710" y="280120"/>
                </a:cubicBezTo>
                <a:lnTo>
                  <a:pt x="538710" y="97045"/>
                </a:lnTo>
                <a:close/>
                <a:moveTo>
                  <a:pt x="225428" y="216237"/>
                </a:moveTo>
                <a:cubicBezTo>
                  <a:pt x="220205" y="216237"/>
                  <a:pt x="216237" y="220102"/>
                  <a:pt x="216237" y="225450"/>
                </a:cubicBezTo>
                <a:lnTo>
                  <a:pt x="216237" y="280120"/>
                </a:lnTo>
                <a:cubicBezTo>
                  <a:pt x="216237" y="355802"/>
                  <a:pt x="245678" y="397626"/>
                  <a:pt x="308964" y="409106"/>
                </a:cubicBezTo>
                <a:cubicBezTo>
                  <a:pt x="309576" y="409193"/>
                  <a:pt x="309023" y="409716"/>
                  <a:pt x="309606" y="409716"/>
                </a:cubicBezTo>
                <a:cubicBezTo>
                  <a:pt x="314187" y="409716"/>
                  <a:pt x="318621" y="406345"/>
                  <a:pt x="319410" y="401724"/>
                </a:cubicBezTo>
                <a:cubicBezTo>
                  <a:pt x="320344" y="396521"/>
                  <a:pt x="317222" y="391639"/>
                  <a:pt x="312057" y="390679"/>
                </a:cubicBezTo>
                <a:cubicBezTo>
                  <a:pt x="257874" y="380884"/>
                  <a:pt x="235261" y="346822"/>
                  <a:pt x="235261" y="280120"/>
                </a:cubicBezTo>
                <a:lnTo>
                  <a:pt x="235261" y="225450"/>
                </a:lnTo>
                <a:cubicBezTo>
                  <a:pt x="235261" y="220102"/>
                  <a:pt x="230709" y="216237"/>
                  <a:pt x="225428" y="216237"/>
                </a:cubicBezTo>
                <a:close/>
                <a:moveTo>
                  <a:pt x="323728" y="412797"/>
                </a:moveTo>
                <a:cubicBezTo>
                  <a:pt x="318446" y="412797"/>
                  <a:pt x="314508" y="416721"/>
                  <a:pt x="314508" y="422011"/>
                </a:cubicBezTo>
                <a:cubicBezTo>
                  <a:pt x="314508" y="427271"/>
                  <a:pt x="318446" y="431834"/>
                  <a:pt x="323728" y="431834"/>
                </a:cubicBezTo>
                <a:lnTo>
                  <a:pt x="333560" y="431834"/>
                </a:lnTo>
                <a:cubicBezTo>
                  <a:pt x="338842" y="431834"/>
                  <a:pt x="342751" y="427271"/>
                  <a:pt x="342751" y="422011"/>
                </a:cubicBezTo>
                <a:cubicBezTo>
                  <a:pt x="342751" y="416721"/>
                  <a:pt x="338842" y="412797"/>
                  <a:pt x="333560" y="412797"/>
                </a:cubicBezTo>
                <a:lnTo>
                  <a:pt x="323728" y="412797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59AFF46-CC10-4EA7-C5E3-979BE4E20DAE}"/>
              </a:ext>
            </a:extLst>
          </p:cNvPr>
          <p:cNvSpPr/>
          <p:nvPr/>
        </p:nvSpPr>
        <p:spPr>
          <a:xfrm>
            <a:off x="9182100" y="5295900"/>
            <a:ext cx="627784" cy="627784"/>
          </a:xfrm>
          <a:custGeom>
            <a:avLst/>
            <a:gdLst/>
            <a:ahLst/>
            <a:cxnLst/>
            <a:rect l="l" t="t" r="r" b="b"/>
            <a:pathLst>
              <a:path w="627784" h="627784">
                <a:moveTo>
                  <a:pt x="313892" y="448429"/>
                </a:moveTo>
                <a:cubicBezTo>
                  <a:pt x="239663" y="448429"/>
                  <a:pt x="179354" y="388093"/>
                  <a:pt x="179354" y="313892"/>
                </a:cubicBezTo>
                <a:cubicBezTo>
                  <a:pt x="179354" y="239720"/>
                  <a:pt x="239663" y="179384"/>
                  <a:pt x="313892" y="179384"/>
                </a:cubicBezTo>
                <a:cubicBezTo>
                  <a:pt x="388035" y="179384"/>
                  <a:pt x="448400" y="239720"/>
                  <a:pt x="448400" y="313892"/>
                </a:cubicBezTo>
                <a:cubicBezTo>
                  <a:pt x="448400" y="388093"/>
                  <a:pt x="388035" y="448429"/>
                  <a:pt x="313892" y="448429"/>
                </a:cubicBezTo>
                <a:cubicBezTo>
                  <a:pt x="313892" y="448429"/>
                  <a:pt x="313892" y="448429"/>
                  <a:pt x="313892" y="448429"/>
                </a:cubicBezTo>
                <a:close/>
                <a:moveTo>
                  <a:pt x="313892" y="125586"/>
                </a:moveTo>
                <a:cubicBezTo>
                  <a:pt x="210017" y="125586"/>
                  <a:pt x="125586" y="210047"/>
                  <a:pt x="125586" y="313892"/>
                </a:cubicBezTo>
                <a:cubicBezTo>
                  <a:pt x="125586" y="417766"/>
                  <a:pt x="210017" y="502199"/>
                  <a:pt x="313892" y="502199"/>
                </a:cubicBezTo>
                <a:cubicBezTo>
                  <a:pt x="417739" y="502199"/>
                  <a:pt x="502169" y="417766"/>
                  <a:pt x="502169" y="313892"/>
                </a:cubicBezTo>
                <a:cubicBezTo>
                  <a:pt x="502169" y="210047"/>
                  <a:pt x="417739" y="125586"/>
                  <a:pt x="313892" y="125586"/>
                </a:cubicBezTo>
                <a:cubicBezTo>
                  <a:pt x="313892" y="125586"/>
                  <a:pt x="313892" y="125586"/>
                  <a:pt x="313892" y="125586"/>
                </a:cubicBezTo>
                <a:close/>
                <a:moveTo>
                  <a:pt x="313892" y="520131"/>
                </a:moveTo>
                <a:cubicBezTo>
                  <a:pt x="298953" y="520131"/>
                  <a:pt x="287007" y="532251"/>
                  <a:pt x="287007" y="547014"/>
                </a:cubicBezTo>
                <a:lnTo>
                  <a:pt x="287007" y="600899"/>
                </a:lnTo>
                <a:cubicBezTo>
                  <a:pt x="287007" y="615693"/>
                  <a:pt x="298953" y="627784"/>
                  <a:pt x="313892" y="627784"/>
                </a:cubicBezTo>
                <a:cubicBezTo>
                  <a:pt x="328773" y="627784"/>
                  <a:pt x="340777" y="615693"/>
                  <a:pt x="340777" y="600899"/>
                </a:cubicBezTo>
                <a:lnTo>
                  <a:pt x="340777" y="547014"/>
                </a:lnTo>
                <a:cubicBezTo>
                  <a:pt x="340777" y="532251"/>
                  <a:pt x="328773" y="520131"/>
                  <a:pt x="313892" y="520131"/>
                </a:cubicBezTo>
                <a:cubicBezTo>
                  <a:pt x="313892" y="520131"/>
                  <a:pt x="313892" y="520131"/>
                  <a:pt x="313892" y="520131"/>
                </a:cubicBezTo>
                <a:close/>
                <a:moveTo>
                  <a:pt x="512225" y="474268"/>
                </a:moveTo>
                <a:cubicBezTo>
                  <a:pt x="507430" y="469355"/>
                  <a:pt x="500658" y="466362"/>
                  <a:pt x="493246" y="466362"/>
                </a:cubicBezTo>
                <a:cubicBezTo>
                  <a:pt x="478366" y="466362"/>
                  <a:pt x="466362" y="478395"/>
                  <a:pt x="466362" y="493246"/>
                </a:cubicBezTo>
                <a:cubicBezTo>
                  <a:pt x="466362" y="500687"/>
                  <a:pt x="469327" y="507459"/>
                  <a:pt x="474268" y="512284"/>
                </a:cubicBezTo>
                <a:lnTo>
                  <a:pt x="510017" y="548178"/>
                </a:lnTo>
                <a:cubicBezTo>
                  <a:pt x="514957" y="553002"/>
                  <a:pt x="521729" y="556054"/>
                  <a:pt x="529170" y="556054"/>
                </a:cubicBezTo>
                <a:cubicBezTo>
                  <a:pt x="543935" y="556054"/>
                  <a:pt x="556025" y="543963"/>
                  <a:pt x="556025" y="529170"/>
                </a:cubicBezTo>
                <a:cubicBezTo>
                  <a:pt x="556025" y="521729"/>
                  <a:pt x="553002" y="514986"/>
                  <a:pt x="548178" y="510103"/>
                </a:cubicBezTo>
                <a:cubicBezTo>
                  <a:pt x="548178" y="510103"/>
                  <a:pt x="512225" y="474268"/>
                  <a:pt x="512225" y="474268"/>
                </a:cubicBezTo>
                <a:close/>
                <a:moveTo>
                  <a:pt x="600842" y="287007"/>
                </a:moveTo>
                <a:lnTo>
                  <a:pt x="547014" y="287007"/>
                </a:lnTo>
                <a:cubicBezTo>
                  <a:pt x="532192" y="287007"/>
                  <a:pt x="520131" y="299011"/>
                  <a:pt x="520131" y="313892"/>
                </a:cubicBezTo>
                <a:cubicBezTo>
                  <a:pt x="520131" y="328773"/>
                  <a:pt x="532192" y="340777"/>
                  <a:pt x="547014" y="340777"/>
                </a:cubicBezTo>
                <a:lnTo>
                  <a:pt x="600842" y="340777"/>
                </a:lnTo>
                <a:cubicBezTo>
                  <a:pt x="615635" y="340777"/>
                  <a:pt x="627784" y="328773"/>
                  <a:pt x="627784" y="313892"/>
                </a:cubicBezTo>
                <a:cubicBezTo>
                  <a:pt x="627784" y="299011"/>
                  <a:pt x="615635" y="287007"/>
                  <a:pt x="600842" y="287007"/>
                </a:cubicBezTo>
                <a:cubicBezTo>
                  <a:pt x="600842" y="287007"/>
                  <a:pt x="600842" y="287007"/>
                  <a:pt x="600842" y="287007"/>
                </a:cubicBezTo>
                <a:close/>
                <a:moveTo>
                  <a:pt x="115500" y="153546"/>
                </a:moveTo>
                <a:cubicBezTo>
                  <a:pt x="120296" y="158399"/>
                  <a:pt x="127069" y="161422"/>
                  <a:pt x="134537" y="161422"/>
                </a:cubicBezTo>
                <a:cubicBezTo>
                  <a:pt x="149418" y="161422"/>
                  <a:pt x="161393" y="149389"/>
                  <a:pt x="161393" y="134537"/>
                </a:cubicBezTo>
                <a:cubicBezTo>
                  <a:pt x="161393" y="127069"/>
                  <a:pt x="158370" y="120354"/>
                  <a:pt x="153516" y="115500"/>
                </a:cubicBezTo>
                <a:lnTo>
                  <a:pt x="117681" y="79635"/>
                </a:lnTo>
                <a:cubicBezTo>
                  <a:pt x="112798" y="74811"/>
                  <a:pt x="106055" y="71730"/>
                  <a:pt x="98614" y="71730"/>
                </a:cubicBezTo>
                <a:cubicBezTo>
                  <a:pt x="83792" y="71730"/>
                  <a:pt x="71702" y="83821"/>
                  <a:pt x="71702" y="98585"/>
                </a:cubicBezTo>
                <a:cubicBezTo>
                  <a:pt x="71702" y="106055"/>
                  <a:pt x="74752" y="112827"/>
                  <a:pt x="79606" y="117652"/>
                </a:cubicBezTo>
                <a:cubicBezTo>
                  <a:pt x="79606" y="117652"/>
                  <a:pt x="115500" y="153546"/>
                  <a:pt x="115500" y="153546"/>
                </a:cubicBezTo>
                <a:close/>
                <a:moveTo>
                  <a:pt x="493246" y="161422"/>
                </a:moveTo>
                <a:cubicBezTo>
                  <a:pt x="500658" y="161422"/>
                  <a:pt x="507430" y="158399"/>
                  <a:pt x="512225" y="153546"/>
                </a:cubicBezTo>
                <a:lnTo>
                  <a:pt x="548178" y="117710"/>
                </a:lnTo>
                <a:cubicBezTo>
                  <a:pt x="553002" y="112798"/>
                  <a:pt x="556025" y="106055"/>
                  <a:pt x="556025" y="98585"/>
                </a:cubicBezTo>
                <a:cubicBezTo>
                  <a:pt x="556025" y="83821"/>
                  <a:pt x="543935" y="71730"/>
                  <a:pt x="529170" y="71730"/>
                </a:cubicBezTo>
                <a:cubicBezTo>
                  <a:pt x="521729" y="71730"/>
                  <a:pt x="514957" y="74781"/>
                  <a:pt x="510017" y="79606"/>
                </a:cubicBezTo>
                <a:lnTo>
                  <a:pt x="474268" y="115500"/>
                </a:lnTo>
                <a:cubicBezTo>
                  <a:pt x="469327" y="120354"/>
                  <a:pt x="466362" y="127069"/>
                  <a:pt x="466362" y="134537"/>
                </a:cubicBezTo>
                <a:cubicBezTo>
                  <a:pt x="466362" y="149389"/>
                  <a:pt x="478366" y="161422"/>
                  <a:pt x="493246" y="161422"/>
                </a:cubicBezTo>
                <a:cubicBezTo>
                  <a:pt x="493246" y="161422"/>
                  <a:pt x="493246" y="161422"/>
                  <a:pt x="493246" y="161422"/>
                </a:cubicBezTo>
                <a:close/>
                <a:moveTo>
                  <a:pt x="313892" y="107653"/>
                </a:moveTo>
                <a:cubicBezTo>
                  <a:pt x="328773" y="107653"/>
                  <a:pt x="340777" y="95592"/>
                  <a:pt x="340777" y="80769"/>
                </a:cubicBezTo>
                <a:lnTo>
                  <a:pt x="340777" y="26885"/>
                </a:lnTo>
                <a:cubicBezTo>
                  <a:pt x="340777" y="12090"/>
                  <a:pt x="328773" y="0"/>
                  <a:pt x="313892" y="0"/>
                </a:cubicBezTo>
                <a:cubicBezTo>
                  <a:pt x="298953" y="0"/>
                  <a:pt x="287007" y="12090"/>
                  <a:pt x="287007" y="26885"/>
                </a:cubicBezTo>
                <a:lnTo>
                  <a:pt x="287007" y="80769"/>
                </a:lnTo>
                <a:cubicBezTo>
                  <a:pt x="287007" y="95592"/>
                  <a:pt x="298953" y="107653"/>
                  <a:pt x="313892" y="107653"/>
                </a:cubicBezTo>
                <a:cubicBezTo>
                  <a:pt x="313892" y="107653"/>
                  <a:pt x="313892" y="107653"/>
                  <a:pt x="313892" y="107653"/>
                </a:cubicBezTo>
                <a:close/>
                <a:moveTo>
                  <a:pt x="134537" y="466362"/>
                </a:moveTo>
                <a:cubicBezTo>
                  <a:pt x="127069" y="466362"/>
                  <a:pt x="120296" y="469355"/>
                  <a:pt x="115500" y="474268"/>
                </a:cubicBezTo>
                <a:lnTo>
                  <a:pt x="79606" y="510103"/>
                </a:lnTo>
                <a:cubicBezTo>
                  <a:pt x="74752" y="514986"/>
                  <a:pt x="71702" y="521729"/>
                  <a:pt x="71702" y="529170"/>
                </a:cubicBezTo>
                <a:cubicBezTo>
                  <a:pt x="71702" y="543992"/>
                  <a:pt x="83792" y="556054"/>
                  <a:pt x="98614" y="556054"/>
                </a:cubicBezTo>
                <a:cubicBezTo>
                  <a:pt x="106055" y="556054"/>
                  <a:pt x="112798" y="553002"/>
                  <a:pt x="117593" y="548178"/>
                </a:cubicBezTo>
                <a:lnTo>
                  <a:pt x="153516" y="512284"/>
                </a:lnTo>
                <a:cubicBezTo>
                  <a:pt x="158370" y="507459"/>
                  <a:pt x="161393" y="500687"/>
                  <a:pt x="161393" y="493246"/>
                </a:cubicBezTo>
                <a:cubicBezTo>
                  <a:pt x="161393" y="478395"/>
                  <a:pt x="149418" y="466362"/>
                  <a:pt x="134537" y="466362"/>
                </a:cubicBezTo>
                <a:cubicBezTo>
                  <a:pt x="134537" y="466362"/>
                  <a:pt x="134537" y="466362"/>
                  <a:pt x="134537" y="466362"/>
                </a:cubicBezTo>
                <a:close/>
                <a:moveTo>
                  <a:pt x="107596" y="313921"/>
                </a:moveTo>
                <a:cubicBezTo>
                  <a:pt x="107596" y="299011"/>
                  <a:pt x="95533" y="287037"/>
                  <a:pt x="80740" y="287037"/>
                </a:cubicBezTo>
                <a:lnTo>
                  <a:pt x="26855" y="287037"/>
                </a:lnTo>
                <a:cubicBezTo>
                  <a:pt x="12090" y="287037"/>
                  <a:pt x="0" y="299011"/>
                  <a:pt x="0" y="313921"/>
                </a:cubicBezTo>
                <a:cubicBezTo>
                  <a:pt x="0" y="328773"/>
                  <a:pt x="12090" y="340806"/>
                  <a:pt x="26855" y="340806"/>
                </a:cubicBezTo>
                <a:lnTo>
                  <a:pt x="80740" y="340806"/>
                </a:lnTo>
                <a:cubicBezTo>
                  <a:pt x="95533" y="340806"/>
                  <a:pt x="107596" y="328773"/>
                  <a:pt x="107596" y="313921"/>
                </a:cubicBezTo>
                <a:cubicBezTo>
                  <a:pt x="107596" y="313921"/>
                  <a:pt x="107596" y="313921"/>
                  <a:pt x="107596" y="313921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FA3B6DC7-A2E3-52AE-0C9E-CE07FD529609}"/>
              </a:ext>
            </a:extLst>
          </p:cNvPr>
          <p:cNvSpPr/>
          <p:nvPr/>
        </p:nvSpPr>
        <p:spPr>
          <a:xfrm>
            <a:off x="2336800" y="5280603"/>
            <a:ext cx="431869" cy="630381"/>
          </a:xfrm>
          <a:custGeom>
            <a:avLst/>
            <a:gdLst/>
            <a:ahLst/>
            <a:cxnLst/>
            <a:rect l="l" t="t" r="r" b="b"/>
            <a:pathLst>
              <a:path w="431869" h="630381">
                <a:moveTo>
                  <a:pt x="159851" y="3443"/>
                </a:moveTo>
                <a:cubicBezTo>
                  <a:pt x="146876" y="0"/>
                  <a:pt x="134019" y="7296"/>
                  <a:pt x="130580" y="20225"/>
                </a:cubicBezTo>
                <a:lnTo>
                  <a:pt x="122462" y="51656"/>
                </a:lnTo>
                <a:cubicBezTo>
                  <a:pt x="119103" y="64584"/>
                  <a:pt x="126322" y="77542"/>
                  <a:pt x="139258" y="80928"/>
                </a:cubicBezTo>
                <a:cubicBezTo>
                  <a:pt x="141317" y="81628"/>
                  <a:pt x="143676" y="82008"/>
                  <a:pt x="145755" y="82008"/>
                </a:cubicBezTo>
                <a:cubicBezTo>
                  <a:pt x="155952" y="82008"/>
                  <a:pt x="165769" y="75033"/>
                  <a:pt x="168529" y="64117"/>
                </a:cubicBezTo>
                <a:lnTo>
                  <a:pt x="176646" y="32686"/>
                </a:lnTo>
                <a:cubicBezTo>
                  <a:pt x="180045" y="19757"/>
                  <a:pt x="172747" y="6829"/>
                  <a:pt x="159851" y="3443"/>
                </a:cubicBezTo>
                <a:close/>
                <a:moveTo>
                  <a:pt x="333238" y="3443"/>
                </a:moveTo>
                <a:cubicBezTo>
                  <a:pt x="320302" y="0"/>
                  <a:pt x="307406" y="7296"/>
                  <a:pt x="303987" y="20225"/>
                </a:cubicBezTo>
                <a:lnTo>
                  <a:pt x="295849" y="51656"/>
                </a:lnTo>
                <a:cubicBezTo>
                  <a:pt x="292430" y="64584"/>
                  <a:pt x="299688" y="77542"/>
                  <a:pt x="312664" y="80928"/>
                </a:cubicBezTo>
                <a:cubicBezTo>
                  <a:pt x="314664" y="81628"/>
                  <a:pt x="317102" y="82008"/>
                  <a:pt x="319162" y="82008"/>
                </a:cubicBezTo>
                <a:cubicBezTo>
                  <a:pt x="329339" y="82008"/>
                  <a:pt x="339216" y="75033"/>
                  <a:pt x="341916" y="64117"/>
                </a:cubicBezTo>
                <a:lnTo>
                  <a:pt x="350053" y="32686"/>
                </a:lnTo>
                <a:cubicBezTo>
                  <a:pt x="353432" y="19757"/>
                  <a:pt x="346194" y="6829"/>
                  <a:pt x="333238" y="3443"/>
                </a:cubicBezTo>
                <a:close/>
                <a:moveTo>
                  <a:pt x="246545" y="55449"/>
                </a:moveTo>
                <a:cubicBezTo>
                  <a:pt x="233609" y="52065"/>
                  <a:pt x="220712" y="59332"/>
                  <a:pt x="217293" y="72260"/>
                </a:cubicBezTo>
                <a:lnTo>
                  <a:pt x="209156" y="103662"/>
                </a:lnTo>
                <a:cubicBezTo>
                  <a:pt x="205737" y="116591"/>
                  <a:pt x="213035" y="129520"/>
                  <a:pt x="225951" y="132935"/>
                </a:cubicBezTo>
                <a:cubicBezTo>
                  <a:pt x="227990" y="133634"/>
                  <a:pt x="230430" y="134014"/>
                  <a:pt x="232468" y="134014"/>
                </a:cubicBezTo>
                <a:cubicBezTo>
                  <a:pt x="243365" y="134014"/>
                  <a:pt x="252523" y="127039"/>
                  <a:pt x="255222" y="116153"/>
                </a:cubicBezTo>
                <a:lnTo>
                  <a:pt x="263340" y="84722"/>
                </a:lnTo>
                <a:cubicBezTo>
                  <a:pt x="266779" y="71764"/>
                  <a:pt x="259500" y="58864"/>
                  <a:pt x="246545" y="55449"/>
                </a:cubicBezTo>
                <a:close/>
                <a:moveTo>
                  <a:pt x="73157" y="90120"/>
                </a:moveTo>
                <a:cubicBezTo>
                  <a:pt x="60241" y="86736"/>
                  <a:pt x="47245" y="94003"/>
                  <a:pt x="43886" y="106931"/>
                </a:cubicBezTo>
                <a:lnTo>
                  <a:pt x="35770" y="138363"/>
                </a:lnTo>
                <a:cubicBezTo>
                  <a:pt x="32351" y="151291"/>
                  <a:pt x="39607" y="164191"/>
                  <a:pt x="52564" y="167606"/>
                </a:cubicBezTo>
                <a:cubicBezTo>
                  <a:pt x="54563" y="168276"/>
                  <a:pt x="57023" y="168714"/>
                  <a:pt x="59061" y="168714"/>
                </a:cubicBezTo>
                <a:cubicBezTo>
                  <a:pt x="69338" y="168714"/>
                  <a:pt x="79136" y="161710"/>
                  <a:pt x="81815" y="150824"/>
                </a:cubicBezTo>
                <a:lnTo>
                  <a:pt x="89953" y="119393"/>
                </a:lnTo>
                <a:cubicBezTo>
                  <a:pt x="93372" y="106464"/>
                  <a:pt x="86114" y="93506"/>
                  <a:pt x="73157" y="90120"/>
                </a:cubicBezTo>
                <a:close/>
                <a:moveTo>
                  <a:pt x="402617" y="90120"/>
                </a:moveTo>
                <a:cubicBezTo>
                  <a:pt x="389661" y="86736"/>
                  <a:pt x="376765" y="94003"/>
                  <a:pt x="373346" y="106931"/>
                </a:cubicBezTo>
                <a:lnTo>
                  <a:pt x="365209" y="138363"/>
                </a:lnTo>
                <a:cubicBezTo>
                  <a:pt x="361850" y="151291"/>
                  <a:pt x="369087" y="164191"/>
                  <a:pt x="382024" y="167606"/>
                </a:cubicBezTo>
                <a:cubicBezTo>
                  <a:pt x="384082" y="168276"/>
                  <a:pt x="386462" y="168714"/>
                  <a:pt x="388521" y="168714"/>
                </a:cubicBezTo>
                <a:cubicBezTo>
                  <a:pt x="398738" y="168714"/>
                  <a:pt x="407895" y="161710"/>
                  <a:pt x="411274" y="150824"/>
                </a:cubicBezTo>
                <a:lnTo>
                  <a:pt x="419412" y="119393"/>
                </a:lnTo>
                <a:cubicBezTo>
                  <a:pt x="422791" y="106464"/>
                  <a:pt x="415553" y="93506"/>
                  <a:pt x="402617" y="90120"/>
                </a:cubicBezTo>
                <a:close/>
                <a:moveTo>
                  <a:pt x="216214" y="176303"/>
                </a:moveTo>
                <a:cubicBezTo>
                  <a:pt x="167209" y="176303"/>
                  <a:pt x="118904" y="191711"/>
                  <a:pt x="80735" y="219641"/>
                </a:cubicBezTo>
                <a:cubicBezTo>
                  <a:pt x="29671" y="256413"/>
                  <a:pt x="0" y="312126"/>
                  <a:pt x="0" y="371371"/>
                </a:cubicBezTo>
                <a:cubicBezTo>
                  <a:pt x="0" y="384270"/>
                  <a:pt x="10897" y="395214"/>
                  <a:pt x="23833" y="395214"/>
                </a:cubicBezTo>
                <a:cubicBezTo>
                  <a:pt x="34050" y="395214"/>
                  <a:pt x="43207" y="390107"/>
                  <a:pt x="46605" y="380563"/>
                </a:cubicBezTo>
                <a:cubicBezTo>
                  <a:pt x="47266" y="378521"/>
                  <a:pt x="55523" y="359988"/>
                  <a:pt x="83454" y="359988"/>
                </a:cubicBezTo>
                <a:cubicBezTo>
                  <a:pt x="108627" y="359988"/>
                  <a:pt x="118284" y="374697"/>
                  <a:pt x="120303" y="379483"/>
                </a:cubicBezTo>
                <a:cubicBezTo>
                  <a:pt x="120983" y="381527"/>
                  <a:pt x="121623" y="383598"/>
                  <a:pt x="123002" y="384911"/>
                </a:cubicBezTo>
                <a:cubicBezTo>
                  <a:pt x="127820" y="391740"/>
                  <a:pt x="134879" y="395739"/>
                  <a:pt x="143057" y="395739"/>
                </a:cubicBezTo>
                <a:cubicBezTo>
                  <a:pt x="152613" y="395739"/>
                  <a:pt x="161351" y="389961"/>
                  <a:pt x="164729" y="381118"/>
                </a:cubicBezTo>
                <a:cubicBezTo>
                  <a:pt x="168209" y="376331"/>
                  <a:pt x="182145" y="359988"/>
                  <a:pt x="216214" y="359988"/>
                </a:cubicBezTo>
                <a:cubicBezTo>
                  <a:pt x="251604" y="359988"/>
                  <a:pt x="264939" y="377557"/>
                  <a:pt x="267678" y="381672"/>
                </a:cubicBezTo>
                <a:lnTo>
                  <a:pt x="269857" y="385991"/>
                </a:lnTo>
                <a:cubicBezTo>
                  <a:pt x="274616" y="392120"/>
                  <a:pt x="281894" y="395739"/>
                  <a:pt x="289352" y="395739"/>
                </a:cubicBezTo>
                <a:cubicBezTo>
                  <a:pt x="300269" y="395739"/>
                  <a:pt x="309965" y="388473"/>
                  <a:pt x="312664" y="378958"/>
                </a:cubicBezTo>
                <a:cubicBezTo>
                  <a:pt x="315403" y="373501"/>
                  <a:pt x="325140" y="359988"/>
                  <a:pt x="348953" y="359988"/>
                </a:cubicBezTo>
                <a:cubicBezTo>
                  <a:pt x="376185" y="359988"/>
                  <a:pt x="385102" y="379221"/>
                  <a:pt x="385802" y="380563"/>
                </a:cubicBezTo>
                <a:cubicBezTo>
                  <a:pt x="389161" y="390107"/>
                  <a:pt x="397759" y="395739"/>
                  <a:pt x="408036" y="395739"/>
                </a:cubicBezTo>
                <a:cubicBezTo>
                  <a:pt x="420952" y="395739"/>
                  <a:pt x="431869" y="384941"/>
                  <a:pt x="431869" y="371371"/>
                </a:cubicBezTo>
                <a:cubicBezTo>
                  <a:pt x="431869" y="312126"/>
                  <a:pt x="402737" y="257055"/>
                  <a:pt x="351672" y="219641"/>
                </a:cubicBezTo>
                <a:cubicBezTo>
                  <a:pt x="313544" y="191711"/>
                  <a:pt x="265219" y="176303"/>
                  <a:pt x="216214" y="176303"/>
                </a:cubicBezTo>
                <a:close/>
                <a:moveTo>
                  <a:pt x="216214" y="224514"/>
                </a:moveTo>
                <a:cubicBezTo>
                  <a:pt x="255702" y="224514"/>
                  <a:pt x="293530" y="236860"/>
                  <a:pt x="323501" y="258661"/>
                </a:cubicBezTo>
                <a:cubicBezTo>
                  <a:pt x="344614" y="274303"/>
                  <a:pt x="360930" y="293244"/>
                  <a:pt x="371187" y="315016"/>
                </a:cubicBezTo>
                <a:cubicBezTo>
                  <a:pt x="364368" y="312972"/>
                  <a:pt x="357151" y="312300"/>
                  <a:pt x="348953" y="312300"/>
                </a:cubicBezTo>
                <a:cubicBezTo>
                  <a:pt x="319663" y="312300"/>
                  <a:pt x="300648" y="322953"/>
                  <a:pt x="287732" y="334510"/>
                </a:cubicBezTo>
                <a:cubicBezTo>
                  <a:pt x="272736" y="322953"/>
                  <a:pt x="250243" y="312300"/>
                  <a:pt x="216214" y="312300"/>
                </a:cubicBezTo>
                <a:cubicBezTo>
                  <a:pt x="182145" y="312300"/>
                  <a:pt x="159631" y="322953"/>
                  <a:pt x="144676" y="334510"/>
                </a:cubicBezTo>
                <a:cubicBezTo>
                  <a:pt x="131719" y="322953"/>
                  <a:pt x="112046" y="312300"/>
                  <a:pt x="83454" y="312300"/>
                </a:cubicBezTo>
                <a:cubicBezTo>
                  <a:pt x="75297" y="312300"/>
                  <a:pt x="67520" y="313673"/>
                  <a:pt x="60682" y="315016"/>
                </a:cubicBezTo>
                <a:cubicBezTo>
                  <a:pt x="70879" y="293244"/>
                  <a:pt x="87273" y="274303"/>
                  <a:pt x="108367" y="258661"/>
                </a:cubicBezTo>
                <a:cubicBezTo>
                  <a:pt x="138337" y="236860"/>
                  <a:pt x="176707" y="224514"/>
                  <a:pt x="216214" y="224514"/>
                </a:cubicBezTo>
                <a:close/>
                <a:moveTo>
                  <a:pt x="214574" y="401722"/>
                </a:moveTo>
                <a:cubicBezTo>
                  <a:pt x="201638" y="401722"/>
                  <a:pt x="190741" y="412578"/>
                  <a:pt x="190741" y="425565"/>
                </a:cubicBezTo>
                <a:lnTo>
                  <a:pt x="190741" y="556690"/>
                </a:lnTo>
                <a:cubicBezTo>
                  <a:pt x="190741" y="597549"/>
                  <a:pt x="223572" y="630381"/>
                  <a:pt x="264439" y="630381"/>
                </a:cubicBezTo>
                <a:cubicBezTo>
                  <a:pt x="305266" y="630381"/>
                  <a:pt x="338117" y="596994"/>
                  <a:pt x="338117" y="556137"/>
                </a:cubicBezTo>
                <a:cubicBezTo>
                  <a:pt x="338117" y="543207"/>
                  <a:pt x="327221" y="532292"/>
                  <a:pt x="314284" y="532292"/>
                </a:cubicBezTo>
                <a:cubicBezTo>
                  <a:pt x="301328" y="532292"/>
                  <a:pt x="290431" y="543207"/>
                  <a:pt x="290431" y="556137"/>
                </a:cubicBezTo>
                <a:cubicBezTo>
                  <a:pt x="290431" y="570437"/>
                  <a:pt x="278714" y="582169"/>
                  <a:pt x="264439" y="582169"/>
                </a:cubicBezTo>
                <a:cubicBezTo>
                  <a:pt x="250124" y="582140"/>
                  <a:pt x="238427" y="570437"/>
                  <a:pt x="238427" y="556137"/>
                </a:cubicBezTo>
                <a:lnTo>
                  <a:pt x="238427" y="425565"/>
                </a:lnTo>
                <a:cubicBezTo>
                  <a:pt x="238427" y="412578"/>
                  <a:pt x="227510" y="401722"/>
                  <a:pt x="214574" y="40172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EAB323E1-1B5B-9C75-5A6A-894C871D7780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5FE067AE-055C-0FF7-F903-7214B5604250}"/>
              </a:ext>
            </a:extLst>
          </p:cNvPr>
          <p:cNvSpPr/>
          <p:nvPr/>
        </p:nvSpPr>
        <p:spPr>
          <a:xfrm>
            <a:off x="1435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2180B7F8-3DFA-2C97-92AE-185B8A9622B8}"/>
              </a:ext>
            </a:extLst>
          </p:cNvPr>
          <p:cNvSpPr/>
          <p:nvPr/>
        </p:nvSpPr>
        <p:spPr>
          <a:xfrm>
            <a:off x="8039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37CEF1AC-AA83-80DF-A536-631B770D1FFB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218106385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FBF16A7B-58F2-97AB-32FE-C0AED742F73C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E4257F3E-DD8A-C668-498A-58512791D1B2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0ED34B00-B0D1-3914-51F3-0D1813072B61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AD5E7D8-3065-BE2B-0589-6B7023273604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0F70A29F-AC20-9DFF-BDB3-3AEF1F4AFEAE}"/>
              </a:ext>
            </a:extLst>
          </p:cNvPr>
          <p:cNvSpPr/>
          <p:nvPr/>
        </p:nvSpPr>
        <p:spPr>
          <a:xfrm>
            <a:off x="5575300" y="19685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C0E1B826-D779-CC29-79E4-F8FA59168F72}"/>
              </a:ext>
            </a:extLst>
          </p:cNvPr>
          <p:cNvSpPr/>
          <p:nvPr/>
        </p:nvSpPr>
        <p:spPr>
          <a:xfrm>
            <a:off x="5638800" y="20574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67ACC2A3-6E12-3E81-1853-D9CBBB92D8FE}"/>
              </a:ext>
            </a:extLst>
          </p:cNvPr>
          <p:cNvSpPr/>
          <p:nvPr/>
        </p:nvSpPr>
        <p:spPr>
          <a:xfrm>
            <a:off x="5575300" y="41783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916DB8AA-EE32-AE66-FBF7-F3FA103B4930}"/>
              </a:ext>
            </a:extLst>
          </p:cNvPr>
          <p:cNvSpPr/>
          <p:nvPr/>
        </p:nvSpPr>
        <p:spPr>
          <a:xfrm>
            <a:off x="5664200" y="42672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287DCE6D-D1AF-1CA7-0BDC-91BCF6839734}"/>
              </a:ext>
            </a:extLst>
          </p:cNvPr>
          <p:cNvSpPr/>
          <p:nvPr/>
        </p:nvSpPr>
        <p:spPr>
          <a:xfrm>
            <a:off x="5575300" y="3073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9B45316D-66A0-3175-D3E4-1C0BC2434989}"/>
              </a:ext>
            </a:extLst>
          </p:cNvPr>
          <p:cNvSpPr/>
          <p:nvPr/>
        </p:nvSpPr>
        <p:spPr>
          <a:xfrm>
            <a:off x="5715000" y="31242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F02A35E7-1C85-3160-DD30-C6C27BD30C2F}"/>
              </a:ext>
            </a:extLst>
          </p:cNvPr>
          <p:cNvCxnSpPr/>
          <p:nvPr/>
        </p:nvCxnSpPr>
        <p:spPr>
          <a:xfrm rot="5377383">
            <a:off x="3117840" y="3752860"/>
            <a:ext cx="38608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00C0BB">
                <a:alpha val="100000"/>
              </a:srgbClr>
            </a:solidFill>
            <a:prstDash val="solid"/>
            <a:round/>
            <a:headEnd type="oval" w="sm" len="sm"/>
            <a:tailEnd type="oval" w="sm" len="sm"/>
          </a:ln>
        </p:spPr>
      </p:cxnSp>
      <p:sp>
        <p:nvSpPr>
          <p:cNvPr id="14" name="AutoShape 22">
            <a:extLst>
              <a:ext uri="{FF2B5EF4-FFF2-40B4-BE49-F238E27FC236}">
                <a16:creationId xmlns:a16="http://schemas.microsoft.com/office/drawing/2014/main" id="{AC3CA4BD-81ED-B316-2EA5-D04A361F56CC}"/>
              </a:ext>
            </a:extLst>
          </p:cNvPr>
          <p:cNvSpPr/>
          <p:nvPr/>
        </p:nvSpPr>
        <p:spPr>
          <a:xfrm>
            <a:off x="1676400" y="23241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595FF08A-E306-B665-3213-30891E2E71FF}"/>
              </a:ext>
            </a:extLst>
          </p:cNvPr>
          <p:cNvSpPr/>
          <p:nvPr/>
        </p:nvSpPr>
        <p:spPr>
          <a:xfrm>
            <a:off x="3098800" y="23241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1677D183-94BC-1738-83F9-1DE3A3D0A32C}"/>
              </a:ext>
            </a:extLst>
          </p:cNvPr>
          <p:cNvSpPr/>
          <p:nvPr/>
        </p:nvSpPr>
        <p:spPr>
          <a:xfrm>
            <a:off x="1676400" y="37592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F4B290E6-3BAD-D5BD-BCB0-9DEEB679F09C}"/>
              </a:ext>
            </a:extLst>
          </p:cNvPr>
          <p:cNvSpPr/>
          <p:nvPr/>
        </p:nvSpPr>
        <p:spPr>
          <a:xfrm>
            <a:off x="3098800" y="37719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CE630ED2-7284-E2DE-213F-8E68EBC0FAAF}"/>
              </a:ext>
            </a:extLst>
          </p:cNvPr>
          <p:cNvSpPr/>
          <p:nvPr/>
        </p:nvSpPr>
        <p:spPr>
          <a:xfrm>
            <a:off x="2387600" y="30480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547799D4-A8EE-D90D-0B3D-4AABCE4201F6}"/>
              </a:ext>
            </a:extLst>
          </p:cNvPr>
          <p:cNvSpPr/>
          <p:nvPr/>
        </p:nvSpPr>
        <p:spPr>
          <a:xfrm>
            <a:off x="3022600" y="30480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8CFED0F-BC8A-06D1-41BD-1F0F97283360}"/>
              </a:ext>
            </a:extLst>
          </p:cNvPr>
          <p:cNvSpPr/>
          <p:nvPr/>
        </p:nvSpPr>
        <p:spPr>
          <a:xfrm>
            <a:off x="2387600" y="36449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00640663-BD6D-2742-A272-59EF4E769BC4}"/>
              </a:ext>
            </a:extLst>
          </p:cNvPr>
          <p:cNvSpPr/>
          <p:nvPr/>
        </p:nvSpPr>
        <p:spPr>
          <a:xfrm>
            <a:off x="3022600" y="36449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E19C12EB-063E-6529-E48B-6E5D45C64D60}"/>
              </a:ext>
            </a:extLst>
          </p:cNvPr>
          <p:cNvSpPr/>
          <p:nvPr/>
        </p:nvSpPr>
        <p:spPr>
          <a:xfrm>
            <a:off x="1841500" y="26797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2623A36D-1138-14F9-0B49-000FCCF7B734}"/>
              </a:ext>
            </a:extLst>
          </p:cNvPr>
          <p:cNvSpPr/>
          <p:nvPr/>
        </p:nvSpPr>
        <p:spPr>
          <a:xfrm>
            <a:off x="26035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22962014-1931-ADC8-DC9F-AEEC6D4CB34F}"/>
              </a:ext>
            </a:extLst>
          </p:cNvPr>
          <p:cNvSpPr/>
          <p:nvPr/>
        </p:nvSpPr>
        <p:spPr>
          <a:xfrm>
            <a:off x="2679700" y="33528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B2406F23-8EFB-F2A1-1967-2CF0C09D7FEB}"/>
              </a:ext>
            </a:extLst>
          </p:cNvPr>
          <p:cNvSpPr/>
          <p:nvPr/>
        </p:nvSpPr>
        <p:spPr>
          <a:xfrm>
            <a:off x="3619500" y="26670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AF7A49D3-6FC8-448B-72CD-530F6C1C4DB0}"/>
              </a:ext>
            </a:extLst>
          </p:cNvPr>
          <p:cNvSpPr/>
          <p:nvPr/>
        </p:nvSpPr>
        <p:spPr>
          <a:xfrm>
            <a:off x="32258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78BE89B1-5092-DBFC-8B3A-170C49BA72F8}"/>
              </a:ext>
            </a:extLst>
          </p:cNvPr>
          <p:cNvSpPr/>
          <p:nvPr/>
        </p:nvSpPr>
        <p:spPr>
          <a:xfrm>
            <a:off x="3365500" y="33147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49284F50-B66C-AC09-4E23-B223604A1CB8}"/>
              </a:ext>
            </a:extLst>
          </p:cNvPr>
          <p:cNvSpPr/>
          <p:nvPr/>
        </p:nvSpPr>
        <p:spPr>
          <a:xfrm>
            <a:off x="3175000" y="38862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EA9AB64E-D2B2-2F4B-74DD-A93F8072538C}"/>
              </a:ext>
            </a:extLst>
          </p:cNvPr>
          <p:cNvSpPr/>
          <p:nvPr/>
        </p:nvSpPr>
        <p:spPr>
          <a:xfrm>
            <a:off x="3263900" y="39751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8">
            <a:extLst>
              <a:ext uri="{FF2B5EF4-FFF2-40B4-BE49-F238E27FC236}">
                <a16:creationId xmlns:a16="http://schemas.microsoft.com/office/drawing/2014/main" id="{3FE1B40B-62BF-1F70-1887-CE36819F885B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9">
            <a:extLst>
              <a:ext uri="{FF2B5EF4-FFF2-40B4-BE49-F238E27FC236}">
                <a16:creationId xmlns:a16="http://schemas.microsoft.com/office/drawing/2014/main" id="{BB5A7E2E-A941-21E6-5D1D-8950A974F179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C2A5642B-99BA-62AC-D53F-402FF1F6BC03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41">
            <a:extLst>
              <a:ext uri="{FF2B5EF4-FFF2-40B4-BE49-F238E27FC236}">
                <a16:creationId xmlns:a16="http://schemas.microsoft.com/office/drawing/2014/main" id="{275D9F2E-8B01-07D1-851E-60D1B3177B86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42">
            <a:extLst>
              <a:ext uri="{FF2B5EF4-FFF2-40B4-BE49-F238E27FC236}">
                <a16:creationId xmlns:a16="http://schemas.microsoft.com/office/drawing/2014/main" id="{E39FBD9A-9E5C-A777-130D-0E139A6E52C9}"/>
              </a:ext>
            </a:extLst>
          </p:cNvPr>
          <p:cNvSpPr/>
          <p:nvPr/>
        </p:nvSpPr>
        <p:spPr>
          <a:xfrm>
            <a:off x="1816100" y="42926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5" name="AutoShape 43">
            <a:extLst>
              <a:ext uri="{FF2B5EF4-FFF2-40B4-BE49-F238E27FC236}">
                <a16:creationId xmlns:a16="http://schemas.microsoft.com/office/drawing/2014/main" id="{6C1BED2E-A20D-9643-FE5D-838BDCB97DC9}"/>
              </a:ext>
            </a:extLst>
          </p:cNvPr>
          <p:cNvSpPr/>
          <p:nvPr/>
        </p:nvSpPr>
        <p:spPr>
          <a:xfrm>
            <a:off x="3606800" y="42672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6" name="AutoShape 44">
            <a:extLst>
              <a:ext uri="{FF2B5EF4-FFF2-40B4-BE49-F238E27FC236}">
                <a16:creationId xmlns:a16="http://schemas.microsoft.com/office/drawing/2014/main" id="{FA6A42CB-BC59-040E-6D8A-7C9CC4BA19DC}"/>
              </a:ext>
            </a:extLst>
          </p:cNvPr>
          <p:cNvSpPr/>
          <p:nvPr/>
        </p:nvSpPr>
        <p:spPr>
          <a:xfrm>
            <a:off x="6400800" y="1549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7" name="AutoShape 45">
            <a:extLst>
              <a:ext uri="{FF2B5EF4-FFF2-40B4-BE49-F238E27FC236}">
                <a16:creationId xmlns:a16="http://schemas.microsoft.com/office/drawing/2014/main" id="{55B81F03-20DC-ADF2-5015-5BA16B51045C}"/>
              </a:ext>
            </a:extLst>
          </p:cNvPr>
          <p:cNvSpPr/>
          <p:nvPr/>
        </p:nvSpPr>
        <p:spPr>
          <a:xfrm>
            <a:off x="6413500" y="2692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AutoShape 46">
            <a:extLst>
              <a:ext uri="{FF2B5EF4-FFF2-40B4-BE49-F238E27FC236}">
                <a16:creationId xmlns:a16="http://schemas.microsoft.com/office/drawing/2014/main" id="{04C36F31-131A-5570-A5AF-10B0DE508F5D}"/>
              </a:ext>
            </a:extLst>
          </p:cNvPr>
          <p:cNvSpPr/>
          <p:nvPr/>
        </p:nvSpPr>
        <p:spPr>
          <a:xfrm>
            <a:off x="6438900" y="38227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9" name="AutoShape 47">
            <a:extLst>
              <a:ext uri="{FF2B5EF4-FFF2-40B4-BE49-F238E27FC236}">
                <a16:creationId xmlns:a16="http://schemas.microsoft.com/office/drawing/2014/main" id="{46EC8251-9567-95BF-E045-7BF6DC8FAF40}"/>
              </a:ext>
            </a:extLst>
          </p:cNvPr>
          <p:cNvSpPr/>
          <p:nvPr/>
        </p:nvSpPr>
        <p:spPr>
          <a:xfrm>
            <a:off x="6451600" y="49911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5765829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3CB35F4C-268A-AF59-EE72-9D03EE282EAB}"/>
              </a:ext>
            </a:extLst>
          </p:cNvPr>
          <p:cNvSpPr/>
          <p:nvPr/>
        </p:nvSpPr>
        <p:spPr>
          <a:xfrm>
            <a:off x="16764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5B1C1C04-4538-56D7-F2A1-425A9558629D}"/>
              </a:ext>
            </a:extLst>
          </p:cNvPr>
          <p:cNvSpPr/>
          <p:nvPr/>
        </p:nvSpPr>
        <p:spPr>
          <a:xfrm>
            <a:off x="92456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A59B2510-F421-CEDE-3FDF-3633D0185974}"/>
              </a:ext>
            </a:extLst>
          </p:cNvPr>
          <p:cNvSpPr/>
          <p:nvPr/>
        </p:nvSpPr>
        <p:spPr>
          <a:xfrm>
            <a:off x="673100" y="1587500"/>
            <a:ext cx="10845800" cy="1775293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306826D7-CA97-FEE1-665C-C40E7B68E70C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3F6934-A6F9-C35D-FAE4-1795520E8F16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F8C2B705-8395-13AD-EB66-BC2A3E463CD5}"/>
              </a:ext>
            </a:extLst>
          </p:cNvPr>
          <p:cNvSpPr/>
          <p:nvPr/>
        </p:nvSpPr>
        <p:spPr>
          <a:xfrm>
            <a:off x="9779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AE47F250-6DBB-9684-E439-30F204BB13A7}"/>
              </a:ext>
            </a:extLst>
          </p:cNvPr>
          <p:cNvSpPr/>
          <p:nvPr/>
        </p:nvSpPr>
        <p:spPr>
          <a:xfrm>
            <a:off x="12954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12A82319-67C4-1759-5B5F-9F024B7917B6}"/>
              </a:ext>
            </a:extLst>
          </p:cNvPr>
          <p:cNvSpPr/>
          <p:nvPr/>
        </p:nvSpPr>
        <p:spPr>
          <a:xfrm>
            <a:off x="54610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D3668D57-E8D8-5890-17F9-93BCB1F4A640}"/>
              </a:ext>
            </a:extLst>
          </p:cNvPr>
          <p:cNvSpPr/>
          <p:nvPr/>
        </p:nvSpPr>
        <p:spPr>
          <a:xfrm>
            <a:off x="47752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100" dirty="0"/>
              <a:t>	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CD29A42C-4226-AD18-AEAD-027BFC1EED55}"/>
              </a:ext>
            </a:extLst>
          </p:cNvPr>
          <p:cNvSpPr/>
          <p:nvPr/>
        </p:nvSpPr>
        <p:spPr>
          <a:xfrm>
            <a:off x="50927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E6B4029C-16E1-5F77-2A1C-2C3F8461A86B}"/>
              </a:ext>
            </a:extLst>
          </p:cNvPr>
          <p:cNvSpPr/>
          <p:nvPr/>
        </p:nvSpPr>
        <p:spPr>
          <a:xfrm>
            <a:off x="85598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9BD53BFA-7837-01CC-30D1-F7C5720977D6}"/>
              </a:ext>
            </a:extLst>
          </p:cNvPr>
          <p:cNvSpPr/>
          <p:nvPr/>
        </p:nvSpPr>
        <p:spPr>
          <a:xfrm>
            <a:off x="8877300" y="43434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8611199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A9CEBC97-BF41-AB8E-2EB5-73A22334FB3E}"/>
              </a:ext>
            </a:extLst>
          </p:cNvPr>
          <p:cNvSpPr/>
          <p:nvPr/>
        </p:nvSpPr>
        <p:spPr>
          <a:xfrm rot="5400000">
            <a:off x="17526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45868A40-A3B6-4F0F-B7F8-1E17216769AB}"/>
              </a:ext>
            </a:extLst>
          </p:cNvPr>
          <p:cNvSpPr/>
          <p:nvPr/>
        </p:nvSpPr>
        <p:spPr>
          <a:xfrm>
            <a:off x="25527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552640" y="235430"/>
                </a:moveTo>
                <a:cubicBezTo>
                  <a:pt x="485729" y="223039"/>
                  <a:pt x="485729" y="223039"/>
                  <a:pt x="485729" y="223039"/>
                </a:cubicBezTo>
                <a:cubicBezTo>
                  <a:pt x="480772" y="208170"/>
                  <a:pt x="475817" y="195778"/>
                  <a:pt x="468382" y="183388"/>
                </a:cubicBezTo>
                <a:cubicBezTo>
                  <a:pt x="508033" y="123910"/>
                  <a:pt x="508033" y="123910"/>
                  <a:pt x="508033" y="123910"/>
                </a:cubicBezTo>
                <a:cubicBezTo>
                  <a:pt x="512990" y="118955"/>
                  <a:pt x="510511" y="111520"/>
                  <a:pt x="508033" y="106563"/>
                </a:cubicBezTo>
                <a:cubicBezTo>
                  <a:pt x="458469" y="59477"/>
                  <a:pt x="458469" y="59477"/>
                  <a:pt x="458469" y="59477"/>
                </a:cubicBezTo>
                <a:cubicBezTo>
                  <a:pt x="453512" y="54521"/>
                  <a:pt x="446077" y="52042"/>
                  <a:pt x="441122" y="56999"/>
                </a:cubicBezTo>
                <a:cubicBezTo>
                  <a:pt x="384123" y="96651"/>
                  <a:pt x="384123" y="96651"/>
                  <a:pt x="384123" y="96651"/>
                </a:cubicBezTo>
                <a:cubicBezTo>
                  <a:pt x="369254" y="89215"/>
                  <a:pt x="356862" y="84259"/>
                  <a:pt x="341993" y="79303"/>
                </a:cubicBezTo>
                <a:cubicBezTo>
                  <a:pt x="329602" y="12391"/>
                  <a:pt x="329602" y="12391"/>
                  <a:pt x="329602" y="12391"/>
                </a:cubicBezTo>
                <a:cubicBezTo>
                  <a:pt x="329602" y="4957"/>
                  <a:pt x="322167" y="0"/>
                  <a:pt x="314733" y="0"/>
                </a:cubicBezTo>
                <a:cubicBezTo>
                  <a:pt x="247821" y="0"/>
                  <a:pt x="247821" y="0"/>
                  <a:pt x="247821" y="0"/>
                </a:cubicBezTo>
                <a:cubicBezTo>
                  <a:pt x="240387" y="0"/>
                  <a:pt x="235430" y="4957"/>
                  <a:pt x="232952" y="12391"/>
                </a:cubicBezTo>
                <a:cubicBezTo>
                  <a:pt x="220561" y="79303"/>
                  <a:pt x="220561" y="79303"/>
                  <a:pt x="220561" y="79303"/>
                </a:cubicBezTo>
                <a:cubicBezTo>
                  <a:pt x="205692" y="84259"/>
                  <a:pt x="193300" y="89215"/>
                  <a:pt x="180909" y="96651"/>
                </a:cubicBezTo>
                <a:cubicBezTo>
                  <a:pt x="123910" y="56999"/>
                  <a:pt x="123910" y="56999"/>
                  <a:pt x="123910" y="56999"/>
                </a:cubicBezTo>
                <a:cubicBezTo>
                  <a:pt x="118955" y="54521"/>
                  <a:pt x="111520" y="54521"/>
                  <a:pt x="106563" y="59477"/>
                </a:cubicBezTo>
                <a:cubicBezTo>
                  <a:pt x="56999" y="106563"/>
                  <a:pt x="56999" y="106563"/>
                  <a:pt x="56999" y="106563"/>
                </a:cubicBezTo>
                <a:cubicBezTo>
                  <a:pt x="54521" y="111520"/>
                  <a:pt x="52042" y="121432"/>
                  <a:pt x="56999" y="126389"/>
                </a:cubicBezTo>
                <a:cubicBezTo>
                  <a:pt x="96651" y="183388"/>
                  <a:pt x="96651" y="183388"/>
                  <a:pt x="96651" y="183388"/>
                </a:cubicBezTo>
                <a:cubicBezTo>
                  <a:pt x="89215" y="195778"/>
                  <a:pt x="84259" y="208170"/>
                  <a:pt x="79303" y="223039"/>
                </a:cubicBezTo>
                <a:cubicBezTo>
                  <a:pt x="12391" y="235430"/>
                  <a:pt x="12391" y="235430"/>
                  <a:pt x="12391" y="235430"/>
                </a:cubicBezTo>
                <a:cubicBezTo>
                  <a:pt x="4957" y="235430"/>
                  <a:pt x="0" y="242865"/>
                  <a:pt x="0" y="247821"/>
                </a:cubicBezTo>
                <a:cubicBezTo>
                  <a:pt x="0" y="317210"/>
                  <a:pt x="0" y="317210"/>
                  <a:pt x="0" y="317210"/>
                </a:cubicBezTo>
                <a:cubicBezTo>
                  <a:pt x="0" y="324645"/>
                  <a:pt x="4957" y="329602"/>
                  <a:pt x="12391" y="332080"/>
                </a:cubicBezTo>
                <a:cubicBezTo>
                  <a:pt x="79303" y="344471"/>
                  <a:pt x="79303" y="344471"/>
                  <a:pt x="79303" y="344471"/>
                </a:cubicBezTo>
                <a:cubicBezTo>
                  <a:pt x="84259" y="356862"/>
                  <a:pt x="89215" y="371732"/>
                  <a:pt x="96651" y="384123"/>
                </a:cubicBezTo>
                <a:cubicBezTo>
                  <a:pt x="56999" y="441122"/>
                  <a:pt x="56999" y="441122"/>
                  <a:pt x="56999" y="441122"/>
                </a:cubicBezTo>
                <a:cubicBezTo>
                  <a:pt x="54521" y="446077"/>
                  <a:pt x="54521" y="453512"/>
                  <a:pt x="59477" y="458469"/>
                </a:cubicBezTo>
                <a:cubicBezTo>
                  <a:pt x="106563" y="505555"/>
                  <a:pt x="106563" y="505555"/>
                  <a:pt x="106563" y="505555"/>
                </a:cubicBezTo>
                <a:cubicBezTo>
                  <a:pt x="111520" y="510511"/>
                  <a:pt x="118955" y="512990"/>
                  <a:pt x="126389" y="508033"/>
                </a:cubicBezTo>
                <a:cubicBezTo>
                  <a:pt x="180909" y="468382"/>
                  <a:pt x="180909" y="468382"/>
                  <a:pt x="180909" y="468382"/>
                </a:cubicBezTo>
                <a:cubicBezTo>
                  <a:pt x="193300" y="475817"/>
                  <a:pt x="208170" y="480772"/>
                  <a:pt x="220561" y="485729"/>
                </a:cubicBezTo>
                <a:cubicBezTo>
                  <a:pt x="232952" y="552640"/>
                  <a:pt x="232952" y="552640"/>
                  <a:pt x="232952" y="552640"/>
                </a:cubicBezTo>
                <a:cubicBezTo>
                  <a:pt x="235430" y="560075"/>
                  <a:pt x="240387" y="565032"/>
                  <a:pt x="247821" y="565032"/>
                </a:cubicBezTo>
                <a:cubicBezTo>
                  <a:pt x="314733" y="565032"/>
                  <a:pt x="314733" y="565032"/>
                  <a:pt x="314733" y="565032"/>
                </a:cubicBezTo>
                <a:cubicBezTo>
                  <a:pt x="322167" y="565032"/>
                  <a:pt x="329602" y="560075"/>
                  <a:pt x="329602" y="552640"/>
                </a:cubicBezTo>
                <a:cubicBezTo>
                  <a:pt x="341993" y="485729"/>
                  <a:pt x="341993" y="485729"/>
                  <a:pt x="341993" y="485729"/>
                </a:cubicBezTo>
                <a:cubicBezTo>
                  <a:pt x="356862" y="480772"/>
                  <a:pt x="369254" y="475817"/>
                  <a:pt x="381644" y="470860"/>
                </a:cubicBezTo>
                <a:cubicBezTo>
                  <a:pt x="438643" y="508033"/>
                  <a:pt x="438643" y="508033"/>
                  <a:pt x="438643" y="508033"/>
                </a:cubicBezTo>
                <a:cubicBezTo>
                  <a:pt x="446077" y="512990"/>
                  <a:pt x="453512" y="512990"/>
                  <a:pt x="458469" y="508033"/>
                </a:cubicBezTo>
                <a:cubicBezTo>
                  <a:pt x="505555" y="458469"/>
                  <a:pt x="505555" y="458469"/>
                  <a:pt x="505555" y="458469"/>
                </a:cubicBezTo>
                <a:cubicBezTo>
                  <a:pt x="510511" y="453512"/>
                  <a:pt x="510511" y="446077"/>
                  <a:pt x="508033" y="441122"/>
                </a:cubicBezTo>
                <a:cubicBezTo>
                  <a:pt x="468382" y="384123"/>
                  <a:pt x="468382" y="384123"/>
                  <a:pt x="468382" y="384123"/>
                </a:cubicBezTo>
                <a:cubicBezTo>
                  <a:pt x="475817" y="371732"/>
                  <a:pt x="480772" y="356862"/>
                  <a:pt x="485729" y="344471"/>
                </a:cubicBezTo>
                <a:cubicBezTo>
                  <a:pt x="552640" y="332080"/>
                  <a:pt x="552640" y="332080"/>
                  <a:pt x="552640" y="332080"/>
                </a:cubicBezTo>
                <a:cubicBezTo>
                  <a:pt x="560075" y="329602"/>
                  <a:pt x="565032" y="324645"/>
                  <a:pt x="565032" y="317210"/>
                </a:cubicBezTo>
                <a:cubicBezTo>
                  <a:pt x="565032" y="247821"/>
                  <a:pt x="565032" y="247821"/>
                  <a:pt x="565032" y="247821"/>
                </a:cubicBezTo>
                <a:cubicBezTo>
                  <a:pt x="565032" y="242865"/>
                  <a:pt x="560075" y="235430"/>
                  <a:pt x="552640" y="235430"/>
                </a:cubicBezTo>
                <a:close/>
                <a:moveTo>
                  <a:pt x="282517" y="369254"/>
                </a:moveTo>
                <a:cubicBezTo>
                  <a:pt x="235430" y="369254"/>
                  <a:pt x="195778" y="329602"/>
                  <a:pt x="195778" y="282517"/>
                </a:cubicBezTo>
                <a:cubicBezTo>
                  <a:pt x="195778" y="235430"/>
                  <a:pt x="235430" y="195778"/>
                  <a:pt x="282517" y="195778"/>
                </a:cubicBezTo>
                <a:cubicBezTo>
                  <a:pt x="329602" y="195778"/>
                  <a:pt x="369254" y="235430"/>
                  <a:pt x="369254" y="282517"/>
                </a:cubicBezTo>
                <a:cubicBezTo>
                  <a:pt x="369254" y="329602"/>
                  <a:pt x="329602" y="369254"/>
                  <a:pt x="282517" y="36925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2883F5DA-48AC-1BD0-72C7-08E0EC1803C4}"/>
              </a:ext>
            </a:extLst>
          </p:cNvPr>
          <p:cNvSpPr/>
          <p:nvPr/>
        </p:nvSpPr>
        <p:spPr>
          <a:xfrm>
            <a:off x="14351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8E60BF4B-C75B-48EF-FF90-54A6B9A290A5}"/>
              </a:ext>
            </a:extLst>
          </p:cNvPr>
          <p:cNvSpPr/>
          <p:nvPr/>
        </p:nvSpPr>
        <p:spPr>
          <a:xfrm>
            <a:off x="1714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C033B28F-DC0E-2DBC-AC71-699BD730A50F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BAC4252F-89E2-7976-0446-FA391568F9C6}"/>
              </a:ext>
            </a:extLst>
          </p:cNvPr>
          <p:cNvSpPr/>
          <p:nvPr/>
        </p:nvSpPr>
        <p:spPr>
          <a:xfrm rot="5400000">
            <a:off x="50165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448A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B13DA7AB-840C-1374-65B8-9CF900B31E7E}"/>
              </a:ext>
            </a:extLst>
          </p:cNvPr>
          <p:cNvSpPr/>
          <p:nvPr/>
        </p:nvSpPr>
        <p:spPr>
          <a:xfrm>
            <a:off x="58293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311247" y="2394"/>
                </a:moveTo>
                <a:cubicBezTo>
                  <a:pt x="301669" y="0"/>
                  <a:pt x="292092" y="0"/>
                  <a:pt x="282517" y="0"/>
                </a:cubicBezTo>
                <a:cubicBezTo>
                  <a:pt x="198719" y="0"/>
                  <a:pt x="122104" y="38307"/>
                  <a:pt x="71826" y="95768"/>
                </a:cubicBezTo>
                <a:cubicBezTo>
                  <a:pt x="162806" y="251391"/>
                  <a:pt x="162806" y="251391"/>
                  <a:pt x="162806" y="251391"/>
                </a:cubicBezTo>
                <a:lnTo>
                  <a:pt x="311247" y="2394"/>
                </a:lnTo>
                <a:close/>
                <a:moveTo>
                  <a:pt x="47884" y="124498"/>
                </a:moveTo>
                <a:cubicBezTo>
                  <a:pt x="16759" y="169988"/>
                  <a:pt x="0" y="225055"/>
                  <a:pt x="0" y="282517"/>
                </a:cubicBezTo>
                <a:cubicBezTo>
                  <a:pt x="0" y="311247"/>
                  <a:pt x="4788" y="339976"/>
                  <a:pt x="11971" y="366314"/>
                </a:cubicBezTo>
                <a:cubicBezTo>
                  <a:pt x="193930" y="366314"/>
                  <a:pt x="193930" y="366314"/>
                  <a:pt x="193930" y="366314"/>
                </a:cubicBezTo>
                <a:lnTo>
                  <a:pt x="47884" y="124498"/>
                </a:lnTo>
                <a:close/>
                <a:moveTo>
                  <a:pt x="538696" y="162806"/>
                </a:moveTo>
                <a:cubicBezTo>
                  <a:pt x="502783" y="86191"/>
                  <a:pt x="430957" y="26336"/>
                  <a:pt x="347160" y="7183"/>
                </a:cubicBezTo>
                <a:cubicBezTo>
                  <a:pt x="253785" y="162806"/>
                  <a:pt x="253785" y="162806"/>
                  <a:pt x="253785" y="162806"/>
                </a:cubicBezTo>
                <a:lnTo>
                  <a:pt x="538696" y="162806"/>
                </a:lnTo>
                <a:close/>
                <a:moveTo>
                  <a:pt x="311247" y="399832"/>
                </a:moveTo>
                <a:cubicBezTo>
                  <a:pt x="26336" y="399832"/>
                  <a:pt x="26336" y="399832"/>
                  <a:pt x="26336" y="399832"/>
                </a:cubicBezTo>
                <a:cubicBezTo>
                  <a:pt x="62249" y="481235"/>
                  <a:pt x="138864" y="543484"/>
                  <a:pt x="229843" y="560244"/>
                </a:cubicBezTo>
                <a:cubicBezTo>
                  <a:pt x="222661" y="555455"/>
                  <a:pt x="222661" y="555455"/>
                  <a:pt x="222661" y="555455"/>
                </a:cubicBezTo>
                <a:lnTo>
                  <a:pt x="311247" y="399832"/>
                </a:lnTo>
                <a:close/>
                <a:moveTo>
                  <a:pt x="550667" y="196324"/>
                </a:moveTo>
                <a:cubicBezTo>
                  <a:pt x="371102" y="196324"/>
                  <a:pt x="371102" y="196324"/>
                  <a:pt x="371102" y="196324"/>
                </a:cubicBezTo>
                <a:cubicBezTo>
                  <a:pt x="514754" y="445322"/>
                  <a:pt x="514754" y="445322"/>
                  <a:pt x="514754" y="445322"/>
                </a:cubicBezTo>
                <a:cubicBezTo>
                  <a:pt x="545878" y="399832"/>
                  <a:pt x="565032" y="342372"/>
                  <a:pt x="565032" y="282517"/>
                </a:cubicBezTo>
                <a:cubicBezTo>
                  <a:pt x="565032" y="253785"/>
                  <a:pt x="560244" y="225055"/>
                  <a:pt x="550667" y="196324"/>
                </a:cubicBezTo>
                <a:close/>
                <a:moveTo>
                  <a:pt x="258575" y="565032"/>
                </a:moveTo>
                <a:cubicBezTo>
                  <a:pt x="265756" y="565032"/>
                  <a:pt x="275333" y="565032"/>
                  <a:pt x="282517" y="565032"/>
                </a:cubicBezTo>
                <a:cubicBezTo>
                  <a:pt x="363918" y="565032"/>
                  <a:pt x="438140" y="529119"/>
                  <a:pt x="490812" y="474053"/>
                </a:cubicBezTo>
                <a:cubicBezTo>
                  <a:pt x="399832" y="316034"/>
                  <a:pt x="399832" y="316034"/>
                  <a:pt x="399832" y="316034"/>
                </a:cubicBezTo>
                <a:lnTo>
                  <a:pt x="258575" y="5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F73CAF8-F4AB-6DFF-753D-6B8059FEC75A}"/>
              </a:ext>
            </a:extLst>
          </p:cNvPr>
          <p:cNvSpPr/>
          <p:nvPr/>
        </p:nvSpPr>
        <p:spPr>
          <a:xfrm>
            <a:off x="46990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3801955C-EB39-EB20-EC17-C7DE07CE0B73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50B799EE-E599-ABAB-0ADA-C185A45B9E28}"/>
              </a:ext>
            </a:extLst>
          </p:cNvPr>
          <p:cNvSpPr/>
          <p:nvPr/>
        </p:nvSpPr>
        <p:spPr>
          <a:xfrm>
            <a:off x="49784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4411208B-4DE0-5584-AA90-166B2070B570}"/>
              </a:ext>
            </a:extLst>
          </p:cNvPr>
          <p:cNvSpPr/>
          <p:nvPr/>
        </p:nvSpPr>
        <p:spPr>
          <a:xfrm rot="5400000">
            <a:off x="82804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5D90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51F336C0-D055-2568-FC78-5DE5B76F5126}"/>
              </a:ext>
            </a:extLst>
          </p:cNvPr>
          <p:cNvSpPr/>
          <p:nvPr/>
        </p:nvSpPr>
        <p:spPr>
          <a:xfrm>
            <a:off x="90805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282517" y="0"/>
                </a:moveTo>
                <a:cubicBezTo>
                  <a:pt x="126893" y="0"/>
                  <a:pt x="0" y="126893"/>
                  <a:pt x="0" y="282517"/>
                </a:cubicBezTo>
                <a:cubicBezTo>
                  <a:pt x="0" y="438140"/>
                  <a:pt x="126893" y="565032"/>
                  <a:pt x="282517" y="565032"/>
                </a:cubicBezTo>
                <a:cubicBezTo>
                  <a:pt x="438140" y="565032"/>
                  <a:pt x="565032" y="438140"/>
                  <a:pt x="565032" y="282517"/>
                </a:cubicBezTo>
                <a:cubicBezTo>
                  <a:pt x="565032" y="126893"/>
                  <a:pt x="438140" y="0"/>
                  <a:pt x="282517" y="0"/>
                </a:cubicBezTo>
                <a:close/>
                <a:moveTo>
                  <a:pt x="253785" y="409409"/>
                </a:moveTo>
                <a:cubicBezTo>
                  <a:pt x="129287" y="390256"/>
                  <a:pt x="129287" y="390256"/>
                  <a:pt x="129287" y="390256"/>
                </a:cubicBezTo>
                <a:cubicBezTo>
                  <a:pt x="129287" y="289698"/>
                  <a:pt x="129287" y="289698"/>
                  <a:pt x="129287" y="289698"/>
                </a:cubicBezTo>
                <a:cubicBezTo>
                  <a:pt x="253785" y="289698"/>
                  <a:pt x="253785" y="289698"/>
                  <a:pt x="253785" y="289698"/>
                </a:cubicBezTo>
                <a:lnTo>
                  <a:pt x="253785" y="409409"/>
                </a:lnTo>
                <a:close/>
                <a:moveTo>
                  <a:pt x="253785" y="272940"/>
                </a:moveTo>
                <a:cubicBezTo>
                  <a:pt x="129287" y="272940"/>
                  <a:pt x="129287" y="272940"/>
                  <a:pt x="129287" y="272940"/>
                </a:cubicBezTo>
                <a:cubicBezTo>
                  <a:pt x="129287" y="172382"/>
                  <a:pt x="129287" y="172382"/>
                  <a:pt x="129287" y="172382"/>
                </a:cubicBezTo>
                <a:cubicBezTo>
                  <a:pt x="253785" y="153229"/>
                  <a:pt x="253785" y="153229"/>
                  <a:pt x="253785" y="153229"/>
                </a:cubicBezTo>
                <a:lnTo>
                  <a:pt x="253785" y="272940"/>
                </a:lnTo>
                <a:close/>
                <a:moveTo>
                  <a:pt x="435745" y="435745"/>
                </a:moveTo>
                <a:cubicBezTo>
                  <a:pt x="270546" y="411803"/>
                  <a:pt x="270546" y="411803"/>
                  <a:pt x="270546" y="411803"/>
                </a:cubicBezTo>
                <a:cubicBezTo>
                  <a:pt x="270546" y="289698"/>
                  <a:pt x="270546" y="289698"/>
                  <a:pt x="270546" y="289698"/>
                </a:cubicBezTo>
                <a:cubicBezTo>
                  <a:pt x="435745" y="289698"/>
                  <a:pt x="435745" y="289698"/>
                  <a:pt x="435745" y="289698"/>
                </a:cubicBezTo>
                <a:lnTo>
                  <a:pt x="435745" y="435745"/>
                </a:lnTo>
                <a:close/>
                <a:moveTo>
                  <a:pt x="435745" y="272940"/>
                </a:moveTo>
                <a:cubicBezTo>
                  <a:pt x="270546" y="272940"/>
                  <a:pt x="270546" y="272940"/>
                  <a:pt x="270546" y="272940"/>
                </a:cubicBezTo>
                <a:cubicBezTo>
                  <a:pt x="270546" y="150835"/>
                  <a:pt x="270546" y="150835"/>
                  <a:pt x="270546" y="150835"/>
                </a:cubicBezTo>
                <a:cubicBezTo>
                  <a:pt x="435745" y="126893"/>
                  <a:pt x="435745" y="126893"/>
                  <a:pt x="435745" y="126893"/>
                </a:cubicBezTo>
                <a:lnTo>
                  <a:pt x="435745" y="2729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52C3F0F6-5389-8853-F6E6-46C93F4CA46D}"/>
              </a:ext>
            </a:extLst>
          </p:cNvPr>
          <p:cNvSpPr/>
          <p:nvPr/>
        </p:nvSpPr>
        <p:spPr>
          <a:xfrm>
            <a:off x="79629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BD0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5D2158F1-D1C5-BF4F-76FF-6C8D43C46FDF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DBFA3E45-57BB-6CC2-FC04-9F2BAA84BF73}"/>
              </a:ext>
            </a:extLst>
          </p:cNvPr>
          <p:cNvSpPr/>
          <p:nvPr/>
        </p:nvSpPr>
        <p:spPr>
          <a:xfrm>
            <a:off x="8318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0339663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A860E43-ED1B-00AC-09F7-33B5922AF3D9}"/>
              </a:ext>
            </a:extLst>
          </p:cNvPr>
          <p:cNvSpPr/>
          <p:nvPr/>
        </p:nvSpPr>
        <p:spPr>
          <a:xfrm>
            <a:off x="643783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4A66AC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D12B520-2826-BB4F-561F-129162B2E170}"/>
              </a:ext>
            </a:extLst>
          </p:cNvPr>
          <p:cNvSpPr/>
          <p:nvPr/>
        </p:nvSpPr>
        <p:spPr>
          <a:xfrm>
            <a:off x="905957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6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EFC6D69-7F05-C197-585C-14BDD85A7225}"/>
              </a:ext>
            </a:extLst>
          </p:cNvPr>
          <p:cNvSpPr/>
          <p:nvPr/>
        </p:nvSpPr>
        <p:spPr>
          <a:xfrm>
            <a:off x="1212469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4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4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7" y="1015699"/>
                  <a:pt x="1541434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4" y="394376"/>
                  <a:pt x="1541434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73233544-E976-4A04-CC6D-21218A20525B}"/>
              </a:ext>
            </a:extLst>
          </p:cNvPr>
          <p:cNvSpPr/>
          <p:nvPr/>
        </p:nvSpPr>
        <p:spPr>
          <a:xfrm>
            <a:off x="1278236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5C9BFD3-4439-442F-8F2C-EEB5822766BB}"/>
              </a:ext>
            </a:extLst>
          </p:cNvPr>
          <p:cNvSpPr/>
          <p:nvPr/>
        </p:nvSpPr>
        <p:spPr>
          <a:xfrm>
            <a:off x="1348466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4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5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1C8FC0D6-8B8E-7B31-BC07-8485F6D3A0FC}"/>
              </a:ext>
            </a:extLst>
          </p:cNvPr>
          <p:cNvSpPr/>
          <p:nvPr/>
        </p:nvSpPr>
        <p:spPr>
          <a:xfrm>
            <a:off x="1754671" y="2377107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702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702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8" y="125347"/>
                  <a:pt x="489664" y="155706"/>
                </a:cubicBezTo>
                <a:cubicBezTo>
                  <a:pt x="502890" y="186968"/>
                  <a:pt x="509803" y="2203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BD789A7F-7A61-413E-0559-AAC5FC27D680}"/>
              </a:ext>
            </a:extLst>
          </p:cNvPr>
          <p:cNvSpPr/>
          <p:nvPr/>
        </p:nvSpPr>
        <p:spPr>
          <a:xfrm>
            <a:off x="1775503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19603979-132A-72BF-8E58-614097E2CFDB}"/>
              </a:ext>
            </a:extLst>
          </p:cNvPr>
          <p:cNvSpPr/>
          <p:nvPr/>
        </p:nvSpPr>
        <p:spPr>
          <a:xfrm>
            <a:off x="2007022" y="2696758"/>
            <a:ext cx="45719" cy="1098984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6D8103-DA63-0A6B-FB4D-69AE3078790E}"/>
              </a:ext>
            </a:extLst>
          </p:cNvPr>
          <p:cNvGrpSpPr/>
          <p:nvPr/>
        </p:nvGrpSpPr>
        <p:grpSpPr>
          <a:xfrm>
            <a:off x="1928909" y="2525666"/>
            <a:ext cx="150281" cy="183609"/>
            <a:chOff x="1934918" y="4278943"/>
            <a:chExt cx="150281" cy="183609"/>
          </a:xfrm>
          <a:solidFill>
            <a:srgbClr val="4A66AC"/>
          </a:solidFill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3DD5FD44-075E-1AE7-8660-768993B5112B}"/>
                </a:ext>
              </a:extLst>
            </p:cNvPr>
            <p:cNvSpPr/>
            <p:nvPr/>
          </p:nvSpPr>
          <p:spPr>
            <a:xfrm>
              <a:off x="1934918" y="4278943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504 h 185464"/>
                <a:gd name="connsiteX12" fmla="*/ 55309 w 82362"/>
                <a:gd name="connsiteY12" fmla="*/ 142480 h 185464"/>
                <a:gd name="connsiteX13" fmla="*/ 55309 w 82362"/>
                <a:gd name="connsiteY13" fmla="*/ 42684 h 185464"/>
                <a:gd name="connsiteX14" fmla="*/ 51702 w 82362"/>
                <a:gd name="connsiteY14" fmla="*/ 30660 h 185464"/>
                <a:gd name="connsiteX15" fmla="*/ 41482 w 82362"/>
                <a:gd name="connsiteY15" fmla="*/ 26452 h 185464"/>
                <a:gd name="connsiteX16" fmla="*/ 31261 w 82362"/>
                <a:gd name="connsiteY16" fmla="*/ 30660 h 185464"/>
                <a:gd name="connsiteX17" fmla="*/ 27654 w 82362"/>
                <a:gd name="connsiteY17" fmla="*/ 42684 h 185464"/>
                <a:gd name="connsiteX18" fmla="*/ 27654 w 82362"/>
                <a:gd name="connsiteY18" fmla="*/ 142480 h 185464"/>
                <a:gd name="connsiteX19" fmla="*/ 31261 w 82362"/>
                <a:gd name="connsiteY19" fmla="*/ 154504 h 185464"/>
                <a:gd name="connsiteX20" fmla="*/ 41482 w 82362"/>
                <a:gd name="connsiteY20" fmla="*/ 158712 h 185464"/>
                <a:gd name="connsiteX21" fmla="*/ 51702 w 82362"/>
                <a:gd name="connsiteY21" fmla="*/ 154504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504"/>
                  </a:moveTo>
                  <a:cubicBezTo>
                    <a:pt x="54107" y="151799"/>
                    <a:pt x="55309" y="147590"/>
                    <a:pt x="55309" y="142480"/>
                  </a:cubicBezTo>
                  <a:lnTo>
                    <a:pt x="55309" y="42684"/>
                  </a:lnTo>
                  <a:cubicBezTo>
                    <a:pt x="55309" y="37574"/>
                    <a:pt x="54107" y="33666"/>
                    <a:pt x="51702" y="30660"/>
                  </a:cubicBezTo>
                  <a:cubicBezTo>
                    <a:pt x="49297" y="27654"/>
                    <a:pt x="45990" y="26452"/>
                    <a:pt x="41482" y="26452"/>
                  </a:cubicBezTo>
                  <a:cubicBezTo>
                    <a:pt x="37273" y="26452"/>
                    <a:pt x="33666" y="27955"/>
                    <a:pt x="31261" y="30660"/>
                  </a:cubicBezTo>
                  <a:cubicBezTo>
                    <a:pt x="28857" y="33366"/>
                    <a:pt x="27654" y="37574"/>
                    <a:pt x="27654" y="42684"/>
                  </a:cubicBezTo>
                  <a:lnTo>
                    <a:pt x="27654" y="142480"/>
                  </a:lnTo>
                  <a:cubicBezTo>
                    <a:pt x="27654" y="147590"/>
                    <a:pt x="28857" y="151498"/>
                    <a:pt x="31261" y="154504"/>
                  </a:cubicBezTo>
                  <a:cubicBezTo>
                    <a:pt x="33666" y="157209"/>
                    <a:pt x="36973" y="158712"/>
                    <a:pt x="41482" y="158712"/>
                  </a:cubicBezTo>
                  <a:cubicBezTo>
                    <a:pt x="45690" y="159013"/>
                    <a:pt x="49297" y="157510"/>
                    <a:pt x="51702" y="154504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225C3615-D927-8449-4793-6FF8292DC0DD}"/>
                </a:ext>
              </a:extLst>
            </p:cNvPr>
            <p:cNvSpPr/>
            <p:nvPr/>
          </p:nvSpPr>
          <p:spPr>
            <a:xfrm>
              <a:off x="2032824" y="4281027"/>
              <a:ext cx="52375" cy="179443"/>
            </a:xfrm>
            <a:custGeom>
              <a:avLst/>
              <a:gdLst>
                <a:gd name="connsiteX0" fmla="*/ 52604 w 52904"/>
                <a:gd name="connsiteY0" fmla="*/ 181257 h 181256"/>
                <a:gd name="connsiteX1" fmla="*/ 25250 w 52904"/>
                <a:gd name="connsiteY1" fmla="*/ 181257 h 181256"/>
                <a:gd name="connsiteX2" fmla="*/ 25250 w 52904"/>
                <a:gd name="connsiteY2" fmla="*/ 29759 h 181256"/>
                <a:gd name="connsiteX3" fmla="*/ 0 w 52904"/>
                <a:gd name="connsiteY3" fmla="*/ 43886 h 181256"/>
                <a:gd name="connsiteX4" fmla="*/ 0 w 52904"/>
                <a:gd name="connsiteY4" fmla="*/ 14729 h 181256"/>
                <a:gd name="connsiteX5" fmla="*/ 24047 w 52904"/>
                <a:gd name="connsiteY5" fmla="*/ 0 h 181256"/>
                <a:gd name="connsiteX6" fmla="*/ 52904 w 52904"/>
                <a:gd name="connsiteY6" fmla="*/ 0 h 181256"/>
                <a:gd name="connsiteX7" fmla="*/ 52604 w 52904"/>
                <a:gd name="connsiteY7" fmla="*/ 181257 h 181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904" h="181256">
                  <a:moveTo>
                    <a:pt x="52604" y="181257"/>
                  </a:moveTo>
                  <a:lnTo>
                    <a:pt x="25250" y="181257"/>
                  </a:lnTo>
                  <a:lnTo>
                    <a:pt x="25250" y="29759"/>
                  </a:lnTo>
                  <a:lnTo>
                    <a:pt x="0" y="43886"/>
                  </a:lnTo>
                  <a:lnTo>
                    <a:pt x="0" y="14729"/>
                  </a:lnTo>
                  <a:lnTo>
                    <a:pt x="24047" y="0"/>
                  </a:lnTo>
                  <a:lnTo>
                    <a:pt x="52904" y="0"/>
                  </a:lnTo>
                  <a:lnTo>
                    <a:pt x="52604" y="181257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67D73C5D-CB7E-1358-906F-337C7EAC1EB4}"/>
              </a:ext>
            </a:extLst>
          </p:cNvPr>
          <p:cNvSpPr/>
          <p:nvPr/>
        </p:nvSpPr>
        <p:spPr>
          <a:xfrm>
            <a:off x="3369669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629DD1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CB7D54-0AC6-F481-B609-D4B29F768289}"/>
              </a:ext>
            </a:extLst>
          </p:cNvPr>
          <p:cNvSpPr/>
          <p:nvPr/>
        </p:nvSpPr>
        <p:spPr>
          <a:xfrm>
            <a:off x="3631842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2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2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2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2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7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E6E2F26-F7D1-3767-1004-D03D3563A168}"/>
              </a:ext>
            </a:extLst>
          </p:cNvPr>
          <p:cNvSpPr/>
          <p:nvPr/>
        </p:nvSpPr>
        <p:spPr>
          <a:xfrm>
            <a:off x="3938356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E4279DA-57FD-B4BC-B7ED-EFF893C6F486}"/>
              </a:ext>
            </a:extLst>
          </p:cNvPr>
          <p:cNvSpPr/>
          <p:nvPr/>
        </p:nvSpPr>
        <p:spPr>
          <a:xfrm>
            <a:off x="4004121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5973DB5B-1C83-FFE5-2044-4233AE3FE185}"/>
              </a:ext>
            </a:extLst>
          </p:cNvPr>
          <p:cNvSpPr/>
          <p:nvPr/>
        </p:nvSpPr>
        <p:spPr>
          <a:xfrm>
            <a:off x="4074352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5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4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72C275AC-068D-4D86-E259-2E8E04E18603}"/>
              </a:ext>
            </a:extLst>
          </p:cNvPr>
          <p:cNvSpPr/>
          <p:nvPr/>
        </p:nvSpPr>
        <p:spPr>
          <a:xfrm>
            <a:off x="4091314" y="1987865"/>
            <a:ext cx="1283189" cy="1283189"/>
          </a:xfrm>
          <a:custGeom>
            <a:avLst/>
            <a:gdLst>
              <a:gd name="connsiteX0" fmla="*/ 1296151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1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1" y="648076"/>
                </a:moveTo>
                <a:cubicBezTo>
                  <a:pt x="1296151" y="1005998"/>
                  <a:pt x="1005998" y="1296151"/>
                  <a:pt x="648076" y="1296151"/>
                </a:cubicBezTo>
                <a:cubicBezTo>
                  <a:pt x="290153" y="1296151"/>
                  <a:pt x="0" y="1005998"/>
                  <a:pt x="0" y="648076"/>
                </a:cubicBezTo>
                <a:cubicBezTo>
                  <a:pt x="0" y="290153"/>
                  <a:pt x="290154" y="0"/>
                  <a:pt x="648076" y="0"/>
                </a:cubicBezTo>
                <a:cubicBezTo>
                  <a:pt x="1005998" y="0"/>
                  <a:pt x="1296151" y="290153"/>
                  <a:pt x="1296151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9232D63A-61C6-796A-3331-3C0799AF34A7}"/>
              </a:ext>
            </a:extLst>
          </p:cNvPr>
          <p:cNvSpPr/>
          <p:nvPr/>
        </p:nvSpPr>
        <p:spPr>
          <a:xfrm>
            <a:off x="4480557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0F4E02F-6049-0242-1BFD-3EA924704079}"/>
              </a:ext>
            </a:extLst>
          </p:cNvPr>
          <p:cNvSpPr/>
          <p:nvPr/>
        </p:nvSpPr>
        <p:spPr>
          <a:xfrm>
            <a:off x="4501388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F6190C8-ED85-68BB-E9CB-FF590004463B}"/>
              </a:ext>
            </a:extLst>
          </p:cNvPr>
          <p:cNvSpPr/>
          <p:nvPr/>
        </p:nvSpPr>
        <p:spPr>
          <a:xfrm>
            <a:off x="4732909" y="2696758"/>
            <a:ext cx="45719" cy="1098984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2FC2D28-E7C9-3B9E-AEA7-4A0386164E56}"/>
              </a:ext>
            </a:extLst>
          </p:cNvPr>
          <p:cNvGrpSpPr/>
          <p:nvPr/>
        </p:nvGrpSpPr>
        <p:grpSpPr>
          <a:xfrm>
            <a:off x="4639765" y="2525665"/>
            <a:ext cx="185693" cy="183909"/>
            <a:chOff x="4644122" y="4278641"/>
            <a:chExt cx="185693" cy="183909"/>
          </a:xfrm>
          <a:solidFill>
            <a:srgbClr val="629DD1"/>
          </a:solidFill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B995F5EE-2DAA-6510-65AF-F9233E780A96}"/>
                </a:ext>
              </a:extLst>
            </p:cNvPr>
            <p:cNvSpPr/>
            <p:nvPr/>
          </p:nvSpPr>
          <p:spPr>
            <a:xfrm>
              <a:off x="4644122" y="4278941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805 h 185464"/>
                <a:gd name="connsiteX12" fmla="*/ 55309 w 82362"/>
                <a:gd name="connsiteY12" fmla="*/ 142781 h 185464"/>
                <a:gd name="connsiteX13" fmla="*/ 55309 w 82362"/>
                <a:gd name="connsiteY13" fmla="*/ 42984 h 185464"/>
                <a:gd name="connsiteX14" fmla="*/ 51702 w 82362"/>
                <a:gd name="connsiteY14" fmla="*/ 30961 h 185464"/>
                <a:gd name="connsiteX15" fmla="*/ 41482 w 82362"/>
                <a:gd name="connsiteY15" fmla="*/ 26752 h 185464"/>
                <a:gd name="connsiteX16" fmla="*/ 31262 w 82362"/>
                <a:gd name="connsiteY16" fmla="*/ 30961 h 185464"/>
                <a:gd name="connsiteX17" fmla="*/ 27655 w 82362"/>
                <a:gd name="connsiteY17" fmla="*/ 42984 h 185464"/>
                <a:gd name="connsiteX18" fmla="*/ 27655 w 82362"/>
                <a:gd name="connsiteY18" fmla="*/ 142781 h 185464"/>
                <a:gd name="connsiteX19" fmla="*/ 31262 w 82362"/>
                <a:gd name="connsiteY19" fmla="*/ 154805 h 185464"/>
                <a:gd name="connsiteX20" fmla="*/ 41482 w 82362"/>
                <a:gd name="connsiteY20" fmla="*/ 159013 h 185464"/>
                <a:gd name="connsiteX21" fmla="*/ 51702 w 82362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805"/>
                  </a:moveTo>
                  <a:cubicBezTo>
                    <a:pt x="54107" y="152099"/>
                    <a:pt x="55309" y="147891"/>
                    <a:pt x="55309" y="142781"/>
                  </a:cubicBezTo>
                  <a:lnTo>
                    <a:pt x="55309" y="42984"/>
                  </a:lnTo>
                  <a:cubicBezTo>
                    <a:pt x="55309" y="37874"/>
                    <a:pt x="54107" y="33967"/>
                    <a:pt x="51702" y="30961"/>
                  </a:cubicBezTo>
                  <a:cubicBezTo>
                    <a:pt x="49297" y="28255"/>
                    <a:pt x="45991" y="26752"/>
                    <a:pt x="41482" y="26752"/>
                  </a:cubicBezTo>
                  <a:cubicBezTo>
                    <a:pt x="37273" y="26752"/>
                    <a:pt x="33666" y="28255"/>
                    <a:pt x="31262" y="30961"/>
                  </a:cubicBezTo>
                  <a:cubicBezTo>
                    <a:pt x="28857" y="33666"/>
                    <a:pt x="27655" y="37874"/>
                    <a:pt x="27655" y="42984"/>
                  </a:cubicBezTo>
                  <a:lnTo>
                    <a:pt x="27655" y="142781"/>
                  </a:lnTo>
                  <a:cubicBezTo>
                    <a:pt x="27655" y="147891"/>
                    <a:pt x="28857" y="151799"/>
                    <a:pt x="31262" y="154805"/>
                  </a:cubicBezTo>
                  <a:cubicBezTo>
                    <a:pt x="33666" y="157510"/>
                    <a:pt x="36973" y="159013"/>
                    <a:pt x="41482" y="159013"/>
                  </a:cubicBezTo>
                  <a:cubicBezTo>
                    <a:pt x="45690" y="159013"/>
                    <a:pt x="49297" y="157510"/>
                    <a:pt x="51702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49B4A910-DFE2-6410-D7DB-CC03029F7E8B}"/>
                </a:ext>
              </a:extLst>
            </p:cNvPr>
            <p:cNvSpPr/>
            <p:nvPr/>
          </p:nvSpPr>
          <p:spPr>
            <a:xfrm>
              <a:off x="4746789" y="4278641"/>
              <a:ext cx="83026" cy="180931"/>
            </a:xfrm>
            <a:custGeom>
              <a:avLst/>
              <a:gdLst>
                <a:gd name="connsiteX0" fmla="*/ 902 w 83865"/>
                <a:gd name="connsiteY0" fmla="*/ 159314 h 182759"/>
                <a:gd name="connsiteX1" fmla="*/ 39678 w 83865"/>
                <a:gd name="connsiteY1" fmla="*/ 91380 h 182759"/>
                <a:gd name="connsiteX2" fmla="*/ 52003 w 83865"/>
                <a:gd name="connsiteY2" fmla="*/ 65529 h 182759"/>
                <a:gd name="connsiteX3" fmla="*/ 55910 w 83865"/>
                <a:gd name="connsiteY3" fmla="*/ 45089 h 182759"/>
                <a:gd name="connsiteX4" fmla="*/ 55910 w 83865"/>
                <a:gd name="connsiteY4" fmla="*/ 43887 h 182759"/>
                <a:gd name="connsiteX5" fmla="*/ 52604 w 83865"/>
                <a:gd name="connsiteY5" fmla="*/ 31262 h 182759"/>
                <a:gd name="connsiteX6" fmla="*/ 42985 w 83865"/>
                <a:gd name="connsiteY6" fmla="*/ 27053 h 182759"/>
                <a:gd name="connsiteX7" fmla="*/ 31562 w 83865"/>
                <a:gd name="connsiteY7" fmla="*/ 32464 h 182759"/>
                <a:gd name="connsiteX8" fmla="*/ 27955 w 83865"/>
                <a:gd name="connsiteY8" fmla="*/ 49297 h 182759"/>
                <a:gd name="connsiteX9" fmla="*/ 27955 w 83865"/>
                <a:gd name="connsiteY9" fmla="*/ 52904 h 182759"/>
                <a:gd name="connsiteX10" fmla="*/ 0 w 83865"/>
                <a:gd name="connsiteY10" fmla="*/ 52904 h 182759"/>
                <a:gd name="connsiteX11" fmla="*/ 0 w 83865"/>
                <a:gd name="connsiteY11" fmla="*/ 49297 h 182759"/>
                <a:gd name="connsiteX12" fmla="*/ 4809 w 83865"/>
                <a:gd name="connsiteY12" fmla="*/ 21943 h 182759"/>
                <a:gd name="connsiteX13" fmla="*/ 18637 w 83865"/>
                <a:gd name="connsiteY13" fmla="*/ 5411 h 182759"/>
                <a:gd name="connsiteX14" fmla="*/ 41782 w 83865"/>
                <a:gd name="connsiteY14" fmla="*/ 0 h 182759"/>
                <a:gd name="connsiteX15" fmla="*/ 64928 w 83865"/>
                <a:gd name="connsiteY15" fmla="*/ 4810 h 182759"/>
                <a:gd name="connsiteX16" fmla="*/ 79056 w 83865"/>
                <a:gd name="connsiteY16" fmla="*/ 19238 h 182759"/>
                <a:gd name="connsiteX17" fmla="*/ 83865 w 83865"/>
                <a:gd name="connsiteY17" fmla="*/ 43285 h 182759"/>
                <a:gd name="connsiteX18" fmla="*/ 83865 w 83865"/>
                <a:gd name="connsiteY18" fmla="*/ 44488 h 182759"/>
                <a:gd name="connsiteX19" fmla="*/ 79356 w 83865"/>
                <a:gd name="connsiteY19" fmla="*/ 68235 h 182759"/>
                <a:gd name="connsiteX20" fmla="*/ 66130 w 83865"/>
                <a:gd name="connsiteY20" fmla="*/ 97692 h 182759"/>
                <a:gd name="connsiteX21" fmla="*/ 34568 w 83865"/>
                <a:gd name="connsiteY21" fmla="*/ 156308 h 182759"/>
                <a:gd name="connsiteX22" fmla="*/ 83264 w 83865"/>
                <a:gd name="connsiteY22" fmla="*/ 156308 h 182759"/>
                <a:gd name="connsiteX23" fmla="*/ 83264 w 83865"/>
                <a:gd name="connsiteY23" fmla="*/ 182760 h 182759"/>
                <a:gd name="connsiteX24" fmla="*/ 601 w 83865"/>
                <a:gd name="connsiteY24" fmla="*/ 182760 h 182759"/>
                <a:gd name="connsiteX25" fmla="*/ 902 w 83865"/>
                <a:gd name="connsiteY25" fmla="*/ 159314 h 18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865" h="182759">
                  <a:moveTo>
                    <a:pt x="902" y="159314"/>
                  </a:moveTo>
                  <a:lnTo>
                    <a:pt x="39678" y="91380"/>
                  </a:lnTo>
                  <a:cubicBezTo>
                    <a:pt x="45089" y="81761"/>
                    <a:pt x="49297" y="73344"/>
                    <a:pt x="52003" y="65529"/>
                  </a:cubicBezTo>
                  <a:cubicBezTo>
                    <a:pt x="54708" y="57714"/>
                    <a:pt x="55910" y="51101"/>
                    <a:pt x="55910" y="45089"/>
                  </a:cubicBezTo>
                  <a:lnTo>
                    <a:pt x="55910" y="43887"/>
                  </a:lnTo>
                  <a:cubicBezTo>
                    <a:pt x="55910" y="38175"/>
                    <a:pt x="54708" y="34268"/>
                    <a:pt x="52604" y="31262"/>
                  </a:cubicBezTo>
                  <a:cubicBezTo>
                    <a:pt x="50500" y="28256"/>
                    <a:pt x="47193" y="27053"/>
                    <a:pt x="42985" y="27053"/>
                  </a:cubicBezTo>
                  <a:cubicBezTo>
                    <a:pt x="37874" y="27053"/>
                    <a:pt x="33967" y="28857"/>
                    <a:pt x="31562" y="32464"/>
                  </a:cubicBezTo>
                  <a:cubicBezTo>
                    <a:pt x="29158" y="36071"/>
                    <a:pt x="27955" y="41782"/>
                    <a:pt x="27955" y="49297"/>
                  </a:cubicBezTo>
                  <a:lnTo>
                    <a:pt x="27955" y="52904"/>
                  </a:lnTo>
                  <a:lnTo>
                    <a:pt x="0" y="52904"/>
                  </a:lnTo>
                  <a:lnTo>
                    <a:pt x="0" y="49297"/>
                  </a:lnTo>
                  <a:cubicBezTo>
                    <a:pt x="0" y="38175"/>
                    <a:pt x="1803" y="29158"/>
                    <a:pt x="4809" y="21943"/>
                  </a:cubicBezTo>
                  <a:cubicBezTo>
                    <a:pt x="7815" y="14729"/>
                    <a:pt x="12625" y="9319"/>
                    <a:pt x="18637" y="5411"/>
                  </a:cubicBezTo>
                  <a:cubicBezTo>
                    <a:pt x="24949" y="1804"/>
                    <a:pt x="32464" y="0"/>
                    <a:pt x="41782" y="0"/>
                  </a:cubicBezTo>
                  <a:cubicBezTo>
                    <a:pt x="51101" y="0"/>
                    <a:pt x="58916" y="1503"/>
                    <a:pt x="64928" y="4810"/>
                  </a:cubicBezTo>
                  <a:cubicBezTo>
                    <a:pt x="71240" y="8116"/>
                    <a:pt x="75749" y="12926"/>
                    <a:pt x="79056" y="19238"/>
                  </a:cubicBezTo>
                  <a:cubicBezTo>
                    <a:pt x="82062" y="25550"/>
                    <a:pt x="83865" y="33666"/>
                    <a:pt x="83865" y="43285"/>
                  </a:cubicBezTo>
                  <a:lnTo>
                    <a:pt x="83865" y="44488"/>
                  </a:lnTo>
                  <a:cubicBezTo>
                    <a:pt x="83865" y="51401"/>
                    <a:pt x="82362" y="59517"/>
                    <a:pt x="79356" y="68235"/>
                  </a:cubicBezTo>
                  <a:cubicBezTo>
                    <a:pt x="76350" y="77252"/>
                    <a:pt x="72142" y="86871"/>
                    <a:pt x="66130" y="97692"/>
                  </a:cubicBezTo>
                  <a:lnTo>
                    <a:pt x="34568" y="156308"/>
                  </a:lnTo>
                  <a:lnTo>
                    <a:pt x="83264" y="156308"/>
                  </a:lnTo>
                  <a:lnTo>
                    <a:pt x="83264" y="182760"/>
                  </a:lnTo>
                  <a:lnTo>
                    <a:pt x="601" y="182760"/>
                  </a:lnTo>
                  <a:lnTo>
                    <a:pt x="902" y="15931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FFEB4AD7-9D2F-E682-0590-87785EDDD71C}"/>
              </a:ext>
            </a:extLst>
          </p:cNvPr>
          <p:cNvSpPr/>
          <p:nvPr/>
        </p:nvSpPr>
        <p:spPr>
          <a:xfrm>
            <a:off x="6095555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297FD5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8C18EA7A-C350-C4E1-72F4-F6FCA46B881C}"/>
              </a:ext>
            </a:extLst>
          </p:cNvPr>
          <p:cNvSpPr/>
          <p:nvPr/>
        </p:nvSpPr>
        <p:spPr>
          <a:xfrm>
            <a:off x="6357728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BB14EFAC-9602-2D20-3904-353DA35B85EC}"/>
              </a:ext>
            </a:extLst>
          </p:cNvPr>
          <p:cNvSpPr/>
          <p:nvPr/>
        </p:nvSpPr>
        <p:spPr>
          <a:xfrm>
            <a:off x="6664242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4DA30B7-0FD0-C036-52B2-B1EFF8CDD1E3}"/>
              </a:ext>
            </a:extLst>
          </p:cNvPr>
          <p:cNvSpPr/>
          <p:nvPr/>
        </p:nvSpPr>
        <p:spPr>
          <a:xfrm>
            <a:off x="6730008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EE0B83AC-A0BC-9F4D-3AAE-57CE1D4D0708}"/>
              </a:ext>
            </a:extLst>
          </p:cNvPr>
          <p:cNvSpPr/>
          <p:nvPr/>
        </p:nvSpPr>
        <p:spPr>
          <a:xfrm>
            <a:off x="6800237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63957C6C-6DBA-CCD0-DA3D-B37EB41C020C}"/>
              </a:ext>
            </a:extLst>
          </p:cNvPr>
          <p:cNvSpPr/>
          <p:nvPr/>
        </p:nvSpPr>
        <p:spPr>
          <a:xfrm>
            <a:off x="6817201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5125F069-1DA9-CE63-79EB-80965A6F726E}"/>
              </a:ext>
            </a:extLst>
          </p:cNvPr>
          <p:cNvSpPr/>
          <p:nvPr/>
        </p:nvSpPr>
        <p:spPr>
          <a:xfrm>
            <a:off x="7206442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8DB8CDD4-3E02-A6D2-A786-B163901EB5A0}"/>
              </a:ext>
            </a:extLst>
          </p:cNvPr>
          <p:cNvSpPr/>
          <p:nvPr/>
        </p:nvSpPr>
        <p:spPr>
          <a:xfrm>
            <a:off x="7227274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EDFCFD1C-03E8-53EB-B836-2EDCD956A2B8}"/>
              </a:ext>
            </a:extLst>
          </p:cNvPr>
          <p:cNvSpPr/>
          <p:nvPr/>
        </p:nvSpPr>
        <p:spPr>
          <a:xfrm>
            <a:off x="7458796" y="2696758"/>
            <a:ext cx="45719" cy="1098984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33EB9D8-BD03-6BA3-4034-3482AFC98CC2}"/>
              </a:ext>
            </a:extLst>
          </p:cNvPr>
          <p:cNvGrpSpPr/>
          <p:nvPr/>
        </p:nvGrpSpPr>
        <p:grpSpPr>
          <a:xfrm>
            <a:off x="7366989" y="2537867"/>
            <a:ext cx="183015" cy="183907"/>
            <a:chOff x="7370595" y="4278520"/>
            <a:chExt cx="183015" cy="183907"/>
          </a:xfrm>
          <a:solidFill>
            <a:srgbClr val="297FD5"/>
          </a:solidFill>
        </p:grpSpPr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659D9263-7041-B6CE-6B34-6CC7C6B83BB2}"/>
                </a:ext>
              </a:extLst>
            </p:cNvPr>
            <p:cNvSpPr/>
            <p:nvPr/>
          </p:nvSpPr>
          <p:spPr>
            <a:xfrm>
              <a:off x="7370595" y="4278818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672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4CBA26CC-56DD-A1D2-5B30-9B22A844C40A}"/>
                </a:ext>
              </a:extLst>
            </p:cNvPr>
            <p:cNvSpPr/>
            <p:nvPr/>
          </p:nvSpPr>
          <p:spPr>
            <a:xfrm>
              <a:off x="7470287" y="4278520"/>
              <a:ext cx="83323" cy="183441"/>
            </a:xfrm>
            <a:custGeom>
              <a:avLst/>
              <a:gdLst>
                <a:gd name="connsiteX0" fmla="*/ 19538 w 84165"/>
                <a:gd name="connsiteY0" fmla="*/ 180956 h 185294"/>
                <a:gd name="connsiteX1" fmla="*/ 5110 w 84165"/>
                <a:gd name="connsiteY1" fmla="*/ 167730 h 185294"/>
                <a:gd name="connsiteX2" fmla="*/ 0 w 84165"/>
                <a:gd name="connsiteY2" fmla="*/ 146689 h 185294"/>
                <a:gd name="connsiteX3" fmla="*/ 0 w 84165"/>
                <a:gd name="connsiteY3" fmla="*/ 133463 h 185294"/>
                <a:gd name="connsiteX4" fmla="*/ 27353 w 84165"/>
                <a:gd name="connsiteY4" fmla="*/ 133463 h 185294"/>
                <a:gd name="connsiteX5" fmla="*/ 27353 w 84165"/>
                <a:gd name="connsiteY5" fmla="*/ 145186 h 185294"/>
                <a:gd name="connsiteX6" fmla="*/ 29157 w 84165"/>
                <a:gd name="connsiteY6" fmla="*/ 152400 h 185294"/>
                <a:gd name="connsiteX7" fmla="*/ 34267 w 84165"/>
                <a:gd name="connsiteY7" fmla="*/ 156909 h 185294"/>
                <a:gd name="connsiteX8" fmla="*/ 42383 w 84165"/>
                <a:gd name="connsiteY8" fmla="*/ 158412 h 185294"/>
                <a:gd name="connsiteX9" fmla="*/ 52904 w 84165"/>
                <a:gd name="connsiteY9" fmla="*/ 154504 h 185294"/>
                <a:gd name="connsiteX10" fmla="*/ 56511 w 84165"/>
                <a:gd name="connsiteY10" fmla="*/ 143683 h 185294"/>
                <a:gd name="connsiteX11" fmla="*/ 56511 w 84165"/>
                <a:gd name="connsiteY11" fmla="*/ 118133 h 185294"/>
                <a:gd name="connsiteX12" fmla="*/ 53205 w 84165"/>
                <a:gd name="connsiteY12" fmla="*/ 106410 h 185294"/>
                <a:gd name="connsiteX13" fmla="*/ 43285 w 84165"/>
                <a:gd name="connsiteY13" fmla="*/ 102201 h 185294"/>
                <a:gd name="connsiteX14" fmla="*/ 31862 w 84165"/>
                <a:gd name="connsiteY14" fmla="*/ 102201 h 185294"/>
                <a:gd name="connsiteX15" fmla="*/ 31862 w 84165"/>
                <a:gd name="connsiteY15" fmla="*/ 75749 h 185294"/>
                <a:gd name="connsiteX16" fmla="*/ 43285 w 84165"/>
                <a:gd name="connsiteY16" fmla="*/ 75749 h 185294"/>
                <a:gd name="connsiteX17" fmla="*/ 50800 w 84165"/>
                <a:gd name="connsiteY17" fmla="*/ 72142 h 185294"/>
                <a:gd name="connsiteX18" fmla="*/ 53505 w 84165"/>
                <a:gd name="connsiteY18" fmla="*/ 62223 h 185294"/>
                <a:gd name="connsiteX19" fmla="*/ 53505 w 84165"/>
                <a:gd name="connsiteY19" fmla="*/ 38476 h 185294"/>
                <a:gd name="connsiteX20" fmla="*/ 50500 w 84165"/>
                <a:gd name="connsiteY20" fmla="*/ 29759 h 185294"/>
                <a:gd name="connsiteX21" fmla="*/ 42083 w 84165"/>
                <a:gd name="connsiteY21" fmla="*/ 26753 h 185294"/>
                <a:gd name="connsiteX22" fmla="*/ 35470 w 84165"/>
                <a:gd name="connsiteY22" fmla="*/ 28256 h 185294"/>
                <a:gd name="connsiteX23" fmla="*/ 31261 w 84165"/>
                <a:gd name="connsiteY23" fmla="*/ 32464 h 185294"/>
                <a:gd name="connsiteX24" fmla="*/ 29758 w 84165"/>
                <a:gd name="connsiteY24" fmla="*/ 38776 h 185294"/>
                <a:gd name="connsiteX25" fmla="*/ 29758 w 84165"/>
                <a:gd name="connsiteY25" fmla="*/ 52303 h 185294"/>
                <a:gd name="connsiteX26" fmla="*/ 2405 w 84165"/>
                <a:gd name="connsiteY26" fmla="*/ 52303 h 185294"/>
                <a:gd name="connsiteX27" fmla="*/ 2405 w 84165"/>
                <a:gd name="connsiteY27" fmla="*/ 38476 h 185294"/>
                <a:gd name="connsiteX28" fmla="*/ 7214 w 84165"/>
                <a:gd name="connsiteY28" fmla="*/ 17735 h 185294"/>
                <a:gd name="connsiteX29" fmla="*/ 21041 w 84165"/>
                <a:gd name="connsiteY29" fmla="*/ 4509 h 185294"/>
                <a:gd name="connsiteX30" fmla="*/ 42985 w 84165"/>
                <a:gd name="connsiteY30" fmla="*/ 0 h 185294"/>
                <a:gd name="connsiteX31" fmla="*/ 70939 w 84165"/>
                <a:gd name="connsiteY31" fmla="*/ 10220 h 185294"/>
                <a:gd name="connsiteX32" fmla="*/ 80859 w 84165"/>
                <a:gd name="connsiteY32" fmla="*/ 38776 h 185294"/>
                <a:gd name="connsiteX33" fmla="*/ 80859 w 84165"/>
                <a:gd name="connsiteY33" fmla="*/ 63726 h 185294"/>
                <a:gd name="connsiteX34" fmla="*/ 76651 w 84165"/>
                <a:gd name="connsiteY34" fmla="*/ 76952 h 185294"/>
                <a:gd name="connsiteX35" fmla="*/ 64627 w 84165"/>
                <a:gd name="connsiteY35" fmla="*/ 88675 h 185294"/>
                <a:gd name="connsiteX36" fmla="*/ 79056 w 84165"/>
                <a:gd name="connsiteY36" fmla="*/ 99496 h 185294"/>
                <a:gd name="connsiteX37" fmla="*/ 84166 w 84165"/>
                <a:gd name="connsiteY37" fmla="*/ 117532 h 185294"/>
                <a:gd name="connsiteX38" fmla="*/ 84166 w 84165"/>
                <a:gd name="connsiteY38" fmla="*/ 143984 h 185294"/>
                <a:gd name="connsiteX39" fmla="*/ 79356 w 84165"/>
                <a:gd name="connsiteY39" fmla="*/ 166227 h 185294"/>
                <a:gd name="connsiteX40" fmla="*/ 64927 w 84165"/>
                <a:gd name="connsiteY40" fmla="*/ 180355 h 185294"/>
                <a:gd name="connsiteX41" fmla="*/ 42383 w 84165"/>
                <a:gd name="connsiteY41" fmla="*/ 185165 h 185294"/>
                <a:gd name="connsiteX42" fmla="*/ 19538 w 84165"/>
                <a:gd name="connsiteY42" fmla="*/ 180956 h 18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4165" h="185294">
                  <a:moveTo>
                    <a:pt x="19538" y="180956"/>
                  </a:moveTo>
                  <a:cubicBezTo>
                    <a:pt x="13226" y="177951"/>
                    <a:pt x="8417" y="173442"/>
                    <a:pt x="5110" y="167730"/>
                  </a:cubicBezTo>
                  <a:cubicBezTo>
                    <a:pt x="1803" y="161719"/>
                    <a:pt x="0" y="154805"/>
                    <a:pt x="0" y="146689"/>
                  </a:cubicBezTo>
                  <a:lnTo>
                    <a:pt x="0" y="133463"/>
                  </a:lnTo>
                  <a:lnTo>
                    <a:pt x="27353" y="133463"/>
                  </a:lnTo>
                  <a:lnTo>
                    <a:pt x="27353" y="145186"/>
                  </a:lnTo>
                  <a:cubicBezTo>
                    <a:pt x="27353" y="147891"/>
                    <a:pt x="27955" y="150296"/>
                    <a:pt x="29157" y="152400"/>
                  </a:cubicBezTo>
                  <a:cubicBezTo>
                    <a:pt x="30359" y="154504"/>
                    <a:pt x="32163" y="156007"/>
                    <a:pt x="34267" y="156909"/>
                  </a:cubicBezTo>
                  <a:cubicBezTo>
                    <a:pt x="36371" y="158112"/>
                    <a:pt x="39077" y="158412"/>
                    <a:pt x="42383" y="158412"/>
                  </a:cubicBezTo>
                  <a:cubicBezTo>
                    <a:pt x="46892" y="158412"/>
                    <a:pt x="50500" y="157210"/>
                    <a:pt x="52904" y="154504"/>
                  </a:cubicBezTo>
                  <a:cubicBezTo>
                    <a:pt x="55309" y="151799"/>
                    <a:pt x="56511" y="148192"/>
                    <a:pt x="56511" y="143683"/>
                  </a:cubicBezTo>
                  <a:lnTo>
                    <a:pt x="56511" y="118133"/>
                  </a:lnTo>
                  <a:cubicBezTo>
                    <a:pt x="56511" y="113023"/>
                    <a:pt x="55309" y="109115"/>
                    <a:pt x="53205" y="106410"/>
                  </a:cubicBezTo>
                  <a:cubicBezTo>
                    <a:pt x="51101" y="103704"/>
                    <a:pt x="47794" y="102201"/>
                    <a:pt x="43285" y="102201"/>
                  </a:cubicBezTo>
                  <a:lnTo>
                    <a:pt x="31862" y="102201"/>
                  </a:lnTo>
                  <a:lnTo>
                    <a:pt x="31862" y="75749"/>
                  </a:lnTo>
                  <a:lnTo>
                    <a:pt x="43285" y="75749"/>
                  </a:lnTo>
                  <a:cubicBezTo>
                    <a:pt x="46592" y="75749"/>
                    <a:pt x="48997" y="74547"/>
                    <a:pt x="50800" y="72142"/>
                  </a:cubicBezTo>
                  <a:cubicBezTo>
                    <a:pt x="52604" y="69738"/>
                    <a:pt x="53505" y="66431"/>
                    <a:pt x="53505" y="62223"/>
                  </a:cubicBezTo>
                  <a:lnTo>
                    <a:pt x="53505" y="38476"/>
                  </a:lnTo>
                  <a:cubicBezTo>
                    <a:pt x="53505" y="34869"/>
                    <a:pt x="52604" y="31863"/>
                    <a:pt x="50500" y="29759"/>
                  </a:cubicBezTo>
                  <a:cubicBezTo>
                    <a:pt x="48395" y="27655"/>
                    <a:pt x="45690" y="26753"/>
                    <a:pt x="42083" y="26753"/>
                  </a:cubicBezTo>
                  <a:cubicBezTo>
                    <a:pt x="39377" y="26753"/>
                    <a:pt x="37273" y="27354"/>
                    <a:pt x="35470" y="28256"/>
                  </a:cubicBezTo>
                  <a:cubicBezTo>
                    <a:pt x="33666" y="29158"/>
                    <a:pt x="32163" y="30661"/>
                    <a:pt x="31261" y="32464"/>
                  </a:cubicBezTo>
                  <a:cubicBezTo>
                    <a:pt x="30359" y="34268"/>
                    <a:pt x="29758" y="36372"/>
                    <a:pt x="29758" y="38776"/>
                  </a:cubicBezTo>
                  <a:lnTo>
                    <a:pt x="29758" y="52303"/>
                  </a:lnTo>
                  <a:lnTo>
                    <a:pt x="2405" y="52303"/>
                  </a:lnTo>
                  <a:lnTo>
                    <a:pt x="2405" y="38476"/>
                  </a:lnTo>
                  <a:cubicBezTo>
                    <a:pt x="2405" y="30360"/>
                    <a:pt x="3908" y="23446"/>
                    <a:pt x="7214" y="17735"/>
                  </a:cubicBezTo>
                  <a:cubicBezTo>
                    <a:pt x="10521" y="12024"/>
                    <a:pt x="15030" y="7515"/>
                    <a:pt x="21041" y="4509"/>
                  </a:cubicBezTo>
                  <a:cubicBezTo>
                    <a:pt x="27053" y="1503"/>
                    <a:pt x="34267" y="0"/>
                    <a:pt x="42985" y="0"/>
                  </a:cubicBezTo>
                  <a:cubicBezTo>
                    <a:pt x="55008" y="0"/>
                    <a:pt x="64326" y="3307"/>
                    <a:pt x="70939" y="10220"/>
                  </a:cubicBezTo>
                  <a:cubicBezTo>
                    <a:pt x="77553" y="16833"/>
                    <a:pt x="80859" y="26452"/>
                    <a:pt x="80859" y="38776"/>
                  </a:cubicBezTo>
                  <a:lnTo>
                    <a:pt x="80859" y="63726"/>
                  </a:lnTo>
                  <a:cubicBezTo>
                    <a:pt x="80859" y="68235"/>
                    <a:pt x="79356" y="72743"/>
                    <a:pt x="76651" y="76952"/>
                  </a:cubicBezTo>
                  <a:cubicBezTo>
                    <a:pt x="73945" y="81160"/>
                    <a:pt x="69737" y="85368"/>
                    <a:pt x="64627" y="88675"/>
                  </a:cubicBezTo>
                  <a:cubicBezTo>
                    <a:pt x="70639" y="90779"/>
                    <a:pt x="75448" y="94686"/>
                    <a:pt x="79056" y="99496"/>
                  </a:cubicBezTo>
                  <a:cubicBezTo>
                    <a:pt x="82362" y="104606"/>
                    <a:pt x="84166" y="110618"/>
                    <a:pt x="84166" y="117532"/>
                  </a:cubicBezTo>
                  <a:lnTo>
                    <a:pt x="84166" y="143984"/>
                  </a:lnTo>
                  <a:cubicBezTo>
                    <a:pt x="84166" y="152701"/>
                    <a:pt x="82663" y="160216"/>
                    <a:pt x="79356" y="166227"/>
                  </a:cubicBezTo>
                  <a:cubicBezTo>
                    <a:pt x="76050" y="172239"/>
                    <a:pt x="71240" y="177049"/>
                    <a:pt x="64927" y="180355"/>
                  </a:cubicBezTo>
                  <a:cubicBezTo>
                    <a:pt x="58615" y="183662"/>
                    <a:pt x="51101" y="185165"/>
                    <a:pt x="42383" y="185165"/>
                  </a:cubicBezTo>
                  <a:cubicBezTo>
                    <a:pt x="33666" y="185766"/>
                    <a:pt x="25850" y="184263"/>
                    <a:pt x="19538" y="180956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A50468D-FDEC-C3F3-2AE7-6A930AE7EE60}"/>
              </a:ext>
            </a:extLst>
          </p:cNvPr>
          <p:cNvSpPr/>
          <p:nvPr/>
        </p:nvSpPr>
        <p:spPr>
          <a:xfrm>
            <a:off x="8821440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7F8FA9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C5C0657-3AA7-AEB2-CF26-185CB830C287}"/>
              </a:ext>
            </a:extLst>
          </p:cNvPr>
          <p:cNvSpPr/>
          <p:nvPr/>
        </p:nvSpPr>
        <p:spPr>
          <a:xfrm>
            <a:off x="9083614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BFA50F1D-E4C2-FC92-6EB7-D8EB894AD95B}"/>
              </a:ext>
            </a:extLst>
          </p:cNvPr>
          <p:cNvSpPr/>
          <p:nvPr/>
        </p:nvSpPr>
        <p:spPr>
          <a:xfrm>
            <a:off x="9390127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1C12BB0-40CF-4995-393E-E571899C1508}"/>
              </a:ext>
            </a:extLst>
          </p:cNvPr>
          <p:cNvSpPr/>
          <p:nvPr/>
        </p:nvSpPr>
        <p:spPr>
          <a:xfrm>
            <a:off x="9455895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D4075602-0980-162E-02F2-E1DD514F7301}"/>
              </a:ext>
            </a:extLst>
          </p:cNvPr>
          <p:cNvSpPr/>
          <p:nvPr/>
        </p:nvSpPr>
        <p:spPr>
          <a:xfrm>
            <a:off x="9526123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08FF6167-2480-5A16-12AC-0FCE134EB88C}"/>
              </a:ext>
            </a:extLst>
          </p:cNvPr>
          <p:cNvSpPr/>
          <p:nvPr/>
        </p:nvSpPr>
        <p:spPr>
          <a:xfrm>
            <a:off x="9543085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E55F7B2-8D0F-C62B-4EF4-5D8FB248B650}"/>
              </a:ext>
            </a:extLst>
          </p:cNvPr>
          <p:cNvSpPr/>
          <p:nvPr/>
        </p:nvSpPr>
        <p:spPr>
          <a:xfrm>
            <a:off x="9932329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42C29D4D-0C44-444F-8806-0A911803E7A5}"/>
              </a:ext>
            </a:extLst>
          </p:cNvPr>
          <p:cNvSpPr/>
          <p:nvPr/>
        </p:nvSpPr>
        <p:spPr>
          <a:xfrm>
            <a:off x="9953160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91C691F6-95E0-DC9F-2381-6D0D888B2EDA}"/>
              </a:ext>
            </a:extLst>
          </p:cNvPr>
          <p:cNvSpPr/>
          <p:nvPr/>
        </p:nvSpPr>
        <p:spPr>
          <a:xfrm>
            <a:off x="10184682" y="2696758"/>
            <a:ext cx="45719" cy="1098984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CE25E42-D1DF-770A-691E-EF88C07377E2}"/>
              </a:ext>
            </a:extLst>
          </p:cNvPr>
          <p:cNvGrpSpPr/>
          <p:nvPr/>
        </p:nvGrpSpPr>
        <p:grpSpPr>
          <a:xfrm>
            <a:off x="10091834" y="2540429"/>
            <a:ext cx="197003" cy="183609"/>
            <a:chOff x="10091983" y="4278794"/>
            <a:chExt cx="197003" cy="183609"/>
          </a:xfrm>
          <a:solidFill>
            <a:srgbClr val="7F8FA9"/>
          </a:solidFill>
        </p:grpSpPr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258DC2E9-778E-474C-48B5-B3EDA755C312}"/>
                </a:ext>
              </a:extLst>
            </p:cNvPr>
            <p:cNvSpPr/>
            <p:nvPr/>
          </p:nvSpPr>
          <p:spPr>
            <a:xfrm>
              <a:off x="10091983" y="4278794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973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0B1266D5-AF12-F89F-50D2-34421EE1177D}"/>
                </a:ext>
              </a:extLst>
            </p:cNvPr>
            <p:cNvSpPr/>
            <p:nvPr/>
          </p:nvSpPr>
          <p:spPr>
            <a:xfrm>
              <a:off x="10194057" y="4280877"/>
              <a:ext cx="94929" cy="179741"/>
            </a:xfrm>
            <a:custGeom>
              <a:avLst/>
              <a:gdLst>
                <a:gd name="connsiteX0" fmla="*/ 300 w 95888"/>
                <a:gd name="connsiteY0" fmla="*/ 128653 h 181557"/>
                <a:gd name="connsiteX1" fmla="*/ 38776 w 95888"/>
                <a:gd name="connsiteY1" fmla="*/ 0 h 181557"/>
                <a:gd name="connsiteX2" fmla="*/ 67332 w 95888"/>
                <a:gd name="connsiteY2" fmla="*/ 0 h 181557"/>
                <a:gd name="connsiteX3" fmla="*/ 30359 w 95888"/>
                <a:gd name="connsiteY3" fmla="*/ 127150 h 181557"/>
                <a:gd name="connsiteX4" fmla="*/ 95888 w 95888"/>
                <a:gd name="connsiteY4" fmla="*/ 127150 h 181557"/>
                <a:gd name="connsiteX5" fmla="*/ 95888 w 95888"/>
                <a:gd name="connsiteY5" fmla="*/ 153602 h 181557"/>
                <a:gd name="connsiteX6" fmla="*/ 0 w 95888"/>
                <a:gd name="connsiteY6" fmla="*/ 153602 h 181557"/>
                <a:gd name="connsiteX7" fmla="*/ 0 w 95888"/>
                <a:gd name="connsiteY7" fmla="*/ 128653 h 181557"/>
                <a:gd name="connsiteX8" fmla="*/ 57413 w 95888"/>
                <a:gd name="connsiteY8" fmla="*/ 78154 h 181557"/>
                <a:gd name="connsiteX9" fmla="*/ 84166 w 95888"/>
                <a:gd name="connsiteY9" fmla="*/ 78154 h 181557"/>
                <a:gd name="connsiteX10" fmla="*/ 84166 w 95888"/>
                <a:gd name="connsiteY10" fmla="*/ 181557 h 181557"/>
                <a:gd name="connsiteX11" fmla="*/ 57413 w 95888"/>
                <a:gd name="connsiteY11" fmla="*/ 181557 h 181557"/>
                <a:gd name="connsiteX12" fmla="*/ 57413 w 95888"/>
                <a:gd name="connsiteY12" fmla="*/ 78154 h 18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888" h="181557">
                  <a:moveTo>
                    <a:pt x="300" y="128653"/>
                  </a:moveTo>
                  <a:lnTo>
                    <a:pt x="38776" y="0"/>
                  </a:lnTo>
                  <a:lnTo>
                    <a:pt x="67332" y="0"/>
                  </a:lnTo>
                  <a:lnTo>
                    <a:pt x="30359" y="127150"/>
                  </a:lnTo>
                  <a:lnTo>
                    <a:pt x="95888" y="127150"/>
                  </a:lnTo>
                  <a:lnTo>
                    <a:pt x="95888" y="153602"/>
                  </a:lnTo>
                  <a:lnTo>
                    <a:pt x="0" y="153602"/>
                  </a:lnTo>
                  <a:lnTo>
                    <a:pt x="0" y="128653"/>
                  </a:lnTo>
                  <a:close/>
                  <a:moveTo>
                    <a:pt x="57413" y="78154"/>
                  </a:moveTo>
                  <a:lnTo>
                    <a:pt x="84166" y="78154"/>
                  </a:lnTo>
                  <a:lnTo>
                    <a:pt x="84166" y="181557"/>
                  </a:lnTo>
                  <a:lnTo>
                    <a:pt x="57413" y="181557"/>
                  </a:lnTo>
                  <a:lnTo>
                    <a:pt x="57413" y="7815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588922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2">
            <a:extLst>
              <a:ext uri="{FF2B5EF4-FFF2-40B4-BE49-F238E27FC236}">
                <a16:creationId xmlns:a16="http://schemas.microsoft.com/office/drawing/2014/main" id="{CF592A97-D7AB-C8C5-D43A-AA0C8FD11C32}"/>
              </a:ext>
            </a:extLst>
          </p:cNvPr>
          <p:cNvSpPr/>
          <p:nvPr/>
        </p:nvSpPr>
        <p:spPr>
          <a:xfrm flipV="1">
            <a:off x="2247900" y="2692400"/>
            <a:ext cx="1988643" cy="1584650"/>
          </a:xfrm>
          <a:custGeom>
            <a:avLst/>
            <a:gdLst/>
            <a:ahLst/>
            <a:cxnLst/>
            <a:rect l="l" t="t" r="r" b="b"/>
            <a:pathLst>
              <a:path w="1988643" h="1584650">
                <a:moveTo>
                  <a:pt x="0" y="0"/>
                </a:moveTo>
                <a:lnTo>
                  <a:pt x="15612" y="0"/>
                </a:lnTo>
                <a:lnTo>
                  <a:pt x="206530" y="69957"/>
                </a:lnTo>
                <a:cubicBezTo>
                  <a:pt x="403556" y="135701"/>
                  <a:pt x="608761" y="191383"/>
                  <a:pt x="820205" y="235353"/>
                </a:cubicBezTo>
                <a:cubicBezTo>
                  <a:pt x="1137374" y="301309"/>
                  <a:pt x="1446066" y="336232"/>
                  <a:pt x="1738956" y="342803"/>
                </a:cubicBezTo>
                <a:lnTo>
                  <a:pt x="1988643" y="340389"/>
                </a:lnTo>
                <a:lnTo>
                  <a:pt x="1988643" y="1244262"/>
                </a:lnTo>
                <a:lnTo>
                  <a:pt x="1738956" y="1241847"/>
                </a:lnTo>
                <a:cubicBezTo>
                  <a:pt x="1446066" y="1248419"/>
                  <a:pt x="1137374" y="1283343"/>
                  <a:pt x="820205" y="1349298"/>
                </a:cubicBezTo>
                <a:cubicBezTo>
                  <a:pt x="608761" y="1393269"/>
                  <a:pt x="403556" y="1448951"/>
                  <a:pt x="206530" y="1514695"/>
                </a:cubicBezTo>
                <a:lnTo>
                  <a:pt x="15615" y="1584650"/>
                </a:lnTo>
                <a:lnTo>
                  <a:pt x="0" y="1584650"/>
                </a:lnTo>
                <a:close/>
              </a:path>
            </a:pathLst>
          </a:custGeom>
          <a:gradFill rotWithShape="1">
            <a:gsLst>
              <a:gs pos="14000">
                <a:srgbClr val="009DD9">
                  <a:alpha val="0"/>
                </a:srgbClr>
              </a:gs>
              <a:gs pos="100000">
                <a:srgbClr val="009DD9">
                  <a:alpha val="18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9662440-0A5B-AB07-961D-01EBEC144AFD}"/>
              </a:ext>
            </a:extLst>
          </p:cNvPr>
          <p:cNvSpPr/>
          <p:nvPr/>
        </p:nvSpPr>
        <p:spPr>
          <a:xfrm flipV="1">
            <a:off x="2768600" y="3937000"/>
            <a:ext cx="1237097" cy="180144"/>
          </a:xfrm>
          <a:custGeom>
            <a:avLst/>
            <a:gdLst/>
            <a:ahLst/>
            <a:cxnLst/>
            <a:rect l="l" t="t" r="r" b="b"/>
            <a:pathLst>
              <a:path w="1237097" h="180144">
                <a:moveTo>
                  <a:pt x="0" y="0"/>
                </a:moveTo>
                <a:lnTo>
                  <a:pt x="304538" y="72694"/>
                </a:lnTo>
                <a:cubicBezTo>
                  <a:pt x="621707" y="138650"/>
                  <a:pt x="930399" y="173572"/>
                  <a:pt x="1223289" y="180144"/>
                </a:cubicBezTo>
                <a:lnTo>
                  <a:pt x="1237097" y="180011"/>
                </a:lnTo>
              </a:path>
            </a:pathLst>
          </a:custGeom>
          <a:noFill/>
          <a:ln w="12700" cap="flat" cmpd="sng">
            <a:gradFill rotWithShape="1">
              <a:gsLst>
                <a:gs pos="0">
                  <a:srgbClr val="26476A">
                    <a:alpha val="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4">
            <a:extLst>
              <a:ext uri="{FF2B5EF4-FFF2-40B4-BE49-F238E27FC236}">
                <a16:creationId xmlns:a16="http://schemas.microsoft.com/office/drawing/2014/main" id="{9CBA84F5-8704-3E5B-E294-7E5E6203A430}"/>
              </a:ext>
            </a:extLst>
          </p:cNvPr>
          <p:cNvSpPr/>
          <p:nvPr/>
        </p:nvSpPr>
        <p:spPr>
          <a:xfrm flipV="1">
            <a:off x="3949700" y="3937000"/>
            <a:ext cx="50800" cy="25400"/>
          </a:xfrm>
          <a:prstGeom prst="rtTriangl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5">
            <a:extLst>
              <a:ext uri="{FF2B5EF4-FFF2-40B4-BE49-F238E27FC236}">
                <a16:creationId xmlns:a16="http://schemas.microsoft.com/office/drawing/2014/main" id="{8229EA79-F253-68E1-2784-A711E6727F64}"/>
              </a:ext>
            </a:extLst>
          </p:cNvPr>
          <p:cNvSpPr/>
          <p:nvPr/>
        </p:nvSpPr>
        <p:spPr>
          <a:xfrm>
            <a:off x="2768600" y="2857500"/>
            <a:ext cx="1237097" cy="180144"/>
          </a:xfrm>
          <a:custGeom>
            <a:avLst/>
            <a:gdLst/>
            <a:ahLst/>
            <a:cxnLst/>
            <a:rect l="l" t="t" r="r" b="b"/>
            <a:pathLst>
              <a:path w="1237097" h="180144">
                <a:moveTo>
                  <a:pt x="0" y="0"/>
                </a:moveTo>
                <a:lnTo>
                  <a:pt x="304538" y="72694"/>
                </a:lnTo>
                <a:cubicBezTo>
                  <a:pt x="621707" y="138650"/>
                  <a:pt x="930399" y="173572"/>
                  <a:pt x="1223289" y="180144"/>
                </a:cubicBezTo>
                <a:lnTo>
                  <a:pt x="1237097" y="180011"/>
                </a:lnTo>
              </a:path>
            </a:pathLst>
          </a:custGeom>
          <a:noFill/>
          <a:ln w="12700" cap="flat" cmpd="sng">
            <a:gradFill rotWithShape="1">
              <a:gsLst>
                <a:gs pos="0">
                  <a:srgbClr val="26476A">
                    <a:alpha val="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6">
            <a:extLst>
              <a:ext uri="{FF2B5EF4-FFF2-40B4-BE49-F238E27FC236}">
                <a16:creationId xmlns:a16="http://schemas.microsoft.com/office/drawing/2014/main" id="{E30811D6-CE8A-4FED-9B6A-53BA68A83E1A}"/>
              </a:ext>
            </a:extLst>
          </p:cNvPr>
          <p:cNvSpPr/>
          <p:nvPr/>
        </p:nvSpPr>
        <p:spPr>
          <a:xfrm>
            <a:off x="3949700" y="2997200"/>
            <a:ext cx="50800" cy="25400"/>
          </a:xfrm>
          <a:prstGeom prst="rtTriangl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E4957663-A4AE-AF4C-276E-9A9711191270}"/>
              </a:ext>
            </a:extLst>
          </p:cNvPr>
          <p:cNvSpPr/>
          <p:nvPr/>
        </p:nvSpPr>
        <p:spPr>
          <a:xfrm>
            <a:off x="1104900" y="2622717"/>
            <a:ext cx="1663700" cy="1663700"/>
          </a:xfrm>
          <a:prstGeom prst="ellipse">
            <a:avLst/>
          </a:prstGeom>
          <a:solidFill>
            <a:srgbClr val="26476A">
              <a:alpha val="9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8">
            <a:extLst>
              <a:ext uri="{FF2B5EF4-FFF2-40B4-BE49-F238E27FC236}">
                <a16:creationId xmlns:a16="http://schemas.microsoft.com/office/drawing/2014/main" id="{22F6AB51-8E2E-6B02-14C8-CB9971561DCF}"/>
              </a:ext>
            </a:extLst>
          </p:cNvPr>
          <p:cNvCxnSpPr/>
          <p:nvPr/>
        </p:nvCxnSpPr>
        <p:spPr>
          <a:xfrm rot="3">
            <a:off x="2857500" y="3479801"/>
            <a:ext cx="9652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0" name="AutoShape 19">
            <a:extLst>
              <a:ext uri="{FF2B5EF4-FFF2-40B4-BE49-F238E27FC236}">
                <a16:creationId xmlns:a16="http://schemas.microsoft.com/office/drawing/2014/main" id="{4B8764D4-8F75-DE49-ABA5-27FC02CBDAFE}"/>
              </a:ext>
            </a:extLst>
          </p:cNvPr>
          <p:cNvSpPr/>
          <p:nvPr/>
        </p:nvSpPr>
        <p:spPr>
          <a:xfrm>
            <a:off x="3924300" y="2971800"/>
            <a:ext cx="1028700" cy="1028700"/>
          </a:xfrm>
          <a:prstGeom prst="ellipse">
            <a:avLst/>
          </a:prstGeom>
          <a:solidFill>
            <a:srgbClr val="26476A">
              <a:alpha val="9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1" name="Connector 20">
            <a:extLst>
              <a:ext uri="{FF2B5EF4-FFF2-40B4-BE49-F238E27FC236}">
                <a16:creationId xmlns:a16="http://schemas.microsoft.com/office/drawing/2014/main" id="{1E9472CD-A1B0-8AA2-B603-253C322A9E74}"/>
              </a:ext>
            </a:extLst>
          </p:cNvPr>
          <p:cNvCxnSpPr/>
          <p:nvPr/>
        </p:nvCxnSpPr>
        <p:spPr>
          <a:xfrm rot="2686695">
            <a:off x="4910715" y="4019580"/>
            <a:ext cx="9609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2" name="Connector 21">
            <a:extLst>
              <a:ext uri="{FF2B5EF4-FFF2-40B4-BE49-F238E27FC236}">
                <a16:creationId xmlns:a16="http://schemas.microsoft.com/office/drawing/2014/main" id="{8E8F842B-AE6F-B5D0-F146-6D69B9414423}"/>
              </a:ext>
            </a:extLst>
          </p:cNvPr>
          <p:cNvCxnSpPr/>
          <p:nvPr/>
        </p:nvCxnSpPr>
        <p:spPr>
          <a:xfrm rot="-2777559">
            <a:off x="4910715" y="2952720"/>
            <a:ext cx="9609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3" name="Connector 22">
            <a:extLst>
              <a:ext uri="{FF2B5EF4-FFF2-40B4-BE49-F238E27FC236}">
                <a16:creationId xmlns:a16="http://schemas.microsoft.com/office/drawing/2014/main" id="{D82605B7-70EA-0A5E-E02D-09395ED82F3D}"/>
              </a:ext>
            </a:extLst>
          </p:cNvPr>
          <p:cNvCxnSpPr/>
          <p:nvPr/>
        </p:nvCxnSpPr>
        <p:spPr>
          <a:xfrm rot="3">
            <a:off x="4914900" y="3479801"/>
            <a:ext cx="9652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4" name="Freeform 23">
            <a:extLst>
              <a:ext uri="{FF2B5EF4-FFF2-40B4-BE49-F238E27FC236}">
                <a16:creationId xmlns:a16="http://schemas.microsoft.com/office/drawing/2014/main" id="{99D7602F-7C29-2E5D-6EC9-DFD1CFA12DE6}"/>
              </a:ext>
            </a:extLst>
          </p:cNvPr>
          <p:cNvSpPr/>
          <p:nvPr/>
        </p:nvSpPr>
        <p:spPr>
          <a:xfrm>
            <a:off x="1511300" y="3352800"/>
            <a:ext cx="826714" cy="474627"/>
          </a:xfrm>
          <a:custGeom>
            <a:avLst/>
            <a:gdLst/>
            <a:ahLst/>
            <a:cxnLst/>
            <a:rect l="l" t="t" r="r" b="b"/>
            <a:pathLst>
              <a:path w="826714" h="474627">
                <a:moveTo>
                  <a:pt x="724886" y="70763"/>
                </a:moveTo>
                <a:lnTo>
                  <a:pt x="414219" y="291680"/>
                </a:lnTo>
                <a:lnTo>
                  <a:pt x="101829" y="70763"/>
                </a:lnTo>
                <a:lnTo>
                  <a:pt x="0" y="0"/>
                </a:lnTo>
                <a:lnTo>
                  <a:pt x="0" y="474627"/>
                </a:lnTo>
                <a:lnTo>
                  <a:pt x="826714" y="474627"/>
                </a:lnTo>
                <a:lnTo>
                  <a:pt x="826714" y="0"/>
                </a:lnTo>
                <a:lnTo>
                  <a:pt x="724886" y="7076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24">
            <a:extLst>
              <a:ext uri="{FF2B5EF4-FFF2-40B4-BE49-F238E27FC236}">
                <a16:creationId xmlns:a16="http://schemas.microsoft.com/office/drawing/2014/main" id="{056E914F-9C96-5CFB-6446-F94D55A16602}"/>
              </a:ext>
            </a:extLst>
          </p:cNvPr>
          <p:cNvSpPr/>
          <p:nvPr/>
        </p:nvSpPr>
        <p:spPr>
          <a:xfrm>
            <a:off x="1600200" y="3136900"/>
            <a:ext cx="671382" cy="476353"/>
          </a:xfrm>
          <a:custGeom>
            <a:avLst/>
            <a:gdLst/>
            <a:ahLst/>
            <a:cxnLst/>
            <a:rect l="l" t="t" r="r" b="b"/>
            <a:pathLst>
              <a:path w="671382" h="476353">
                <a:moveTo>
                  <a:pt x="8952" y="248662"/>
                </a:moveTo>
                <a:cubicBezTo>
                  <a:pt x="322264" y="470361"/>
                  <a:pt x="322264" y="470361"/>
                  <a:pt x="322264" y="470361"/>
                </a:cubicBezTo>
                <a:cubicBezTo>
                  <a:pt x="325247" y="473357"/>
                  <a:pt x="331215" y="476353"/>
                  <a:pt x="337182" y="476353"/>
                </a:cubicBezTo>
                <a:cubicBezTo>
                  <a:pt x="340167" y="476353"/>
                  <a:pt x="346135" y="473357"/>
                  <a:pt x="349119" y="470361"/>
                </a:cubicBezTo>
                <a:cubicBezTo>
                  <a:pt x="662431" y="248662"/>
                  <a:pt x="662431" y="248662"/>
                  <a:pt x="662431" y="248662"/>
                </a:cubicBezTo>
                <a:cubicBezTo>
                  <a:pt x="668398" y="242670"/>
                  <a:pt x="671382" y="236678"/>
                  <a:pt x="671382" y="227691"/>
                </a:cubicBezTo>
                <a:cubicBezTo>
                  <a:pt x="671382" y="23967"/>
                  <a:pt x="671382" y="23967"/>
                  <a:pt x="671382" y="23967"/>
                </a:cubicBezTo>
                <a:cubicBezTo>
                  <a:pt x="671382" y="8988"/>
                  <a:pt x="659446" y="0"/>
                  <a:pt x="647511" y="0"/>
                </a:cubicBezTo>
                <a:cubicBezTo>
                  <a:pt x="23871" y="0"/>
                  <a:pt x="23871" y="0"/>
                  <a:pt x="23871" y="0"/>
                </a:cubicBezTo>
                <a:cubicBezTo>
                  <a:pt x="11935" y="0"/>
                  <a:pt x="0" y="8988"/>
                  <a:pt x="0" y="23967"/>
                </a:cubicBezTo>
                <a:cubicBezTo>
                  <a:pt x="0" y="227691"/>
                  <a:pt x="0" y="227691"/>
                  <a:pt x="0" y="227691"/>
                </a:cubicBezTo>
                <a:cubicBezTo>
                  <a:pt x="0" y="236678"/>
                  <a:pt x="2984" y="242670"/>
                  <a:pt x="8952" y="248662"/>
                </a:cubicBezTo>
                <a:close/>
                <a:moveTo>
                  <a:pt x="47743" y="47935"/>
                </a:moveTo>
                <a:cubicBezTo>
                  <a:pt x="623640" y="47935"/>
                  <a:pt x="623640" y="47935"/>
                  <a:pt x="623640" y="47935"/>
                </a:cubicBezTo>
                <a:cubicBezTo>
                  <a:pt x="623640" y="215707"/>
                  <a:pt x="623640" y="215707"/>
                  <a:pt x="623640" y="215707"/>
                </a:cubicBezTo>
                <a:cubicBezTo>
                  <a:pt x="337182" y="422426"/>
                  <a:pt x="337182" y="422426"/>
                  <a:pt x="337182" y="422426"/>
                </a:cubicBezTo>
                <a:cubicBezTo>
                  <a:pt x="47743" y="215707"/>
                  <a:pt x="47743" y="215707"/>
                  <a:pt x="47743" y="215707"/>
                </a:cubicBezTo>
                <a:lnTo>
                  <a:pt x="47743" y="4793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25">
            <a:extLst>
              <a:ext uri="{FF2B5EF4-FFF2-40B4-BE49-F238E27FC236}">
                <a16:creationId xmlns:a16="http://schemas.microsoft.com/office/drawing/2014/main" id="{C4E73E7B-3582-FC1F-14B0-1F02E9BE5F52}"/>
              </a:ext>
            </a:extLst>
          </p:cNvPr>
          <p:cNvSpPr/>
          <p:nvPr/>
        </p:nvSpPr>
        <p:spPr>
          <a:xfrm>
            <a:off x="1714500" y="3238500"/>
            <a:ext cx="417671" cy="55228"/>
          </a:xfrm>
          <a:custGeom>
            <a:avLst/>
            <a:gdLst/>
            <a:ahLst/>
            <a:cxnLst/>
            <a:rect l="l" t="t" r="r" b="b"/>
            <a:pathLst>
              <a:path w="417671" h="55228">
                <a:moveTo>
                  <a:pt x="26850" y="55228"/>
                </a:moveTo>
                <a:cubicBezTo>
                  <a:pt x="390821" y="55228"/>
                  <a:pt x="390821" y="55228"/>
                  <a:pt x="390821" y="55228"/>
                </a:cubicBezTo>
                <a:cubicBezTo>
                  <a:pt x="405737" y="55228"/>
                  <a:pt x="417671" y="42956"/>
                  <a:pt x="417671" y="27615"/>
                </a:cubicBezTo>
                <a:cubicBezTo>
                  <a:pt x="417671" y="12273"/>
                  <a:pt x="405737" y="0"/>
                  <a:pt x="390821" y="0"/>
                </a:cubicBezTo>
                <a:cubicBezTo>
                  <a:pt x="26850" y="0"/>
                  <a:pt x="26850" y="0"/>
                  <a:pt x="26850" y="0"/>
                </a:cubicBezTo>
                <a:cubicBezTo>
                  <a:pt x="11933" y="0"/>
                  <a:pt x="0" y="12273"/>
                  <a:pt x="0" y="27615"/>
                </a:cubicBezTo>
                <a:cubicBezTo>
                  <a:pt x="0" y="42956"/>
                  <a:pt x="11933" y="55228"/>
                  <a:pt x="26850" y="552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26">
            <a:extLst>
              <a:ext uri="{FF2B5EF4-FFF2-40B4-BE49-F238E27FC236}">
                <a16:creationId xmlns:a16="http://schemas.microsoft.com/office/drawing/2014/main" id="{7D4FAC02-FEAB-31EE-CAC3-64A1B99A9115}"/>
              </a:ext>
            </a:extLst>
          </p:cNvPr>
          <p:cNvSpPr/>
          <p:nvPr/>
        </p:nvSpPr>
        <p:spPr>
          <a:xfrm>
            <a:off x="1714500" y="3327400"/>
            <a:ext cx="417671" cy="53504"/>
          </a:xfrm>
          <a:custGeom>
            <a:avLst/>
            <a:gdLst/>
            <a:ahLst/>
            <a:cxnLst/>
            <a:rect l="l" t="t" r="r" b="b"/>
            <a:pathLst>
              <a:path w="417671" h="53504">
                <a:moveTo>
                  <a:pt x="417671" y="26753"/>
                </a:moveTo>
                <a:cubicBezTo>
                  <a:pt x="417671" y="11890"/>
                  <a:pt x="405737" y="0"/>
                  <a:pt x="390821" y="0"/>
                </a:cubicBezTo>
                <a:cubicBezTo>
                  <a:pt x="26850" y="0"/>
                  <a:pt x="26850" y="0"/>
                  <a:pt x="26850" y="0"/>
                </a:cubicBezTo>
                <a:cubicBezTo>
                  <a:pt x="11933" y="0"/>
                  <a:pt x="0" y="11890"/>
                  <a:pt x="0" y="26753"/>
                </a:cubicBezTo>
                <a:cubicBezTo>
                  <a:pt x="0" y="41614"/>
                  <a:pt x="11933" y="53504"/>
                  <a:pt x="26850" y="53504"/>
                </a:cubicBezTo>
                <a:cubicBezTo>
                  <a:pt x="390821" y="53504"/>
                  <a:pt x="390821" y="53504"/>
                  <a:pt x="390821" y="53504"/>
                </a:cubicBezTo>
                <a:cubicBezTo>
                  <a:pt x="405737" y="53504"/>
                  <a:pt x="417671" y="41614"/>
                  <a:pt x="417671" y="2675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27">
            <a:extLst>
              <a:ext uri="{FF2B5EF4-FFF2-40B4-BE49-F238E27FC236}">
                <a16:creationId xmlns:a16="http://schemas.microsoft.com/office/drawing/2014/main" id="{FB3EA725-74B5-2254-4A32-9188761D2340}"/>
              </a:ext>
            </a:extLst>
          </p:cNvPr>
          <p:cNvSpPr/>
          <p:nvPr/>
        </p:nvSpPr>
        <p:spPr>
          <a:xfrm>
            <a:off x="4254500" y="3289300"/>
            <a:ext cx="366394" cy="389293"/>
          </a:xfrm>
          <a:custGeom>
            <a:avLst/>
            <a:gdLst/>
            <a:ahLst/>
            <a:cxnLst/>
            <a:rect l="l" t="t" r="r" b="b"/>
            <a:pathLst>
              <a:path w="366394" h="389293">
                <a:moveTo>
                  <a:pt x="308755" y="90150"/>
                </a:moveTo>
                <a:cubicBezTo>
                  <a:pt x="341696" y="118843"/>
                  <a:pt x="366394" y="163918"/>
                  <a:pt x="366394" y="217193"/>
                </a:cubicBezTo>
                <a:cubicBezTo>
                  <a:pt x="366394" y="258159"/>
                  <a:pt x="349923" y="299143"/>
                  <a:pt x="321104" y="327817"/>
                </a:cubicBezTo>
                <a:cubicBezTo>
                  <a:pt x="193493" y="217193"/>
                  <a:pt x="193493" y="217193"/>
                  <a:pt x="193493" y="217193"/>
                </a:cubicBezTo>
                <a:cubicBezTo>
                  <a:pt x="308755" y="90150"/>
                  <a:pt x="308755" y="90150"/>
                  <a:pt x="308755" y="90150"/>
                </a:cubicBezTo>
                <a:close/>
                <a:moveTo>
                  <a:pt x="312877" y="340126"/>
                </a:moveTo>
                <a:cubicBezTo>
                  <a:pt x="304650" y="348309"/>
                  <a:pt x="296407" y="356509"/>
                  <a:pt x="284057" y="360601"/>
                </a:cubicBezTo>
                <a:cubicBezTo>
                  <a:pt x="304650" y="331926"/>
                  <a:pt x="304650" y="331926"/>
                  <a:pt x="304650" y="331926"/>
                </a:cubicBezTo>
                <a:cubicBezTo>
                  <a:pt x="312877" y="340126"/>
                  <a:pt x="312877" y="340126"/>
                  <a:pt x="312877" y="340126"/>
                </a:cubicBezTo>
                <a:close/>
                <a:moveTo>
                  <a:pt x="263482" y="377002"/>
                </a:moveTo>
                <a:cubicBezTo>
                  <a:pt x="296407" y="323726"/>
                  <a:pt x="296407" y="323726"/>
                  <a:pt x="296407" y="323726"/>
                </a:cubicBezTo>
                <a:cubicBezTo>
                  <a:pt x="288180" y="315525"/>
                  <a:pt x="288180" y="315525"/>
                  <a:pt x="288180" y="315525"/>
                </a:cubicBezTo>
                <a:cubicBezTo>
                  <a:pt x="247011" y="385202"/>
                  <a:pt x="247011" y="385202"/>
                  <a:pt x="247011" y="385202"/>
                </a:cubicBezTo>
                <a:cubicBezTo>
                  <a:pt x="251116" y="381093"/>
                  <a:pt x="259359" y="377002"/>
                  <a:pt x="263482" y="377002"/>
                </a:cubicBezTo>
                <a:close/>
                <a:moveTo>
                  <a:pt x="238766" y="372910"/>
                </a:moveTo>
                <a:cubicBezTo>
                  <a:pt x="275830" y="307344"/>
                  <a:pt x="275830" y="307344"/>
                  <a:pt x="275830" y="307344"/>
                </a:cubicBezTo>
                <a:cubicBezTo>
                  <a:pt x="267586" y="303234"/>
                  <a:pt x="267586" y="303234"/>
                  <a:pt x="267586" y="303234"/>
                </a:cubicBezTo>
                <a:cubicBezTo>
                  <a:pt x="234662" y="360601"/>
                  <a:pt x="234662" y="360601"/>
                  <a:pt x="234662" y="360601"/>
                </a:cubicBezTo>
                <a:cubicBezTo>
                  <a:pt x="238766" y="372910"/>
                  <a:pt x="238766" y="372910"/>
                  <a:pt x="238766" y="372910"/>
                </a:cubicBezTo>
                <a:close/>
                <a:moveTo>
                  <a:pt x="230539" y="344218"/>
                </a:moveTo>
                <a:cubicBezTo>
                  <a:pt x="259359" y="295051"/>
                  <a:pt x="259359" y="295051"/>
                  <a:pt x="259359" y="295051"/>
                </a:cubicBezTo>
                <a:cubicBezTo>
                  <a:pt x="251116" y="286851"/>
                  <a:pt x="251116" y="286851"/>
                  <a:pt x="251116" y="286851"/>
                </a:cubicBezTo>
                <a:cubicBezTo>
                  <a:pt x="226418" y="331926"/>
                  <a:pt x="226418" y="331926"/>
                  <a:pt x="226418" y="331926"/>
                </a:cubicBezTo>
                <a:cubicBezTo>
                  <a:pt x="230539" y="344218"/>
                  <a:pt x="230539" y="344218"/>
                  <a:pt x="230539" y="344218"/>
                </a:cubicBezTo>
                <a:close/>
                <a:moveTo>
                  <a:pt x="218191" y="319635"/>
                </a:moveTo>
                <a:cubicBezTo>
                  <a:pt x="242889" y="278651"/>
                  <a:pt x="242889" y="278651"/>
                  <a:pt x="242889" y="278651"/>
                </a:cubicBezTo>
                <a:cubicBezTo>
                  <a:pt x="234662" y="270450"/>
                  <a:pt x="234662" y="270450"/>
                  <a:pt x="234662" y="270450"/>
                </a:cubicBezTo>
                <a:cubicBezTo>
                  <a:pt x="214069" y="307344"/>
                  <a:pt x="214069" y="307344"/>
                  <a:pt x="214069" y="307344"/>
                </a:cubicBezTo>
                <a:cubicBezTo>
                  <a:pt x="218191" y="319635"/>
                  <a:pt x="218191" y="319635"/>
                  <a:pt x="218191" y="319635"/>
                </a:cubicBezTo>
                <a:close/>
                <a:moveTo>
                  <a:pt x="209964" y="290943"/>
                </a:moveTo>
                <a:cubicBezTo>
                  <a:pt x="226418" y="262268"/>
                  <a:pt x="226418" y="262268"/>
                  <a:pt x="226418" y="262268"/>
                </a:cubicBezTo>
                <a:cubicBezTo>
                  <a:pt x="218191" y="254067"/>
                  <a:pt x="218191" y="254067"/>
                  <a:pt x="218191" y="254067"/>
                </a:cubicBezTo>
                <a:cubicBezTo>
                  <a:pt x="205842" y="278651"/>
                  <a:pt x="205842" y="278651"/>
                  <a:pt x="205842" y="278651"/>
                </a:cubicBezTo>
                <a:cubicBezTo>
                  <a:pt x="209964" y="290943"/>
                  <a:pt x="209964" y="290943"/>
                  <a:pt x="209964" y="290943"/>
                </a:cubicBezTo>
                <a:close/>
                <a:moveTo>
                  <a:pt x="197598" y="266360"/>
                </a:moveTo>
                <a:cubicBezTo>
                  <a:pt x="209964" y="249959"/>
                  <a:pt x="209964" y="249959"/>
                  <a:pt x="209964" y="249959"/>
                </a:cubicBezTo>
                <a:cubicBezTo>
                  <a:pt x="201720" y="241776"/>
                  <a:pt x="201720" y="241776"/>
                  <a:pt x="201720" y="241776"/>
                </a:cubicBezTo>
                <a:cubicBezTo>
                  <a:pt x="193493" y="249959"/>
                  <a:pt x="193493" y="249959"/>
                  <a:pt x="193493" y="249959"/>
                </a:cubicBezTo>
                <a:cubicBezTo>
                  <a:pt x="197598" y="266360"/>
                  <a:pt x="197598" y="266360"/>
                  <a:pt x="197598" y="266360"/>
                </a:cubicBezTo>
                <a:close/>
                <a:moveTo>
                  <a:pt x="189371" y="237667"/>
                </a:moveTo>
                <a:cubicBezTo>
                  <a:pt x="185250" y="225375"/>
                  <a:pt x="185250" y="225375"/>
                  <a:pt x="185250" y="225375"/>
                </a:cubicBezTo>
                <a:cubicBezTo>
                  <a:pt x="193493" y="233576"/>
                  <a:pt x="193493" y="233576"/>
                  <a:pt x="193493" y="233576"/>
                </a:cubicBezTo>
                <a:cubicBezTo>
                  <a:pt x="189371" y="237667"/>
                  <a:pt x="189371" y="237667"/>
                  <a:pt x="189371" y="237667"/>
                </a:cubicBezTo>
                <a:close/>
                <a:moveTo>
                  <a:pt x="242889" y="69658"/>
                </a:moveTo>
                <a:cubicBezTo>
                  <a:pt x="168796" y="221285"/>
                  <a:pt x="168796" y="221285"/>
                  <a:pt x="168796" y="221285"/>
                </a:cubicBezTo>
                <a:cubicBezTo>
                  <a:pt x="168796" y="221285"/>
                  <a:pt x="156430" y="114733"/>
                  <a:pt x="148203" y="53275"/>
                </a:cubicBezTo>
                <a:cubicBezTo>
                  <a:pt x="65866" y="61476"/>
                  <a:pt x="0" y="135226"/>
                  <a:pt x="0" y="221285"/>
                </a:cubicBezTo>
                <a:cubicBezTo>
                  <a:pt x="0" y="315525"/>
                  <a:pt x="74110" y="389293"/>
                  <a:pt x="168796" y="389293"/>
                </a:cubicBezTo>
                <a:cubicBezTo>
                  <a:pt x="189371" y="389293"/>
                  <a:pt x="209964" y="385202"/>
                  <a:pt x="226418" y="381093"/>
                </a:cubicBezTo>
                <a:cubicBezTo>
                  <a:pt x="168796" y="221285"/>
                  <a:pt x="168796" y="221285"/>
                  <a:pt x="168796" y="221285"/>
                </a:cubicBezTo>
                <a:cubicBezTo>
                  <a:pt x="279935" y="94242"/>
                  <a:pt x="279935" y="94242"/>
                  <a:pt x="279935" y="94242"/>
                </a:cubicBezTo>
                <a:cubicBezTo>
                  <a:pt x="271709" y="81949"/>
                  <a:pt x="259359" y="73768"/>
                  <a:pt x="242889" y="69658"/>
                </a:cubicBezTo>
                <a:close/>
                <a:moveTo>
                  <a:pt x="177023" y="0"/>
                </a:moveTo>
                <a:cubicBezTo>
                  <a:pt x="168796" y="0"/>
                  <a:pt x="164673" y="0"/>
                  <a:pt x="156430" y="0"/>
                </a:cubicBezTo>
                <a:cubicBezTo>
                  <a:pt x="164673" y="61476"/>
                  <a:pt x="177023" y="168008"/>
                  <a:pt x="177023" y="168008"/>
                </a:cubicBezTo>
                <a:cubicBezTo>
                  <a:pt x="251116" y="16383"/>
                  <a:pt x="251116" y="16383"/>
                  <a:pt x="251116" y="16383"/>
                </a:cubicBezTo>
                <a:cubicBezTo>
                  <a:pt x="230539" y="4091"/>
                  <a:pt x="201720" y="0"/>
                  <a:pt x="17702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881003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1"/>
          <p:cNvSpPr/>
          <p:nvPr/>
        </p:nvSpPr>
        <p:spPr>
          <a:xfrm>
            <a:off x="2339341" y="1828800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7" name="矩形 1"/>
          <p:cNvSpPr/>
          <p:nvPr/>
        </p:nvSpPr>
        <p:spPr>
          <a:xfrm flipV="1">
            <a:off x="2339341" y="3975538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9" name="直角三角形 38"/>
          <p:cNvSpPr/>
          <p:nvPr/>
        </p:nvSpPr>
        <p:spPr>
          <a:xfrm>
            <a:off x="2339339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9623384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53432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/>
          <p:cNvSpPr/>
          <p:nvPr/>
        </p:nvSpPr>
        <p:spPr>
          <a:xfrm>
            <a:off x="1804988" y="1238249"/>
            <a:ext cx="8582025" cy="4381502"/>
          </a:xfrm>
          <a:prstGeom prst="roundRect">
            <a:avLst>
              <a:gd name="adj" fmla="val 10270"/>
            </a:avLst>
          </a:prstGeom>
          <a:solidFill>
            <a:srgbClr val="083B5E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7" name="矩形 46"/>
          <p:cNvSpPr/>
          <p:nvPr/>
        </p:nvSpPr>
        <p:spPr>
          <a:xfrm>
            <a:off x="2382811" y="1236586"/>
            <a:ext cx="1041400" cy="234964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8" name="箭头: V 形 47"/>
          <p:cNvSpPr/>
          <p:nvPr/>
        </p:nvSpPr>
        <p:spPr>
          <a:xfrm rot="16200000">
            <a:off x="2346397" y="3081437"/>
            <a:ext cx="1114224" cy="1041399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29808" y="1806775"/>
            <a:ext cx="923330" cy="1538883"/>
          </a:xfrm>
          <a:prstGeom prst="rect">
            <a:avLst/>
          </a:prstGeom>
          <a:noFill/>
        </p:spPr>
        <p:txBody>
          <a:bodyPr vert="eaVert" wrap="none" lIns="0" tIns="0" rIns="0" bIns="0" rtlCol="0" anchor="t">
            <a:spAutoFit/>
          </a:bodyPr>
          <a:lstStyle/>
          <a:p>
            <a:pPr algn="l"/>
            <a:r>
              <a:rPr lang="zh-CN" altLang="en-US" sz="6000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2374986" y="4412874"/>
            <a:ext cx="1075615" cy="246221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CONTENTS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25533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423533" y="1111885"/>
            <a:ext cx="1292800" cy="551590"/>
            <a:chOff x="1678849" y="4526839"/>
            <a:chExt cx="1924050" cy="905586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2456" y="4805814"/>
              <a:ext cx="841321" cy="626611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1678849" y="4526839"/>
              <a:ext cx="1924050" cy="870092"/>
              <a:chOff x="-2243" y="91934"/>
              <a:chExt cx="1924050" cy="870092"/>
            </a:xfrm>
          </p:grpSpPr>
          <p:sp>
            <p:nvSpPr>
              <p:cNvPr id="14" name="Rectangle 40"/>
              <p:cNvSpPr/>
              <p:nvPr/>
            </p:nvSpPr>
            <p:spPr>
              <a:xfrm>
                <a:off x="1622424" y="901700"/>
                <a:ext cx="60327" cy="60326"/>
              </a:xfrm>
              <a:prstGeom prst="rect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5" name="Rectangle 43"/>
              <p:cNvSpPr/>
              <p:nvPr/>
            </p:nvSpPr>
            <p:spPr>
              <a:xfrm>
                <a:off x="1622424" y="422273"/>
                <a:ext cx="60327" cy="479427"/>
              </a:xfrm>
              <a:prstGeom prst="rect">
                <a:avLst/>
              </a:prstGeom>
              <a:solidFill>
                <a:srgbClr val="F05F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6" name="Freeform 44"/>
              <p:cNvSpPr/>
              <p:nvPr/>
            </p:nvSpPr>
            <p:spPr>
              <a:xfrm>
                <a:off x="-2243" y="91934"/>
                <a:ext cx="1924050" cy="6193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lnTo>
                      <a:pt x="0" y="10848"/>
                    </a:lnTo>
                    <a:lnTo>
                      <a:pt x="10800" y="0"/>
                    </a:lnTo>
                    <a:lnTo>
                      <a:pt x="21600" y="10848"/>
                    </a:lnTo>
                    <a:lnTo>
                      <a:pt x="10800" y="21600"/>
                    </a:lnTo>
                    <a:close/>
                  </a:path>
                </a:pathLst>
              </a:custGeom>
              <a:solidFill>
                <a:srgbClr val="647A8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7" name="Oval 45"/>
              <p:cNvSpPr/>
              <p:nvPr/>
            </p:nvSpPr>
            <p:spPr>
              <a:xfrm>
                <a:off x="901700" y="330200"/>
                <a:ext cx="120652" cy="60329"/>
              </a:xfrm>
              <a:prstGeom prst="ellipse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</p:grpSp>
      </p:grpSp>
      <p:cxnSp>
        <p:nvCxnSpPr>
          <p:cNvPr id="20" name="直接连接符 19"/>
          <p:cNvCxnSpPr/>
          <p:nvPr/>
        </p:nvCxnSpPr>
        <p:spPr>
          <a:xfrm flipH="1">
            <a:off x="2501900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284464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96112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16">
            <a:extLst>
              <a:ext uri="{FF2B5EF4-FFF2-40B4-BE49-F238E27FC236}">
                <a16:creationId xmlns:a16="http://schemas.microsoft.com/office/drawing/2014/main" id="{2BA872FF-D57A-E66F-A590-0DD2972C1AD3}"/>
              </a:ext>
            </a:extLst>
          </p:cNvPr>
          <p:cNvCxnSpPr/>
          <p:nvPr/>
        </p:nvCxnSpPr>
        <p:spPr>
          <a:xfrm rot="10739157">
            <a:off x="25018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17">
            <a:extLst>
              <a:ext uri="{FF2B5EF4-FFF2-40B4-BE49-F238E27FC236}">
                <a16:creationId xmlns:a16="http://schemas.microsoft.com/office/drawing/2014/main" id="{B72F5999-8D01-F5EB-4497-20EED7FFC857}"/>
              </a:ext>
            </a:extLst>
          </p:cNvPr>
          <p:cNvCxnSpPr/>
          <p:nvPr/>
        </p:nvCxnSpPr>
        <p:spPr>
          <a:xfrm rot="10739157">
            <a:off x="82803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8">
            <a:extLst>
              <a:ext uri="{FF2B5EF4-FFF2-40B4-BE49-F238E27FC236}">
                <a16:creationId xmlns:a16="http://schemas.microsoft.com/office/drawing/2014/main" id="{DB27A922-6DC8-7216-5DBF-0CE92AB2F1D4}"/>
              </a:ext>
            </a:extLst>
          </p:cNvPr>
          <p:cNvSpPr/>
          <p:nvPr/>
        </p:nvSpPr>
        <p:spPr>
          <a:xfrm>
            <a:off x="2794000" y="2616200"/>
            <a:ext cx="66040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AutoShape 21">
            <a:extLst>
              <a:ext uri="{FF2B5EF4-FFF2-40B4-BE49-F238E27FC236}">
                <a16:creationId xmlns:a16="http://schemas.microsoft.com/office/drawing/2014/main" id="{A376A097-1993-C3DF-435B-74D640349EF8}"/>
              </a:ext>
            </a:extLst>
          </p:cNvPr>
          <p:cNvSpPr/>
          <p:nvPr/>
        </p:nvSpPr>
        <p:spPr>
          <a:xfrm>
            <a:off x="4648200" y="4584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0" name="AutoShape 23">
            <a:extLst>
              <a:ext uri="{FF2B5EF4-FFF2-40B4-BE49-F238E27FC236}">
                <a16:creationId xmlns:a16="http://schemas.microsoft.com/office/drawing/2014/main" id="{ECAE423B-7C55-6B5A-1BD9-8BA7DBCAA443}"/>
              </a:ext>
            </a:extLst>
          </p:cNvPr>
          <p:cNvSpPr/>
          <p:nvPr/>
        </p:nvSpPr>
        <p:spPr>
          <a:xfrm>
            <a:off x="4648200" y="50292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25">
            <a:extLst>
              <a:ext uri="{FF2B5EF4-FFF2-40B4-BE49-F238E27FC236}">
                <a16:creationId xmlns:a16="http://schemas.microsoft.com/office/drawing/2014/main" id="{8CEA0E75-24CC-3010-F5C4-BC9963791E7F}"/>
              </a:ext>
            </a:extLst>
          </p:cNvPr>
          <p:cNvSpPr/>
          <p:nvPr/>
        </p:nvSpPr>
        <p:spPr>
          <a:xfrm>
            <a:off x="4648200" y="5473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5593409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55720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1">
            <a:extLst>
              <a:ext uri="{FF2B5EF4-FFF2-40B4-BE49-F238E27FC236}">
                <a16:creationId xmlns:a16="http://schemas.microsoft.com/office/drawing/2014/main" id="{777F70BD-4E4B-2EF1-27AA-1DF5A4C1665F}"/>
              </a:ext>
            </a:extLst>
          </p:cNvPr>
          <p:cNvSpPr/>
          <p:nvPr/>
        </p:nvSpPr>
        <p:spPr>
          <a:xfrm>
            <a:off x="1917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EED6143E-96A9-84C4-F8F8-91BBF291BF6E}"/>
              </a:ext>
            </a:extLst>
          </p:cNvPr>
          <p:cNvSpPr/>
          <p:nvPr/>
        </p:nvSpPr>
        <p:spPr>
          <a:xfrm>
            <a:off x="13335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C4CCE2D0-7F92-2E3A-F775-376A9EE8B703}"/>
              </a:ext>
            </a:extLst>
          </p:cNvPr>
          <p:cNvSpPr/>
          <p:nvPr/>
        </p:nvSpPr>
        <p:spPr>
          <a:xfrm>
            <a:off x="13335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0DEEF6A3-776F-76F2-0C90-E0106FE24BD5}"/>
              </a:ext>
            </a:extLst>
          </p:cNvPr>
          <p:cNvSpPr/>
          <p:nvPr/>
        </p:nvSpPr>
        <p:spPr>
          <a:xfrm>
            <a:off x="43942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15">
            <a:extLst>
              <a:ext uri="{FF2B5EF4-FFF2-40B4-BE49-F238E27FC236}">
                <a16:creationId xmlns:a16="http://schemas.microsoft.com/office/drawing/2014/main" id="{A3FBDAB0-A31A-CC72-8FDD-6336DBE22D99}"/>
              </a:ext>
            </a:extLst>
          </p:cNvPr>
          <p:cNvSpPr/>
          <p:nvPr/>
        </p:nvSpPr>
        <p:spPr>
          <a:xfrm>
            <a:off x="38100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C7AD95B7-C8FB-F636-D520-ADBAF4BC96A1}"/>
              </a:ext>
            </a:extLst>
          </p:cNvPr>
          <p:cNvSpPr/>
          <p:nvPr/>
        </p:nvSpPr>
        <p:spPr>
          <a:xfrm>
            <a:off x="38100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B98BD100-8E6C-E393-4828-AC699115079E}"/>
              </a:ext>
            </a:extLst>
          </p:cNvPr>
          <p:cNvSpPr/>
          <p:nvPr/>
        </p:nvSpPr>
        <p:spPr>
          <a:xfrm>
            <a:off x="6870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626A40E-E729-C60B-448F-96058EE6936D}"/>
              </a:ext>
            </a:extLst>
          </p:cNvPr>
          <p:cNvSpPr/>
          <p:nvPr/>
        </p:nvSpPr>
        <p:spPr>
          <a:xfrm>
            <a:off x="62992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9">
            <a:extLst>
              <a:ext uri="{FF2B5EF4-FFF2-40B4-BE49-F238E27FC236}">
                <a16:creationId xmlns:a16="http://schemas.microsoft.com/office/drawing/2014/main" id="{DD2FA33B-F1B4-F0F3-6C16-93712B192CB8}"/>
              </a:ext>
            </a:extLst>
          </p:cNvPr>
          <p:cNvSpPr/>
          <p:nvPr/>
        </p:nvSpPr>
        <p:spPr>
          <a:xfrm>
            <a:off x="62992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01C81C89-FBBE-D01B-0EEF-15DB16FE0C28}"/>
              </a:ext>
            </a:extLst>
          </p:cNvPr>
          <p:cNvSpPr/>
          <p:nvPr/>
        </p:nvSpPr>
        <p:spPr>
          <a:xfrm>
            <a:off x="93599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21">
            <a:extLst>
              <a:ext uri="{FF2B5EF4-FFF2-40B4-BE49-F238E27FC236}">
                <a16:creationId xmlns:a16="http://schemas.microsoft.com/office/drawing/2014/main" id="{0E9827E6-630D-19EE-F0FE-73626FB2EDDA}"/>
              </a:ext>
            </a:extLst>
          </p:cNvPr>
          <p:cNvSpPr/>
          <p:nvPr/>
        </p:nvSpPr>
        <p:spPr>
          <a:xfrm>
            <a:off x="87757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22">
            <a:extLst>
              <a:ext uri="{FF2B5EF4-FFF2-40B4-BE49-F238E27FC236}">
                <a16:creationId xmlns:a16="http://schemas.microsoft.com/office/drawing/2014/main" id="{BAEF8623-1D15-BDAC-1583-183584CFEA1A}"/>
              </a:ext>
            </a:extLst>
          </p:cNvPr>
          <p:cNvSpPr/>
          <p:nvPr/>
        </p:nvSpPr>
        <p:spPr>
          <a:xfrm>
            <a:off x="87757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4" name="Connector 23">
            <a:extLst>
              <a:ext uri="{FF2B5EF4-FFF2-40B4-BE49-F238E27FC236}">
                <a16:creationId xmlns:a16="http://schemas.microsoft.com/office/drawing/2014/main" id="{06F4D476-40EE-C2CF-3CE3-7B43AC852482}"/>
              </a:ext>
            </a:extLst>
          </p:cNvPr>
          <p:cNvCxnSpPr/>
          <p:nvPr/>
        </p:nvCxnSpPr>
        <p:spPr>
          <a:xfrm>
            <a:off x="2374900" y="2019300"/>
            <a:ext cx="74422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5" name="AutoShape 24">
            <a:extLst>
              <a:ext uri="{FF2B5EF4-FFF2-40B4-BE49-F238E27FC236}">
                <a16:creationId xmlns:a16="http://schemas.microsoft.com/office/drawing/2014/main" id="{516F39C7-22F4-4A60-46AE-95E999A6693A}"/>
              </a:ext>
            </a:extLst>
          </p:cNvPr>
          <p:cNvSpPr/>
          <p:nvPr/>
        </p:nvSpPr>
        <p:spPr>
          <a:xfrm>
            <a:off x="1524000" y="3771900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6" name="AutoShape 25">
            <a:extLst>
              <a:ext uri="{FF2B5EF4-FFF2-40B4-BE49-F238E27FC236}">
                <a16:creationId xmlns:a16="http://schemas.microsoft.com/office/drawing/2014/main" id="{D6F5603A-9C05-D62F-34CF-35766B53B9DE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26">
            <a:extLst>
              <a:ext uri="{FF2B5EF4-FFF2-40B4-BE49-F238E27FC236}">
                <a16:creationId xmlns:a16="http://schemas.microsoft.com/office/drawing/2014/main" id="{78BDF310-BF23-5AFA-C0C4-636823C464AB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8B9EDDAF-9CB2-2E90-8449-1AC9D613EDF2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28">
            <a:extLst>
              <a:ext uri="{FF2B5EF4-FFF2-40B4-BE49-F238E27FC236}">
                <a16:creationId xmlns:a16="http://schemas.microsoft.com/office/drawing/2014/main" id="{C8A72F0E-4944-93DF-455E-DCF83C396F34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29">
            <a:extLst>
              <a:ext uri="{FF2B5EF4-FFF2-40B4-BE49-F238E27FC236}">
                <a16:creationId xmlns:a16="http://schemas.microsoft.com/office/drawing/2014/main" id="{95BEB450-3522-D794-9195-AB69412C4282}"/>
              </a:ext>
            </a:extLst>
          </p:cNvPr>
          <p:cNvSpPr/>
          <p:nvPr/>
        </p:nvSpPr>
        <p:spPr>
          <a:xfrm>
            <a:off x="39878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1" name="AutoShape 30">
            <a:extLst>
              <a:ext uri="{FF2B5EF4-FFF2-40B4-BE49-F238E27FC236}">
                <a16:creationId xmlns:a16="http://schemas.microsoft.com/office/drawing/2014/main" id="{A1AEA079-7095-A8D3-6CE6-3CCA8F7F873D}"/>
              </a:ext>
            </a:extLst>
          </p:cNvPr>
          <p:cNvSpPr/>
          <p:nvPr/>
        </p:nvSpPr>
        <p:spPr>
          <a:xfrm>
            <a:off x="4762500" y="3378200"/>
            <a:ext cx="190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31">
            <a:extLst>
              <a:ext uri="{FF2B5EF4-FFF2-40B4-BE49-F238E27FC236}">
                <a16:creationId xmlns:a16="http://schemas.microsoft.com/office/drawing/2014/main" id="{F2B62CF2-7090-28E9-C86A-FB598A9052D6}"/>
              </a:ext>
            </a:extLst>
          </p:cNvPr>
          <p:cNvSpPr/>
          <p:nvPr/>
        </p:nvSpPr>
        <p:spPr>
          <a:xfrm>
            <a:off x="6426200" y="37846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3" name="AutoShape 32">
            <a:extLst>
              <a:ext uri="{FF2B5EF4-FFF2-40B4-BE49-F238E27FC236}">
                <a16:creationId xmlns:a16="http://schemas.microsoft.com/office/drawing/2014/main" id="{93FCF18E-2706-2849-FBB2-76EB68E51891}"/>
              </a:ext>
            </a:extLst>
          </p:cNvPr>
          <p:cNvSpPr/>
          <p:nvPr/>
        </p:nvSpPr>
        <p:spPr>
          <a:xfrm>
            <a:off x="89154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4" name="Freeform 33">
            <a:extLst>
              <a:ext uri="{FF2B5EF4-FFF2-40B4-BE49-F238E27FC236}">
                <a16:creationId xmlns:a16="http://schemas.microsoft.com/office/drawing/2014/main" id="{D93EA3E8-9BAE-159E-D678-E6A8B18BB649}"/>
              </a:ext>
            </a:extLst>
          </p:cNvPr>
          <p:cNvSpPr/>
          <p:nvPr/>
        </p:nvSpPr>
        <p:spPr>
          <a:xfrm>
            <a:off x="7148897" y="2362200"/>
            <a:ext cx="209551" cy="124764"/>
          </a:xfrm>
          <a:custGeom>
            <a:avLst/>
            <a:gdLst/>
            <a:ahLst/>
            <a:cxnLst/>
            <a:rect l="l" t="t" r="r" b="b"/>
            <a:pathLst>
              <a:path w="209551" h="124764">
                <a:moveTo>
                  <a:pt x="166196" y="124764"/>
                </a:moveTo>
                <a:cubicBezTo>
                  <a:pt x="190284" y="124764"/>
                  <a:pt x="209552" y="105570"/>
                  <a:pt x="209552" y="81576"/>
                </a:cubicBezTo>
                <a:cubicBezTo>
                  <a:pt x="209552" y="57582"/>
                  <a:pt x="209552" y="57582"/>
                  <a:pt x="209552" y="57582"/>
                </a:cubicBezTo>
                <a:cubicBezTo>
                  <a:pt x="204731" y="47988"/>
                  <a:pt x="195096" y="43188"/>
                  <a:pt x="185463" y="43188"/>
                </a:cubicBezTo>
                <a:cubicBezTo>
                  <a:pt x="146929" y="43188"/>
                  <a:pt x="146929" y="43188"/>
                  <a:pt x="146929" y="43188"/>
                </a:cubicBezTo>
                <a:cubicBezTo>
                  <a:pt x="146929" y="40791"/>
                  <a:pt x="146929" y="40791"/>
                  <a:pt x="146929" y="40791"/>
                </a:cubicBezTo>
                <a:cubicBezTo>
                  <a:pt x="146929" y="19194"/>
                  <a:pt x="130067" y="0"/>
                  <a:pt x="108385" y="0"/>
                </a:cubicBezTo>
                <a:cubicBezTo>
                  <a:pt x="55395" y="0"/>
                  <a:pt x="55395" y="0"/>
                  <a:pt x="55395" y="0"/>
                </a:cubicBezTo>
                <a:cubicBezTo>
                  <a:pt x="33723" y="0"/>
                  <a:pt x="16861" y="19194"/>
                  <a:pt x="16861" y="40791"/>
                </a:cubicBezTo>
                <a:cubicBezTo>
                  <a:pt x="16861" y="43188"/>
                  <a:pt x="16861" y="43188"/>
                  <a:pt x="16861" y="43188"/>
                </a:cubicBezTo>
                <a:cubicBezTo>
                  <a:pt x="4821" y="43188"/>
                  <a:pt x="4821" y="43188"/>
                  <a:pt x="4821" y="43188"/>
                </a:cubicBezTo>
                <a:cubicBezTo>
                  <a:pt x="0" y="62382"/>
                  <a:pt x="0" y="81576"/>
                  <a:pt x="4821" y="100769"/>
                </a:cubicBezTo>
                <a:cubicBezTo>
                  <a:pt x="7228" y="110369"/>
                  <a:pt x="9633" y="117566"/>
                  <a:pt x="14455" y="124764"/>
                </a:cubicBezTo>
                <a:cubicBezTo>
                  <a:pt x="74673" y="124764"/>
                  <a:pt x="74673" y="124764"/>
                  <a:pt x="74673" y="124764"/>
                </a:cubicBezTo>
                <a:cubicBezTo>
                  <a:pt x="74673" y="119964"/>
                  <a:pt x="74673" y="119964"/>
                  <a:pt x="74673" y="119964"/>
                </a:cubicBezTo>
                <a:cubicBezTo>
                  <a:pt x="74673" y="115164"/>
                  <a:pt x="77078" y="112767"/>
                  <a:pt x="79485" y="112767"/>
                </a:cubicBezTo>
                <a:cubicBezTo>
                  <a:pt x="86712" y="112767"/>
                  <a:pt x="86712" y="112767"/>
                  <a:pt x="86712" y="112767"/>
                </a:cubicBezTo>
                <a:cubicBezTo>
                  <a:pt x="89117" y="112767"/>
                  <a:pt x="91524" y="115164"/>
                  <a:pt x="91524" y="119964"/>
                </a:cubicBezTo>
                <a:cubicBezTo>
                  <a:pt x="91524" y="124764"/>
                  <a:pt x="91524" y="124764"/>
                  <a:pt x="91524" y="124764"/>
                </a:cubicBezTo>
                <a:lnTo>
                  <a:pt x="166196" y="124764"/>
                </a:lnTo>
                <a:close/>
                <a:moveTo>
                  <a:pt x="38535" y="43188"/>
                </a:moveTo>
                <a:cubicBezTo>
                  <a:pt x="38535" y="40791"/>
                  <a:pt x="38535" y="40791"/>
                  <a:pt x="38535" y="40791"/>
                </a:cubicBezTo>
                <a:cubicBezTo>
                  <a:pt x="38535" y="28793"/>
                  <a:pt x="45762" y="21591"/>
                  <a:pt x="55395" y="21591"/>
                </a:cubicBezTo>
                <a:cubicBezTo>
                  <a:pt x="108385" y="21591"/>
                  <a:pt x="108385" y="21591"/>
                  <a:pt x="108385" y="21591"/>
                </a:cubicBezTo>
                <a:cubicBezTo>
                  <a:pt x="118028" y="21591"/>
                  <a:pt x="127662" y="28793"/>
                  <a:pt x="127662" y="40791"/>
                </a:cubicBezTo>
                <a:cubicBezTo>
                  <a:pt x="127662" y="43188"/>
                  <a:pt x="127662" y="43188"/>
                  <a:pt x="127662" y="43188"/>
                </a:cubicBezTo>
                <a:lnTo>
                  <a:pt x="38535" y="4318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34">
            <a:extLst>
              <a:ext uri="{FF2B5EF4-FFF2-40B4-BE49-F238E27FC236}">
                <a16:creationId xmlns:a16="http://schemas.microsoft.com/office/drawing/2014/main" id="{9F21A119-C7F2-6FD7-4B78-658660C41FBA}"/>
              </a:ext>
            </a:extLst>
          </p:cNvPr>
          <p:cNvSpPr/>
          <p:nvPr/>
        </p:nvSpPr>
        <p:spPr>
          <a:xfrm>
            <a:off x="7162800" y="2476500"/>
            <a:ext cx="192595" cy="82368"/>
          </a:xfrm>
          <a:custGeom>
            <a:avLst/>
            <a:gdLst/>
            <a:ahLst/>
            <a:cxnLst/>
            <a:rect l="l" t="t" r="r" b="b"/>
            <a:pathLst>
              <a:path w="192595" h="82368">
                <a:moveTo>
                  <a:pt x="122780" y="79948"/>
                </a:moveTo>
                <a:cubicBezTo>
                  <a:pt x="154076" y="72680"/>
                  <a:pt x="178151" y="53296"/>
                  <a:pt x="192596" y="29073"/>
                </a:cubicBezTo>
                <a:cubicBezTo>
                  <a:pt x="192596" y="0"/>
                  <a:pt x="192596" y="0"/>
                  <a:pt x="192596" y="0"/>
                </a:cubicBezTo>
                <a:cubicBezTo>
                  <a:pt x="185373" y="19380"/>
                  <a:pt x="166113" y="31495"/>
                  <a:pt x="144446" y="31495"/>
                </a:cubicBezTo>
                <a:cubicBezTo>
                  <a:pt x="69816" y="31495"/>
                  <a:pt x="69816" y="31495"/>
                  <a:pt x="69816" y="31495"/>
                </a:cubicBezTo>
                <a:cubicBezTo>
                  <a:pt x="69816" y="38763"/>
                  <a:pt x="69816" y="38763"/>
                  <a:pt x="69816" y="38763"/>
                </a:cubicBezTo>
                <a:cubicBezTo>
                  <a:pt x="69816" y="41185"/>
                  <a:pt x="67408" y="43605"/>
                  <a:pt x="65001" y="43605"/>
                </a:cubicBezTo>
                <a:cubicBezTo>
                  <a:pt x="57779" y="43605"/>
                  <a:pt x="57779" y="43605"/>
                  <a:pt x="57779" y="43605"/>
                </a:cubicBezTo>
                <a:cubicBezTo>
                  <a:pt x="55371" y="43605"/>
                  <a:pt x="52964" y="41185"/>
                  <a:pt x="52964" y="38763"/>
                </a:cubicBezTo>
                <a:cubicBezTo>
                  <a:pt x="52964" y="31495"/>
                  <a:pt x="52964" y="31495"/>
                  <a:pt x="52964" y="31495"/>
                </a:cubicBezTo>
                <a:cubicBezTo>
                  <a:pt x="0" y="31495"/>
                  <a:pt x="0" y="31495"/>
                  <a:pt x="0" y="31495"/>
                </a:cubicBezTo>
                <a:cubicBezTo>
                  <a:pt x="21667" y="62989"/>
                  <a:pt x="55371" y="82368"/>
                  <a:pt x="96298" y="82368"/>
                </a:cubicBezTo>
                <a:cubicBezTo>
                  <a:pt x="105927" y="82368"/>
                  <a:pt x="113149" y="82368"/>
                  <a:pt x="122780" y="799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35">
            <a:extLst>
              <a:ext uri="{FF2B5EF4-FFF2-40B4-BE49-F238E27FC236}">
                <a16:creationId xmlns:a16="http://schemas.microsoft.com/office/drawing/2014/main" id="{0E7FF4EF-D77D-CC7D-1811-A97E0D0A5295}"/>
              </a:ext>
            </a:extLst>
          </p:cNvPr>
          <p:cNvSpPr/>
          <p:nvPr/>
        </p:nvSpPr>
        <p:spPr>
          <a:xfrm>
            <a:off x="7069658" y="2256373"/>
            <a:ext cx="502683" cy="405793"/>
          </a:xfrm>
          <a:custGeom>
            <a:avLst/>
            <a:gdLst/>
            <a:ahLst/>
            <a:cxnLst/>
            <a:rect l="l" t="t" r="r" b="b"/>
            <a:pathLst>
              <a:path w="502683" h="405793">
                <a:moveTo>
                  <a:pt x="481039" y="338556"/>
                </a:moveTo>
                <a:cubicBezTo>
                  <a:pt x="384832" y="273722"/>
                  <a:pt x="384832" y="273722"/>
                  <a:pt x="384832" y="273722"/>
                </a:cubicBezTo>
                <a:cubicBezTo>
                  <a:pt x="375196" y="268932"/>
                  <a:pt x="365585" y="268932"/>
                  <a:pt x="355974" y="268932"/>
                </a:cubicBezTo>
                <a:cubicBezTo>
                  <a:pt x="353553" y="271337"/>
                  <a:pt x="348759" y="271337"/>
                  <a:pt x="346339" y="273722"/>
                </a:cubicBezTo>
                <a:cubicBezTo>
                  <a:pt x="331910" y="264122"/>
                  <a:pt x="331910" y="264122"/>
                  <a:pt x="331910" y="264122"/>
                </a:cubicBezTo>
                <a:cubicBezTo>
                  <a:pt x="351156" y="228109"/>
                  <a:pt x="355974" y="187285"/>
                  <a:pt x="346339" y="144076"/>
                </a:cubicBezTo>
                <a:cubicBezTo>
                  <a:pt x="324696" y="55233"/>
                  <a:pt x="235702" y="0"/>
                  <a:pt x="144312" y="21604"/>
                </a:cubicBezTo>
                <a:cubicBezTo>
                  <a:pt x="55318" y="43229"/>
                  <a:pt x="0" y="134457"/>
                  <a:pt x="21644" y="223299"/>
                </a:cubicBezTo>
                <a:cubicBezTo>
                  <a:pt x="43287" y="312141"/>
                  <a:pt x="134700" y="367375"/>
                  <a:pt x="223670" y="345769"/>
                </a:cubicBezTo>
                <a:cubicBezTo>
                  <a:pt x="259766" y="336150"/>
                  <a:pt x="288623" y="316951"/>
                  <a:pt x="310266" y="292941"/>
                </a:cubicBezTo>
                <a:cubicBezTo>
                  <a:pt x="327115" y="302541"/>
                  <a:pt x="327115" y="302541"/>
                  <a:pt x="327115" y="302541"/>
                </a:cubicBezTo>
                <a:cubicBezTo>
                  <a:pt x="327115" y="314546"/>
                  <a:pt x="331910" y="328956"/>
                  <a:pt x="343942" y="336150"/>
                </a:cubicBezTo>
                <a:cubicBezTo>
                  <a:pt x="440150" y="398598"/>
                  <a:pt x="440150" y="398598"/>
                  <a:pt x="440150" y="398598"/>
                </a:cubicBezTo>
                <a:cubicBezTo>
                  <a:pt x="449762" y="403389"/>
                  <a:pt x="459396" y="405793"/>
                  <a:pt x="469007" y="403389"/>
                </a:cubicBezTo>
                <a:cubicBezTo>
                  <a:pt x="478643" y="400984"/>
                  <a:pt x="485856" y="396193"/>
                  <a:pt x="490651" y="386594"/>
                </a:cubicBezTo>
                <a:cubicBezTo>
                  <a:pt x="502683" y="369779"/>
                  <a:pt x="497866" y="348175"/>
                  <a:pt x="481039" y="338556"/>
                </a:cubicBezTo>
                <a:close/>
                <a:moveTo>
                  <a:pt x="216456" y="314546"/>
                </a:moveTo>
                <a:cubicBezTo>
                  <a:pt x="144312" y="333765"/>
                  <a:pt x="69747" y="288132"/>
                  <a:pt x="52921" y="216104"/>
                </a:cubicBezTo>
                <a:cubicBezTo>
                  <a:pt x="36072" y="144076"/>
                  <a:pt x="79382" y="69642"/>
                  <a:pt x="151526" y="52829"/>
                </a:cubicBezTo>
                <a:cubicBezTo>
                  <a:pt x="226091" y="33610"/>
                  <a:pt x="298236" y="79242"/>
                  <a:pt x="317481" y="151271"/>
                </a:cubicBezTo>
                <a:cubicBezTo>
                  <a:pt x="334330" y="225704"/>
                  <a:pt x="288623" y="297751"/>
                  <a:pt x="216456" y="31454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Freeform 36">
            <a:extLst>
              <a:ext uri="{FF2B5EF4-FFF2-40B4-BE49-F238E27FC236}">
                <a16:creationId xmlns:a16="http://schemas.microsoft.com/office/drawing/2014/main" id="{455E703C-5770-9777-3516-468A37C18A73}"/>
              </a:ext>
            </a:extLst>
          </p:cNvPr>
          <p:cNvSpPr/>
          <p:nvPr/>
        </p:nvSpPr>
        <p:spPr>
          <a:xfrm>
            <a:off x="9626600" y="2286000"/>
            <a:ext cx="443266" cy="399807"/>
          </a:xfrm>
          <a:custGeom>
            <a:avLst/>
            <a:gdLst/>
            <a:ahLst/>
            <a:cxnLst/>
            <a:rect l="l" t="t" r="r" b="b"/>
            <a:pathLst>
              <a:path w="443266" h="399807">
                <a:moveTo>
                  <a:pt x="379691" y="136305"/>
                </a:moveTo>
                <a:cubicBezTo>
                  <a:pt x="346979" y="119943"/>
                  <a:pt x="346979" y="119943"/>
                  <a:pt x="346979" y="119943"/>
                </a:cubicBezTo>
                <a:cubicBezTo>
                  <a:pt x="332449" y="129031"/>
                  <a:pt x="332449" y="129031"/>
                  <a:pt x="332449" y="129031"/>
                </a:cubicBezTo>
                <a:cubicBezTo>
                  <a:pt x="345173" y="149021"/>
                  <a:pt x="352438" y="174454"/>
                  <a:pt x="352438" y="199904"/>
                </a:cubicBezTo>
                <a:cubicBezTo>
                  <a:pt x="352438" y="283493"/>
                  <a:pt x="283403" y="352553"/>
                  <a:pt x="199840" y="352553"/>
                </a:cubicBezTo>
                <a:cubicBezTo>
                  <a:pt x="118081" y="352553"/>
                  <a:pt x="49046" y="283493"/>
                  <a:pt x="49046" y="199904"/>
                </a:cubicBezTo>
                <a:cubicBezTo>
                  <a:pt x="49046" y="116314"/>
                  <a:pt x="118081" y="49069"/>
                  <a:pt x="199840" y="49069"/>
                </a:cubicBezTo>
                <a:cubicBezTo>
                  <a:pt x="248886" y="49069"/>
                  <a:pt x="290667" y="70874"/>
                  <a:pt x="317920" y="105413"/>
                </a:cubicBezTo>
                <a:cubicBezTo>
                  <a:pt x="294300" y="121756"/>
                  <a:pt x="294300" y="121756"/>
                  <a:pt x="294300" y="121756"/>
                </a:cubicBezTo>
                <a:cubicBezTo>
                  <a:pt x="272506" y="94492"/>
                  <a:pt x="237989" y="76333"/>
                  <a:pt x="199840" y="76333"/>
                </a:cubicBezTo>
                <a:cubicBezTo>
                  <a:pt x="132611" y="76333"/>
                  <a:pt x="78125" y="132659"/>
                  <a:pt x="78125" y="199904"/>
                </a:cubicBezTo>
                <a:cubicBezTo>
                  <a:pt x="78125" y="268963"/>
                  <a:pt x="132611" y="323474"/>
                  <a:pt x="199840" y="323474"/>
                </a:cubicBezTo>
                <a:cubicBezTo>
                  <a:pt x="268874" y="323474"/>
                  <a:pt x="323359" y="268963"/>
                  <a:pt x="323359" y="199904"/>
                </a:cubicBezTo>
                <a:cubicBezTo>
                  <a:pt x="323359" y="179913"/>
                  <a:pt x="319726" y="159923"/>
                  <a:pt x="310656" y="143561"/>
                </a:cubicBezTo>
                <a:cubicBezTo>
                  <a:pt x="270680" y="169012"/>
                  <a:pt x="270680" y="169012"/>
                  <a:pt x="270680" y="169012"/>
                </a:cubicBezTo>
                <a:cubicBezTo>
                  <a:pt x="274312" y="178100"/>
                  <a:pt x="277945" y="189001"/>
                  <a:pt x="277945" y="199904"/>
                </a:cubicBezTo>
                <a:cubicBezTo>
                  <a:pt x="277945" y="243512"/>
                  <a:pt x="243427" y="278051"/>
                  <a:pt x="199840" y="278051"/>
                </a:cubicBezTo>
                <a:cubicBezTo>
                  <a:pt x="158057" y="278051"/>
                  <a:pt x="123539" y="243512"/>
                  <a:pt x="123539" y="199904"/>
                </a:cubicBezTo>
                <a:cubicBezTo>
                  <a:pt x="123539" y="158109"/>
                  <a:pt x="158057" y="123570"/>
                  <a:pt x="199840" y="123570"/>
                </a:cubicBezTo>
                <a:cubicBezTo>
                  <a:pt x="221633" y="123570"/>
                  <a:pt x="241621" y="132659"/>
                  <a:pt x="256150" y="147207"/>
                </a:cubicBezTo>
                <a:cubicBezTo>
                  <a:pt x="228897" y="163551"/>
                  <a:pt x="228897" y="163551"/>
                  <a:pt x="228897" y="163551"/>
                </a:cubicBezTo>
                <a:cubicBezTo>
                  <a:pt x="221633" y="158109"/>
                  <a:pt x="210736" y="154462"/>
                  <a:pt x="199840" y="154462"/>
                </a:cubicBezTo>
                <a:cubicBezTo>
                  <a:pt x="174393" y="154462"/>
                  <a:pt x="154424" y="174454"/>
                  <a:pt x="154424" y="199904"/>
                </a:cubicBezTo>
                <a:cubicBezTo>
                  <a:pt x="154424" y="225355"/>
                  <a:pt x="174393" y="247159"/>
                  <a:pt x="199840" y="247159"/>
                </a:cubicBezTo>
                <a:cubicBezTo>
                  <a:pt x="227091" y="247159"/>
                  <a:pt x="247059" y="225355"/>
                  <a:pt x="247059" y="199904"/>
                </a:cubicBezTo>
                <a:cubicBezTo>
                  <a:pt x="247059" y="196276"/>
                  <a:pt x="245254" y="190816"/>
                  <a:pt x="245254" y="187188"/>
                </a:cubicBezTo>
                <a:cubicBezTo>
                  <a:pt x="207104" y="210806"/>
                  <a:pt x="207104" y="210806"/>
                  <a:pt x="207104" y="210806"/>
                </a:cubicBezTo>
                <a:cubicBezTo>
                  <a:pt x="201646" y="203531"/>
                  <a:pt x="201646" y="203531"/>
                  <a:pt x="201646" y="203531"/>
                </a:cubicBezTo>
                <a:cubicBezTo>
                  <a:pt x="348806" y="105413"/>
                  <a:pt x="348806" y="105413"/>
                  <a:pt x="348806" y="105413"/>
                </a:cubicBezTo>
                <a:cubicBezTo>
                  <a:pt x="385129" y="121756"/>
                  <a:pt x="385129" y="121756"/>
                  <a:pt x="385129" y="121756"/>
                </a:cubicBezTo>
                <a:cubicBezTo>
                  <a:pt x="443266" y="83589"/>
                  <a:pt x="443266" y="83589"/>
                  <a:pt x="443266" y="83589"/>
                </a:cubicBezTo>
                <a:cubicBezTo>
                  <a:pt x="406942" y="67245"/>
                  <a:pt x="406942" y="67245"/>
                  <a:pt x="406942" y="67245"/>
                </a:cubicBezTo>
                <a:cubicBezTo>
                  <a:pt x="417840" y="61786"/>
                  <a:pt x="417840" y="61786"/>
                  <a:pt x="417840" y="61786"/>
                </a:cubicBezTo>
                <a:cubicBezTo>
                  <a:pt x="408748" y="47255"/>
                  <a:pt x="408748" y="47255"/>
                  <a:pt x="408748" y="47255"/>
                </a:cubicBezTo>
                <a:cubicBezTo>
                  <a:pt x="397852" y="52697"/>
                  <a:pt x="397852" y="52697"/>
                  <a:pt x="397852" y="52697"/>
                </a:cubicBezTo>
                <a:cubicBezTo>
                  <a:pt x="397852" y="14530"/>
                  <a:pt x="397852" y="14530"/>
                  <a:pt x="397852" y="14530"/>
                </a:cubicBezTo>
                <a:cubicBezTo>
                  <a:pt x="339714" y="52697"/>
                  <a:pt x="339714" y="52697"/>
                  <a:pt x="339714" y="52697"/>
                </a:cubicBezTo>
                <a:cubicBezTo>
                  <a:pt x="339714" y="90863"/>
                  <a:pt x="339714" y="90863"/>
                  <a:pt x="339714" y="90863"/>
                </a:cubicBezTo>
                <a:cubicBezTo>
                  <a:pt x="326991" y="99952"/>
                  <a:pt x="326991" y="99952"/>
                  <a:pt x="326991" y="99952"/>
                </a:cubicBezTo>
                <a:cubicBezTo>
                  <a:pt x="326991" y="56344"/>
                  <a:pt x="326991" y="56344"/>
                  <a:pt x="326991" y="56344"/>
                </a:cubicBezTo>
                <a:cubicBezTo>
                  <a:pt x="332449" y="50883"/>
                  <a:pt x="332449" y="50883"/>
                  <a:pt x="332449" y="50883"/>
                </a:cubicBezTo>
                <a:cubicBezTo>
                  <a:pt x="297932" y="19990"/>
                  <a:pt x="250692" y="0"/>
                  <a:pt x="199840" y="0"/>
                </a:cubicBezTo>
                <a:cubicBezTo>
                  <a:pt x="90828" y="0"/>
                  <a:pt x="0" y="90863"/>
                  <a:pt x="0" y="199904"/>
                </a:cubicBezTo>
                <a:cubicBezTo>
                  <a:pt x="0" y="310758"/>
                  <a:pt x="90828" y="399807"/>
                  <a:pt x="199840" y="399807"/>
                </a:cubicBezTo>
                <a:cubicBezTo>
                  <a:pt x="310656" y="399807"/>
                  <a:pt x="399658" y="310758"/>
                  <a:pt x="399658" y="199904"/>
                </a:cubicBezTo>
                <a:cubicBezTo>
                  <a:pt x="399658" y="176286"/>
                  <a:pt x="396025" y="152649"/>
                  <a:pt x="386955" y="130844"/>
                </a:cubicBezTo>
                <a:lnTo>
                  <a:pt x="379691" y="13630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37">
            <a:extLst>
              <a:ext uri="{FF2B5EF4-FFF2-40B4-BE49-F238E27FC236}">
                <a16:creationId xmlns:a16="http://schemas.microsoft.com/office/drawing/2014/main" id="{835F28A2-720B-7AF5-EBBD-69C57D4F785A}"/>
              </a:ext>
            </a:extLst>
          </p:cNvPr>
          <p:cNvSpPr/>
          <p:nvPr/>
        </p:nvSpPr>
        <p:spPr>
          <a:xfrm>
            <a:off x="4800600" y="2273300"/>
            <a:ext cx="311617" cy="278232"/>
          </a:xfrm>
          <a:custGeom>
            <a:avLst/>
            <a:gdLst/>
            <a:ahLst/>
            <a:cxnLst/>
            <a:rect l="l" t="t" r="r" b="b"/>
            <a:pathLst>
              <a:path w="311617" h="278232">
                <a:moveTo>
                  <a:pt x="17413" y="278232"/>
                </a:moveTo>
                <a:cubicBezTo>
                  <a:pt x="43525" y="202980"/>
                  <a:pt x="43525" y="202980"/>
                  <a:pt x="43525" y="202980"/>
                </a:cubicBezTo>
                <a:cubicBezTo>
                  <a:pt x="15668" y="180232"/>
                  <a:pt x="0" y="150490"/>
                  <a:pt x="0" y="120747"/>
                </a:cubicBezTo>
                <a:cubicBezTo>
                  <a:pt x="0" y="54242"/>
                  <a:pt x="69638" y="0"/>
                  <a:pt x="156674" y="0"/>
                </a:cubicBezTo>
                <a:cubicBezTo>
                  <a:pt x="241979" y="0"/>
                  <a:pt x="311617" y="54242"/>
                  <a:pt x="311617" y="120747"/>
                </a:cubicBezTo>
                <a:cubicBezTo>
                  <a:pt x="311617" y="185487"/>
                  <a:pt x="241979" y="239729"/>
                  <a:pt x="156674" y="239729"/>
                </a:cubicBezTo>
                <a:cubicBezTo>
                  <a:pt x="137530" y="239729"/>
                  <a:pt x="118386" y="237978"/>
                  <a:pt x="100973" y="232735"/>
                </a:cubicBezTo>
                <a:cubicBezTo>
                  <a:pt x="94004" y="236239"/>
                  <a:pt x="67892" y="248488"/>
                  <a:pt x="48748" y="260739"/>
                </a:cubicBezTo>
                <a:cubicBezTo>
                  <a:pt x="17413" y="278232"/>
                  <a:pt x="17413" y="278232"/>
                  <a:pt x="17413" y="278232"/>
                </a:cubicBezTo>
                <a:close/>
                <a:moveTo>
                  <a:pt x="156674" y="26252"/>
                </a:moveTo>
                <a:cubicBezTo>
                  <a:pt x="83560" y="26252"/>
                  <a:pt x="26112" y="68243"/>
                  <a:pt x="26112" y="120747"/>
                </a:cubicBezTo>
                <a:cubicBezTo>
                  <a:pt x="26112" y="145233"/>
                  <a:pt x="40034" y="169734"/>
                  <a:pt x="66147" y="187239"/>
                </a:cubicBezTo>
                <a:cubicBezTo>
                  <a:pt x="74860" y="192481"/>
                  <a:pt x="74860" y="192481"/>
                  <a:pt x="74860" y="192481"/>
                </a:cubicBezTo>
                <a:cubicBezTo>
                  <a:pt x="66147" y="220485"/>
                  <a:pt x="66147" y="220485"/>
                  <a:pt x="66147" y="220485"/>
                </a:cubicBezTo>
                <a:cubicBezTo>
                  <a:pt x="94004" y="204732"/>
                  <a:pt x="99226" y="204732"/>
                  <a:pt x="100973" y="204732"/>
                </a:cubicBezTo>
                <a:cubicBezTo>
                  <a:pt x="104450" y="204732"/>
                  <a:pt x="104450" y="204732"/>
                  <a:pt x="104450" y="204732"/>
                </a:cubicBezTo>
                <a:cubicBezTo>
                  <a:pt x="106195" y="206483"/>
                  <a:pt x="106195" y="206483"/>
                  <a:pt x="106195" y="206483"/>
                </a:cubicBezTo>
                <a:cubicBezTo>
                  <a:pt x="121863" y="209987"/>
                  <a:pt x="139276" y="213491"/>
                  <a:pt x="156674" y="213491"/>
                </a:cubicBezTo>
                <a:cubicBezTo>
                  <a:pt x="228058" y="213491"/>
                  <a:pt x="285505" y="171486"/>
                  <a:pt x="285505" y="120747"/>
                </a:cubicBezTo>
                <a:cubicBezTo>
                  <a:pt x="285505" y="68243"/>
                  <a:pt x="228058" y="26252"/>
                  <a:pt x="156674" y="2625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38">
            <a:extLst>
              <a:ext uri="{FF2B5EF4-FFF2-40B4-BE49-F238E27FC236}">
                <a16:creationId xmlns:a16="http://schemas.microsoft.com/office/drawing/2014/main" id="{A3A1C825-7423-A62A-99C6-BBBE7B09AB13}"/>
              </a:ext>
            </a:extLst>
          </p:cNvPr>
          <p:cNvSpPr/>
          <p:nvPr/>
        </p:nvSpPr>
        <p:spPr>
          <a:xfrm>
            <a:off x="4876800" y="23495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FB9EBB77-0209-65EC-D8AA-ECE000B6CEAC}"/>
              </a:ext>
            </a:extLst>
          </p:cNvPr>
          <p:cNvSpPr/>
          <p:nvPr/>
        </p:nvSpPr>
        <p:spPr>
          <a:xfrm>
            <a:off x="4876800" y="23876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40">
            <a:extLst>
              <a:ext uri="{FF2B5EF4-FFF2-40B4-BE49-F238E27FC236}">
                <a16:creationId xmlns:a16="http://schemas.microsoft.com/office/drawing/2014/main" id="{385F520C-B127-1568-0511-8D481B81B2A4}"/>
              </a:ext>
            </a:extLst>
          </p:cNvPr>
          <p:cNvSpPr/>
          <p:nvPr/>
        </p:nvSpPr>
        <p:spPr>
          <a:xfrm>
            <a:off x="4876800" y="24130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Freeform 41">
            <a:extLst>
              <a:ext uri="{FF2B5EF4-FFF2-40B4-BE49-F238E27FC236}">
                <a16:creationId xmlns:a16="http://schemas.microsoft.com/office/drawing/2014/main" id="{A30BC8CB-DC67-3B54-DD6F-CBB3DC865199}"/>
              </a:ext>
            </a:extLst>
          </p:cNvPr>
          <p:cNvSpPr/>
          <p:nvPr/>
        </p:nvSpPr>
        <p:spPr>
          <a:xfrm>
            <a:off x="4635500" y="2434044"/>
            <a:ext cx="221192" cy="240669"/>
          </a:xfrm>
          <a:custGeom>
            <a:avLst/>
            <a:gdLst/>
            <a:ahLst/>
            <a:cxnLst/>
            <a:rect l="l" t="t" r="r" b="b"/>
            <a:pathLst>
              <a:path w="221192" h="240669">
                <a:moveTo>
                  <a:pt x="208996" y="165682"/>
                </a:moveTo>
                <a:cubicBezTo>
                  <a:pt x="186355" y="155209"/>
                  <a:pt x="161972" y="148234"/>
                  <a:pt x="137589" y="146496"/>
                </a:cubicBezTo>
                <a:cubicBezTo>
                  <a:pt x="139330" y="139521"/>
                  <a:pt x="139330" y="134283"/>
                  <a:pt x="141072" y="129059"/>
                </a:cubicBezTo>
                <a:cubicBezTo>
                  <a:pt x="146304" y="125571"/>
                  <a:pt x="149786" y="120334"/>
                  <a:pt x="149786" y="115097"/>
                </a:cubicBezTo>
                <a:cubicBezTo>
                  <a:pt x="149786" y="109871"/>
                  <a:pt x="151526" y="104635"/>
                  <a:pt x="151526" y="99409"/>
                </a:cubicBezTo>
                <a:cubicBezTo>
                  <a:pt x="153267" y="101148"/>
                  <a:pt x="153267" y="101148"/>
                  <a:pt x="155009" y="101148"/>
                </a:cubicBezTo>
                <a:cubicBezTo>
                  <a:pt x="156750" y="101148"/>
                  <a:pt x="160231" y="99409"/>
                  <a:pt x="160231" y="97660"/>
                </a:cubicBezTo>
                <a:cubicBezTo>
                  <a:pt x="161972" y="71498"/>
                  <a:pt x="161972" y="71498"/>
                  <a:pt x="161972" y="71498"/>
                </a:cubicBezTo>
                <a:cubicBezTo>
                  <a:pt x="161972" y="69760"/>
                  <a:pt x="160231" y="66272"/>
                  <a:pt x="158490" y="66272"/>
                </a:cubicBezTo>
                <a:cubicBezTo>
                  <a:pt x="156750" y="66272"/>
                  <a:pt x="156750" y="66272"/>
                  <a:pt x="155009" y="68011"/>
                </a:cubicBezTo>
                <a:cubicBezTo>
                  <a:pt x="156750" y="62785"/>
                  <a:pt x="156750" y="57549"/>
                  <a:pt x="156750" y="52323"/>
                </a:cubicBezTo>
                <a:cubicBezTo>
                  <a:pt x="158490" y="47086"/>
                  <a:pt x="160231" y="29648"/>
                  <a:pt x="148045" y="17437"/>
                </a:cubicBezTo>
                <a:cubicBezTo>
                  <a:pt x="130626" y="0"/>
                  <a:pt x="90566" y="0"/>
                  <a:pt x="73147" y="17437"/>
                </a:cubicBezTo>
                <a:cubicBezTo>
                  <a:pt x="59220" y="29648"/>
                  <a:pt x="62701" y="47086"/>
                  <a:pt x="64442" y="52323"/>
                </a:cubicBezTo>
                <a:cubicBezTo>
                  <a:pt x="64442" y="57549"/>
                  <a:pt x="64442" y="62785"/>
                  <a:pt x="64442" y="68011"/>
                </a:cubicBezTo>
                <a:cubicBezTo>
                  <a:pt x="64442" y="66272"/>
                  <a:pt x="62701" y="66272"/>
                  <a:pt x="62701" y="66272"/>
                </a:cubicBezTo>
                <a:cubicBezTo>
                  <a:pt x="59220" y="66272"/>
                  <a:pt x="57479" y="69760"/>
                  <a:pt x="59220" y="71498"/>
                </a:cubicBezTo>
                <a:cubicBezTo>
                  <a:pt x="60961" y="97660"/>
                  <a:pt x="60961" y="97660"/>
                  <a:pt x="60961" y="97660"/>
                </a:cubicBezTo>
                <a:cubicBezTo>
                  <a:pt x="60961" y="99409"/>
                  <a:pt x="62701" y="101148"/>
                  <a:pt x="66184" y="101148"/>
                </a:cubicBezTo>
                <a:cubicBezTo>
                  <a:pt x="67925" y="101148"/>
                  <a:pt x="67925" y="101148"/>
                  <a:pt x="69666" y="99409"/>
                </a:cubicBezTo>
                <a:cubicBezTo>
                  <a:pt x="69666" y="104635"/>
                  <a:pt x="69666" y="109871"/>
                  <a:pt x="71406" y="115097"/>
                </a:cubicBezTo>
                <a:cubicBezTo>
                  <a:pt x="71406" y="120334"/>
                  <a:pt x="74888" y="125571"/>
                  <a:pt x="80120" y="129059"/>
                </a:cubicBezTo>
                <a:cubicBezTo>
                  <a:pt x="81862" y="134283"/>
                  <a:pt x="81862" y="139521"/>
                  <a:pt x="83603" y="146496"/>
                </a:cubicBezTo>
                <a:cubicBezTo>
                  <a:pt x="59220" y="148234"/>
                  <a:pt x="34837" y="155209"/>
                  <a:pt x="12196" y="165682"/>
                </a:cubicBezTo>
                <a:cubicBezTo>
                  <a:pt x="5222" y="170908"/>
                  <a:pt x="0" y="179633"/>
                  <a:pt x="0" y="188345"/>
                </a:cubicBezTo>
                <a:cubicBezTo>
                  <a:pt x="1741" y="197070"/>
                  <a:pt x="1741" y="205793"/>
                  <a:pt x="3482" y="214507"/>
                </a:cubicBezTo>
                <a:cubicBezTo>
                  <a:pt x="3482" y="221482"/>
                  <a:pt x="10446" y="228456"/>
                  <a:pt x="17419" y="230206"/>
                </a:cubicBezTo>
                <a:cubicBezTo>
                  <a:pt x="80120" y="240669"/>
                  <a:pt x="141072" y="240669"/>
                  <a:pt x="203773" y="230206"/>
                </a:cubicBezTo>
                <a:cubicBezTo>
                  <a:pt x="210746" y="228456"/>
                  <a:pt x="217710" y="221482"/>
                  <a:pt x="217710" y="214507"/>
                </a:cubicBezTo>
                <a:cubicBezTo>
                  <a:pt x="217710" y="205793"/>
                  <a:pt x="219451" y="197070"/>
                  <a:pt x="219451" y="188345"/>
                </a:cubicBezTo>
                <a:cubicBezTo>
                  <a:pt x="221192" y="179633"/>
                  <a:pt x="215970" y="170908"/>
                  <a:pt x="208996" y="16568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Freeform 42">
            <a:extLst>
              <a:ext uri="{FF2B5EF4-FFF2-40B4-BE49-F238E27FC236}">
                <a16:creationId xmlns:a16="http://schemas.microsoft.com/office/drawing/2014/main" id="{A52BC4D1-8C2D-4263-C388-5C64EE40BA91}"/>
              </a:ext>
            </a:extLst>
          </p:cNvPr>
          <p:cNvSpPr/>
          <p:nvPr/>
        </p:nvSpPr>
        <p:spPr>
          <a:xfrm>
            <a:off x="2362200" y="2260600"/>
            <a:ext cx="25706" cy="63586"/>
          </a:xfrm>
          <a:custGeom>
            <a:avLst/>
            <a:gdLst/>
            <a:ahLst/>
            <a:cxnLst/>
            <a:rect l="l" t="t" r="r" b="b"/>
            <a:pathLst>
              <a:path w="25706" h="63586">
                <a:moveTo>
                  <a:pt x="13710" y="63586"/>
                </a:moveTo>
                <a:cubicBezTo>
                  <a:pt x="6855" y="63586"/>
                  <a:pt x="0" y="56892"/>
                  <a:pt x="0" y="50201"/>
                </a:cubicBezTo>
                <a:cubicBezTo>
                  <a:pt x="0" y="11713"/>
                  <a:pt x="0" y="11713"/>
                  <a:pt x="0" y="11713"/>
                </a:cubicBezTo>
                <a:cubicBezTo>
                  <a:pt x="0" y="5019"/>
                  <a:pt x="6855" y="0"/>
                  <a:pt x="13710" y="0"/>
                </a:cubicBezTo>
                <a:cubicBezTo>
                  <a:pt x="20565" y="0"/>
                  <a:pt x="25706" y="5019"/>
                  <a:pt x="25706" y="11713"/>
                </a:cubicBezTo>
                <a:cubicBezTo>
                  <a:pt x="25706" y="50201"/>
                  <a:pt x="25706" y="50201"/>
                  <a:pt x="25706" y="50201"/>
                </a:cubicBezTo>
                <a:cubicBezTo>
                  <a:pt x="25706" y="56892"/>
                  <a:pt x="20565" y="63586"/>
                  <a:pt x="13710" y="635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Freeform 43">
            <a:extLst>
              <a:ext uri="{FF2B5EF4-FFF2-40B4-BE49-F238E27FC236}">
                <a16:creationId xmlns:a16="http://schemas.microsoft.com/office/drawing/2014/main" id="{9B0B4C7B-BB97-02D8-33C7-3C718F3BACB8}"/>
              </a:ext>
            </a:extLst>
          </p:cNvPr>
          <p:cNvSpPr/>
          <p:nvPr/>
        </p:nvSpPr>
        <p:spPr>
          <a:xfrm>
            <a:off x="2258978" y="2271599"/>
            <a:ext cx="47352" cy="59527"/>
          </a:xfrm>
          <a:custGeom>
            <a:avLst/>
            <a:gdLst/>
            <a:ahLst/>
            <a:cxnLst/>
            <a:rect l="l" t="t" r="r" b="b"/>
            <a:pathLst>
              <a:path w="47352" h="59527">
                <a:moveTo>
                  <a:pt x="33824" y="59528"/>
                </a:moveTo>
                <a:cubicBezTo>
                  <a:pt x="28749" y="59528"/>
                  <a:pt x="25366" y="57827"/>
                  <a:pt x="21986" y="54426"/>
                </a:cubicBezTo>
                <a:cubicBezTo>
                  <a:pt x="3382" y="20411"/>
                  <a:pt x="3382" y="20411"/>
                  <a:pt x="3382" y="20411"/>
                </a:cubicBezTo>
                <a:cubicBezTo>
                  <a:pt x="0" y="13606"/>
                  <a:pt x="1691" y="6805"/>
                  <a:pt x="6766" y="3402"/>
                </a:cubicBezTo>
                <a:cubicBezTo>
                  <a:pt x="13528" y="0"/>
                  <a:pt x="20294" y="1701"/>
                  <a:pt x="23676" y="8506"/>
                </a:cubicBezTo>
                <a:cubicBezTo>
                  <a:pt x="43970" y="42521"/>
                  <a:pt x="43970" y="42521"/>
                  <a:pt x="43970" y="42521"/>
                </a:cubicBezTo>
                <a:cubicBezTo>
                  <a:pt x="47352" y="47623"/>
                  <a:pt x="45662" y="56127"/>
                  <a:pt x="38896" y="59528"/>
                </a:cubicBezTo>
                <a:cubicBezTo>
                  <a:pt x="37205" y="59528"/>
                  <a:pt x="35514" y="59528"/>
                  <a:pt x="33824" y="595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Freeform 44">
            <a:extLst>
              <a:ext uri="{FF2B5EF4-FFF2-40B4-BE49-F238E27FC236}">
                <a16:creationId xmlns:a16="http://schemas.microsoft.com/office/drawing/2014/main" id="{88E159D1-E204-7C76-81CE-D83A54D58A79}"/>
              </a:ext>
            </a:extLst>
          </p:cNvPr>
          <p:cNvSpPr/>
          <p:nvPr/>
        </p:nvSpPr>
        <p:spPr>
          <a:xfrm>
            <a:off x="2195417" y="23477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47096" y="45997"/>
                </a:moveTo>
                <a:cubicBezTo>
                  <a:pt x="45413" y="45997"/>
                  <a:pt x="43730" y="45997"/>
                  <a:pt x="42051" y="44294"/>
                </a:cubicBezTo>
                <a:cubicBezTo>
                  <a:pt x="8410" y="23851"/>
                  <a:pt x="8410" y="23851"/>
                  <a:pt x="8410" y="23851"/>
                </a:cubicBezTo>
                <a:cubicBezTo>
                  <a:pt x="1683" y="20443"/>
                  <a:pt x="0" y="13628"/>
                  <a:pt x="3366" y="8518"/>
                </a:cubicBezTo>
                <a:cubicBezTo>
                  <a:pt x="6727" y="1703"/>
                  <a:pt x="15137" y="0"/>
                  <a:pt x="20183" y="3406"/>
                </a:cubicBezTo>
                <a:cubicBezTo>
                  <a:pt x="53823" y="23851"/>
                  <a:pt x="53823" y="23851"/>
                  <a:pt x="53823" y="23851"/>
                </a:cubicBezTo>
                <a:cubicBezTo>
                  <a:pt x="58869" y="27257"/>
                  <a:pt x="62233" y="34071"/>
                  <a:pt x="58869" y="39182"/>
                </a:cubicBezTo>
                <a:cubicBezTo>
                  <a:pt x="55506" y="44294"/>
                  <a:pt x="52140" y="45997"/>
                  <a:pt x="4709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Freeform 45">
            <a:extLst>
              <a:ext uri="{FF2B5EF4-FFF2-40B4-BE49-F238E27FC236}">
                <a16:creationId xmlns:a16="http://schemas.microsoft.com/office/drawing/2014/main" id="{5BC79689-18A2-D5FF-B2C2-70E6F90DED15}"/>
              </a:ext>
            </a:extLst>
          </p:cNvPr>
          <p:cNvSpPr/>
          <p:nvPr/>
        </p:nvSpPr>
        <p:spPr>
          <a:xfrm>
            <a:off x="2159000" y="2451100"/>
            <a:ext cx="63588" cy="22998"/>
          </a:xfrm>
          <a:custGeom>
            <a:avLst/>
            <a:gdLst/>
            <a:ahLst/>
            <a:cxnLst/>
            <a:rect l="l" t="t" r="r" b="b"/>
            <a:pathLst>
              <a:path w="63588" h="22998">
                <a:moveTo>
                  <a:pt x="51873" y="22998"/>
                </a:moveTo>
                <a:cubicBezTo>
                  <a:pt x="13386" y="22998"/>
                  <a:pt x="13386" y="22998"/>
                  <a:pt x="13386" y="22998"/>
                </a:cubicBezTo>
                <a:cubicBezTo>
                  <a:pt x="6694" y="22998"/>
                  <a:pt x="0" y="18070"/>
                  <a:pt x="0" y="11500"/>
                </a:cubicBezTo>
                <a:cubicBezTo>
                  <a:pt x="0" y="4929"/>
                  <a:pt x="6694" y="0"/>
                  <a:pt x="13386" y="0"/>
                </a:cubicBezTo>
                <a:cubicBezTo>
                  <a:pt x="51873" y="0"/>
                  <a:pt x="51873" y="0"/>
                  <a:pt x="51873" y="0"/>
                </a:cubicBezTo>
                <a:cubicBezTo>
                  <a:pt x="58567" y="0"/>
                  <a:pt x="63588" y="4929"/>
                  <a:pt x="63588" y="11500"/>
                </a:cubicBezTo>
                <a:cubicBezTo>
                  <a:pt x="63588" y="18070"/>
                  <a:pt x="58567" y="22998"/>
                  <a:pt x="51873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Freeform 46">
            <a:extLst>
              <a:ext uri="{FF2B5EF4-FFF2-40B4-BE49-F238E27FC236}">
                <a16:creationId xmlns:a16="http://schemas.microsoft.com/office/drawing/2014/main" id="{6A96BFDD-92D8-2BD0-18BD-C600C71DE98D}"/>
              </a:ext>
            </a:extLst>
          </p:cNvPr>
          <p:cNvSpPr/>
          <p:nvPr/>
        </p:nvSpPr>
        <p:spPr>
          <a:xfrm>
            <a:off x="2182390" y="2525664"/>
            <a:ext cx="62233" cy="45998"/>
          </a:xfrm>
          <a:custGeom>
            <a:avLst/>
            <a:gdLst/>
            <a:ahLst/>
            <a:cxnLst/>
            <a:rect l="l" t="t" r="r" b="b"/>
            <a:pathLst>
              <a:path w="62233" h="45998">
                <a:moveTo>
                  <a:pt x="15137" y="45998"/>
                </a:moveTo>
                <a:cubicBezTo>
                  <a:pt x="10091" y="45998"/>
                  <a:pt x="6727" y="42592"/>
                  <a:pt x="3364" y="39185"/>
                </a:cubicBezTo>
                <a:cubicBezTo>
                  <a:pt x="0" y="34073"/>
                  <a:pt x="3364" y="25555"/>
                  <a:pt x="8410" y="22148"/>
                </a:cubicBezTo>
                <a:cubicBezTo>
                  <a:pt x="42049" y="3408"/>
                  <a:pt x="42049" y="3408"/>
                  <a:pt x="42049" y="3408"/>
                </a:cubicBezTo>
                <a:cubicBezTo>
                  <a:pt x="48776" y="0"/>
                  <a:pt x="55504" y="1705"/>
                  <a:pt x="58867" y="6815"/>
                </a:cubicBezTo>
                <a:cubicBezTo>
                  <a:pt x="62232" y="13630"/>
                  <a:pt x="60549" y="20445"/>
                  <a:pt x="53822" y="23852"/>
                </a:cubicBezTo>
                <a:cubicBezTo>
                  <a:pt x="20181" y="44295"/>
                  <a:pt x="20181" y="44295"/>
                  <a:pt x="20181" y="44295"/>
                </a:cubicBezTo>
                <a:cubicBezTo>
                  <a:pt x="18502" y="44295"/>
                  <a:pt x="16819" y="45998"/>
                  <a:pt x="15137" y="45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Freeform 47">
            <a:extLst>
              <a:ext uri="{FF2B5EF4-FFF2-40B4-BE49-F238E27FC236}">
                <a16:creationId xmlns:a16="http://schemas.microsoft.com/office/drawing/2014/main" id="{8F783BDC-3B95-4352-99DF-5D7E16BC892E}"/>
              </a:ext>
            </a:extLst>
          </p:cNvPr>
          <p:cNvSpPr/>
          <p:nvPr/>
        </p:nvSpPr>
        <p:spPr>
          <a:xfrm>
            <a:off x="2500217" y="2538297"/>
            <a:ext cx="62235" cy="45997"/>
          </a:xfrm>
          <a:custGeom>
            <a:avLst/>
            <a:gdLst/>
            <a:ahLst/>
            <a:cxnLst/>
            <a:rect l="l" t="t" r="r" b="b"/>
            <a:pathLst>
              <a:path w="62235" h="45997">
                <a:moveTo>
                  <a:pt x="48780" y="45997"/>
                </a:moveTo>
                <a:cubicBezTo>
                  <a:pt x="45415" y="45997"/>
                  <a:pt x="43733" y="45997"/>
                  <a:pt x="42052" y="44294"/>
                </a:cubicBezTo>
                <a:cubicBezTo>
                  <a:pt x="8410" y="25554"/>
                  <a:pt x="8410" y="25554"/>
                  <a:pt x="8410" y="25554"/>
                </a:cubicBezTo>
                <a:cubicBezTo>
                  <a:pt x="1683" y="22146"/>
                  <a:pt x="0" y="13628"/>
                  <a:pt x="3366" y="8518"/>
                </a:cubicBezTo>
                <a:cubicBezTo>
                  <a:pt x="6729" y="1703"/>
                  <a:pt x="15139" y="0"/>
                  <a:pt x="20183" y="3406"/>
                </a:cubicBezTo>
                <a:cubicBezTo>
                  <a:pt x="53825" y="23851"/>
                  <a:pt x="53825" y="23851"/>
                  <a:pt x="53825" y="23851"/>
                </a:cubicBezTo>
                <a:cubicBezTo>
                  <a:pt x="60553" y="27257"/>
                  <a:pt x="62235" y="34071"/>
                  <a:pt x="58870" y="39182"/>
                </a:cubicBezTo>
                <a:cubicBezTo>
                  <a:pt x="57191" y="44294"/>
                  <a:pt x="52143" y="45997"/>
                  <a:pt x="48780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Freeform 48">
            <a:extLst>
              <a:ext uri="{FF2B5EF4-FFF2-40B4-BE49-F238E27FC236}">
                <a16:creationId xmlns:a16="http://schemas.microsoft.com/office/drawing/2014/main" id="{5FD30585-1182-1E87-DBED-249A98131618}"/>
              </a:ext>
            </a:extLst>
          </p:cNvPr>
          <p:cNvSpPr/>
          <p:nvPr/>
        </p:nvSpPr>
        <p:spPr>
          <a:xfrm>
            <a:off x="2527300" y="2463800"/>
            <a:ext cx="62234" cy="22998"/>
          </a:xfrm>
          <a:custGeom>
            <a:avLst/>
            <a:gdLst/>
            <a:ahLst/>
            <a:cxnLst/>
            <a:rect l="l" t="t" r="r" b="b"/>
            <a:pathLst>
              <a:path w="62234" h="22998">
                <a:moveTo>
                  <a:pt x="50461" y="22998"/>
                </a:moveTo>
                <a:cubicBezTo>
                  <a:pt x="11773" y="22998"/>
                  <a:pt x="11773" y="22998"/>
                  <a:pt x="11773" y="22998"/>
                </a:cubicBezTo>
                <a:cubicBezTo>
                  <a:pt x="5044" y="22998"/>
                  <a:pt x="0" y="18070"/>
                  <a:pt x="0" y="11500"/>
                </a:cubicBezTo>
                <a:cubicBezTo>
                  <a:pt x="0" y="4929"/>
                  <a:pt x="5044" y="0"/>
                  <a:pt x="11773" y="0"/>
                </a:cubicBezTo>
                <a:cubicBezTo>
                  <a:pt x="50461" y="0"/>
                  <a:pt x="50461" y="0"/>
                  <a:pt x="50461" y="0"/>
                </a:cubicBezTo>
                <a:cubicBezTo>
                  <a:pt x="57189" y="0"/>
                  <a:pt x="62234" y="4929"/>
                  <a:pt x="62234" y="11500"/>
                </a:cubicBezTo>
                <a:cubicBezTo>
                  <a:pt x="62234" y="18070"/>
                  <a:pt x="57189" y="22998"/>
                  <a:pt x="50461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Freeform 49">
            <a:extLst>
              <a:ext uri="{FF2B5EF4-FFF2-40B4-BE49-F238E27FC236}">
                <a16:creationId xmlns:a16="http://schemas.microsoft.com/office/drawing/2014/main" id="{3957F574-629D-1D0F-C4CB-1A4F6EC922D2}"/>
              </a:ext>
            </a:extLst>
          </p:cNvPr>
          <p:cNvSpPr/>
          <p:nvPr/>
        </p:nvSpPr>
        <p:spPr>
          <a:xfrm>
            <a:off x="2500217" y="23604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13456" y="45997"/>
                </a:moveTo>
                <a:cubicBezTo>
                  <a:pt x="10093" y="45997"/>
                  <a:pt x="5045" y="44294"/>
                  <a:pt x="3366" y="40886"/>
                </a:cubicBezTo>
                <a:cubicBezTo>
                  <a:pt x="0" y="34071"/>
                  <a:pt x="1683" y="27257"/>
                  <a:pt x="8410" y="23851"/>
                </a:cubicBezTo>
                <a:cubicBezTo>
                  <a:pt x="42051" y="3406"/>
                  <a:pt x="42051" y="3406"/>
                  <a:pt x="42051" y="3406"/>
                </a:cubicBezTo>
                <a:cubicBezTo>
                  <a:pt x="47096" y="0"/>
                  <a:pt x="55506" y="1703"/>
                  <a:pt x="58869" y="8518"/>
                </a:cubicBezTo>
                <a:cubicBezTo>
                  <a:pt x="62233" y="13628"/>
                  <a:pt x="58869" y="22146"/>
                  <a:pt x="53823" y="25554"/>
                </a:cubicBezTo>
                <a:cubicBezTo>
                  <a:pt x="20183" y="44294"/>
                  <a:pt x="20183" y="44294"/>
                  <a:pt x="20183" y="44294"/>
                </a:cubicBezTo>
                <a:cubicBezTo>
                  <a:pt x="18503" y="45997"/>
                  <a:pt x="15137" y="45997"/>
                  <a:pt x="1345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Freeform 50">
            <a:extLst>
              <a:ext uri="{FF2B5EF4-FFF2-40B4-BE49-F238E27FC236}">
                <a16:creationId xmlns:a16="http://schemas.microsoft.com/office/drawing/2014/main" id="{4A9A299C-F477-027A-74D7-6CA3D55F16EC}"/>
              </a:ext>
            </a:extLst>
          </p:cNvPr>
          <p:cNvSpPr/>
          <p:nvPr/>
        </p:nvSpPr>
        <p:spPr>
          <a:xfrm>
            <a:off x="2449431" y="2284368"/>
            <a:ext cx="48705" cy="59527"/>
          </a:xfrm>
          <a:custGeom>
            <a:avLst/>
            <a:gdLst/>
            <a:ahLst/>
            <a:cxnLst/>
            <a:rect l="l" t="t" r="r" b="b"/>
            <a:pathLst>
              <a:path w="48705" h="59527">
                <a:moveTo>
                  <a:pt x="13916" y="59527"/>
                </a:moveTo>
                <a:cubicBezTo>
                  <a:pt x="12177" y="59527"/>
                  <a:pt x="8697" y="59527"/>
                  <a:pt x="6959" y="57827"/>
                </a:cubicBezTo>
                <a:cubicBezTo>
                  <a:pt x="1739" y="54426"/>
                  <a:pt x="0" y="47621"/>
                  <a:pt x="3480" y="40818"/>
                </a:cubicBezTo>
                <a:cubicBezTo>
                  <a:pt x="22614" y="6805"/>
                  <a:pt x="22614" y="6805"/>
                  <a:pt x="22614" y="6805"/>
                </a:cubicBezTo>
                <a:cubicBezTo>
                  <a:pt x="26091" y="1701"/>
                  <a:pt x="33049" y="0"/>
                  <a:pt x="40008" y="3401"/>
                </a:cubicBezTo>
                <a:cubicBezTo>
                  <a:pt x="45226" y="6805"/>
                  <a:pt x="48705" y="13606"/>
                  <a:pt x="45226" y="18710"/>
                </a:cubicBezTo>
                <a:cubicBezTo>
                  <a:pt x="24352" y="54426"/>
                  <a:pt x="24352" y="54426"/>
                  <a:pt x="24352" y="54426"/>
                </a:cubicBezTo>
                <a:cubicBezTo>
                  <a:pt x="22614" y="57827"/>
                  <a:pt x="17394" y="59527"/>
                  <a:pt x="13916" y="595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Freeform 51">
            <a:extLst>
              <a:ext uri="{FF2B5EF4-FFF2-40B4-BE49-F238E27FC236}">
                <a16:creationId xmlns:a16="http://schemas.microsoft.com/office/drawing/2014/main" id="{6E688BC9-B9EF-28A1-0AF7-4D0ACD5AC80B}"/>
              </a:ext>
            </a:extLst>
          </p:cNvPr>
          <p:cNvSpPr/>
          <p:nvPr/>
        </p:nvSpPr>
        <p:spPr>
          <a:xfrm>
            <a:off x="2260600" y="2362200"/>
            <a:ext cx="228639" cy="274634"/>
          </a:xfrm>
          <a:custGeom>
            <a:avLst/>
            <a:gdLst/>
            <a:ahLst/>
            <a:cxnLst/>
            <a:rect l="l" t="t" r="r" b="b"/>
            <a:pathLst>
              <a:path w="228639" h="274634">
                <a:moveTo>
                  <a:pt x="228639" y="113579"/>
                </a:moveTo>
                <a:cubicBezTo>
                  <a:pt x="228639" y="50858"/>
                  <a:pt x="177449" y="0"/>
                  <a:pt x="114319" y="0"/>
                </a:cubicBezTo>
                <a:cubicBezTo>
                  <a:pt x="51190" y="0"/>
                  <a:pt x="0" y="50858"/>
                  <a:pt x="0" y="113579"/>
                </a:cubicBezTo>
                <a:cubicBezTo>
                  <a:pt x="0" y="116973"/>
                  <a:pt x="0" y="120368"/>
                  <a:pt x="0" y="123750"/>
                </a:cubicBezTo>
                <a:cubicBezTo>
                  <a:pt x="0" y="125454"/>
                  <a:pt x="1704" y="169523"/>
                  <a:pt x="44362" y="223775"/>
                </a:cubicBezTo>
                <a:cubicBezTo>
                  <a:pt x="58017" y="240725"/>
                  <a:pt x="52894" y="274634"/>
                  <a:pt x="52894" y="274634"/>
                </a:cubicBezTo>
                <a:cubicBezTo>
                  <a:pt x="69957" y="274634"/>
                  <a:pt x="87020" y="274634"/>
                  <a:pt x="105788" y="274634"/>
                </a:cubicBezTo>
                <a:cubicBezTo>
                  <a:pt x="110912" y="274634"/>
                  <a:pt x="116023" y="274634"/>
                  <a:pt x="121147" y="274634"/>
                </a:cubicBezTo>
                <a:cubicBezTo>
                  <a:pt x="139915" y="274634"/>
                  <a:pt x="156977" y="274634"/>
                  <a:pt x="174041" y="274634"/>
                </a:cubicBezTo>
                <a:cubicBezTo>
                  <a:pt x="174041" y="274634"/>
                  <a:pt x="168918" y="240725"/>
                  <a:pt x="182573" y="223775"/>
                </a:cubicBezTo>
                <a:cubicBezTo>
                  <a:pt x="225231" y="169523"/>
                  <a:pt x="228639" y="125454"/>
                  <a:pt x="226935" y="123750"/>
                </a:cubicBezTo>
                <a:cubicBezTo>
                  <a:pt x="226935" y="120368"/>
                  <a:pt x="228639" y="116973"/>
                  <a:pt x="228639" y="113579"/>
                </a:cubicBezTo>
                <a:close/>
                <a:moveTo>
                  <a:pt x="100665" y="254291"/>
                </a:moveTo>
                <a:cubicBezTo>
                  <a:pt x="100665" y="200038"/>
                  <a:pt x="100665" y="200038"/>
                  <a:pt x="100665" y="200038"/>
                </a:cubicBezTo>
                <a:cubicBezTo>
                  <a:pt x="100665" y="198347"/>
                  <a:pt x="100665" y="198347"/>
                  <a:pt x="98961" y="196656"/>
                </a:cubicBezTo>
                <a:cubicBezTo>
                  <a:pt x="76784" y="154266"/>
                  <a:pt x="76784" y="154266"/>
                  <a:pt x="76784" y="154266"/>
                </a:cubicBezTo>
                <a:cubicBezTo>
                  <a:pt x="78489" y="154266"/>
                  <a:pt x="80193" y="154266"/>
                  <a:pt x="81897" y="152574"/>
                </a:cubicBezTo>
                <a:cubicBezTo>
                  <a:pt x="85316" y="152574"/>
                  <a:pt x="88725" y="149179"/>
                  <a:pt x="92133" y="147489"/>
                </a:cubicBezTo>
                <a:cubicBezTo>
                  <a:pt x="95552" y="150884"/>
                  <a:pt x="100665" y="154266"/>
                  <a:pt x="104084" y="154266"/>
                </a:cubicBezTo>
                <a:cubicBezTo>
                  <a:pt x="110912" y="155969"/>
                  <a:pt x="117728" y="152574"/>
                  <a:pt x="124555" y="147489"/>
                </a:cubicBezTo>
                <a:cubicBezTo>
                  <a:pt x="124555" y="147489"/>
                  <a:pt x="124555" y="147489"/>
                  <a:pt x="124555" y="149179"/>
                </a:cubicBezTo>
                <a:cubicBezTo>
                  <a:pt x="127974" y="154266"/>
                  <a:pt x="133087" y="155969"/>
                  <a:pt x="136506" y="155969"/>
                </a:cubicBezTo>
                <a:cubicBezTo>
                  <a:pt x="138210" y="155969"/>
                  <a:pt x="138210" y="155969"/>
                  <a:pt x="138210" y="155969"/>
                </a:cubicBezTo>
                <a:cubicBezTo>
                  <a:pt x="139915" y="155969"/>
                  <a:pt x="141619" y="155969"/>
                  <a:pt x="143323" y="154266"/>
                </a:cubicBezTo>
                <a:cubicBezTo>
                  <a:pt x="121147" y="196656"/>
                  <a:pt x="121147" y="196656"/>
                  <a:pt x="121147" y="196656"/>
                </a:cubicBezTo>
                <a:cubicBezTo>
                  <a:pt x="121147" y="198347"/>
                  <a:pt x="121147" y="198347"/>
                  <a:pt x="121147" y="200038"/>
                </a:cubicBezTo>
                <a:cubicBezTo>
                  <a:pt x="121147" y="254291"/>
                  <a:pt x="121147" y="254291"/>
                  <a:pt x="121147" y="254291"/>
                </a:cubicBezTo>
                <a:lnTo>
                  <a:pt x="100665" y="254291"/>
                </a:lnTo>
                <a:close/>
                <a:moveTo>
                  <a:pt x="93848" y="122060"/>
                </a:moveTo>
                <a:cubicBezTo>
                  <a:pt x="93848" y="122060"/>
                  <a:pt x="93848" y="122060"/>
                  <a:pt x="93848" y="122060"/>
                </a:cubicBezTo>
                <a:cubicBezTo>
                  <a:pt x="93848" y="122060"/>
                  <a:pt x="93848" y="122060"/>
                  <a:pt x="95552" y="122060"/>
                </a:cubicBezTo>
                <a:cubicBezTo>
                  <a:pt x="97257" y="122060"/>
                  <a:pt x="97257" y="122060"/>
                  <a:pt x="97257" y="125454"/>
                </a:cubicBezTo>
                <a:cubicBezTo>
                  <a:pt x="97257" y="127145"/>
                  <a:pt x="95552" y="130541"/>
                  <a:pt x="93848" y="135626"/>
                </a:cubicBezTo>
                <a:cubicBezTo>
                  <a:pt x="92133" y="128836"/>
                  <a:pt x="92133" y="123750"/>
                  <a:pt x="93848" y="122060"/>
                </a:cubicBezTo>
                <a:close/>
                <a:moveTo>
                  <a:pt x="126260" y="120368"/>
                </a:moveTo>
                <a:cubicBezTo>
                  <a:pt x="126260" y="118665"/>
                  <a:pt x="127974" y="118665"/>
                  <a:pt x="127974" y="118665"/>
                </a:cubicBezTo>
                <a:cubicBezTo>
                  <a:pt x="127974" y="118665"/>
                  <a:pt x="127974" y="118665"/>
                  <a:pt x="127974" y="118665"/>
                </a:cubicBezTo>
                <a:cubicBezTo>
                  <a:pt x="129678" y="118665"/>
                  <a:pt x="129678" y="118665"/>
                  <a:pt x="129678" y="118665"/>
                </a:cubicBezTo>
                <a:cubicBezTo>
                  <a:pt x="129678" y="120368"/>
                  <a:pt x="129678" y="125454"/>
                  <a:pt x="126260" y="132231"/>
                </a:cubicBezTo>
                <a:cubicBezTo>
                  <a:pt x="124555" y="127145"/>
                  <a:pt x="124555" y="122060"/>
                  <a:pt x="126260" y="120368"/>
                </a:cubicBezTo>
                <a:close/>
                <a:moveTo>
                  <a:pt x="208167" y="116973"/>
                </a:moveTo>
                <a:cubicBezTo>
                  <a:pt x="206452" y="130541"/>
                  <a:pt x="206452" y="130541"/>
                  <a:pt x="206452" y="130541"/>
                </a:cubicBezTo>
                <a:cubicBezTo>
                  <a:pt x="206452" y="130541"/>
                  <a:pt x="206452" y="130541"/>
                  <a:pt x="206452" y="130541"/>
                </a:cubicBezTo>
                <a:cubicBezTo>
                  <a:pt x="204748" y="142403"/>
                  <a:pt x="196216" y="174608"/>
                  <a:pt x="167213" y="211913"/>
                </a:cubicBezTo>
                <a:cubicBezTo>
                  <a:pt x="156977" y="223775"/>
                  <a:pt x="153558" y="240725"/>
                  <a:pt x="153558" y="254291"/>
                </a:cubicBezTo>
                <a:cubicBezTo>
                  <a:pt x="134791" y="254291"/>
                  <a:pt x="134791" y="254291"/>
                  <a:pt x="134791" y="254291"/>
                </a:cubicBezTo>
                <a:cubicBezTo>
                  <a:pt x="134791" y="201742"/>
                  <a:pt x="134791" y="201742"/>
                  <a:pt x="134791" y="201742"/>
                </a:cubicBezTo>
                <a:cubicBezTo>
                  <a:pt x="160386" y="152574"/>
                  <a:pt x="160386" y="152574"/>
                  <a:pt x="160386" y="152574"/>
                </a:cubicBezTo>
                <a:cubicBezTo>
                  <a:pt x="162090" y="149179"/>
                  <a:pt x="160386" y="144094"/>
                  <a:pt x="156977" y="142403"/>
                </a:cubicBezTo>
                <a:cubicBezTo>
                  <a:pt x="153558" y="140712"/>
                  <a:pt x="150151" y="142403"/>
                  <a:pt x="148446" y="145797"/>
                </a:cubicBezTo>
                <a:cubicBezTo>
                  <a:pt x="145026" y="147489"/>
                  <a:pt x="141619" y="149179"/>
                  <a:pt x="138210" y="149179"/>
                </a:cubicBezTo>
                <a:cubicBezTo>
                  <a:pt x="134791" y="149179"/>
                  <a:pt x="133087" y="147489"/>
                  <a:pt x="131383" y="144094"/>
                </a:cubicBezTo>
                <a:cubicBezTo>
                  <a:pt x="129678" y="144094"/>
                  <a:pt x="129678" y="142403"/>
                  <a:pt x="127974" y="140712"/>
                </a:cubicBezTo>
                <a:cubicBezTo>
                  <a:pt x="127974" y="140712"/>
                  <a:pt x="127974" y="140712"/>
                  <a:pt x="127974" y="140712"/>
                </a:cubicBezTo>
                <a:cubicBezTo>
                  <a:pt x="134791" y="132231"/>
                  <a:pt x="138210" y="122060"/>
                  <a:pt x="134791" y="115283"/>
                </a:cubicBezTo>
                <a:cubicBezTo>
                  <a:pt x="134791" y="111888"/>
                  <a:pt x="131383" y="110197"/>
                  <a:pt x="127974" y="111888"/>
                </a:cubicBezTo>
                <a:cubicBezTo>
                  <a:pt x="124555" y="111888"/>
                  <a:pt x="121147" y="113579"/>
                  <a:pt x="119442" y="116973"/>
                </a:cubicBezTo>
                <a:cubicBezTo>
                  <a:pt x="117728" y="122060"/>
                  <a:pt x="117728" y="132231"/>
                  <a:pt x="121147" y="139008"/>
                </a:cubicBezTo>
                <a:cubicBezTo>
                  <a:pt x="116023" y="144094"/>
                  <a:pt x="110912" y="149179"/>
                  <a:pt x="105788" y="147489"/>
                </a:cubicBezTo>
                <a:cubicBezTo>
                  <a:pt x="102380" y="147489"/>
                  <a:pt x="98961" y="145797"/>
                  <a:pt x="97257" y="142403"/>
                </a:cubicBezTo>
                <a:cubicBezTo>
                  <a:pt x="102380" y="135626"/>
                  <a:pt x="104084" y="130541"/>
                  <a:pt x="104084" y="123750"/>
                </a:cubicBezTo>
                <a:cubicBezTo>
                  <a:pt x="104084" y="120368"/>
                  <a:pt x="102380" y="115283"/>
                  <a:pt x="97257" y="115283"/>
                </a:cubicBezTo>
                <a:cubicBezTo>
                  <a:pt x="93848" y="113579"/>
                  <a:pt x="90429" y="115283"/>
                  <a:pt x="88725" y="116973"/>
                </a:cubicBezTo>
                <a:cubicBezTo>
                  <a:pt x="83612" y="122060"/>
                  <a:pt x="85316" y="130541"/>
                  <a:pt x="87020" y="137317"/>
                </a:cubicBezTo>
                <a:cubicBezTo>
                  <a:pt x="87020" y="139008"/>
                  <a:pt x="87020" y="140712"/>
                  <a:pt x="88725" y="140712"/>
                </a:cubicBezTo>
                <a:cubicBezTo>
                  <a:pt x="85316" y="144094"/>
                  <a:pt x="81897" y="145797"/>
                  <a:pt x="80193" y="147489"/>
                </a:cubicBezTo>
                <a:cubicBezTo>
                  <a:pt x="76784" y="147489"/>
                  <a:pt x="75080" y="147489"/>
                  <a:pt x="73365" y="147489"/>
                </a:cubicBezTo>
                <a:cubicBezTo>
                  <a:pt x="73365" y="145797"/>
                  <a:pt x="73365" y="145797"/>
                  <a:pt x="73365" y="145797"/>
                </a:cubicBezTo>
                <a:cubicBezTo>
                  <a:pt x="71661" y="142403"/>
                  <a:pt x="68254" y="140712"/>
                  <a:pt x="64834" y="142403"/>
                </a:cubicBezTo>
                <a:cubicBezTo>
                  <a:pt x="64834" y="142403"/>
                  <a:pt x="64834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59722" y="144094"/>
                  <a:pt x="59722" y="149179"/>
                  <a:pt x="61426" y="152574"/>
                </a:cubicBezTo>
                <a:cubicBezTo>
                  <a:pt x="87020" y="201742"/>
                  <a:pt x="87020" y="201742"/>
                  <a:pt x="87020" y="201742"/>
                </a:cubicBezTo>
                <a:cubicBezTo>
                  <a:pt x="87020" y="254291"/>
                  <a:pt x="87020" y="254291"/>
                  <a:pt x="87020" y="254291"/>
                </a:cubicBezTo>
                <a:cubicBezTo>
                  <a:pt x="73365" y="254291"/>
                  <a:pt x="73365" y="254291"/>
                  <a:pt x="73365" y="254291"/>
                </a:cubicBezTo>
                <a:cubicBezTo>
                  <a:pt x="73365" y="240725"/>
                  <a:pt x="69957" y="223775"/>
                  <a:pt x="61426" y="211913"/>
                </a:cubicBezTo>
                <a:cubicBezTo>
                  <a:pt x="30707" y="174608"/>
                  <a:pt x="22187" y="142403"/>
                  <a:pt x="20471" y="130541"/>
                </a:cubicBezTo>
                <a:cubicBezTo>
                  <a:pt x="20471" y="130541"/>
                  <a:pt x="20471" y="130541"/>
                  <a:pt x="20471" y="130541"/>
                </a:cubicBezTo>
                <a:cubicBezTo>
                  <a:pt x="18768" y="116973"/>
                  <a:pt x="18768" y="116973"/>
                  <a:pt x="18768" y="116973"/>
                </a:cubicBezTo>
                <a:cubicBezTo>
                  <a:pt x="18768" y="115283"/>
                  <a:pt x="18768" y="113579"/>
                  <a:pt x="18768" y="113579"/>
                </a:cubicBezTo>
                <a:cubicBezTo>
                  <a:pt x="18768" y="61030"/>
                  <a:pt x="61426" y="18652"/>
                  <a:pt x="114319" y="18652"/>
                </a:cubicBezTo>
                <a:cubicBezTo>
                  <a:pt x="165509" y="18652"/>
                  <a:pt x="208167" y="61030"/>
                  <a:pt x="208167" y="113579"/>
                </a:cubicBezTo>
                <a:cubicBezTo>
                  <a:pt x="208167" y="113579"/>
                  <a:pt x="208167" y="115283"/>
                  <a:pt x="208167" y="11697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Freeform 52">
            <a:extLst>
              <a:ext uri="{FF2B5EF4-FFF2-40B4-BE49-F238E27FC236}">
                <a16:creationId xmlns:a16="http://schemas.microsoft.com/office/drawing/2014/main" id="{2B629E9A-7805-74F1-F217-3E50B0D814D9}"/>
              </a:ext>
            </a:extLst>
          </p:cNvPr>
          <p:cNvSpPr/>
          <p:nvPr/>
        </p:nvSpPr>
        <p:spPr>
          <a:xfrm>
            <a:off x="2311400" y="2641600"/>
            <a:ext cx="120409" cy="68998"/>
          </a:xfrm>
          <a:custGeom>
            <a:avLst/>
            <a:gdLst/>
            <a:ahLst/>
            <a:cxnLst/>
            <a:rect l="l" t="t" r="r" b="b"/>
            <a:pathLst>
              <a:path w="120409" h="68998">
                <a:moveTo>
                  <a:pt x="0" y="10349"/>
                </a:moveTo>
                <a:cubicBezTo>
                  <a:pt x="5089" y="10349"/>
                  <a:pt x="5089" y="10349"/>
                  <a:pt x="5089" y="10349"/>
                </a:cubicBezTo>
                <a:cubicBezTo>
                  <a:pt x="5089" y="18975"/>
                  <a:pt x="5089" y="18975"/>
                  <a:pt x="5089" y="18975"/>
                </a:cubicBezTo>
                <a:cubicBezTo>
                  <a:pt x="0" y="18975"/>
                  <a:pt x="0" y="18975"/>
                  <a:pt x="0" y="18975"/>
                </a:cubicBezTo>
                <a:cubicBezTo>
                  <a:pt x="0" y="29324"/>
                  <a:pt x="0" y="29324"/>
                  <a:pt x="0" y="29324"/>
                </a:cubicBezTo>
                <a:cubicBezTo>
                  <a:pt x="5089" y="29324"/>
                  <a:pt x="5089" y="29324"/>
                  <a:pt x="5089" y="29324"/>
                </a:cubicBezTo>
                <a:cubicBezTo>
                  <a:pt x="5089" y="37949"/>
                  <a:pt x="5089" y="37949"/>
                  <a:pt x="5089" y="37949"/>
                </a:cubicBezTo>
                <a:cubicBezTo>
                  <a:pt x="0" y="37949"/>
                  <a:pt x="0" y="37949"/>
                  <a:pt x="0" y="37949"/>
                </a:cubicBezTo>
                <a:cubicBezTo>
                  <a:pt x="1694" y="48298"/>
                  <a:pt x="11873" y="58649"/>
                  <a:pt x="27136" y="58649"/>
                </a:cubicBezTo>
                <a:cubicBezTo>
                  <a:pt x="28832" y="65549"/>
                  <a:pt x="33920" y="68998"/>
                  <a:pt x="40700" y="68998"/>
                </a:cubicBezTo>
                <a:cubicBezTo>
                  <a:pt x="79709" y="68998"/>
                  <a:pt x="79709" y="68998"/>
                  <a:pt x="79709" y="68998"/>
                </a:cubicBezTo>
                <a:cubicBezTo>
                  <a:pt x="86488" y="68998"/>
                  <a:pt x="91577" y="65549"/>
                  <a:pt x="94973" y="58649"/>
                </a:cubicBezTo>
                <a:cubicBezTo>
                  <a:pt x="108535" y="58649"/>
                  <a:pt x="118715" y="48298"/>
                  <a:pt x="120409" y="37949"/>
                </a:cubicBezTo>
                <a:cubicBezTo>
                  <a:pt x="115320" y="37949"/>
                  <a:pt x="115320" y="37949"/>
                  <a:pt x="115320" y="37949"/>
                </a:cubicBezTo>
                <a:cubicBezTo>
                  <a:pt x="115320" y="29324"/>
                  <a:pt x="115320" y="29324"/>
                  <a:pt x="115320" y="29324"/>
                </a:cubicBezTo>
                <a:cubicBezTo>
                  <a:pt x="120409" y="29324"/>
                  <a:pt x="120409" y="29324"/>
                  <a:pt x="120409" y="29324"/>
                </a:cubicBezTo>
                <a:cubicBezTo>
                  <a:pt x="120409" y="18975"/>
                  <a:pt x="120409" y="18975"/>
                  <a:pt x="120409" y="18975"/>
                </a:cubicBezTo>
                <a:cubicBezTo>
                  <a:pt x="115320" y="18975"/>
                  <a:pt x="115320" y="18975"/>
                  <a:pt x="115320" y="18975"/>
                </a:cubicBezTo>
                <a:cubicBezTo>
                  <a:pt x="115320" y="10349"/>
                  <a:pt x="115320" y="10349"/>
                  <a:pt x="115320" y="10349"/>
                </a:cubicBezTo>
                <a:cubicBezTo>
                  <a:pt x="120409" y="10349"/>
                  <a:pt x="120409" y="10349"/>
                  <a:pt x="120409" y="10349"/>
                </a:cubicBezTo>
                <a:cubicBezTo>
                  <a:pt x="120409" y="0"/>
                  <a:pt x="120409" y="0"/>
                  <a:pt x="12040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3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2298710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FDE90AF-D06B-A0A7-4121-3791C83777E6}"/>
              </a:ext>
            </a:extLst>
          </p:cNvPr>
          <p:cNvSpPr/>
          <p:nvPr/>
        </p:nvSpPr>
        <p:spPr>
          <a:xfrm>
            <a:off x="666750" y="2740061"/>
            <a:ext cx="10858500" cy="13441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6557337C-E8A3-E738-19B1-E705B4956512}"/>
              </a:ext>
            </a:extLst>
          </p:cNvPr>
          <p:cNvSpPr/>
          <p:nvPr/>
        </p:nvSpPr>
        <p:spPr>
          <a:xfrm>
            <a:off x="45656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DB99849A-52EA-95E5-FCAF-524325A70610}"/>
              </a:ext>
            </a:extLst>
          </p:cNvPr>
          <p:cNvSpPr/>
          <p:nvPr/>
        </p:nvSpPr>
        <p:spPr>
          <a:xfrm>
            <a:off x="82613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4BAC272A-A091-BEDC-9631-7449FE6F123F}"/>
              </a:ext>
            </a:extLst>
          </p:cNvPr>
          <p:cNvSpPr/>
          <p:nvPr/>
        </p:nvSpPr>
        <p:spPr>
          <a:xfrm>
            <a:off x="45783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8598B6D2-3046-F8D8-FBB0-F4647994D27E}"/>
              </a:ext>
            </a:extLst>
          </p:cNvPr>
          <p:cNvSpPr/>
          <p:nvPr/>
        </p:nvSpPr>
        <p:spPr>
          <a:xfrm>
            <a:off x="82740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" name="Connector 25">
            <a:extLst>
              <a:ext uri="{FF2B5EF4-FFF2-40B4-BE49-F238E27FC236}">
                <a16:creationId xmlns:a16="http://schemas.microsoft.com/office/drawing/2014/main" id="{08384863-0AF4-D3D8-13D8-FF039DBB945B}"/>
              </a:ext>
            </a:extLst>
          </p:cNvPr>
          <p:cNvCxnSpPr/>
          <p:nvPr/>
        </p:nvCxnSpPr>
        <p:spPr>
          <a:xfrm rot="5">
            <a:off x="5657850" y="2319926"/>
            <a:ext cx="8890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1" name="Connector 26">
            <a:extLst>
              <a:ext uri="{FF2B5EF4-FFF2-40B4-BE49-F238E27FC236}">
                <a16:creationId xmlns:a16="http://schemas.microsoft.com/office/drawing/2014/main" id="{5CF3A5FD-E24F-F5D6-E620-A9FECD69AAC0}"/>
              </a:ext>
            </a:extLst>
          </p:cNvPr>
          <p:cNvCxnSpPr/>
          <p:nvPr/>
        </p:nvCxnSpPr>
        <p:spPr>
          <a:xfrm rot="4">
            <a:off x="93408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2">
            <a:extLst>
              <a:ext uri="{FF2B5EF4-FFF2-40B4-BE49-F238E27FC236}">
                <a16:creationId xmlns:a16="http://schemas.microsoft.com/office/drawing/2014/main" id="{148892B6-CD71-F624-A4BE-77AC8FBAAB95}"/>
              </a:ext>
            </a:extLst>
          </p:cNvPr>
          <p:cNvSpPr/>
          <p:nvPr/>
        </p:nvSpPr>
        <p:spPr>
          <a:xfrm>
            <a:off x="8699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F5B0D683-35DA-8DD7-6794-57E57B657050}"/>
              </a:ext>
            </a:extLst>
          </p:cNvPr>
          <p:cNvSpPr/>
          <p:nvPr/>
        </p:nvSpPr>
        <p:spPr>
          <a:xfrm>
            <a:off x="875362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" name="Connector 23">
            <a:extLst>
              <a:ext uri="{FF2B5EF4-FFF2-40B4-BE49-F238E27FC236}">
                <a16:creationId xmlns:a16="http://schemas.microsoft.com/office/drawing/2014/main" id="{6D27593A-F22D-88F9-C79C-97F432C7A2F8}"/>
              </a:ext>
            </a:extLst>
          </p:cNvPr>
          <p:cNvCxnSpPr/>
          <p:nvPr/>
        </p:nvCxnSpPr>
        <p:spPr>
          <a:xfrm rot="4">
            <a:off x="19621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35689653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>
            <a:extLst>
              <a:ext uri="{FF2B5EF4-FFF2-40B4-BE49-F238E27FC236}">
                <a16:creationId xmlns:a16="http://schemas.microsoft.com/office/drawing/2014/main" id="{D67635CD-646D-7B00-FCB3-502BC52D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15" b="28415"/>
          <a:stretch>
            <a:fillRect/>
          </a:stretch>
        </p:blipFill>
        <p:spPr>
          <a:xfrm>
            <a:off x="2895600" y="1727200"/>
            <a:ext cx="8623300" cy="200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12">
            <a:extLst>
              <a:ext uri="{FF2B5EF4-FFF2-40B4-BE49-F238E27FC236}">
                <a16:creationId xmlns:a16="http://schemas.microsoft.com/office/drawing/2014/main" id="{9CF639FF-1518-D6A9-E84A-E75D4DA37251}"/>
              </a:ext>
            </a:extLst>
          </p:cNvPr>
          <p:cNvSpPr/>
          <p:nvPr/>
        </p:nvSpPr>
        <p:spPr>
          <a:xfrm>
            <a:off x="673100" y="1739900"/>
            <a:ext cx="10845800" cy="2006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2F6FA">
                  <a:alpha val="53000"/>
                </a:srgbClr>
              </a:gs>
              <a:gs pos="74000">
                <a:srgbClr val="26476A">
                  <a:alpha val="100000"/>
                </a:srgbClr>
              </a:gs>
              <a:gs pos="83000">
                <a:srgbClr val="26476A">
                  <a:alpha val="100000"/>
                </a:srgbClr>
              </a:gs>
              <a:gs pos="100000">
                <a:srgbClr val="26476A">
                  <a:alpha val="100000"/>
                </a:srgbClr>
              </a:gs>
            </a:gsLst>
            <a:lin ang="108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818FDEA-2A9D-C31B-55EA-2C411CE9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6900" y="2273300"/>
            <a:ext cx="7493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4">
            <a:extLst>
              <a:ext uri="{FF2B5EF4-FFF2-40B4-BE49-F238E27FC236}">
                <a16:creationId xmlns:a16="http://schemas.microsoft.com/office/drawing/2014/main" id="{34D927B9-7D42-4BA5-B690-F733FA82FBB2}"/>
              </a:ext>
            </a:extLst>
          </p:cNvPr>
          <p:cNvSpPr/>
          <p:nvPr/>
        </p:nvSpPr>
        <p:spPr>
          <a:xfrm>
            <a:off x="1574800" y="2070100"/>
            <a:ext cx="7137400" cy="1155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4DA18B41-8979-5166-98A7-8E7C79B88FE6}"/>
              </a:ext>
            </a:extLst>
          </p:cNvPr>
          <p:cNvSpPr/>
          <p:nvPr/>
        </p:nvSpPr>
        <p:spPr>
          <a:xfrm rot="5400000">
            <a:off x="1257300" y="2578100"/>
            <a:ext cx="254000" cy="1270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A0AA7D50-A1E0-D31C-9673-874898DD7A2C}"/>
              </a:ext>
            </a:extLst>
          </p:cNvPr>
          <p:cNvSpPr/>
          <p:nvPr/>
        </p:nvSpPr>
        <p:spPr>
          <a:xfrm>
            <a:off x="10160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C8B75C00-2E7F-7A98-39B6-F78DAED698A6}"/>
              </a:ext>
            </a:extLst>
          </p:cNvPr>
          <p:cNvSpPr/>
          <p:nvPr/>
        </p:nvSpPr>
        <p:spPr>
          <a:xfrm>
            <a:off x="4559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DF8ACAC-F5D3-1791-834A-57AB480033ED}"/>
              </a:ext>
            </a:extLst>
          </p:cNvPr>
          <p:cNvSpPr/>
          <p:nvPr/>
        </p:nvSpPr>
        <p:spPr>
          <a:xfrm>
            <a:off x="8115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A389D54C-1E28-ACA2-8067-2F7E43CB2966}"/>
              </a:ext>
            </a:extLst>
          </p:cNvPr>
          <p:cNvSpPr/>
          <p:nvPr/>
        </p:nvSpPr>
        <p:spPr>
          <a:xfrm>
            <a:off x="1219200" y="4533900"/>
            <a:ext cx="27559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420DDB25-6659-9E49-231E-EB244D98E151}"/>
              </a:ext>
            </a:extLst>
          </p:cNvPr>
          <p:cNvSpPr/>
          <p:nvPr/>
        </p:nvSpPr>
        <p:spPr>
          <a:xfrm>
            <a:off x="13208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5FF928F7-2E1B-69BE-B570-5AD5304AD93E}"/>
              </a:ext>
            </a:extLst>
          </p:cNvPr>
          <p:cNvSpPr/>
          <p:nvPr/>
        </p:nvSpPr>
        <p:spPr>
          <a:xfrm>
            <a:off x="18669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6EE6E1BE-923D-18CE-6D5E-B179186DF5F9}"/>
              </a:ext>
            </a:extLst>
          </p:cNvPr>
          <p:cNvSpPr/>
          <p:nvPr/>
        </p:nvSpPr>
        <p:spPr>
          <a:xfrm>
            <a:off x="5410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E21A4340-6557-91FD-BB02-DBE3EED720AB}"/>
              </a:ext>
            </a:extLst>
          </p:cNvPr>
          <p:cNvSpPr/>
          <p:nvPr/>
        </p:nvSpPr>
        <p:spPr>
          <a:xfrm>
            <a:off x="8966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2BEF0DF9-E39D-63C2-364A-FBA037F34491}"/>
              </a:ext>
            </a:extLst>
          </p:cNvPr>
          <p:cNvSpPr/>
          <p:nvPr/>
        </p:nvSpPr>
        <p:spPr>
          <a:xfrm>
            <a:off x="4762500" y="4533900"/>
            <a:ext cx="27813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BE0A1C4A-DA1B-BA9C-E658-4D2F4E7C8F55}"/>
              </a:ext>
            </a:extLst>
          </p:cNvPr>
          <p:cNvSpPr/>
          <p:nvPr/>
        </p:nvSpPr>
        <p:spPr>
          <a:xfrm>
            <a:off x="48641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4" name="AutoShape 26">
            <a:extLst>
              <a:ext uri="{FF2B5EF4-FFF2-40B4-BE49-F238E27FC236}">
                <a16:creationId xmlns:a16="http://schemas.microsoft.com/office/drawing/2014/main" id="{EF639CB7-C0C6-78BE-90A2-F36E36BFFE05}"/>
              </a:ext>
            </a:extLst>
          </p:cNvPr>
          <p:cNvSpPr/>
          <p:nvPr/>
        </p:nvSpPr>
        <p:spPr>
          <a:xfrm>
            <a:off x="8293100" y="4533900"/>
            <a:ext cx="2768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281FBB5F-C6A6-9A45-8DEF-466E1DDE6AB4}"/>
              </a:ext>
            </a:extLst>
          </p:cNvPr>
          <p:cNvSpPr/>
          <p:nvPr/>
        </p:nvSpPr>
        <p:spPr>
          <a:xfrm>
            <a:off x="84074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Freeform 28">
            <a:extLst>
              <a:ext uri="{FF2B5EF4-FFF2-40B4-BE49-F238E27FC236}">
                <a16:creationId xmlns:a16="http://schemas.microsoft.com/office/drawing/2014/main" id="{88F219D0-E60E-7B40-921E-FFEA251AE664}"/>
              </a:ext>
            </a:extLst>
          </p:cNvPr>
          <p:cNvSpPr/>
          <p:nvPr/>
        </p:nvSpPr>
        <p:spPr>
          <a:xfrm>
            <a:off x="2247900" y="3810000"/>
            <a:ext cx="609685" cy="568123"/>
          </a:xfrm>
          <a:custGeom>
            <a:avLst/>
            <a:gdLst/>
            <a:ahLst/>
            <a:cxnLst/>
            <a:rect l="l" t="t" r="r" b="b"/>
            <a:pathLst>
              <a:path w="609685" h="568123">
                <a:moveTo>
                  <a:pt x="261931" y="446413"/>
                </a:moveTo>
                <a:lnTo>
                  <a:pt x="246750" y="507224"/>
                </a:lnTo>
                <a:lnTo>
                  <a:pt x="362936" y="507224"/>
                </a:lnTo>
                <a:lnTo>
                  <a:pt x="347665" y="446413"/>
                </a:lnTo>
                <a:close/>
                <a:moveTo>
                  <a:pt x="0" y="365272"/>
                </a:moveTo>
                <a:lnTo>
                  <a:pt x="609685" y="365272"/>
                </a:lnTo>
                <a:lnTo>
                  <a:pt x="609685" y="400760"/>
                </a:lnTo>
                <a:cubicBezTo>
                  <a:pt x="609685" y="425905"/>
                  <a:pt x="589145" y="446413"/>
                  <a:pt x="563960" y="446413"/>
                </a:cubicBezTo>
                <a:lnTo>
                  <a:pt x="368651" y="446413"/>
                </a:lnTo>
                <a:lnTo>
                  <a:pt x="383922" y="507224"/>
                </a:lnTo>
                <a:lnTo>
                  <a:pt x="386155" y="507224"/>
                </a:lnTo>
                <a:cubicBezTo>
                  <a:pt x="414106" y="507224"/>
                  <a:pt x="436880" y="530050"/>
                  <a:pt x="436880" y="557958"/>
                </a:cubicBezTo>
                <a:cubicBezTo>
                  <a:pt x="436880" y="563575"/>
                  <a:pt x="432326" y="568123"/>
                  <a:pt x="426789" y="568123"/>
                </a:cubicBezTo>
                <a:lnTo>
                  <a:pt x="182897" y="568123"/>
                </a:lnTo>
                <a:cubicBezTo>
                  <a:pt x="177270" y="568123"/>
                  <a:pt x="172716" y="563575"/>
                  <a:pt x="172716" y="557958"/>
                </a:cubicBezTo>
                <a:cubicBezTo>
                  <a:pt x="172716" y="530050"/>
                  <a:pt x="195489" y="507224"/>
                  <a:pt x="223530" y="507224"/>
                </a:cubicBezTo>
                <a:lnTo>
                  <a:pt x="225763" y="507224"/>
                </a:lnTo>
                <a:lnTo>
                  <a:pt x="241033" y="446413"/>
                </a:lnTo>
                <a:lnTo>
                  <a:pt x="45724" y="446413"/>
                </a:lnTo>
                <a:cubicBezTo>
                  <a:pt x="20540" y="446413"/>
                  <a:pt x="0" y="425905"/>
                  <a:pt x="0" y="400760"/>
                </a:cubicBezTo>
                <a:close/>
                <a:moveTo>
                  <a:pt x="101629" y="284042"/>
                </a:moveTo>
                <a:cubicBezTo>
                  <a:pt x="96003" y="284042"/>
                  <a:pt x="91448" y="288590"/>
                  <a:pt x="91448" y="294208"/>
                </a:cubicBezTo>
                <a:cubicBezTo>
                  <a:pt x="91448" y="299827"/>
                  <a:pt x="96003" y="304375"/>
                  <a:pt x="101629" y="304375"/>
                </a:cubicBezTo>
                <a:lnTo>
                  <a:pt x="142263" y="304375"/>
                </a:lnTo>
                <a:cubicBezTo>
                  <a:pt x="147889" y="304375"/>
                  <a:pt x="152443" y="299827"/>
                  <a:pt x="152443" y="294208"/>
                </a:cubicBezTo>
                <a:cubicBezTo>
                  <a:pt x="152443" y="288590"/>
                  <a:pt x="147889" y="284042"/>
                  <a:pt x="142263" y="284042"/>
                </a:cubicBezTo>
                <a:close/>
                <a:moveTo>
                  <a:pt x="101629" y="243464"/>
                </a:moveTo>
                <a:cubicBezTo>
                  <a:pt x="96003" y="243464"/>
                  <a:pt x="91448" y="248012"/>
                  <a:pt x="91448" y="253630"/>
                </a:cubicBezTo>
                <a:cubicBezTo>
                  <a:pt x="91448" y="259249"/>
                  <a:pt x="96003" y="263797"/>
                  <a:pt x="101629" y="263797"/>
                </a:cubicBezTo>
                <a:lnTo>
                  <a:pt x="121901" y="263797"/>
                </a:lnTo>
                <a:cubicBezTo>
                  <a:pt x="127528" y="263797"/>
                  <a:pt x="132083" y="259249"/>
                  <a:pt x="132083" y="253630"/>
                </a:cubicBezTo>
                <a:cubicBezTo>
                  <a:pt x="132083" y="248012"/>
                  <a:pt x="127528" y="243464"/>
                  <a:pt x="121901" y="243464"/>
                </a:cubicBezTo>
                <a:close/>
                <a:moveTo>
                  <a:pt x="101629" y="202886"/>
                </a:moveTo>
                <a:cubicBezTo>
                  <a:pt x="96003" y="202886"/>
                  <a:pt x="91448" y="207435"/>
                  <a:pt x="91448" y="213054"/>
                </a:cubicBezTo>
                <a:cubicBezTo>
                  <a:pt x="91448" y="218671"/>
                  <a:pt x="96003" y="223220"/>
                  <a:pt x="101629" y="223220"/>
                </a:cubicBezTo>
                <a:lnTo>
                  <a:pt x="142263" y="223220"/>
                </a:lnTo>
                <a:cubicBezTo>
                  <a:pt x="147889" y="223220"/>
                  <a:pt x="152443" y="218671"/>
                  <a:pt x="152443" y="213054"/>
                </a:cubicBezTo>
                <a:cubicBezTo>
                  <a:pt x="152443" y="207435"/>
                  <a:pt x="147889" y="202886"/>
                  <a:pt x="142263" y="202886"/>
                </a:cubicBezTo>
                <a:close/>
                <a:moveTo>
                  <a:pt x="101629" y="162310"/>
                </a:moveTo>
                <a:cubicBezTo>
                  <a:pt x="96003" y="162310"/>
                  <a:pt x="91448" y="166858"/>
                  <a:pt x="91448" y="172476"/>
                </a:cubicBezTo>
                <a:cubicBezTo>
                  <a:pt x="91448" y="178095"/>
                  <a:pt x="96003" y="182643"/>
                  <a:pt x="101629" y="182643"/>
                </a:cubicBezTo>
                <a:lnTo>
                  <a:pt x="121901" y="182643"/>
                </a:lnTo>
                <a:cubicBezTo>
                  <a:pt x="127528" y="182643"/>
                  <a:pt x="132083" y="178095"/>
                  <a:pt x="132083" y="172476"/>
                </a:cubicBezTo>
                <a:cubicBezTo>
                  <a:pt x="132083" y="166858"/>
                  <a:pt x="127528" y="162310"/>
                  <a:pt x="121901" y="162310"/>
                </a:cubicBezTo>
                <a:close/>
                <a:moveTo>
                  <a:pt x="101629" y="121732"/>
                </a:moveTo>
                <a:cubicBezTo>
                  <a:pt x="96003" y="121732"/>
                  <a:pt x="91448" y="126281"/>
                  <a:pt x="91448" y="131898"/>
                </a:cubicBezTo>
                <a:cubicBezTo>
                  <a:pt x="91448" y="137428"/>
                  <a:pt x="96003" y="141976"/>
                  <a:pt x="101629" y="141976"/>
                </a:cubicBezTo>
                <a:lnTo>
                  <a:pt x="142263" y="141976"/>
                </a:lnTo>
                <a:cubicBezTo>
                  <a:pt x="147889" y="141976"/>
                  <a:pt x="152443" y="137428"/>
                  <a:pt x="152443" y="131898"/>
                </a:cubicBezTo>
                <a:cubicBezTo>
                  <a:pt x="152443" y="126281"/>
                  <a:pt x="147889" y="121732"/>
                  <a:pt x="142263" y="121732"/>
                </a:cubicBezTo>
                <a:close/>
                <a:moveTo>
                  <a:pt x="477603" y="101399"/>
                </a:moveTo>
                <a:cubicBezTo>
                  <a:pt x="471976" y="101399"/>
                  <a:pt x="467422" y="105947"/>
                  <a:pt x="467422" y="111566"/>
                </a:cubicBezTo>
                <a:cubicBezTo>
                  <a:pt x="467422" y="117184"/>
                  <a:pt x="471976" y="121732"/>
                  <a:pt x="477603" y="121732"/>
                </a:cubicBezTo>
                <a:lnTo>
                  <a:pt x="524130" y="121732"/>
                </a:lnTo>
                <a:lnTo>
                  <a:pt x="402408" y="243375"/>
                </a:lnTo>
                <a:lnTo>
                  <a:pt x="318105" y="159188"/>
                </a:lnTo>
                <a:cubicBezTo>
                  <a:pt x="318016" y="159099"/>
                  <a:pt x="318016" y="159099"/>
                  <a:pt x="317925" y="159099"/>
                </a:cubicBezTo>
                <a:cubicBezTo>
                  <a:pt x="317925" y="159009"/>
                  <a:pt x="317837" y="158920"/>
                  <a:pt x="317837" y="158920"/>
                </a:cubicBezTo>
                <a:cubicBezTo>
                  <a:pt x="317301" y="158474"/>
                  <a:pt x="316765" y="158297"/>
                  <a:pt x="316229" y="157940"/>
                </a:cubicBezTo>
                <a:cubicBezTo>
                  <a:pt x="315693" y="157583"/>
                  <a:pt x="315158" y="157137"/>
                  <a:pt x="314532" y="156958"/>
                </a:cubicBezTo>
                <a:cubicBezTo>
                  <a:pt x="313907" y="156690"/>
                  <a:pt x="313282" y="156690"/>
                  <a:pt x="312656" y="156514"/>
                </a:cubicBezTo>
                <a:cubicBezTo>
                  <a:pt x="312031" y="156423"/>
                  <a:pt x="311407" y="156246"/>
                  <a:pt x="310692" y="156246"/>
                </a:cubicBezTo>
                <a:cubicBezTo>
                  <a:pt x="310067" y="156246"/>
                  <a:pt x="309442" y="156514"/>
                  <a:pt x="308906" y="156601"/>
                </a:cubicBezTo>
                <a:cubicBezTo>
                  <a:pt x="308191" y="156780"/>
                  <a:pt x="307566" y="156780"/>
                  <a:pt x="306941" y="157048"/>
                </a:cubicBezTo>
                <a:cubicBezTo>
                  <a:pt x="306316" y="157316"/>
                  <a:pt x="305780" y="157851"/>
                  <a:pt x="305244" y="158206"/>
                </a:cubicBezTo>
                <a:cubicBezTo>
                  <a:pt x="304709" y="158565"/>
                  <a:pt x="304173" y="158742"/>
                  <a:pt x="303727" y="159188"/>
                </a:cubicBezTo>
                <a:cubicBezTo>
                  <a:pt x="303727" y="159277"/>
                  <a:pt x="303637" y="159277"/>
                  <a:pt x="303637" y="159367"/>
                </a:cubicBezTo>
                <a:cubicBezTo>
                  <a:pt x="303548" y="159456"/>
                  <a:pt x="303459" y="159456"/>
                  <a:pt x="303459" y="159456"/>
                </a:cubicBezTo>
                <a:lnTo>
                  <a:pt x="185576" y="287341"/>
                </a:lnTo>
                <a:cubicBezTo>
                  <a:pt x="181736" y="291443"/>
                  <a:pt x="182093" y="297865"/>
                  <a:pt x="186201" y="301699"/>
                </a:cubicBezTo>
                <a:cubicBezTo>
                  <a:pt x="188166" y="303483"/>
                  <a:pt x="190576" y="304375"/>
                  <a:pt x="193077" y="304375"/>
                </a:cubicBezTo>
                <a:cubicBezTo>
                  <a:pt x="195757" y="304375"/>
                  <a:pt x="198525" y="303304"/>
                  <a:pt x="200579" y="301075"/>
                </a:cubicBezTo>
                <a:lnTo>
                  <a:pt x="311227" y="181037"/>
                </a:lnTo>
                <a:lnTo>
                  <a:pt x="395174" y="264867"/>
                </a:lnTo>
                <a:cubicBezTo>
                  <a:pt x="397139" y="266830"/>
                  <a:pt x="399730" y="267810"/>
                  <a:pt x="402408" y="267810"/>
                </a:cubicBezTo>
                <a:cubicBezTo>
                  <a:pt x="404998" y="267810"/>
                  <a:pt x="407587" y="266830"/>
                  <a:pt x="409552" y="264867"/>
                </a:cubicBezTo>
                <a:lnTo>
                  <a:pt x="538509" y="136091"/>
                </a:lnTo>
                <a:lnTo>
                  <a:pt x="538509" y="182643"/>
                </a:lnTo>
                <a:cubicBezTo>
                  <a:pt x="538509" y="188172"/>
                  <a:pt x="543063" y="192720"/>
                  <a:pt x="548690" y="192720"/>
                </a:cubicBezTo>
                <a:cubicBezTo>
                  <a:pt x="554316" y="192720"/>
                  <a:pt x="558870" y="188172"/>
                  <a:pt x="558870" y="182643"/>
                </a:cubicBezTo>
                <a:lnTo>
                  <a:pt x="558870" y="111566"/>
                </a:lnTo>
                <a:cubicBezTo>
                  <a:pt x="558870" y="110228"/>
                  <a:pt x="558603" y="108980"/>
                  <a:pt x="558067" y="107730"/>
                </a:cubicBezTo>
                <a:cubicBezTo>
                  <a:pt x="556995" y="105233"/>
                  <a:pt x="555031" y="103271"/>
                  <a:pt x="552530" y="102202"/>
                </a:cubicBezTo>
                <a:cubicBezTo>
                  <a:pt x="551369" y="101666"/>
                  <a:pt x="550029" y="101399"/>
                  <a:pt x="548690" y="101399"/>
                </a:cubicBezTo>
                <a:close/>
                <a:moveTo>
                  <a:pt x="101629" y="81154"/>
                </a:moveTo>
                <a:cubicBezTo>
                  <a:pt x="96003" y="81154"/>
                  <a:pt x="91448" y="85702"/>
                  <a:pt x="91448" y="91322"/>
                </a:cubicBezTo>
                <a:cubicBezTo>
                  <a:pt x="91448" y="96851"/>
                  <a:pt x="96003" y="101399"/>
                  <a:pt x="101629" y="101399"/>
                </a:cubicBezTo>
                <a:lnTo>
                  <a:pt x="121901" y="101399"/>
                </a:lnTo>
                <a:cubicBezTo>
                  <a:pt x="127528" y="101399"/>
                  <a:pt x="132083" y="96851"/>
                  <a:pt x="132083" y="91322"/>
                </a:cubicBezTo>
                <a:cubicBezTo>
                  <a:pt x="132083" y="85702"/>
                  <a:pt x="127528" y="81154"/>
                  <a:pt x="121901" y="81154"/>
                </a:cubicBezTo>
                <a:close/>
                <a:moveTo>
                  <a:pt x="60996" y="70988"/>
                </a:moveTo>
                <a:cubicBezTo>
                  <a:pt x="55368" y="70988"/>
                  <a:pt x="50814" y="75536"/>
                  <a:pt x="50814" y="81154"/>
                </a:cubicBezTo>
                <a:lnTo>
                  <a:pt x="50814" y="304375"/>
                </a:lnTo>
                <a:cubicBezTo>
                  <a:pt x="50814" y="309993"/>
                  <a:pt x="55368" y="314541"/>
                  <a:pt x="60996" y="314541"/>
                </a:cubicBezTo>
                <a:cubicBezTo>
                  <a:pt x="66533" y="314541"/>
                  <a:pt x="71087" y="309993"/>
                  <a:pt x="71087" y="304375"/>
                </a:cubicBezTo>
                <a:lnTo>
                  <a:pt x="71087" y="81154"/>
                </a:lnTo>
                <a:cubicBezTo>
                  <a:pt x="71087" y="75536"/>
                  <a:pt x="66533" y="70988"/>
                  <a:pt x="60996" y="70988"/>
                </a:cubicBezTo>
                <a:close/>
                <a:moveTo>
                  <a:pt x="45724" y="0"/>
                </a:moveTo>
                <a:lnTo>
                  <a:pt x="563960" y="0"/>
                </a:lnTo>
                <a:cubicBezTo>
                  <a:pt x="589145" y="0"/>
                  <a:pt x="609685" y="20423"/>
                  <a:pt x="609685" y="45660"/>
                </a:cubicBezTo>
                <a:lnTo>
                  <a:pt x="609685" y="344952"/>
                </a:lnTo>
                <a:lnTo>
                  <a:pt x="0" y="344952"/>
                </a:lnTo>
                <a:lnTo>
                  <a:pt x="0" y="45660"/>
                </a:lnTo>
                <a:cubicBezTo>
                  <a:pt x="0" y="20423"/>
                  <a:pt x="20540" y="0"/>
                  <a:pt x="45724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29">
            <a:extLst>
              <a:ext uri="{FF2B5EF4-FFF2-40B4-BE49-F238E27FC236}">
                <a16:creationId xmlns:a16="http://schemas.microsoft.com/office/drawing/2014/main" id="{4B23951E-527C-B3DD-38D7-E5357D859195}"/>
              </a:ext>
            </a:extLst>
          </p:cNvPr>
          <p:cNvSpPr/>
          <p:nvPr/>
        </p:nvSpPr>
        <p:spPr>
          <a:xfrm>
            <a:off x="5803900" y="3797300"/>
            <a:ext cx="575113" cy="609685"/>
          </a:xfrm>
          <a:custGeom>
            <a:avLst/>
            <a:gdLst/>
            <a:ahLst/>
            <a:cxnLst/>
            <a:rect l="l" t="t" r="r" b="b"/>
            <a:pathLst>
              <a:path w="575113" h="609685">
                <a:moveTo>
                  <a:pt x="164238" y="420007"/>
                </a:moveTo>
                <a:cubicBezTo>
                  <a:pt x="186046" y="443031"/>
                  <a:pt x="213065" y="457672"/>
                  <a:pt x="243655" y="457672"/>
                </a:cubicBezTo>
                <a:cubicBezTo>
                  <a:pt x="274244" y="457672"/>
                  <a:pt x="301263" y="443031"/>
                  <a:pt x="323071" y="420007"/>
                </a:cubicBezTo>
                <a:cubicBezTo>
                  <a:pt x="388304" y="425787"/>
                  <a:pt x="444657" y="468944"/>
                  <a:pt x="466080" y="531753"/>
                </a:cubicBezTo>
                <a:lnTo>
                  <a:pt x="477851" y="566431"/>
                </a:lnTo>
                <a:cubicBezTo>
                  <a:pt x="481230" y="576450"/>
                  <a:pt x="479589" y="587432"/>
                  <a:pt x="473511" y="596006"/>
                </a:cubicBezTo>
                <a:cubicBezTo>
                  <a:pt x="467333" y="604580"/>
                  <a:pt x="457396" y="609685"/>
                  <a:pt x="446876" y="609685"/>
                </a:cubicBezTo>
                <a:lnTo>
                  <a:pt x="40433" y="609685"/>
                </a:lnTo>
                <a:cubicBezTo>
                  <a:pt x="29915" y="609685"/>
                  <a:pt x="19976" y="604580"/>
                  <a:pt x="13896" y="596006"/>
                </a:cubicBezTo>
                <a:cubicBezTo>
                  <a:pt x="7720" y="587432"/>
                  <a:pt x="6081" y="576450"/>
                  <a:pt x="9458" y="566431"/>
                </a:cubicBezTo>
                <a:lnTo>
                  <a:pt x="21231" y="531753"/>
                </a:lnTo>
                <a:cubicBezTo>
                  <a:pt x="42652" y="468944"/>
                  <a:pt x="99102" y="425787"/>
                  <a:pt x="164238" y="420007"/>
                </a:cubicBezTo>
                <a:close/>
                <a:moveTo>
                  <a:pt x="407384" y="314457"/>
                </a:moveTo>
                <a:cubicBezTo>
                  <a:pt x="443678" y="314457"/>
                  <a:pt x="473311" y="343945"/>
                  <a:pt x="473311" y="380177"/>
                </a:cubicBezTo>
                <a:cubicBezTo>
                  <a:pt x="473311" y="405039"/>
                  <a:pt x="459218" y="426432"/>
                  <a:pt x="438852" y="437610"/>
                </a:cubicBezTo>
                <a:cubicBezTo>
                  <a:pt x="412405" y="414291"/>
                  <a:pt x="379973" y="398294"/>
                  <a:pt x="344644" y="391645"/>
                </a:cubicBezTo>
                <a:cubicBezTo>
                  <a:pt x="357096" y="371601"/>
                  <a:pt x="366652" y="348571"/>
                  <a:pt x="372636" y="324575"/>
                </a:cubicBezTo>
                <a:cubicBezTo>
                  <a:pt x="382772" y="318215"/>
                  <a:pt x="394644" y="314457"/>
                  <a:pt x="407384" y="314457"/>
                </a:cubicBezTo>
                <a:close/>
                <a:moveTo>
                  <a:pt x="382525" y="212866"/>
                </a:moveTo>
                <a:lnTo>
                  <a:pt x="432312" y="212866"/>
                </a:lnTo>
                <a:cubicBezTo>
                  <a:pt x="439934" y="212866"/>
                  <a:pt x="446109" y="218935"/>
                  <a:pt x="446109" y="226546"/>
                </a:cubicBezTo>
                <a:lnTo>
                  <a:pt x="446109" y="254772"/>
                </a:lnTo>
                <a:cubicBezTo>
                  <a:pt x="454022" y="257181"/>
                  <a:pt x="461644" y="260361"/>
                  <a:pt x="468880" y="264215"/>
                </a:cubicBezTo>
                <a:lnTo>
                  <a:pt x="488950" y="244272"/>
                </a:lnTo>
                <a:cubicBezTo>
                  <a:pt x="491651" y="241574"/>
                  <a:pt x="495125" y="240226"/>
                  <a:pt x="498696" y="240226"/>
                </a:cubicBezTo>
                <a:cubicBezTo>
                  <a:pt x="502169" y="240226"/>
                  <a:pt x="505738" y="241574"/>
                  <a:pt x="508343" y="244272"/>
                </a:cubicBezTo>
                <a:lnTo>
                  <a:pt x="543561" y="279436"/>
                </a:lnTo>
                <a:cubicBezTo>
                  <a:pt x="546167" y="282037"/>
                  <a:pt x="547614" y="285505"/>
                  <a:pt x="547614" y="289165"/>
                </a:cubicBezTo>
                <a:cubicBezTo>
                  <a:pt x="547614" y="292730"/>
                  <a:pt x="546167" y="296295"/>
                  <a:pt x="543561" y="298799"/>
                </a:cubicBezTo>
                <a:lnTo>
                  <a:pt x="523589" y="318837"/>
                </a:lnTo>
                <a:cubicBezTo>
                  <a:pt x="527449" y="326062"/>
                  <a:pt x="530633" y="333673"/>
                  <a:pt x="533141" y="341574"/>
                </a:cubicBezTo>
                <a:lnTo>
                  <a:pt x="561316" y="341574"/>
                </a:lnTo>
                <a:cubicBezTo>
                  <a:pt x="568937" y="341574"/>
                  <a:pt x="575113" y="347739"/>
                  <a:pt x="575113" y="355350"/>
                </a:cubicBezTo>
                <a:lnTo>
                  <a:pt x="575113" y="405060"/>
                </a:lnTo>
                <a:cubicBezTo>
                  <a:pt x="575113" y="408720"/>
                  <a:pt x="573667" y="412189"/>
                  <a:pt x="571061" y="414790"/>
                </a:cubicBezTo>
                <a:cubicBezTo>
                  <a:pt x="568552" y="417391"/>
                  <a:pt x="564982" y="418836"/>
                  <a:pt x="561316" y="418836"/>
                </a:cubicBezTo>
                <a:lnTo>
                  <a:pt x="533141" y="418836"/>
                </a:lnTo>
                <a:cubicBezTo>
                  <a:pt x="530633" y="426737"/>
                  <a:pt x="527449" y="434346"/>
                  <a:pt x="523589" y="441571"/>
                </a:cubicBezTo>
                <a:lnTo>
                  <a:pt x="543658" y="461609"/>
                </a:lnTo>
                <a:cubicBezTo>
                  <a:pt x="546167" y="464114"/>
                  <a:pt x="547614" y="467679"/>
                  <a:pt x="547614" y="471244"/>
                </a:cubicBezTo>
                <a:cubicBezTo>
                  <a:pt x="547614" y="474904"/>
                  <a:pt x="546167" y="478373"/>
                  <a:pt x="543658" y="480973"/>
                </a:cubicBezTo>
                <a:lnTo>
                  <a:pt x="508441" y="516137"/>
                </a:lnTo>
                <a:cubicBezTo>
                  <a:pt x="505738" y="518834"/>
                  <a:pt x="502169" y="520183"/>
                  <a:pt x="498696" y="520183"/>
                </a:cubicBezTo>
                <a:cubicBezTo>
                  <a:pt x="497152" y="520183"/>
                  <a:pt x="495607" y="519797"/>
                  <a:pt x="494161" y="519317"/>
                </a:cubicBezTo>
                <a:cubicBezTo>
                  <a:pt x="485187" y="494076"/>
                  <a:pt x="471390" y="471533"/>
                  <a:pt x="454022" y="452554"/>
                </a:cubicBezTo>
                <a:cubicBezTo>
                  <a:pt x="477854" y="437140"/>
                  <a:pt x="493775" y="410552"/>
                  <a:pt x="493775" y="380205"/>
                </a:cubicBezTo>
                <a:cubicBezTo>
                  <a:pt x="493775" y="332710"/>
                  <a:pt x="454986" y="294079"/>
                  <a:pt x="407419" y="294079"/>
                </a:cubicBezTo>
                <a:cubicBezTo>
                  <a:pt x="396997" y="294079"/>
                  <a:pt x="387156" y="296198"/>
                  <a:pt x="377797" y="299570"/>
                </a:cubicBezTo>
                <a:cubicBezTo>
                  <a:pt x="379437" y="288299"/>
                  <a:pt x="380402" y="276931"/>
                  <a:pt x="380402" y="265659"/>
                </a:cubicBezTo>
                <a:cubicBezTo>
                  <a:pt x="380402" y="248030"/>
                  <a:pt x="378087" y="231460"/>
                  <a:pt x="373841" y="216141"/>
                </a:cubicBezTo>
                <a:cubicBezTo>
                  <a:pt x="376253" y="214215"/>
                  <a:pt x="379244" y="212866"/>
                  <a:pt x="382525" y="212866"/>
                </a:cubicBezTo>
                <a:close/>
                <a:moveTo>
                  <a:pt x="243677" y="144489"/>
                </a:moveTo>
                <a:cubicBezTo>
                  <a:pt x="296652" y="144537"/>
                  <a:pt x="349614" y="184959"/>
                  <a:pt x="349566" y="265609"/>
                </a:cubicBezTo>
                <a:cubicBezTo>
                  <a:pt x="349566" y="343465"/>
                  <a:pt x="302199" y="427006"/>
                  <a:pt x="243641" y="427006"/>
                </a:cubicBezTo>
                <a:cubicBezTo>
                  <a:pt x="185180" y="427006"/>
                  <a:pt x="137716" y="343465"/>
                  <a:pt x="137716" y="265609"/>
                </a:cubicBezTo>
                <a:cubicBezTo>
                  <a:pt x="137716" y="184766"/>
                  <a:pt x="190703" y="144441"/>
                  <a:pt x="243677" y="144489"/>
                </a:cubicBezTo>
                <a:close/>
                <a:moveTo>
                  <a:pt x="280380" y="119369"/>
                </a:moveTo>
                <a:cubicBezTo>
                  <a:pt x="294881" y="119369"/>
                  <a:pt x="309865" y="116862"/>
                  <a:pt x="310638" y="131425"/>
                </a:cubicBezTo>
                <a:cubicBezTo>
                  <a:pt x="301262" y="126216"/>
                  <a:pt x="291112" y="122166"/>
                  <a:pt x="280380" y="119369"/>
                </a:cubicBezTo>
                <a:close/>
                <a:moveTo>
                  <a:pt x="155368" y="95016"/>
                </a:moveTo>
                <a:cubicBezTo>
                  <a:pt x="175439" y="95016"/>
                  <a:pt x="193195" y="104939"/>
                  <a:pt x="204099" y="120065"/>
                </a:cubicBezTo>
                <a:cubicBezTo>
                  <a:pt x="164052" y="131722"/>
                  <a:pt x="133463" y="161106"/>
                  <a:pt x="118022" y="202051"/>
                </a:cubicBezTo>
                <a:cubicBezTo>
                  <a:pt x="72958" y="166211"/>
                  <a:pt x="98916" y="95016"/>
                  <a:pt x="155368" y="95016"/>
                </a:cubicBezTo>
                <a:close/>
                <a:moveTo>
                  <a:pt x="132207" y="0"/>
                </a:moveTo>
                <a:lnTo>
                  <a:pt x="178431" y="0"/>
                </a:lnTo>
                <a:cubicBezTo>
                  <a:pt x="185476" y="0"/>
                  <a:pt x="191169" y="5685"/>
                  <a:pt x="191169" y="12719"/>
                </a:cubicBezTo>
                <a:lnTo>
                  <a:pt x="191169" y="38829"/>
                </a:lnTo>
                <a:cubicBezTo>
                  <a:pt x="198600" y="41142"/>
                  <a:pt x="205646" y="44129"/>
                  <a:pt x="212303" y="47597"/>
                </a:cubicBezTo>
                <a:lnTo>
                  <a:pt x="230928" y="29098"/>
                </a:lnTo>
                <a:cubicBezTo>
                  <a:pt x="233341" y="26593"/>
                  <a:pt x="236621" y="25436"/>
                  <a:pt x="239903" y="25436"/>
                </a:cubicBezTo>
                <a:cubicBezTo>
                  <a:pt x="243183" y="25436"/>
                  <a:pt x="246369" y="26593"/>
                  <a:pt x="248877" y="29098"/>
                </a:cubicBezTo>
                <a:lnTo>
                  <a:pt x="281496" y="61760"/>
                </a:lnTo>
                <a:cubicBezTo>
                  <a:pt x="283908" y="64073"/>
                  <a:pt x="285259" y="67348"/>
                  <a:pt x="285259" y="70721"/>
                </a:cubicBezTo>
                <a:cubicBezTo>
                  <a:pt x="285259" y="74093"/>
                  <a:pt x="283908" y="77370"/>
                  <a:pt x="281496" y="79681"/>
                </a:cubicBezTo>
                <a:lnTo>
                  <a:pt x="262967" y="98181"/>
                </a:lnTo>
                <a:cubicBezTo>
                  <a:pt x="266151" y="104154"/>
                  <a:pt x="268757" y="110609"/>
                  <a:pt x="270880" y="117065"/>
                </a:cubicBezTo>
                <a:cubicBezTo>
                  <a:pt x="254089" y="113886"/>
                  <a:pt x="240193" y="113886"/>
                  <a:pt x="225332" y="115716"/>
                </a:cubicBezTo>
                <a:cubicBezTo>
                  <a:pt x="211435" y="91340"/>
                  <a:pt x="185476" y="74576"/>
                  <a:pt x="155368" y="74576"/>
                </a:cubicBezTo>
                <a:cubicBezTo>
                  <a:pt x="110880" y="74576"/>
                  <a:pt x="74596" y="110706"/>
                  <a:pt x="74596" y="155123"/>
                </a:cubicBezTo>
                <a:cubicBezTo>
                  <a:pt x="74596" y="183547"/>
                  <a:pt x="89554" y="208501"/>
                  <a:pt x="111845" y="222857"/>
                </a:cubicBezTo>
                <a:cubicBezTo>
                  <a:pt x="108758" y="236249"/>
                  <a:pt x="107020" y="250510"/>
                  <a:pt x="107020" y="265637"/>
                </a:cubicBezTo>
                <a:cubicBezTo>
                  <a:pt x="107020" y="265829"/>
                  <a:pt x="107020" y="266118"/>
                  <a:pt x="107020" y="266311"/>
                </a:cubicBezTo>
                <a:cubicBezTo>
                  <a:pt x="104221" y="265059"/>
                  <a:pt x="101133" y="264095"/>
                  <a:pt x="98335" y="262650"/>
                </a:cubicBezTo>
                <a:lnTo>
                  <a:pt x="79807" y="281149"/>
                </a:lnTo>
                <a:cubicBezTo>
                  <a:pt x="77394" y="283558"/>
                  <a:pt x="74210" y="284907"/>
                  <a:pt x="70832" y="284907"/>
                </a:cubicBezTo>
                <a:cubicBezTo>
                  <a:pt x="67455" y="284907"/>
                  <a:pt x="64173" y="283558"/>
                  <a:pt x="61761" y="281149"/>
                </a:cubicBezTo>
                <a:lnTo>
                  <a:pt x="29143" y="248582"/>
                </a:lnTo>
                <a:cubicBezTo>
                  <a:pt x="24126" y="243572"/>
                  <a:pt x="24126" y="235480"/>
                  <a:pt x="29143" y="230565"/>
                </a:cubicBezTo>
                <a:lnTo>
                  <a:pt x="47671" y="212066"/>
                </a:lnTo>
                <a:cubicBezTo>
                  <a:pt x="44102" y="205321"/>
                  <a:pt x="41110" y="198288"/>
                  <a:pt x="38793" y="190966"/>
                </a:cubicBezTo>
                <a:lnTo>
                  <a:pt x="12738" y="190966"/>
                </a:lnTo>
                <a:cubicBezTo>
                  <a:pt x="5693" y="190966"/>
                  <a:pt x="0" y="185185"/>
                  <a:pt x="0" y="178151"/>
                </a:cubicBezTo>
                <a:lnTo>
                  <a:pt x="0" y="132095"/>
                </a:lnTo>
                <a:cubicBezTo>
                  <a:pt x="0" y="125062"/>
                  <a:pt x="5693" y="119377"/>
                  <a:pt x="12738" y="119377"/>
                </a:cubicBezTo>
                <a:lnTo>
                  <a:pt x="38890" y="119377"/>
                </a:lnTo>
                <a:cubicBezTo>
                  <a:pt x="41110" y="111958"/>
                  <a:pt x="44102" y="104925"/>
                  <a:pt x="47671" y="98276"/>
                </a:cubicBezTo>
                <a:lnTo>
                  <a:pt x="29143" y="79778"/>
                </a:lnTo>
                <a:cubicBezTo>
                  <a:pt x="26731" y="77370"/>
                  <a:pt x="25380" y="74093"/>
                  <a:pt x="25380" y="70721"/>
                </a:cubicBezTo>
                <a:cubicBezTo>
                  <a:pt x="25380" y="67348"/>
                  <a:pt x="26731" y="64073"/>
                  <a:pt x="29143" y="61760"/>
                </a:cubicBezTo>
                <a:lnTo>
                  <a:pt x="61761" y="29098"/>
                </a:lnTo>
                <a:cubicBezTo>
                  <a:pt x="64270" y="26689"/>
                  <a:pt x="67551" y="25436"/>
                  <a:pt x="70832" y="25436"/>
                </a:cubicBezTo>
                <a:cubicBezTo>
                  <a:pt x="74113" y="25436"/>
                  <a:pt x="77299" y="26689"/>
                  <a:pt x="79807" y="29193"/>
                </a:cubicBezTo>
                <a:lnTo>
                  <a:pt x="98335" y="47597"/>
                </a:lnTo>
                <a:cubicBezTo>
                  <a:pt x="105090" y="44129"/>
                  <a:pt x="112135" y="41142"/>
                  <a:pt x="119469" y="38829"/>
                </a:cubicBezTo>
                <a:lnTo>
                  <a:pt x="119469" y="12719"/>
                </a:lnTo>
                <a:cubicBezTo>
                  <a:pt x="119469" y="5685"/>
                  <a:pt x="125259" y="0"/>
                  <a:pt x="132207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30">
            <a:extLst>
              <a:ext uri="{FF2B5EF4-FFF2-40B4-BE49-F238E27FC236}">
                <a16:creationId xmlns:a16="http://schemas.microsoft.com/office/drawing/2014/main" id="{EA9EE65B-6053-F139-8FAB-B6BAF565DE59}"/>
              </a:ext>
            </a:extLst>
          </p:cNvPr>
          <p:cNvSpPr/>
          <p:nvPr/>
        </p:nvSpPr>
        <p:spPr>
          <a:xfrm>
            <a:off x="9347200" y="3797300"/>
            <a:ext cx="609685" cy="608764"/>
          </a:xfrm>
          <a:custGeom>
            <a:avLst/>
            <a:gdLst/>
            <a:ahLst/>
            <a:cxnLst/>
            <a:rect l="l" t="t" r="r" b="b"/>
            <a:pathLst>
              <a:path w="609685" h="608764">
                <a:moveTo>
                  <a:pt x="304843" y="279036"/>
                </a:moveTo>
                <a:cubicBezTo>
                  <a:pt x="318861" y="279036"/>
                  <a:pt x="330227" y="290384"/>
                  <a:pt x="330227" y="304383"/>
                </a:cubicBezTo>
                <a:cubicBezTo>
                  <a:pt x="330227" y="318381"/>
                  <a:pt x="318861" y="329731"/>
                  <a:pt x="304843" y="329731"/>
                </a:cubicBezTo>
                <a:cubicBezTo>
                  <a:pt x="290824" y="329731"/>
                  <a:pt x="279460" y="318381"/>
                  <a:pt x="279460" y="304383"/>
                </a:cubicBezTo>
                <a:cubicBezTo>
                  <a:pt x="279460" y="290384"/>
                  <a:pt x="290824" y="279036"/>
                  <a:pt x="304843" y="279036"/>
                </a:cubicBezTo>
                <a:close/>
                <a:moveTo>
                  <a:pt x="304797" y="253586"/>
                </a:moveTo>
                <a:cubicBezTo>
                  <a:pt x="276850" y="253586"/>
                  <a:pt x="253992" y="276419"/>
                  <a:pt x="253992" y="304338"/>
                </a:cubicBezTo>
                <a:cubicBezTo>
                  <a:pt x="253992" y="332346"/>
                  <a:pt x="276850" y="355091"/>
                  <a:pt x="304797" y="355091"/>
                </a:cubicBezTo>
                <a:cubicBezTo>
                  <a:pt x="332835" y="355091"/>
                  <a:pt x="355604" y="332346"/>
                  <a:pt x="355604" y="304338"/>
                </a:cubicBezTo>
                <a:cubicBezTo>
                  <a:pt x="355604" y="276419"/>
                  <a:pt x="332835" y="253586"/>
                  <a:pt x="304797" y="253586"/>
                </a:cubicBezTo>
                <a:close/>
                <a:moveTo>
                  <a:pt x="304797" y="202922"/>
                </a:moveTo>
                <a:cubicBezTo>
                  <a:pt x="360870" y="202922"/>
                  <a:pt x="406409" y="248412"/>
                  <a:pt x="406409" y="304338"/>
                </a:cubicBezTo>
                <a:cubicBezTo>
                  <a:pt x="406409" y="360352"/>
                  <a:pt x="360870" y="405844"/>
                  <a:pt x="304797" y="405844"/>
                </a:cubicBezTo>
                <a:cubicBezTo>
                  <a:pt x="248813" y="405844"/>
                  <a:pt x="203275" y="360352"/>
                  <a:pt x="203275" y="304338"/>
                </a:cubicBezTo>
                <a:cubicBezTo>
                  <a:pt x="203275" y="248412"/>
                  <a:pt x="248813" y="202922"/>
                  <a:pt x="304797" y="202922"/>
                </a:cubicBezTo>
                <a:close/>
                <a:moveTo>
                  <a:pt x="304797" y="152213"/>
                </a:moveTo>
                <a:cubicBezTo>
                  <a:pt x="220762" y="152213"/>
                  <a:pt x="152443" y="220429"/>
                  <a:pt x="152443" y="304338"/>
                </a:cubicBezTo>
                <a:cubicBezTo>
                  <a:pt x="152443" y="388336"/>
                  <a:pt x="220762" y="456551"/>
                  <a:pt x="304797" y="456551"/>
                </a:cubicBezTo>
                <a:cubicBezTo>
                  <a:pt x="388924" y="456551"/>
                  <a:pt x="457242" y="388336"/>
                  <a:pt x="457242" y="304338"/>
                </a:cubicBezTo>
                <a:cubicBezTo>
                  <a:pt x="457242" y="220429"/>
                  <a:pt x="388924" y="152213"/>
                  <a:pt x="304797" y="152213"/>
                </a:cubicBezTo>
                <a:close/>
                <a:moveTo>
                  <a:pt x="253983" y="0"/>
                </a:moveTo>
                <a:lnTo>
                  <a:pt x="355613" y="0"/>
                </a:lnTo>
                <a:cubicBezTo>
                  <a:pt x="369722" y="0"/>
                  <a:pt x="381065" y="11325"/>
                  <a:pt x="381065" y="25324"/>
                </a:cubicBezTo>
                <a:lnTo>
                  <a:pt x="381065" y="62597"/>
                </a:lnTo>
                <a:cubicBezTo>
                  <a:pt x="395176" y="67056"/>
                  <a:pt x="408927" y="72763"/>
                  <a:pt x="422055" y="79718"/>
                </a:cubicBezTo>
                <a:lnTo>
                  <a:pt x="448490" y="53323"/>
                </a:lnTo>
                <a:cubicBezTo>
                  <a:pt x="458492" y="43336"/>
                  <a:pt x="474566" y="43336"/>
                  <a:pt x="484480" y="53323"/>
                </a:cubicBezTo>
                <a:lnTo>
                  <a:pt x="556280" y="125016"/>
                </a:lnTo>
                <a:cubicBezTo>
                  <a:pt x="566194" y="134915"/>
                  <a:pt x="566194" y="150965"/>
                  <a:pt x="556280" y="160862"/>
                </a:cubicBezTo>
                <a:lnTo>
                  <a:pt x="529847" y="187258"/>
                </a:lnTo>
                <a:cubicBezTo>
                  <a:pt x="536812" y="200454"/>
                  <a:pt x="542527" y="214187"/>
                  <a:pt x="546994" y="228276"/>
                </a:cubicBezTo>
                <a:lnTo>
                  <a:pt x="584233" y="228276"/>
                </a:lnTo>
                <a:cubicBezTo>
                  <a:pt x="598344" y="228276"/>
                  <a:pt x="609685" y="239599"/>
                  <a:pt x="609685" y="253600"/>
                </a:cubicBezTo>
                <a:lnTo>
                  <a:pt x="609685" y="355075"/>
                </a:lnTo>
                <a:cubicBezTo>
                  <a:pt x="609685" y="369165"/>
                  <a:pt x="598255" y="380488"/>
                  <a:pt x="584233" y="380488"/>
                </a:cubicBezTo>
                <a:lnTo>
                  <a:pt x="546994" y="380488"/>
                </a:lnTo>
                <a:cubicBezTo>
                  <a:pt x="542527" y="394578"/>
                  <a:pt x="536812" y="408310"/>
                  <a:pt x="529847" y="421418"/>
                </a:cubicBezTo>
                <a:lnTo>
                  <a:pt x="556280" y="447812"/>
                </a:lnTo>
                <a:cubicBezTo>
                  <a:pt x="566194" y="457798"/>
                  <a:pt x="566194" y="473850"/>
                  <a:pt x="556280" y="483748"/>
                </a:cubicBezTo>
                <a:lnTo>
                  <a:pt x="484480" y="555440"/>
                </a:lnTo>
                <a:cubicBezTo>
                  <a:pt x="474566" y="565338"/>
                  <a:pt x="458492" y="565338"/>
                  <a:pt x="448490" y="555440"/>
                </a:cubicBezTo>
                <a:lnTo>
                  <a:pt x="422055" y="529045"/>
                </a:lnTo>
                <a:cubicBezTo>
                  <a:pt x="408927" y="536001"/>
                  <a:pt x="395176" y="541618"/>
                  <a:pt x="381065" y="546077"/>
                </a:cubicBezTo>
                <a:lnTo>
                  <a:pt x="381065" y="583350"/>
                </a:lnTo>
                <a:cubicBezTo>
                  <a:pt x="381065" y="597438"/>
                  <a:pt x="369634" y="608764"/>
                  <a:pt x="355613" y="608764"/>
                </a:cubicBezTo>
                <a:lnTo>
                  <a:pt x="253983" y="608764"/>
                </a:lnTo>
                <a:cubicBezTo>
                  <a:pt x="239963" y="608764"/>
                  <a:pt x="228622" y="597438"/>
                  <a:pt x="228622" y="583350"/>
                </a:cubicBezTo>
                <a:lnTo>
                  <a:pt x="228622" y="546077"/>
                </a:lnTo>
                <a:cubicBezTo>
                  <a:pt x="214511" y="541618"/>
                  <a:pt x="200758" y="536001"/>
                  <a:pt x="187541" y="529045"/>
                </a:cubicBezTo>
                <a:lnTo>
                  <a:pt x="161107" y="555440"/>
                </a:lnTo>
                <a:cubicBezTo>
                  <a:pt x="151194" y="565338"/>
                  <a:pt x="135118" y="565338"/>
                  <a:pt x="125207" y="555440"/>
                </a:cubicBezTo>
                <a:lnTo>
                  <a:pt x="53405" y="483748"/>
                </a:lnTo>
                <a:cubicBezTo>
                  <a:pt x="43402" y="473850"/>
                  <a:pt x="43402" y="457798"/>
                  <a:pt x="53405" y="447812"/>
                </a:cubicBezTo>
                <a:lnTo>
                  <a:pt x="79750" y="421418"/>
                </a:lnTo>
                <a:cubicBezTo>
                  <a:pt x="72874" y="408310"/>
                  <a:pt x="67158" y="394578"/>
                  <a:pt x="62692" y="380488"/>
                </a:cubicBezTo>
                <a:lnTo>
                  <a:pt x="25363" y="380488"/>
                </a:lnTo>
                <a:cubicBezTo>
                  <a:pt x="11342" y="380488"/>
                  <a:pt x="0" y="369165"/>
                  <a:pt x="0" y="355075"/>
                </a:cubicBezTo>
                <a:lnTo>
                  <a:pt x="0" y="253600"/>
                </a:lnTo>
                <a:cubicBezTo>
                  <a:pt x="0" y="239599"/>
                  <a:pt x="11342" y="228276"/>
                  <a:pt x="25363" y="228276"/>
                </a:cubicBezTo>
                <a:lnTo>
                  <a:pt x="62692" y="228276"/>
                </a:lnTo>
                <a:cubicBezTo>
                  <a:pt x="67158" y="214187"/>
                  <a:pt x="72874" y="200454"/>
                  <a:pt x="79750" y="187258"/>
                </a:cubicBezTo>
                <a:lnTo>
                  <a:pt x="53405" y="160862"/>
                </a:lnTo>
                <a:cubicBezTo>
                  <a:pt x="43402" y="150965"/>
                  <a:pt x="43402" y="134915"/>
                  <a:pt x="53405" y="125016"/>
                </a:cubicBezTo>
                <a:lnTo>
                  <a:pt x="125207" y="53323"/>
                </a:lnTo>
                <a:cubicBezTo>
                  <a:pt x="135118" y="43336"/>
                  <a:pt x="151194" y="43336"/>
                  <a:pt x="161107" y="53323"/>
                </a:cubicBezTo>
                <a:lnTo>
                  <a:pt x="187541" y="79718"/>
                </a:lnTo>
                <a:cubicBezTo>
                  <a:pt x="200758" y="72763"/>
                  <a:pt x="214511" y="67056"/>
                  <a:pt x="228622" y="62597"/>
                </a:cubicBezTo>
                <a:lnTo>
                  <a:pt x="228622" y="25324"/>
                </a:lnTo>
                <a:cubicBezTo>
                  <a:pt x="228622" y="11325"/>
                  <a:pt x="239963" y="0"/>
                  <a:pt x="253983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399620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1">
            <a:extLst>
              <a:ext uri="{FF2B5EF4-FFF2-40B4-BE49-F238E27FC236}">
                <a16:creationId xmlns:a16="http://schemas.microsoft.com/office/drawing/2014/main" id="{FFB01D0F-41AE-6544-D85A-0FE79166A571}"/>
              </a:ext>
            </a:extLst>
          </p:cNvPr>
          <p:cNvSpPr/>
          <p:nvPr/>
        </p:nvSpPr>
        <p:spPr>
          <a:xfrm>
            <a:off x="1155700" y="1574800"/>
            <a:ext cx="10147300" cy="4178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617299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1759F09C-A9EC-9BDF-4FA8-03B1CCE6E393}"/>
              </a:ext>
            </a:extLst>
          </p:cNvPr>
          <p:cNvSpPr/>
          <p:nvPr/>
        </p:nvSpPr>
        <p:spPr>
          <a:xfrm>
            <a:off x="1727200" y="2679700"/>
            <a:ext cx="762000" cy="762000"/>
          </a:xfrm>
          <a:prstGeom prst="ellipse">
            <a:avLst/>
          </a:prstGeom>
          <a:solidFill>
            <a:srgbClr val="297F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C1018B04-3DCF-D6D4-4DAF-3D4ED589DEB6}"/>
              </a:ext>
            </a:extLst>
          </p:cNvPr>
          <p:cNvSpPr/>
          <p:nvPr/>
        </p:nvSpPr>
        <p:spPr>
          <a:xfrm>
            <a:off x="1625600" y="28067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B55D8007-F72B-0FED-4319-139F319041FB}"/>
              </a:ext>
            </a:extLst>
          </p:cNvPr>
          <p:cNvSpPr/>
          <p:nvPr/>
        </p:nvSpPr>
        <p:spPr>
          <a:xfrm>
            <a:off x="1727200" y="3898900"/>
            <a:ext cx="762000" cy="762000"/>
          </a:xfrm>
          <a:prstGeom prst="ellipse">
            <a:avLst/>
          </a:prstGeom>
          <a:solidFill>
            <a:srgbClr val="629D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852D9BA8-46BC-14E0-580E-5CD0209B3424}"/>
              </a:ext>
            </a:extLst>
          </p:cNvPr>
          <p:cNvSpPr/>
          <p:nvPr/>
        </p:nvSpPr>
        <p:spPr>
          <a:xfrm>
            <a:off x="1625600" y="40259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18F99D92-8B3B-F39D-3749-0EFA45A5ED45}"/>
              </a:ext>
            </a:extLst>
          </p:cNvPr>
          <p:cNvSpPr/>
          <p:nvPr/>
        </p:nvSpPr>
        <p:spPr>
          <a:xfrm>
            <a:off x="12446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4287BEF4-C035-C1A9-16FE-03BE163731CF}"/>
              </a:ext>
            </a:extLst>
          </p:cNvPr>
          <p:cNvSpPr/>
          <p:nvPr/>
        </p:nvSpPr>
        <p:spPr>
          <a:xfrm>
            <a:off x="8890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8E8C2DB4-317B-3656-3FB9-D50A6721B959}"/>
              </a:ext>
            </a:extLst>
          </p:cNvPr>
          <p:cNvSpPr/>
          <p:nvPr/>
        </p:nvSpPr>
        <p:spPr>
          <a:xfrm>
            <a:off x="939800" y="1905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9">
            <a:extLst>
              <a:ext uri="{FF2B5EF4-FFF2-40B4-BE49-F238E27FC236}">
                <a16:creationId xmlns:a16="http://schemas.microsoft.com/office/drawing/2014/main" id="{46F2B86F-3C1E-680E-D21F-8B96569A6B26}"/>
              </a:ext>
            </a:extLst>
          </p:cNvPr>
          <p:cNvSpPr/>
          <p:nvPr/>
        </p:nvSpPr>
        <p:spPr>
          <a:xfrm>
            <a:off x="12446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0">
            <a:extLst>
              <a:ext uri="{FF2B5EF4-FFF2-40B4-BE49-F238E27FC236}">
                <a16:creationId xmlns:a16="http://schemas.microsoft.com/office/drawing/2014/main" id="{AE8EF55D-F9E4-8AC0-711E-BDC372122321}"/>
              </a:ext>
            </a:extLst>
          </p:cNvPr>
          <p:cNvSpPr/>
          <p:nvPr/>
        </p:nvSpPr>
        <p:spPr>
          <a:xfrm>
            <a:off x="8890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21">
            <a:extLst>
              <a:ext uri="{FF2B5EF4-FFF2-40B4-BE49-F238E27FC236}">
                <a16:creationId xmlns:a16="http://schemas.microsoft.com/office/drawing/2014/main" id="{31676453-E036-FCB6-0740-E77ECDDF9C11}"/>
              </a:ext>
            </a:extLst>
          </p:cNvPr>
          <p:cNvSpPr/>
          <p:nvPr/>
        </p:nvSpPr>
        <p:spPr>
          <a:xfrm>
            <a:off x="939800" y="24765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22">
            <a:extLst>
              <a:ext uri="{FF2B5EF4-FFF2-40B4-BE49-F238E27FC236}">
                <a16:creationId xmlns:a16="http://schemas.microsoft.com/office/drawing/2014/main" id="{DB91BAEC-8889-1B31-4F47-538BDC224A1A}"/>
              </a:ext>
            </a:extLst>
          </p:cNvPr>
          <p:cNvSpPr/>
          <p:nvPr/>
        </p:nvSpPr>
        <p:spPr>
          <a:xfrm>
            <a:off x="12446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2169DC52-9902-E7E1-60A1-074A2C1A39A9}"/>
              </a:ext>
            </a:extLst>
          </p:cNvPr>
          <p:cNvSpPr/>
          <p:nvPr/>
        </p:nvSpPr>
        <p:spPr>
          <a:xfrm>
            <a:off x="8890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424EEBE2-330D-E44F-FF20-6ADA4F955D71}"/>
              </a:ext>
            </a:extLst>
          </p:cNvPr>
          <p:cNvSpPr/>
          <p:nvPr/>
        </p:nvSpPr>
        <p:spPr>
          <a:xfrm>
            <a:off x="939800" y="3048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A87317F5-727E-EEB3-8F35-73F62370587D}"/>
              </a:ext>
            </a:extLst>
          </p:cNvPr>
          <p:cNvSpPr/>
          <p:nvPr/>
        </p:nvSpPr>
        <p:spPr>
          <a:xfrm>
            <a:off x="12446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7369034C-57C7-C540-00C7-182D66713411}"/>
              </a:ext>
            </a:extLst>
          </p:cNvPr>
          <p:cNvSpPr/>
          <p:nvPr/>
        </p:nvSpPr>
        <p:spPr>
          <a:xfrm>
            <a:off x="8890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D86DA17D-FABF-0DA0-5145-C700FE8DBF05}"/>
              </a:ext>
            </a:extLst>
          </p:cNvPr>
          <p:cNvSpPr/>
          <p:nvPr/>
        </p:nvSpPr>
        <p:spPr>
          <a:xfrm>
            <a:off x="939800" y="3632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ADA088B-4436-5500-D9C8-A115B487C0AC}"/>
              </a:ext>
            </a:extLst>
          </p:cNvPr>
          <p:cNvSpPr/>
          <p:nvPr/>
        </p:nvSpPr>
        <p:spPr>
          <a:xfrm>
            <a:off x="12446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4D16C78C-6CD0-B424-4A21-EF3BEAF452B1}"/>
              </a:ext>
            </a:extLst>
          </p:cNvPr>
          <p:cNvSpPr/>
          <p:nvPr/>
        </p:nvSpPr>
        <p:spPr>
          <a:xfrm>
            <a:off x="8890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AC28B12C-639E-9CF3-F73C-1228F7271D79}"/>
              </a:ext>
            </a:extLst>
          </p:cNvPr>
          <p:cNvSpPr/>
          <p:nvPr/>
        </p:nvSpPr>
        <p:spPr>
          <a:xfrm>
            <a:off x="939800" y="4203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31">
            <a:extLst>
              <a:ext uri="{FF2B5EF4-FFF2-40B4-BE49-F238E27FC236}">
                <a16:creationId xmlns:a16="http://schemas.microsoft.com/office/drawing/2014/main" id="{37743A3E-0088-EC55-685E-8F46626AB9A2}"/>
              </a:ext>
            </a:extLst>
          </p:cNvPr>
          <p:cNvSpPr/>
          <p:nvPr/>
        </p:nvSpPr>
        <p:spPr>
          <a:xfrm>
            <a:off x="12446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2">
            <a:extLst>
              <a:ext uri="{FF2B5EF4-FFF2-40B4-BE49-F238E27FC236}">
                <a16:creationId xmlns:a16="http://schemas.microsoft.com/office/drawing/2014/main" id="{6EF4D42B-2B05-8A11-CFAF-EEBD7DB22727}"/>
              </a:ext>
            </a:extLst>
          </p:cNvPr>
          <p:cNvSpPr/>
          <p:nvPr/>
        </p:nvSpPr>
        <p:spPr>
          <a:xfrm>
            <a:off x="8890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A73DC5E0-A810-CDE5-9092-1F479592771A}"/>
              </a:ext>
            </a:extLst>
          </p:cNvPr>
          <p:cNvSpPr/>
          <p:nvPr/>
        </p:nvSpPr>
        <p:spPr>
          <a:xfrm>
            <a:off x="939800" y="4775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2FDC18C0-4835-FCFB-436A-DDAFED40DB86}"/>
              </a:ext>
            </a:extLst>
          </p:cNvPr>
          <p:cNvSpPr/>
          <p:nvPr/>
        </p:nvSpPr>
        <p:spPr>
          <a:xfrm>
            <a:off x="12446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8A3D8BBA-F389-3EBF-F2F0-CEEA1FE71E61}"/>
              </a:ext>
            </a:extLst>
          </p:cNvPr>
          <p:cNvSpPr/>
          <p:nvPr/>
        </p:nvSpPr>
        <p:spPr>
          <a:xfrm>
            <a:off x="8890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AE7238FF-42C4-E09D-0999-D91C9F1940DF}"/>
              </a:ext>
            </a:extLst>
          </p:cNvPr>
          <p:cNvSpPr/>
          <p:nvPr/>
        </p:nvSpPr>
        <p:spPr>
          <a:xfrm>
            <a:off x="939800" y="5346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7">
            <a:extLst>
              <a:ext uri="{FF2B5EF4-FFF2-40B4-BE49-F238E27FC236}">
                <a16:creationId xmlns:a16="http://schemas.microsoft.com/office/drawing/2014/main" id="{5D4DD1C1-7615-7967-7FCC-1CF737AC059B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0" name="AutoShape 38">
            <a:extLst>
              <a:ext uri="{FF2B5EF4-FFF2-40B4-BE49-F238E27FC236}">
                <a16:creationId xmlns:a16="http://schemas.microsoft.com/office/drawing/2014/main" id="{6D9AEE91-BEB8-BFA1-A2AF-3800CEA2377A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1" name="AutoShape 39">
            <a:extLst>
              <a:ext uri="{FF2B5EF4-FFF2-40B4-BE49-F238E27FC236}">
                <a16:creationId xmlns:a16="http://schemas.microsoft.com/office/drawing/2014/main" id="{2E679C30-5DB3-CAD4-CE18-EAE2388A1949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32" name="Connector 40">
            <a:extLst>
              <a:ext uri="{FF2B5EF4-FFF2-40B4-BE49-F238E27FC236}">
                <a16:creationId xmlns:a16="http://schemas.microsoft.com/office/drawing/2014/main" id="{0F23ADE6-5341-8DDB-A020-EB0917A539C5}"/>
              </a:ext>
            </a:extLst>
          </p:cNvPr>
          <p:cNvCxnSpPr/>
          <p:nvPr/>
        </p:nvCxnSpPr>
        <p:spPr>
          <a:xfrm>
            <a:off x="2806700" y="30353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33" name="Connector 41">
            <a:extLst>
              <a:ext uri="{FF2B5EF4-FFF2-40B4-BE49-F238E27FC236}">
                <a16:creationId xmlns:a16="http://schemas.microsoft.com/office/drawing/2014/main" id="{D2BC8812-EFF3-9FC5-2C66-649566C9D751}"/>
              </a:ext>
            </a:extLst>
          </p:cNvPr>
          <p:cNvCxnSpPr/>
          <p:nvPr/>
        </p:nvCxnSpPr>
        <p:spPr>
          <a:xfrm>
            <a:off x="2806700" y="42926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8931630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777666A5-E308-86CE-DB68-04FFD47C8F01}"/>
              </a:ext>
            </a:extLst>
          </p:cNvPr>
          <p:cNvSpPr/>
          <p:nvPr/>
        </p:nvSpPr>
        <p:spPr>
          <a:xfrm>
            <a:off x="7239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337FB9E3-E239-1B90-EBCD-5F7FC9294357}"/>
              </a:ext>
            </a:extLst>
          </p:cNvPr>
          <p:cNvSpPr/>
          <p:nvPr/>
        </p:nvSpPr>
        <p:spPr>
          <a:xfrm>
            <a:off x="8509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B1A6A787-0ADD-6E7E-0BC4-6263E3623362}"/>
              </a:ext>
            </a:extLst>
          </p:cNvPr>
          <p:cNvSpPr/>
          <p:nvPr/>
        </p:nvSpPr>
        <p:spPr>
          <a:xfrm>
            <a:off x="19050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3A838E8-0B3E-7CC4-4A80-B195DB077401}"/>
              </a:ext>
            </a:extLst>
          </p:cNvPr>
          <p:cNvSpPr/>
          <p:nvPr/>
        </p:nvSpPr>
        <p:spPr>
          <a:xfrm>
            <a:off x="12573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FF78B2-2499-AFB2-6E70-925A1C36DC00}"/>
              </a:ext>
            </a:extLst>
          </p:cNvPr>
          <p:cNvSpPr/>
          <p:nvPr/>
        </p:nvSpPr>
        <p:spPr>
          <a:xfrm>
            <a:off x="63627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D3793847-702C-7BA1-103F-7EE22A8334BF}"/>
              </a:ext>
            </a:extLst>
          </p:cNvPr>
          <p:cNvSpPr/>
          <p:nvPr/>
        </p:nvSpPr>
        <p:spPr>
          <a:xfrm>
            <a:off x="64897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6BFC270F-646B-4252-442B-2C561115A40A}"/>
              </a:ext>
            </a:extLst>
          </p:cNvPr>
          <p:cNvSpPr/>
          <p:nvPr/>
        </p:nvSpPr>
        <p:spPr>
          <a:xfrm>
            <a:off x="75438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4CA4FF0-7961-EA3C-3962-CA3D0214682D}"/>
              </a:ext>
            </a:extLst>
          </p:cNvPr>
          <p:cNvSpPr/>
          <p:nvPr/>
        </p:nvSpPr>
        <p:spPr>
          <a:xfrm>
            <a:off x="68961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4209314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3DA67CB2-74D5-95D4-E4C5-300370DF0582}"/>
              </a:ext>
            </a:extLst>
          </p:cNvPr>
          <p:cNvSpPr/>
          <p:nvPr/>
        </p:nvSpPr>
        <p:spPr>
          <a:xfrm>
            <a:off x="6146800" y="1866900"/>
            <a:ext cx="1795729" cy="1795725"/>
          </a:xfrm>
          <a:custGeom>
            <a:avLst/>
            <a:gdLst/>
            <a:ahLst/>
            <a:cxnLst/>
            <a:rect l="l" t="t" r="r" b="b"/>
            <a:pathLst>
              <a:path w="1795729" h="1795725">
                <a:moveTo>
                  <a:pt x="0" y="0"/>
                </a:moveTo>
                <a:lnTo>
                  <a:pt x="88795" y="4483"/>
                </a:lnTo>
                <a:cubicBezTo>
                  <a:pt x="986448" y="95645"/>
                  <a:pt x="1700083" y="809280"/>
                  <a:pt x="1791245" y="1706935"/>
                </a:cubicBezTo>
                <a:lnTo>
                  <a:pt x="1795729" y="1795725"/>
                </a:lnTo>
                <a:lnTo>
                  <a:pt x="1210380" y="1795725"/>
                </a:lnTo>
                <a:lnTo>
                  <a:pt x="1208742" y="1763292"/>
                </a:lnTo>
                <a:cubicBezTo>
                  <a:pt x="1144880" y="1134455"/>
                  <a:pt x="644954" y="634528"/>
                  <a:pt x="16116" y="570666"/>
                </a:cubicBezTo>
                <a:lnTo>
                  <a:pt x="0" y="569852"/>
                </a:ln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95CB6475-C771-37E2-17B0-99975A140F6B}"/>
              </a:ext>
            </a:extLst>
          </p:cNvPr>
          <p:cNvSpPr/>
          <p:nvPr/>
        </p:nvSpPr>
        <p:spPr>
          <a:xfrm>
            <a:off x="4140200" y="1866900"/>
            <a:ext cx="1795725" cy="1795725"/>
          </a:xfrm>
          <a:custGeom>
            <a:avLst/>
            <a:gdLst/>
            <a:ahLst/>
            <a:cxnLst/>
            <a:rect l="l" t="t" r="r" b="b"/>
            <a:pathLst>
              <a:path w="1795725" h="1795725">
                <a:moveTo>
                  <a:pt x="1795725" y="0"/>
                </a:moveTo>
                <a:lnTo>
                  <a:pt x="1795725" y="568411"/>
                </a:lnTo>
                <a:lnTo>
                  <a:pt x="1751054" y="570666"/>
                </a:lnTo>
                <a:cubicBezTo>
                  <a:pt x="1122216" y="634528"/>
                  <a:pt x="622290" y="1134455"/>
                  <a:pt x="558428" y="1763292"/>
                </a:cubicBezTo>
                <a:lnTo>
                  <a:pt x="556791" y="1795725"/>
                </a:lnTo>
                <a:lnTo>
                  <a:pt x="0" y="1795725"/>
                </a:lnTo>
                <a:lnTo>
                  <a:pt x="4483" y="1706935"/>
                </a:lnTo>
                <a:cubicBezTo>
                  <a:pt x="95645" y="809280"/>
                  <a:pt x="809281" y="95645"/>
                  <a:pt x="1706935" y="4483"/>
                </a:cubicBezTo>
                <a:lnTo>
                  <a:pt x="1795725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94CBADAD-25F7-840F-69A7-EE69DF79A74C}"/>
              </a:ext>
            </a:extLst>
          </p:cNvPr>
          <p:cNvSpPr/>
          <p:nvPr/>
        </p:nvSpPr>
        <p:spPr>
          <a:xfrm>
            <a:off x="4140200" y="3873500"/>
            <a:ext cx="1795725" cy="1795728"/>
          </a:xfrm>
          <a:custGeom>
            <a:avLst/>
            <a:gdLst/>
            <a:ahLst/>
            <a:cxnLst/>
            <a:rect l="l" t="t" r="r" b="b"/>
            <a:pathLst>
              <a:path w="1795725" h="1795728">
                <a:moveTo>
                  <a:pt x="0" y="0"/>
                </a:moveTo>
                <a:lnTo>
                  <a:pt x="556997" y="0"/>
                </a:lnTo>
                <a:lnTo>
                  <a:pt x="558428" y="28353"/>
                </a:lnTo>
                <a:cubicBezTo>
                  <a:pt x="622290" y="657191"/>
                  <a:pt x="1122216" y="1157117"/>
                  <a:pt x="1751054" y="1220979"/>
                </a:cubicBezTo>
                <a:lnTo>
                  <a:pt x="1795725" y="1223235"/>
                </a:lnTo>
                <a:lnTo>
                  <a:pt x="1795725" y="1795728"/>
                </a:lnTo>
                <a:lnTo>
                  <a:pt x="1706935" y="1791244"/>
                </a:lnTo>
                <a:cubicBezTo>
                  <a:pt x="809281" y="1700082"/>
                  <a:pt x="95645" y="986448"/>
                  <a:pt x="4483" y="88793"/>
                </a:cubicBez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DBD16696-4C93-46B5-ACA4-21F917533263}"/>
              </a:ext>
            </a:extLst>
          </p:cNvPr>
          <p:cNvSpPr/>
          <p:nvPr/>
        </p:nvSpPr>
        <p:spPr>
          <a:xfrm>
            <a:off x="6146800" y="3873500"/>
            <a:ext cx="1795729" cy="1795728"/>
          </a:xfrm>
          <a:custGeom>
            <a:avLst/>
            <a:gdLst/>
            <a:ahLst/>
            <a:cxnLst/>
            <a:rect l="l" t="t" r="r" b="b"/>
            <a:pathLst>
              <a:path w="1795729" h="1795728">
                <a:moveTo>
                  <a:pt x="1210174" y="0"/>
                </a:moveTo>
                <a:lnTo>
                  <a:pt x="1795729" y="0"/>
                </a:lnTo>
                <a:lnTo>
                  <a:pt x="1791245" y="88793"/>
                </a:lnTo>
                <a:cubicBezTo>
                  <a:pt x="1700083" y="986448"/>
                  <a:pt x="986448" y="1700082"/>
                  <a:pt x="88795" y="1791244"/>
                </a:cubicBezTo>
                <a:lnTo>
                  <a:pt x="0" y="1795728"/>
                </a:lnTo>
                <a:lnTo>
                  <a:pt x="0" y="1221793"/>
                </a:lnTo>
                <a:lnTo>
                  <a:pt x="16116" y="1220979"/>
                </a:lnTo>
                <a:cubicBezTo>
                  <a:pt x="644954" y="1157117"/>
                  <a:pt x="1144880" y="657191"/>
                  <a:pt x="1208742" y="28353"/>
                </a:cubicBezTo>
                <a:lnTo>
                  <a:pt x="1210174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D4096B83-C640-E964-FDD1-11C9A0A61157}"/>
              </a:ext>
            </a:extLst>
          </p:cNvPr>
          <p:cNvSpPr/>
          <p:nvPr/>
        </p:nvSpPr>
        <p:spPr>
          <a:xfrm>
            <a:off x="4445000" y="307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5563BAA9-F7C7-3106-A9C9-E972856FCBB2}"/>
              </a:ext>
            </a:extLst>
          </p:cNvPr>
          <p:cNvSpPr/>
          <p:nvPr/>
        </p:nvSpPr>
        <p:spPr>
          <a:xfrm>
            <a:off x="5727700" y="3873500"/>
            <a:ext cx="631999" cy="627784"/>
          </a:xfrm>
          <a:custGeom>
            <a:avLst/>
            <a:gdLst/>
            <a:ahLst/>
            <a:cxnLst/>
            <a:rect l="l" t="t" r="r" b="b"/>
            <a:pathLst>
              <a:path w="631999" h="627784">
                <a:moveTo>
                  <a:pt x="59280" y="0"/>
                </a:moveTo>
                <a:cubicBezTo>
                  <a:pt x="23905" y="0"/>
                  <a:pt x="0" y="29790"/>
                  <a:pt x="0" y="64261"/>
                </a:cubicBezTo>
                <a:lnTo>
                  <a:pt x="0" y="340224"/>
                </a:lnTo>
                <a:cubicBezTo>
                  <a:pt x="0" y="377339"/>
                  <a:pt x="37686" y="386203"/>
                  <a:pt x="37686" y="386203"/>
                </a:cubicBezTo>
                <a:cubicBezTo>
                  <a:pt x="37686" y="386203"/>
                  <a:pt x="37686" y="103090"/>
                  <a:pt x="37686" y="74811"/>
                </a:cubicBezTo>
                <a:cubicBezTo>
                  <a:pt x="37686" y="46502"/>
                  <a:pt x="53047" y="41562"/>
                  <a:pt x="83125" y="41562"/>
                </a:cubicBezTo>
                <a:cubicBezTo>
                  <a:pt x="113175" y="41562"/>
                  <a:pt x="547996" y="41562"/>
                  <a:pt x="547996" y="41562"/>
                </a:cubicBezTo>
                <a:cubicBezTo>
                  <a:pt x="547996" y="41562"/>
                  <a:pt x="533864" y="0"/>
                  <a:pt x="506419" y="0"/>
                </a:cubicBezTo>
                <a:lnTo>
                  <a:pt x="59280" y="0"/>
                </a:lnTo>
                <a:close/>
                <a:moveTo>
                  <a:pt x="108610" y="70917"/>
                </a:moveTo>
                <a:cubicBezTo>
                  <a:pt x="67940" y="70917"/>
                  <a:pt x="70924" y="105270"/>
                  <a:pt x="70924" y="105270"/>
                </a:cubicBezTo>
                <a:cubicBezTo>
                  <a:pt x="70924" y="105270"/>
                  <a:pt x="70924" y="415529"/>
                  <a:pt x="70924" y="439391"/>
                </a:cubicBezTo>
                <a:cubicBezTo>
                  <a:pt x="70924" y="463281"/>
                  <a:pt x="85057" y="480953"/>
                  <a:pt x="108054" y="480953"/>
                </a:cubicBezTo>
                <a:cubicBezTo>
                  <a:pt x="131053" y="480953"/>
                  <a:pt x="262631" y="480953"/>
                  <a:pt x="262631" y="480953"/>
                </a:cubicBezTo>
                <a:lnTo>
                  <a:pt x="344089" y="627784"/>
                </a:lnTo>
                <a:lnTo>
                  <a:pt x="436051" y="478192"/>
                </a:lnTo>
                <a:cubicBezTo>
                  <a:pt x="436051" y="478192"/>
                  <a:pt x="559027" y="478192"/>
                  <a:pt x="587320" y="478192"/>
                </a:cubicBezTo>
                <a:cubicBezTo>
                  <a:pt x="615615" y="478192"/>
                  <a:pt x="629425" y="478046"/>
                  <a:pt x="629425" y="433840"/>
                </a:cubicBezTo>
                <a:lnTo>
                  <a:pt x="629425" y="121895"/>
                </a:lnTo>
                <a:cubicBezTo>
                  <a:pt x="629425" y="92714"/>
                  <a:pt x="631999" y="70917"/>
                  <a:pt x="593962" y="70917"/>
                </a:cubicBezTo>
                <a:lnTo>
                  <a:pt x="108610" y="70917"/>
                </a:lnTo>
                <a:close/>
              </a:path>
            </a:pathLst>
          </a:custGeom>
          <a:solidFill>
            <a:srgbClr val="284E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7">
            <a:extLst>
              <a:ext uri="{FF2B5EF4-FFF2-40B4-BE49-F238E27FC236}">
                <a16:creationId xmlns:a16="http://schemas.microsoft.com/office/drawing/2014/main" id="{1755CC42-AF77-37AB-D2FB-D3878D85654C}"/>
              </a:ext>
            </a:extLst>
          </p:cNvPr>
          <p:cNvCxnSpPr/>
          <p:nvPr/>
        </p:nvCxnSpPr>
        <p:spPr>
          <a:xfrm rot="3">
            <a:off x="3543300" y="2057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0" name="Connector 18">
            <a:extLst>
              <a:ext uri="{FF2B5EF4-FFF2-40B4-BE49-F238E27FC236}">
                <a16:creationId xmlns:a16="http://schemas.microsoft.com/office/drawing/2014/main" id="{4B272935-1530-FF7E-4523-541C8ECB743B}"/>
              </a:ext>
            </a:extLst>
          </p:cNvPr>
          <p:cNvCxnSpPr/>
          <p:nvPr/>
        </p:nvCxnSpPr>
        <p:spPr>
          <a:xfrm rot="5223772">
            <a:off x="43306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1" name="Connector 19">
            <a:extLst>
              <a:ext uri="{FF2B5EF4-FFF2-40B4-BE49-F238E27FC236}">
                <a16:creationId xmlns:a16="http://schemas.microsoft.com/office/drawing/2014/main" id="{01E825D4-C761-C3A5-C8B7-F31EC43E5484}"/>
              </a:ext>
            </a:extLst>
          </p:cNvPr>
          <p:cNvCxnSpPr/>
          <p:nvPr/>
        </p:nvCxnSpPr>
        <p:spPr>
          <a:xfrm rot="3">
            <a:off x="7505700" y="2057400"/>
            <a:ext cx="101607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2" name="Connector 20">
            <a:extLst>
              <a:ext uri="{FF2B5EF4-FFF2-40B4-BE49-F238E27FC236}">
                <a16:creationId xmlns:a16="http://schemas.microsoft.com/office/drawing/2014/main" id="{E5D6AE73-5266-42FA-1FBF-80556DCBC3E4}"/>
              </a:ext>
            </a:extLst>
          </p:cNvPr>
          <p:cNvCxnSpPr/>
          <p:nvPr/>
        </p:nvCxnSpPr>
        <p:spPr>
          <a:xfrm rot="5223772">
            <a:off x="72389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8C9C02C5-5F20-329C-ED7A-1527C8BFEA2F}"/>
              </a:ext>
            </a:extLst>
          </p:cNvPr>
          <p:cNvCxnSpPr/>
          <p:nvPr/>
        </p:nvCxnSpPr>
        <p:spPr>
          <a:xfrm rot="3">
            <a:off x="3543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4" name="Connector 22">
            <a:extLst>
              <a:ext uri="{FF2B5EF4-FFF2-40B4-BE49-F238E27FC236}">
                <a16:creationId xmlns:a16="http://schemas.microsoft.com/office/drawing/2014/main" id="{A2C5BB72-C508-3A04-AF55-46C8B3E76327}"/>
              </a:ext>
            </a:extLst>
          </p:cNvPr>
          <p:cNvCxnSpPr/>
          <p:nvPr/>
        </p:nvCxnSpPr>
        <p:spPr>
          <a:xfrm rot="5223772">
            <a:off x="4330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5" name="Connector 23">
            <a:extLst>
              <a:ext uri="{FF2B5EF4-FFF2-40B4-BE49-F238E27FC236}">
                <a16:creationId xmlns:a16="http://schemas.microsoft.com/office/drawing/2014/main" id="{CE10274B-30FF-9A07-C8A9-53BDD470907A}"/>
              </a:ext>
            </a:extLst>
          </p:cNvPr>
          <p:cNvCxnSpPr/>
          <p:nvPr/>
        </p:nvCxnSpPr>
        <p:spPr>
          <a:xfrm rot="3">
            <a:off x="7480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6" name="Connector 24">
            <a:extLst>
              <a:ext uri="{FF2B5EF4-FFF2-40B4-BE49-F238E27FC236}">
                <a16:creationId xmlns:a16="http://schemas.microsoft.com/office/drawing/2014/main" id="{AB4321F1-92DA-11D2-83F1-93B60EA127DB}"/>
              </a:ext>
            </a:extLst>
          </p:cNvPr>
          <p:cNvCxnSpPr/>
          <p:nvPr/>
        </p:nvCxnSpPr>
        <p:spPr>
          <a:xfrm rot="5223772">
            <a:off x="7251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7" name="AutoShape 25">
            <a:extLst>
              <a:ext uri="{FF2B5EF4-FFF2-40B4-BE49-F238E27FC236}">
                <a16:creationId xmlns:a16="http://schemas.microsoft.com/office/drawing/2014/main" id="{93008BEA-E94D-1DEC-55C8-A0D57986AE54}"/>
              </a:ext>
            </a:extLst>
          </p:cNvPr>
          <p:cNvSpPr/>
          <p:nvPr/>
        </p:nvSpPr>
        <p:spPr>
          <a:xfrm>
            <a:off x="3302000" y="19304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3A88A187-F5DD-4281-7B2A-748351EB4A6B}"/>
              </a:ext>
            </a:extLst>
          </p:cNvPr>
          <p:cNvSpPr/>
          <p:nvPr/>
        </p:nvSpPr>
        <p:spPr>
          <a:xfrm>
            <a:off x="3289300" y="53721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181862E4-B5C0-89B6-CA49-3FAAFC7A3062}"/>
              </a:ext>
            </a:extLst>
          </p:cNvPr>
          <p:cNvSpPr/>
          <p:nvPr/>
        </p:nvSpPr>
        <p:spPr>
          <a:xfrm>
            <a:off x="8521700" y="19304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BBF3AD1D-EE2F-D470-E13A-B497CC424F61}"/>
              </a:ext>
            </a:extLst>
          </p:cNvPr>
          <p:cNvSpPr/>
          <p:nvPr/>
        </p:nvSpPr>
        <p:spPr>
          <a:xfrm>
            <a:off x="8470900" y="53721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0982D153-4420-00C6-DE2E-FB9371D4B6AA}"/>
              </a:ext>
            </a:extLst>
          </p:cNvPr>
          <p:cNvSpPr/>
          <p:nvPr/>
        </p:nvSpPr>
        <p:spPr>
          <a:xfrm>
            <a:off x="2283941" y="1646933"/>
            <a:ext cx="542149" cy="631850"/>
          </a:xfrm>
          <a:custGeom>
            <a:avLst/>
            <a:gdLst/>
            <a:ahLst/>
            <a:cxnLst/>
            <a:rect l="l" t="t" r="r" b="b"/>
            <a:pathLst>
              <a:path w="542149" h="631850">
                <a:moveTo>
                  <a:pt x="301044" y="452505"/>
                </a:moveTo>
                <a:lnTo>
                  <a:pt x="301044" y="303055"/>
                </a:lnTo>
                <a:cubicBezTo>
                  <a:pt x="301044" y="286498"/>
                  <a:pt x="287616" y="273100"/>
                  <a:pt x="271075" y="273100"/>
                </a:cubicBezTo>
                <a:cubicBezTo>
                  <a:pt x="254585" y="273100"/>
                  <a:pt x="241206" y="286498"/>
                  <a:pt x="241206" y="303055"/>
                </a:cubicBezTo>
                <a:lnTo>
                  <a:pt x="241206" y="452505"/>
                </a:lnTo>
                <a:lnTo>
                  <a:pt x="94149" y="452505"/>
                </a:lnTo>
                <a:lnTo>
                  <a:pt x="174869" y="351585"/>
                </a:lnTo>
                <a:cubicBezTo>
                  <a:pt x="182022" y="342546"/>
                  <a:pt x="183503" y="330319"/>
                  <a:pt x="178559" y="319992"/>
                </a:cubicBezTo>
                <a:cubicBezTo>
                  <a:pt x="173614" y="309520"/>
                  <a:pt x="163072" y="303055"/>
                  <a:pt x="151527" y="303055"/>
                </a:cubicBezTo>
                <a:lnTo>
                  <a:pt x="119324" y="303055"/>
                </a:lnTo>
                <a:lnTo>
                  <a:pt x="271075" y="86119"/>
                </a:lnTo>
                <a:lnTo>
                  <a:pt x="423053" y="303055"/>
                </a:lnTo>
                <a:lnTo>
                  <a:pt x="390674" y="303055"/>
                </a:lnTo>
                <a:cubicBezTo>
                  <a:pt x="379305" y="303055"/>
                  <a:pt x="368712" y="309520"/>
                  <a:pt x="363742" y="319992"/>
                </a:cubicBezTo>
                <a:cubicBezTo>
                  <a:pt x="358773" y="330319"/>
                  <a:pt x="360153" y="342546"/>
                  <a:pt x="367433" y="351585"/>
                </a:cubicBezTo>
                <a:lnTo>
                  <a:pt x="448177" y="452505"/>
                </a:lnTo>
                <a:cubicBezTo>
                  <a:pt x="448177" y="452505"/>
                  <a:pt x="301044" y="452505"/>
                  <a:pt x="301044" y="452505"/>
                </a:cubicBezTo>
                <a:close/>
                <a:moveTo>
                  <a:pt x="533666" y="463680"/>
                </a:moveTo>
                <a:lnTo>
                  <a:pt x="452946" y="362701"/>
                </a:lnTo>
                <a:lnTo>
                  <a:pt x="480380" y="362701"/>
                </a:lnTo>
                <a:cubicBezTo>
                  <a:pt x="491525" y="362701"/>
                  <a:pt x="501739" y="356528"/>
                  <a:pt x="506960" y="346641"/>
                </a:cubicBezTo>
                <a:cubicBezTo>
                  <a:pt x="512055" y="336724"/>
                  <a:pt x="511202" y="324877"/>
                  <a:pt x="504978" y="315721"/>
                </a:cubicBezTo>
                <a:lnTo>
                  <a:pt x="295598" y="16733"/>
                </a:lnTo>
                <a:cubicBezTo>
                  <a:pt x="286110" y="3335"/>
                  <a:pt x="267410" y="0"/>
                  <a:pt x="254033" y="9478"/>
                </a:cubicBezTo>
                <a:cubicBezTo>
                  <a:pt x="251222" y="11409"/>
                  <a:pt x="249214" y="13866"/>
                  <a:pt x="247306" y="16382"/>
                </a:cubicBezTo>
                <a:cubicBezTo>
                  <a:pt x="246578" y="16733"/>
                  <a:pt x="37374" y="315721"/>
                  <a:pt x="37374" y="315721"/>
                </a:cubicBezTo>
                <a:cubicBezTo>
                  <a:pt x="30973" y="324877"/>
                  <a:pt x="30271" y="336724"/>
                  <a:pt x="35366" y="346641"/>
                </a:cubicBezTo>
                <a:cubicBezTo>
                  <a:pt x="40461" y="356528"/>
                  <a:pt x="50652" y="362701"/>
                  <a:pt x="61896" y="362701"/>
                </a:cubicBezTo>
                <a:lnTo>
                  <a:pt x="89380" y="362701"/>
                </a:lnTo>
                <a:lnTo>
                  <a:pt x="8686" y="463680"/>
                </a:lnTo>
                <a:cubicBezTo>
                  <a:pt x="1457" y="472602"/>
                  <a:pt x="0" y="484917"/>
                  <a:pt x="4995" y="495360"/>
                </a:cubicBezTo>
                <a:cubicBezTo>
                  <a:pt x="9941" y="505568"/>
                  <a:pt x="20482" y="512180"/>
                  <a:pt x="32027" y="512180"/>
                </a:cubicBezTo>
                <a:lnTo>
                  <a:pt x="241206" y="512180"/>
                </a:lnTo>
                <a:lnTo>
                  <a:pt x="241206" y="601955"/>
                </a:lnTo>
                <a:cubicBezTo>
                  <a:pt x="241206" y="618395"/>
                  <a:pt x="254585" y="631851"/>
                  <a:pt x="271075" y="631851"/>
                </a:cubicBezTo>
                <a:cubicBezTo>
                  <a:pt x="287616" y="631851"/>
                  <a:pt x="301044" y="618395"/>
                  <a:pt x="301044" y="601955"/>
                </a:cubicBezTo>
                <a:lnTo>
                  <a:pt x="301044" y="512180"/>
                </a:lnTo>
                <a:lnTo>
                  <a:pt x="510349" y="512180"/>
                </a:lnTo>
                <a:cubicBezTo>
                  <a:pt x="521719" y="512180"/>
                  <a:pt x="532236" y="505568"/>
                  <a:pt x="537180" y="495360"/>
                </a:cubicBezTo>
                <a:cubicBezTo>
                  <a:pt x="542149" y="484917"/>
                  <a:pt x="540845" y="472602"/>
                  <a:pt x="533666" y="463680"/>
                </a:cubicBezTo>
                <a:cubicBezTo>
                  <a:pt x="533666" y="463680"/>
                  <a:pt x="533666" y="463680"/>
                  <a:pt x="533666" y="46368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30">
            <a:extLst>
              <a:ext uri="{FF2B5EF4-FFF2-40B4-BE49-F238E27FC236}">
                <a16:creationId xmlns:a16="http://schemas.microsoft.com/office/drawing/2014/main" id="{FDFA3E8F-FEE3-C21C-6025-D0F7094C4977}"/>
              </a:ext>
            </a:extLst>
          </p:cNvPr>
          <p:cNvSpPr/>
          <p:nvPr/>
        </p:nvSpPr>
        <p:spPr>
          <a:xfrm>
            <a:off x="9182100" y="1651000"/>
            <a:ext cx="630241" cy="627784"/>
          </a:xfrm>
          <a:custGeom>
            <a:avLst/>
            <a:gdLst/>
            <a:ahLst/>
            <a:cxnLst/>
            <a:rect l="l" t="t" r="r" b="b"/>
            <a:pathLst>
              <a:path w="630241" h="627784">
                <a:moveTo>
                  <a:pt x="154175" y="0"/>
                </a:moveTo>
                <a:cubicBezTo>
                  <a:pt x="143584" y="0"/>
                  <a:pt x="137603" y="6656"/>
                  <a:pt x="137603" y="17206"/>
                </a:cubicBezTo>
                <a:lnTo>
                  <a:pt x="137603" y="75566"/>
                </a:lnTo>
                <a:cubicBezTo>
                  <a:pt x="135969" y="66672"/>
                  <a:pt x="129170" y="59581"/>
                  <a:pt x="119775" y="59581"/>
                </a:cubicBezTo>
                <a:cubicBezTo>
                  <a:pt x="112277" y="59581"/>
                  <a:pt x="104719" y="59204"/>
                  <a:pt x="97658" y="58971"/>
                </a:cubicBezTo>
                <a:cubicBezTo>
                  <a:pt x="67022" y="58042"/>
                  <a:pt x="37960" y="57198"/>
                  <a:pt x="18440" y="76177"/>
                </a:cubicBezTo>
                <a:cubicBezTo>
                  <a:pt x="5777" y="88412"/>
                  <a:pt x="0" y="106723"/>
                  <a:pt x="0" y="132067"/>
                </a:cubicBezTo>
                <a:cubicBezTo>
                  <a:pt x="0" y="201530"/>
                  <a:pt x="46568" y="334150"/>
                  <a:pt x="119775" y="334150"/>
                </a:cubicBezTo>
                <a:cubicBezTo>
                  <a:pt x="130367" y="334150"/>
                  <a:pt x="138828" y="325692"/>
                  <a:pt x="138828" y="315112"/>
                </a:cubicBezTo>
                <a:cubicBezTo>
                  <a:pt x="138828" y="304563"/>
                  <a:pt x="130367" y="296075"/>
                  <a:pt x="119775" y="296075"/>
                </a:cubicBezTo>
                <a:cubicBezTo>
                  <a:pt x="81902" y="296075"/>
                  <a:pt x="38077" y="196851"/>
                  <a:pt x="38077" y="132067"/>
                </a:cubicBezTo>
                <a:cubicBezTo>
                  <a:pt x="38077" y="122273"/>
                  <a:pt x="38952" y="109572"/>
                  <a:pt x="44846" y="103817"/>
                </a:cubicBezTo>
                <a:cubicBezTo>
                  <a:pt x="52812" y="96115"/>
                  <a:pt x="73995" y="96347"/>
                  <a:pt x="96432" y="97045"/>
                </a:cubicBezTo>
                <a:cubicBezTo>
                  <a:pt x="103844" y="97306"/>
                  <a:pt x="111868" y="97655"/>
                  <a:pt x="119775" y="97655"/>
                </a:cubicBezTo>
                <a:cubicBezTo>
                  <a:pt x="129170" y="97655"/>
                  <a:pt x="135969" y="90564"/>
                  <a:pt x="137603" y="81699"/>
                </a:cubicBezTo>
                <a:lnTo>
                  <a:pt x="137603" y="299767"/>
                </a:lnTo>
                <a:cubicBezTo>
                  <a:pt x="137603" y="395300"/>
                  <a:pt x="207192" y="478452"/>
                  <a:pt x="294842" y="498159"/>
                </a:cubicBezTo>
                <a:lnTo>
                  <a:pt x="294842" y="589711"/>
                </a:lnTo>
                <a:lnTo>
                  <a:pt x="195958" y="589711"/>
                </a:lnTo>
                <a:cubicBezTo>
                  <a:pt x="185425" y="589711"/>
                  <a:pt x="176905" y="598197"/>
                  <a:pt x="176905" y="608747"/>
                </a:cubicBezTo>
                <a:cubicBezTo>
                  <a:pt x="176905" y="619269"/>
                  <a:pt x="185425" y="627784"/>
                  <a:pt x="195958" y="627784"/>
                </a:cubicBezTo>
                <a:lnTo>
                  <a:pt x="473001" y="627784"/>
                </a:lnTo>
                <a:cubicBezTo>
                  <a:pt x="483593" y="627784"/>
                  <a:pt x="492026" y="619269"/>
                  <a:pt x="492026" y="608747"/>
                </a:cubicBezTo>
                <a:cubicBezTo>
                  <a:pt x="492026" y="598197"/>
                  <a:pt x="483535" y="589711"/>
                  <a:pt x="473001" y="589711"/>
                </a:cubicBezTo>
                <a:lnTo>
                  <a:pt x="332948" y="589711"/>
                </a:lnTo>
                <a:lnTo>
                  <a:pt x="332948" y="506151"/>
                </a:lnTo>
                <a:lnTo>
                  <a:pt x="340302" y="506151"/>
                </a:lnTo>
                <a:cubicBezTo>
                  <a:pt x="434924" y="506151"/>
                  <a:pt x="517294" y="425237"/>
                  <a:pt x="532583" y="329237"/>
                </a:cubicBezTo>
                <a:cubicBezTo>
                  <a:pt x="592630" y="305812"/>
                  <a:pt x="630241" y="194061"/>
                  <a:pt x="630241" y="132067"/>
                </a:cubicBezTo>
                <a:cubicBezTo>
                  <a:pt x="630241" y="106665"/>
                  <a:pt x="623792" y="88412"/>
                  <a:pt x="611188" y="76177"/>
                </a:cubicBezTo>
                <a:cubicBezTo>
                  <a:pt x="593098" y="58651"/>
                  <a:pt x="566809" y="58216"/>
                  <a:pt x="538710" y="58971"/>
                </a:cubicBezTo>
                <a:lnTo>
                  <a:pt x="538710" y="17206"/>
                </a:lnTo>
                <a:cubicBezTo>
                  <a:pt x="538710" y="6656"/>
                  <a:pt x="527740" y="0"/>
                  <a:pt x="517206" y="0"/>
                </a:cubicBezTo>
                <a:lnTo>
                  <a:pt x="154175" y="0"/>
                </a:lnTo>
                <a:close/>
                <a:moveTo>
                  <a:pt x="175679" y="38073"/>
                </a:moveTo>
                <a:cubicBezTo>
                  <a:pt x="175679" y="38073"/>
                  <a:pt x="500633" y="38073"/>
                  <a:pt x="500633" y="38073"/>
                </a:cubicBezTo>
                <a:lnTo>
                  <a:pt x="500633" y="63882"/>
                </a:lnTo>
                <a:cubicBezTo>
                  <a:pt x="495440" y="67313"/>
                  <a:pt x="491413" y="71963"/>
                  <a:pt x="491413" y="78618"/>
                </a:cubicBezTo>
                <a:cubicBezTo>
                  <a:pt x="491413" y="85303"/>
                  <a:pt x="495440" y="89953"/>
                  <a:pt x="500633" y="93383"/>
                </a:cubicBezTo>
                <a:lnTo>
                  <a:pt x="500633" y="299767"/>
                </a:lnTo>
                <a:cubicBezTo>
                  <a:pt x="500633" y="299970"/>
                  <a:pt x="500633" y="300173"/>
                  <a:pt x="500633" y="300377"/>
                </a:cubicBezTo>
                <a:cubicBezTo>
                  <a:pt x="495440" y="303807"/>
                  <a:pt x="491413" y="308428"/>
                  <a:pt x="491413" y="315112"/>
                </a:cubicBezTo>
                <a:cubicBezTo>
                  <a:pt x="491413" y="318920"/>
                  <a:pt x="493193" y="321972"/>
                  <a:pt x="495089" y="324936"/>
                </a:cubicBezTo>
                <a:cubicBezTo>
                  <a:pt x="481843" y="401462"/>
                  <a:pt x="414617" y="468076"/>
                  <a:pt x="340302" y="468076"/>
                </a:cubicBezTo>
                <a:lnTo>
                  <a:pt x="331081" y="468076"/>
                </a:lnTo>
                <a:cubicBezTo>
                  <a:pt x="248303" y="468076"/>
                  <a:pt x="175679" y="386639"/>
                  <a:pt x="175679" y="299767"/>
                </a:cubicBezTo>
                <a:lnTo>
                  <a:pt x="175679" y="38073"/>
                </a:lnTo>
                <a:close/>
                <a:moveTo>
                  <a:pt x="538710" y="97045"/>
                </a:moveTo>
                <a:cubicBezTo>
                  <a:pt x="558872" y="96493"/>
                  <a:pt x="577517" y="96783"/>
                  <a:pt x="584782" y="103817"/>
                </a:cubicBezTo>
                <a:cubicBezTo>
                  <a:pt x="590647" y="109572"/>
                  <a:pt x="592164" y="122273"/>
                  <a:pt x="592164" y="132067"/>
                </a:cubicBezTo>
                <a:cubicBezTo>
                  <a:pt x="592164" y="181069"/>
                  <a:pt x="567304" y="249516"/>
                  <a:pt x="538710" y="280120"/>
                </a:cubicBezTo>
                <a:lnTo>
                  <a:pt x="538710" y="97045"/>
                </a:lnTo>
                <a:close/>
                <a:moveTo>
                  <a:pt x="225428" y="216237"/>
                </a:moveTo>
                <a:cubicBezTo>
                  <a:pt x="220205" y="216237"/>
                  <a:pt x="216237" y="220102"/>
                  <a:pt x="216237" y="225450"/>
                </a:cubicBezTo>
                <a:lnTo>
                  <a:pt x="216237" y="280120"/>
                </a:lnTo>
                <a:cubicBezTo>
                  <a:pt x="216237" y="355802"/>
                  <a:pt x="245678" y="397626"/>
                  <a:pt x="308964" y="409106"/>
                </a:cubicBezTo>
                <a:cubicBezTo>
                  <a:pt x="309576" y="409193"/>
                  <a:pt x="309023" y="409716"/>
                  <a:pt x="309606" y="409716"/>
                </a:cubicBezTo>
                <a:cubicBezTo>
                  <a:pt x="314187" y="409716"/>
                  <a:pt x="318621" y="406345"/>
                  <a:pt x="319410" y="401724"/>
                </a:cubicBezTo>
                <a:cubicBezTo>
                  <a:pt x="320344" y="396521"/>
                  <a:pt x="317222" y="391639"/>
                  <a:pt x="312057" y="390679"/>
                </a:cubicBezTo>
                <a:cubicBezTo>
                  <a:pt x="257874" y="380884"/>
                  <a:pt x="235261" y="346822"/>
                  <a:pt x="235261" y="280120"/>
                </a:cubicBezTo>
                <a:lnTo>
                  <a:pt x="235261" y="225450"/>
                </a:lnTo>
                <a:cubicBezTo>
                  <a:pt x="235261" y="220102"/>
                  <a:pt x="230709" y="216237"/>
                  <a:pt x="225428" y="216237"/>
                </a:cubicBezTo>
                <a:close/>
                <a:moveTo>
                  <a:pt x="323728" y="412797"/>
                </a:moveTo>
                <a:cubicBezTo>
                  <a:pt x="318446" y="412797"/>
                  <a:pt x="314508" y="416721"/>
                  <a:pt x="314508" y="422011"/>
                </a:cubicBezTo>
                <a:cubicBezTo>
                  <a:pt x="314508" y="427271"/>
                  <a:pt x="318446" y="431834"/>
                  <a:pt x="323728" y="431834"/>
                </a:cubicBezTo>
                <a:lnTo>
                  <a:pt x="333560" y="431834"/>
                </a:lnTo>
                <a:cubicBezTo>
                  <a:pt x="338842" y="431834"/>
                  <a:pt x="342751" y="427271"/>
                  <a:pt x="342751" y="422011"/>
                </a:cubicBezTo>
                <a:cubicBezTo>
                  <a:pt x="342751" y="416721"/>
                  <a:pt x="338842" y="412797"/>
                  <a:pt x="333560" y="412797"/>
                </a:cubicBezTo>
                <a:lnTo>
                  <a:pt x="323728" y="412797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59AFF46-CC10-4EA7-C5E3-979BE4E20DAE}"/>
              </a:ext>
            </a:extLst>
          </p:cNvPr>
          <p:cNvSpPr/>
          <p:nvPr/>
        </p:nvSpPr>
        <p:spPr>
          <a:xfrm>
            <a:off x="9182100" y="5295900"/>
            <a:ext cx="627784" cy="627784"/>
          </a:xfrm>
          <a:custGeom>
            <a:avLst/>
            <a:gdLst/>
            <a:ahLst/>
            <a:cxnLst/>
            <a:rect l="l" t="t" r="r" b="b"/>
            <a:pathLst>
              <a:path w="627784" h="627784">
                <a:moveTo>
                  <a:pt x="313892" y="448429"/>
                </a:moveTo>
                <a:cubicBezTo>
                  <a:pt x="239663" y="448429"/>
                  <a:pt x="179354" y="388093"/>
                  <a:pt x="179354" y="313892"/>
                </a:cubicBezTo>
                <a:cubicBezTo>
                  <a:pt x="179354" y="239720"/>
                  <a:pt x="239663" y="179384"/>
                  <a:pt x="313892" y="179384"/>
                </a:cubicBezTo>
                <a:cubicBezTo>
                  <a:pt x="388035" y="179384"/>
                  <a:pt x="448400" y="239720"/>
                  <a:pt x="448400" y="313892"/>
                </a:cubicBezTo>
                <a:cubicBezTo>
                  <a:pt x="448400" y="388093"/>
                  <a:pt x="388035" y="448429"/>
                  <a:pt x="313892" y="448429"/>
                </a:cubicBezTo>
                <a:cubicBezTo>
                  <a:pt x="313892" y="448429"/>
                  <a:pt x="313892" y="448429"/>
                  <a:pt x="313892" y="448429"/>
                </a:cubicBezTo>
                <a:close/>
                <a:moveTo>
                  <a:pt x="313892" y="125586"/>
                </a:moveTo>
                <a:cubicBezTo>
                  <a:pt x="210017" y="125586"/>
                  <a:pt x="125586" y="210047"/>
                  <a:pt x="125586" y="313892"/>
                </a:cubicBezTo>
                <a:cubicBezTo>
                  <a:pt x="125586" y="417766"/>
                  <a:pt x="210017" y="502199"/>
                  <a:pt x="313892" y="502199"/>
                </a:cubicBezTo>
                <a:cubicBezTo>
                  <a:pt x="417739" y="502199"/>
                  <a:pt x="502169" y="417766"/>
                  <a:pt x="502169" y="313892"/>
                </a:cubicBezTo>
                <a:cubicBezTo>
                  <a:pt x="502169" y="210047"/>
                  <a:pt x="417739" y="125586"/>
                  <a:pt x="313892" y="125586"/>
                </a:cubicBezTo>
                <a:cubicBezTo>
                  <a:pt x="313892" y="125586"/>
                  <a:pt x="313892" y="125586"/>
                  <a:pt x="313892" y="125586"/>
                </a:cubicBezTo>
                <a:close/>
                <a:moveTo>
                  <a:pt x="313892" y="520131"/>
                </a:moveTo>
                <a:cubicBezTo>
                  <a:pt x="298953" y="520131"/>
                  <a:pt x="287007" y="532251"/>
                  <a:pt x="287007" y="547014"/>
                </a:cubicBezTo>
                <a:lnTo>
                  <a:pt x="287007" y="600899"/>
                </a:lnTo>
                <a:cubicBezTo>
                  <a:pt x="287007" y="615693"/>
                  <a:pt x="298953" y="627784"/>
                  <a:pt x="313892" y="627784"/>
                </a:cubicBezTo>
                <a:cubicBezTo>
                  <a:pt x="328773" y="627784"/>
                  <a:pt x="340777" y="615693"/>
                  <a:pt x="340777" y="600899"/>
                </a:cubicBezTo>
                <a:lnTo>
                  <a:pt x="340777" y="547014"/>
                </a:lnTo>
                <a:cubicBezTo>
                  <a:pt x="340777" y="532251"/>
                  <a:pt x="328773" y="520131"/>
                  <a:pt x="313892" y="520131"/>
                </a:cubicBezTo>
                <a:cubicBezTo>
                  <a:pt x="313892" y="520131"/>
                  <a:pt x="313892" y="520131"/>
                  <a:pt x="313892" y="520131"/>
                </a:cubicBezTo>
                <a:close/>
                <a:moveTo>
                  <a:pt x="512225" y="474268"/>
                </a:moveTo>
                <a:cubicBezTo>
                  <a:pt x="507430" y="469355"/>
                  <a:pt x="500658" y="466362"/>
                  <a:pt x="493246" y="466362"/>
                </a:cubicBezTo>
                <a:cubicBezTo>
                  <a:pt x="478366" y="466362"/>
                  <a:pt x="466362" y="478395"/>
                  <a:pt x="466362" y="493246"/>
                </a:cubicBezTo>
                <a:cubicBezTo>
                  <a:pt x="466362" y="500687"/>
                  <a:pt x="469327" y="507459"/>
                  <a:pt x="474268" y="512284"/>
                </a:cubicBezTo>
                <a:lnTo>
                  <a:pt x="510017" y="548178"/>
                </a:lnTo>
                <a:cubicBezTo>
                  <a:pt x="514957" y="553002"/>
                  <a:pt x="521729" y="556054"/>
                  <a:pt x="529170" y="556054"/>
                </a:cubicBezTo>
                <a:cubicBezTo>
                  <a:pt x="543935" y="556054"/>
                  <a:pt x="556025" y="543963"/>
                  <a:pt x="556025" y="529170"/>
                </a:cubicBezTo>
                <a:cubicBezTo>
                  <a:pt x="556025" y="521729"/>
                  <a:pt x="553002" y="514986"/>
                  <a:pt x="548178" y="510103"/>
                </a:cubicBezTo>
                <a:cubicBezTo>
                  <a:pt x="548178" y="510103"/>
                  <a:pt x="512225" y="474268"/>
                  <a:pt x="512225" y="474268"/>
                </a:cubicBezTo>
                <a:close/>
                <a:moveTo>
                  <a:pt x="600842" y="287007"/>
                </a:moveTo>
                <a:lnTo>
                  <a:pt x="547014" y="287007"/>
                </a:lnTo>
                <a:cubicBezTo>
                  <a:pt x="532192" y="287007"/>
                  <a:pt x="520131" y="299011"/>
                  <a:pt x="520131" y="313892"/>
                </a:cubicBezTo>
                <a:cubicBezTo>
                  <a:pt x="520131" y="328773"/>
                  <a:pt x="532192" y="340777"/>
                  <a:pt x="547014" y="340777"/>
                </a:cubicBezTo>
                <a:lnTo>
                  <a:pt x="600842" y="340777"/>
                </a:lnTo>
                <a:cubicBezTo>
                  <a:pt x="615635" y="340777"/>
                  <a:pt x="627784" y="328773"/>
                  <a:pt x="627784" y="313892"/>
                </a:cubicBezTo>
                <a:cubicBezTo>
                  <a:pt x="627784" y="299011"/>
                  <a:pt x="615635" y="287007"/>
                  <a:pt x="600842" y="287007"/>
                </a:cubicBezTo>
                <a:cubicBezTo>
                  <a:pt x="600842" y="287007"/>
                  <a:pt x="600842" y="287007"/>
                  <a:pt x="600842" y="287007"/>
                </a:cubicBezTo>
                <a:close/>
                <a:moveTo>
                  <a:pt x="115500" y="153546"/>
                </a:moveTo>
                <a:cubicBezTo>
                  <a:pt x="120296" y="158399"/>
                  <a:pt x="127069" y="161422"/>
                  <a:pt x="134537" y="161422"/>
                </a:cubicBezTo>
                <a:cubicBezTo>
                  <a:pt x="149418" y="161422"/>
                  <a:pt x="161393" y="149389"/>
                  <a:pt x="161393" y="134537"/>
                </a:cubicBezTo>
                <a:cubicBezTo>
                  <a:pt x="161393" y="127069"/>
                  <a:pt x="158370" y="120354"/>
                  <a:pt x="153516" y="115500"/>
                </a:cubicBezTo>
                <a:lnTo>
                  <a:pt x="117681" y="79635"/>
                </a:lnTo>
                <a:cubicBezTo>
                  <a:pt x="112798" y="74811"/>
                  <a:pt x="106055" y="71730"/>
                  <a:pt x="98614" y="71730"/>
                </a:cubicBezTo>
                <a:cubicBezTo>
                  <a:pt x="83792" y="71730"/>
                  <a:pt x="71702" y="83821"/>
                  <a:pt x="71702" y="98585"/>
                </a:cubicBezTo>
                <a:cubicBezTo>
                  <a:pt x="71702" y="106055"/>
                  <a:pt x="74752" y="112827"/>
                  <a:pt x="79606" y="117652"/>
                </a:cubicBezTo>
                <a:cubicBezTo>
                  <a:pt x="79606" y="117652"/>
                  <a:pt x="115500" y="153546"/>
                  <a:pt x="115500" y="153546"/>
                </a:cubicBezTo>
                <a:close/>
                <a:moveTo>
                  <a:pt x="493246" y="161422"/>
                </a:moveTo>
                <a:cubicBezTo>
                  <a:pt x="500658" y="161422"/>
                  <a:pt x="507430" y="158399"/>
                  <a:pt x="512225" y="153546"/>
                </a:cubicBezTo>
                <a:lnTo>
                  <a:pt x="548178" y="117710"/>
                </a:lnTo>
                <a:cubicBezTo>
                  <a:pt x="553002" y="112798"/>
                  <a:pt x="556025" y="106055"/>
                  <a:pt x="556025" y="98585"/>
                </a:cubicBezTo>
                <a:cubicBezTo>
                  <a:pt x="556025" y="83821"/>
                  <a:pt x="543935" y="71730"/>
                  <a:pt x="529170" y="71730"/>
                </a:cubicBezTo>
                <a:cubicBezTo>
                  <a:pt x="521729" y="71730"/>
                  <a:pt x="514957" y="74781"/>
                  <a:pt x="510017" y="79606"/>
                </a:cubicBezTo>
                <a:lnTo>
                  <a:pt x="474268" y="115500"/>
                </a:lnTo>
                <a:cubicBezTo>
                  <a:pt x="469327" y="120354"/>
                  <a:pt x="466362" y="127069"/>
                  <a:pt x="466362" y="134537"/>
                </a:cubicBezTo>
                <a:cubicBezTo>
                  <a:pt x="466362" y="149389"/>
                  <a:pt x="478366" y="161422"/>
                  <a:pt x="493246" y="161422"/>
                </a:cubicBezTo>
                <a:cubicBezTo>
                  <a:pt x="493246" y="161422"/>
                  <a:pt x="493246" y="161422"/>
                  <a:pt x="493246" y="161422"/>
                </a:cubicBezTo>
                <a:close/>
                <a:moveTo>
                  <a:pt x="313892" y="107653"/>
                </a:moveTo>
                <a:cubicBezTo>
                  <a:pt x="328773" y="107653"/>
                  <a:pt x="340777" y="95592"/>
                  <a:pt x="340777" y="80769"/>
                </a:cubicBezTo>
                <a:lnTo>
                  <a:pt x="340777" y="26885"/>
                </a:lnTo>
                <a:cubicBezTo>
                  <a:pt x="340777" y="12090"/>
                  <a:pt x="328773" y="0"/>
                  <a:pt x="313892" y="0"/>
                </a:cubicBezTo>
                <a:cubicBezTo>
                  <a:pt x="298953" y="0"/>
                  <a:pt x="287007" y="12090"/>
                  <a:pt x="287007" y="26885"/>
                </a:cubicBezTo>
                <a:lnTo>
                  <a:pt x="287007" y="80769"/>
                </a:lnTo>
                <a:cubicBezTo>
                  <a:pt x="287007" y="95592"/>
                  <a:pt x="298953" y="107653"/>
                  <a:pt x="313892" y="107653"/>
                </a:cubicBezTo>
                <a:cubicBezTo>
                  <a:pt x="313892" y="107653"/>
                  <a:pt x="313892" y="107653"/>
                  <a:pt x="313892" y="107653"/>
                </a:cubicBezTo>
                <a:close/>
                <a:moveTo>
                  <a:pt x="134537" y="466362"/>
                </a:moveTo>
                <a:cubicBezTo>
                  <a:pt x="127069" y="466362"/>
                  <a:pt x="120296" y="469355"/>
                  <a:pt x="115500" y="474268"/>
                </a:cubicBezTo>
                <a:lnTo>
                  <a:pt x="79606" y="510103"/>
                </a:lnTo>
                <a:cubicBezTo>
                  <a:pt x="74752" y="514986"/>
                  <a:pt x="71702" y="521729"/>
                  <a:pt x="71702" y="529170"/>
                </a:cubicBezTo>
                <a:cubicBezTo>
                  <a:pt x="71702" y="543992"/>
                  <a:pt x="83792" y="556054"/>
                  <a:pt x="98614" y="556054"/>
                </a:cubicBezTo>
                <a:cubicBezTo>
                  <a:pt x="106055" y="556054"/>
                  <a:pt x="112798" y="553002"/>
                  <a:pt x="117593" y="548178"/>
                </a:cubicBezTo>
                <a:lnTo>
                  <a:pt x="153516" y="512284"/>
                </a:lnTo>
                <a:cubicBezTo>
                  <a:pt x="158370" y="507459"/>
                  <a:pt x="161393" y="500687"/>
                  <a:pt x="161393" y="493246"/>
                </a:cubicBezTo>
                <a:cubicBezTo>
                  <a:pt x="161393" y="478395"/>
                  <a:pt x="149418" y="466362"/>
                  <a:pt x="134537" y="466362"/>
                </a:cubicBezTo>
                <a:cubicBezTo>
                  <a:pt x="134537" y="466362"/>
                  <a:pt x="134537" y="466362"/>
                  <a:pt x="134537" y="466362"/>
                </a:cubicBezTo>
                <a:close/>
                <a:moveTo>
                  <a:pt x="107596" y="313921"/>
                </a:moveTo>
                <a:cubicBezTo>
                  <a:pt x="107596" y="299011"/>
                  <a:pt x="95533" y="287037"/>
                  <a:pt x="80740" y="287037"/>
                </a:cubicBezTo>
                <a:lnTo>
                  <a:pt x="26855" y="287037"/>
                </a:lnTo>
                <a:cubicBezTo>
                  <a:pt x="12090" y="287037"/>
                  <a:pt x="0" y="299011"/>
                  <a:pt x="0" y="313921"/>
                </a:cubicBezTo>
                <a:cubicBezTo>
                  <a:pt x="0" y="328773"/>
                  <a:pt x="12090" y="340806"/>
                  <a:pt x="26855" y="340806"/>
                </a:cubicBezTo>
                <a:lnTo>
                  <a:pt x="80740" y="340806"/>
                </a:lnTo>
                <a:cubicBezTo>
                  <a:pt x="95533" y="340806"/>
                  <a:pt x="107596" y="328773"/>
                  <a:pt x="107596" y="313921"/>
                </a:cubicBezTo>
                <a:cubicBezTo>
                  <a:pt x="107596" y="313921"/>
                  <a:pt x="107596" y="313921"/>
                  <a:pt x="107596" y="313921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FA3B6DC7-A2E3-52AE-0C9E-CE07FD529609}"/>
              </a:ext>
            </a:extLst>
          </p:cNvPr>
          <p:cNvSpPr/>
          <p:nvPr/>
        </p:nvSpPr>
        <p:spPr>
          <a:xfrm>
            <a:off x="2336800" y="5280603"/>
            <a:ext cx="431869" cy="630381"/>
          </a:xfrm>
          <a:custGeom>
            <a:avLst/>
            <a:gdLst/>
            <a:ahLst/>
            <a:cxnLst/>
            <a:rect l="l" t="t" r="r" b="b"/>
            <a:pathLst>
              <a:path w="431869" h="630381">
                <a:moveTo>
                  <a:pt x="159851" y="3443"/>
                </a:moveTo>
                <a:cubicBezTo>
                  <a:pt x="146876" y="0"/>
                  <a:pt x="134019" y="7296"/>
                  <a:pt x="130580" y="20225"/>
                </a:cubicBezTo>
                <a:lnTo>
                  <a:pt x="122462" y="51656"/>
                </a:lnTo>
                <a:cubicBezTo>
                  <a:pt x="119103" y="64584"/>
                  <a:pt x="126322" y="77542"/>
                  <a:pt x="139258" y="80928"/>
                </a:cubicBezTo>
                <a:cubicBezTo>
                  <a:pt x="141317" y="81628"/>
                  <a:pt x="143676" y="82008"/>
                  <a:pt x="145755" y="82008"/>
                </a:cubicBezTo>
                <a:cubicBezTo>
                  <a:pt x="155952" y="82008"/>
                  <a:pt x="165769" y="75033"/>
                  <a:pt x="168529" y="64117"/>
                </a:cubicBezTo>
                <a:lnTo>
                  <a:pt x="176646" y="32686"/>
                </a:lnTo>
                <a:cubicBezTo>
                  <a:pt x="180045" y="19757"/>
                  <a:pt x="172747" y="6829"/>
                  <a:pt x="159851" y="3443"/>
                </a:cubicBezTo>
                <a:close/>
                <a:moveTo>
                  <a:pt x="333238" y="3443"/>
                </a:moveTo>
                <a:cubicBezTo>
                  <a:pt x="320302" y="0"/>
                  <a:pt x="307406" y="7296"/>
                  <a:pt x="303987" y="20225"/>
                </a:cubicBezTo>
                <a:lnTo>
                  <a:pt x="295849" y="51656"/>
                </a:lnTo>
                <a:cubicBezTo>
                  <a:pt x="292430" y="64584"/>
                  <a:pt x="299688" y="77542"/>
                  <a:pt x="312664" y="80928"/>
                </a:cubicBezTo>
                <a:cubicBezTo>
                  <a:pt x="314664" y="81628"/>
                  <a:pt x="317102" y="82008"/>
                  <a:pt x="319162" y="82008"/>
                </a:cubicBezTo>
                <a:cubicBezTo>
                  <a:pt x="329339" y="82008"/>
                  <a:pt x="339216" y="75033"/>
                  <a:pt x="341916" y="64117"/>
                </a:cubicBezTo>
                <a:lnTo>
                  <a:pt x="350053" y="32686"/>
                </a:lnTo>
                <a:cubicBezTo>
                  <a:pt x="353432" y="19757"/>
                  <a:pt x="346194" y="6829"/>
                  <a:pt x="333238" y="3443"/>
                </a:cubicBezTo>
                <a:close/>
                <a:moveTo>
                  <a:pt x="246545" y="55449"/>
                </a:moveTo>
                <a:cubicBezTo>
                  <a:pt x="233609" y="52065"/>
                  <a:pt x="220712" y="59332"/>
                  <a:pt x="217293" y="72260"/>
                </a:cubicBezTo>
                <a:lnTo>
                  <a:pt x="209156" y="103662"/>
                </a:lnTo>
                <a:cubicBezTo>
                  <a:pt x="205737" y="116591"/>
                  <a:pt x="213035" y="129520"/>
                  <a:pt x="225951" y="132935"/>
                </a:cubicBezTo>
                <a:cubicBezTo>
                  <a:pt x="227990" y="133634"/>
                  <a:pt x="230430" y="134014"/>
                  <a:pt x="232468" y="134014"/>
                </a:cubicBezTo>
                <a:cubicBezTo>
                  <a:pt x="243365" y="134014"/>
                  <a:pt x="252523" y="127039"/>
                  <a:pt x="255222" y="116153"/>
                </a:cubicBezTo>
                <a:lnTo>
                  <a:pt x="263340" y="84722"/>
                </a:lnTo>
                <a:cubicBezTo>
                  <a:pt x="266779" y="71764"/>
                  <a:pt x="259500" y="58864"/>
                  <a:pt x="246545" y="55449"/>
                </a:cubicBezTo>
                <a:close/>
                <a:moveTo>
                  <a:pt x="73157" y="90120"/>
                </a:moveTo>
                <a:cubicBezTo>
                  <a:pt x="60241" y="86736"/>
                  <a:pt x="47245" y="94003"/>
                  <a:pt x="43886" y="106931"/>
                </a:cubicBezTo>
                <a:lnTo>
                  <a:pt x="35770" y="138363"/>
                </a:lnTo>
                <a:cubicBezTo>
                  <a:pt x="32351" y="151291"/>
                  <a:pt x="39607" y="164191"/>
                  <a:pt x="52564" y="167606"/>
                </a:cubicBezTo>
                <a:cubicBezTo>
                  <a:pt x="54563" y="168276"/>
                  <a:pt x="57023" y="168714"/>
                  <a:pt x="59061" y="168714"/>
                </a:cubicBezTo>
                <a:cubicBezTo>
                  <a:pt x="69338" y="168714"/>
                  <a:pt x="79136" y="161710"/>
                  <a:pt x="81815" y="150824"/>
                </a:cubicBezTo>
                <a:lnTo>
                  <a:pt x="89953" y="119393"/>
                </a:lnTo>
                <a:cubicBezTo>
                  <a:pt x="93372" y="106464"/>
                  <a:pt x="86114" y="93506"/>
                  <a:pt x="73157" y="90120"/>
                </a:cubicBezTo>
                <a:close/>
                <a:moveTo>
                  <a:pt x="402617" y="90120"/>
                </a:moveTo>
                <a:cubicBezTo>
                  <a:pt x="389661" y="86736"/>
                  <a:pt x="376765" y="94003"/>
                  <a:pt x="373346" y="106931"/>
                </a:cubicBezTo>
                <a:lnTo>
                  <a:pt x="365209" y="138363"/>
                </a:lnTo>
                <a:cubicBezTo>
                  <a:pt x="361850" y="151291"/>
                  <a:pt x="369087" y="164191"/>
                  <a:pt x="382024" y="167606"/>
                </a:cubicBezTo>
                <a:cubicBezTo>
                  <a:pt x="384082" y="168276"/>
                  <a:pt x="386462" y="168714"/>
                  <a:pt x="388521" y="168714"/>
                </a:cubicBezTo>
                <a:cubicBezTo>
                  <a:pt x="398738" y="168714"/>
                  <a:pt x="407895" y="161710"/>
                  <a:pt x="411274" y="150824"/>
                </a:cubicBezTo>
                <a:lnTo>
                  <a:pt x="419412" y="119393"/>
                </a:lnTo>
                <a:cubicBezTo>
                  <a:pt x="422791" y="106464"/>
                  <a:pt x="415553" y="93506"/>
                  <a:pt x="402617" y="90120"/>
                </a:cubicBezTo>
                <a:close/>
                <a:moveTo>
                  <a:pt x="216214" y="176303"/>
                </a:moveTo>
                <a:cubicBezTo>
                  <a:pt x="167209" y="176303"/>
                  <a:pt x="118904" y="191711"/>
                  <a:pt x="80735" y="219641"/>
                </a:cubicBezTo>
                <a:cubicBezTo>
                  <a:pt x="29671" y="256413"/>
                  <a:pt x="0" y="312126"/>
                  <a:pt x="0" y="371371"/>
                </a:cubicBezTo>
                <a:cubicBezTo>
                  <a:pt x="0" y="384270"/>
                  <a:pt x="10897" y="395214"/>
                  <a:pt x="23833" y="395214"/>
                </a:cubicBezTo>
                <a:cubicBezTo>
                  <a:pt x="34050" y="395214"/>
                  <a:pt x="43207" y="390107"/>
                  <a:pt x="46605" y="380563"/>
                </a:cubicBezTo>
                <a:cubicBezTo>
                  <a:pt x="47266" y="378521"/>
                  <a:pt x="55523" y="359988"/>
                  <a:pt x="83454" y="359988"/>
                </a:cubicBezTo>
                <a:cubicBezTo>
                  <a:pt x="108627" y="359988"/>
                  <a:pt x="118284" y="374697"/>
                  <a:pt x="120303" y="379483"/>
                </a:cubicBezTo>
                <a:cubicBezTo>
                  <a:pt x="120983" y="381527"/>
                  <a:pt x="121623" y="383598"/>
                  <a:pt x="123002" y="384911"/>
                </a:cubicBezTo>
                <a:cubicBezTo>
                  <a:pt x="127820" y="391740"/>
                  <a:pt x="134879" y="395739"/>
                  <a:pt x="143057" y="395739"/>
                </a:cubicBezTo>
                <a:cubicBezTo>
                  <a:pt x="152613" y="395739"/>
                  <a:pt x="161351" y="389961"/>
                  <a:pt x="164729" y="381118"/>
                </a:cubicBezTo>
                <a:cubicBezTo>
                  <a:pt x="168209" y="376331"/>
                  <a:pt x="182145" y="359988"/>
                  <a:pt x="216214" y="359988"/>
                </a:cubicBezTo>
                <a:cubicBezTo>
                  <a:pt x="251604" y="359988"/>
                  <a:pt x="264939" y="377557"/>
                  <a:pt x="267678" y="381672"/>
                </a:cubicBezTo>
                <a:lnTo>
                  <a:pt x="269857" y="385991"/>
                </a:lnTo>
                <a:cubicBezTo>
                  <a:pt x="274616" y="392120"/>
                  <a:pt x="281894" y="395739"/>
                  <a:pt x="289352" y="395739"/>
                </a:cubicBezTo>
                <a:cubicBezTo>
                  <a:pt x="300269" y="395739"/>
                  <a:pt x="309965" y="388473"/>
                  <a:pt x="312664" y="378958"/>
                </a:cubicBezTo>
                <a:cubicBezTo>
                  <a:pt x="315403" y="373501"/>
                  <a:pt x="325140" y="359988"/>
                  <a:pt x="348953" y="359988"/>
                </a:cubicBezTo>
                <a:cubicBezTo>
                  <a:pt x="376185" y="359988"/>
                  <a:pt x="385102" y="379221"/>
                  <a:pt x="385802" y="380563"/>
                </a:cubicBezTo>
                <a:cubicBezTo>
                  <a:pt x="389161" y="390107"/>
                  <a:pt x="397759" y="395739"/>
                  <a:pt x="408036" y="395739"/>
                </a:cubicBezTo>
                <a:cubicBezTo>
                  <a:pt x="420952" y="395739"/>
                  <a:pt x="431869" y="384941"/>
                  <a:pt x="431869" y="371371"/>
                </a:cubicBezTo>
                <a:cubicBezTo>
                  <a:pt x="431869" y="312126"/>
                  <a:pt x="402737" y="257055"/>
                  <a:pt x="351672" y="219641"/>
                </a:cubicBezTo>
                <a:cubicBezTo>
                  <a:pt x="313544" y="191711"/>
                  <a:pt x="265219" y="176303"/>
                  <a:pt x="216214" y="176303"/>
                </a:cubicBezTo>
                <a:close/>
                <a:moveTo>
                  <a:pt x="216214" y="224514"/>
                </a:moveTo>
                <a:cubicBezTo>
                  <a:pt x="255702" y="224514"/>
                  <a:pt x="293530" y="236860"/>
                  <a:pt x="323501" y="258661"/>
                </a:cubicBezTo>
                <a:cubicBezTo>
                  <a:pt x="344614" y="274303"/>
                  <a:pt x="360930" y="293244"/>
                  <a:pt x="371187" y="315016"/>
                </a:cubicBezTo>
                <a:cubicBezTo>
                  <a:pt x="364368" y="312972"/>
                  <a:pt x="357151" y="312300"/>
                  <a:pt x="348953" y="312300"/>
                </a:cubicBezTo>
                <a:cubicBezTo>
                  <a:pt x="319663" y="312300"/>
                  <a:pt x="300648" y="322953"/>
                  <a:pt x="287732" y="334510"/>
                </a:cubicBezTo>
                <a:cubicBezTo>
                  <a:pt x="272736" y="322953"/>
                  <a:pt x="250243" y="312300"/>
                  <a:pt x="216214" y="312300"/>
                </a:cubicBezTo>
                <a:cubicBezTo>
                  <a:pt x="182145" y="312300"/>
                  <a:pt x="159631" y="322953"/>
                  <a:pt x="144676" y="334510"/>
                </a:cubicBezTo>
                <a:cubicBezTo>
                  <a:pt x="131719" y="322953"/>
                  <a:pt x="112046" y="312300"/>
                  <a:pt x="83454" y="312300"/>
                </a:cubicBezTo>
                <a:cubicBezTo>
                  <a:pt x="75297" y="312300"/>
                  <a:pt x="67520" y="313673"/>
                  <a:pt x="60682" y="315016"/>
                </a:cubicBezTo>
                <a:cubicBezTo>
                  <a:pt x="70879" y="293244"/>
                  <a:pt x="87273" y="274303"/>
                  <a:pt x="108367" y="258661"/>
                </a:cubicBezTo>
                <a:cubicBezTo>
                  <a:pt x="138337" y="236860"/>
                  <a:pt x="176707" y="224514"/>
                  <a:pt x="216214" y="224514"/>
                </a:cubicBezTo>
                <a:close/>
                <a:moveTo>
                  <a:pt x="214574" y="401722"/>
                </a:moveTo>
                <a:cubicBezTo>
                  <a:pt x="201638" y="401722"/>
                  <a:pt x="190741" y="412578"/>
                  <a:pt x="190741" y="425565"/>
                </a:cubicBezTo>
                <a:lnTo>
                  <a:pt x="190741" y="556690"/>
                </a:lnTo>
                <a:cubicBezTo>
                  <a:pt x="190741" y="597549"/>
                  <a:pt x="223572" y="630381"/>
                  <a:pt x="264439" y="630381"/>
                </a:cubicBezTo>
                <a:cubicBezTo>
                  <a:pt x="305266" y="630381"/>
                  <a:pt x="338117" y="596994"/>
                  <a:pt x="338117" y="556137"/>
                </a:cubicBezTo>
                <a:cubicBezTo>
                  <a:pt x="338117" y="543207"/>
                  <a:pt x="327221" y="532292"/>
                  <a:pt x="314284" y="532292"/>
                </a:cubicBezTo>
                <a:cubicBezTo>
                  <a:pt x="301328" y="532292"/>
                  <a:pt x="290431" y="543207"/>
                  <a:pt x="290431" y="556137"/>
                </a:cubicBezTo>
                <a:cubicBezTo>
                  <a:pt x="290431" y="570437"/>
                  <a:pt x="278714" y="582169"/>
                  <a:pt x="264439" y="582169"/>
                </a:cubicBezTo>
                <a:cubicBezTo>
                  <a:pt x="250124" y="582140"/>
                  <a:pt x="238427" y="570437"/>
                  <a:pt x="238427" y="556137"/>
                </a:cubicBezTo>
                <a:lnTo>
                  <a:pt x="238427" y="425565"/>
                </a:lnTo>
                <a:cubicBezTo>
                  <a:pt x="238427" y="412578"/>
                  <a:pt x="227510" y="401722"/>
                  <a:pt x="214574" y="40172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EAB323E1-1B5B-9C75-5A6A-894C871D7780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5FE067AE-055C-0FF7-F903-7214B5604250}"/>
              </a:ext>
            </a:extLst>
          </p:cNvPr>
          <p:cNvSpPr/>
          <p:nvPr/>
        </p:nvSpPr>
        <p:spPr>
          <a:xfrm>
            <a:off x="1435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2180B7F8-3DFA-2C97-92AE-185B8A9622B8}"/>
              </a:ext>
            </a:extLst>
          </p:cNvPr>
          <p:cNvSpPr/>
          <p:nvPr/>
        </p:nvSpPr>
        <p:spPr>
          <a:xfrm>
            <a:off x="8039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37CEF1AC-AA83-80DF-A536-631B770D1FFB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912265674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FBF16A7B-58F2-97AB-32FE-C0AED742F73C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E4257F3E-DD8A-C668-498A-58512791D1B2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0ED34B00-B0D1-3914-51F3-0D1813072B61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AD5E7D8-3065-BE2B-0589-6B7023273604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0F70A29F-AC20-9DFF-BDB3-3AEF1F4AFEAE}"/>
              </a:ext>
            </a:extLst>
          </p:cNvPr>
          <p:cNvSpPr/>
          <p:nvPr/>
        </p:nvSpPr>
        <p:spPr>
          <a:xfrm>
            <a:off x="5575300" y="19685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C0E1B826-D779-CC29-79E4-F8FA59168F72}"/>
              </a:ext>
            </a:extLst>
          </p:cNvPr>
          <p:cNvSpPr/>
          <p:nvPr/>
        </p:nvSpPr>
        <p:spPr>
          <a:xfrm>
            <a:off x="5638800" y="20574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67ACC2A3-6E12-3E81-1853-D9CBBB92D8FE}"/>
              </a:ext>
            </a:extLst>
          </p:cNvPr>
          <p:cNvSpPr/>
          <p:nvPr/>
        </p:nvSpPr>
        <p:spPr>
          <a:xfrm>
            <a:off x="5575300" y="41783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916DB8AA-EE32-AE66-FBF7-F3FA103B4930}"/>
              </a:ext>
            </a:extLst>
          </p:cNvPr>
          <p:cNvSpPr/>
          <p:nvPr/>
        </p:nvSpPr>
        <p:spPr>
          <a:xfrm>
            <a:off x="5664200" y="42672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287DCE6D-D1AF-1CA7-0BDC-91BCF6839734}"/>
              </a:ext>
            </a:extLst>
          </p:cNvPr>
          <p:cNvSpPr/>
          <p:nvPr/>
        </p:nvSpPr>
        <p:spPr>
          <a:xfrm>
            <a:off x="5575300" y="3073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9B45316D-66A0-3175-D3E4-1C0BC2434989}"/>
              </a:ext>
            </a:extLst>
          </p:cNvPr>
          <p:cNvSpPr/>
          <p:nvPr/>
        </p:nvSpPr>
        <p:spPr>
          <a:xfrm>
            <a:off x="5715000" y="31242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F02A35E7-1C85-3160-DD30-C6C27BD30C2F}"/>
              </a:ext>
            </a:extLst>
          </p:cNvPr>
          <p:cNvCxnSpPr/>
          <p:nvPr/>
        </p:nvCxnSpPr>
        <p:spPr>
          <a:xfrm rot="5377383">
            <a:off x="3117840" y="3752860"/>
            <a:ext cx="38608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00C0BB">
                <a:alpha val="100000"/>
              </a:srgbClr>
            </a:solidFill>
            <a:prstDash val="solid"/>
            <a:round/>
            <a:headEnd type="oval" w="sm" len="sm"/>
            <a:tailEnd type="oval" w="sm" len="sm"/>
          </a:ln>
        </p:spPr>
      </p:cxnSp>
      <p:sp>
        <p:nvSpPr>
          <p:cNvPr id="14" name="AutoShape 22">
            <a:extLst>
              <a:ext uri="{FF2B5EF4-FFF2-40B4-BE49-F238E27FC236}">
                <a16:creationId xmlns:a16="http://schemas.microsoft.com/office/drawing/2014/main" id="{AC3CA4BD-81ED-B316-2EA5-D04A361F56CC}"/>
              </a:ext>
            </a:extLst>
          </p:cNvPr>
          <p:cNvSpPr/>
          <p:nvPr/>
        </p:nvSpPr>
        <p:spPr>
          <a:xfrm>
            <a:off x="1676400" y="23241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595FF08A-E306-B665-3213-30891E2E71FF}"/>
              </a:ext>
            </a:extLst>
          </p:cNvPr>
          <p:cNvSpPr/>
          <p:nvPr/>
        </p:nvSpPr>
        <p:spPr>
          <a:xfrm>
            <a:off x="3098800" y="23241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1677D183-94BC-1738-83F9-1DE3A3D0A32C}"/>
              </a:ext>
            </a:extLst>
          </p:cNvPr>
          <p:cNvSpPr/>
          <p:nvPr/>
        </p:nvSpPr>
        <p:spPr>
          <a:xfrm>
            <a:off x="1676400" y="37592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F4B290E6-3BAD-D5BD-BCB0-9DEEB679F09C}"/>
              </a:ext>
            </a:extLst>
          </p:cNvPr>
          <p:cNvSpPr/>
          <p:nvPr/>
        </p:nvSpPr>
        <p:spPr>
          <a:xfrm>
            <a:off x="3098800" y="37719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CE630ED2-7284-E2DE-213F-8E68EBC0FAAF}"/>
              </a:ext>
            </a:extLst>
          </p:cNvPr>
          <p:cNvSpPr/>
          <p:nvPr/>
        </p:nvSpPr>
        <p:spPr>
          <a:xfrm>
            <a:off x="2387600" y="30480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547799D4-A8EE-D90D-0B3D-4AABCE4201F6}"/>
              </a:ext>
            </a:extLst>
          </p:cNvPr>
          <p:cNvSpPr/>
          <p:nvPr/>
        </p:nvSpPr>
        <p:spPr>
          <a:xfrm>
            <a:off x="3022600" y="30480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8CFED0F-BC8A-06D1-41BD-1F0F97283360}"/>
              </a:ext>
            </a:extLst>
          </p:cNvPr>
          <p:cNvSpPr/>
          <p:nvPr/>
        </p:nvSpPr>
        <p:spPr>
          <a:xfrm>
            <a:off x="2387600" y="36449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00640663-BD6D-2742-A272-59EF4E769BC4}"/>
              </a:ext>
            </a:extLst>
          </p:cNvPr>
          <p:cNvSpPr/>
          <p:nvPr/>
        </p:nvSpPr>
        <p:spPr>
          <a:xfrm>
            <a:off x="3022600" y="36449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E19C12EB-063E-6529-E48B-6E5D45C64D60}"/>
              </a:ext>
            </a:extLst>
          </p:cNvPr>
          <p:cNvSpPr/>
          <p:nvPr/>
        </p:nvSpPr>
        <p:spPr>
          <a:xfrm>
            <a:off x="1841500" y="26797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2623A36D-1138-14F9-0B49-000FCCF7B734}"/>
              </a:ext>
            </a:extLst>
          </p:cNvPr>
          <p:cNvSpPr/>
          <p:nvPr/>
        </p:nvSpPr>
        <p:spPr>
          <a:xfrm>
            <a:off x="26035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22962014-1931-ADC8-DC9F-AEEC6D4CB34F}"/>
              </a:ext>
            </a:extLst>
          </p:cNvPr>
          <p:cNvSpPr/>
          <p:nvPr/>
        </p:nvSpPr>
        <p:spPr>
          <a:xfrm>
            <a:off x="2679700" y="33528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B2406F23-8EFB-F2A1-1967-2CF0C09D7FEB}"/>
              </a:ext>
            </a:extLst>
          </p:cNvPr>
          <p:cNvSpPr/>
          <p:nvPr/>
        </p:nvSpPr>
        <p:spPr>
          <a:xfrm>
            <a:off x="3619500" y="26670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AF7A49D3-6FC8-448B-72CD-530F6C1C4DB0}"/>
              </a:ext>
            </a:extLst>
          </p:cNvPr>
          <p:cNvSpPr/>
          <p:nvPr/>
        </p:nvSpPr>
        <p:spPr>
          <a:xfrm>
            <a:off x="32258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78BE89B1-5092-DBFC-8B3A-170C49BA72F8}"/>
              </a:ext>
            </a:extLst>
          </p:cNvPr>
          <p:cNvSpPr/>
          <p:nvPr/>
        </p:nvSpPr>
        <p:spPr>
          <a:xfrm>
            <a:off x="3365500" y="33147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49284F50-B66C-AC09-4E23-B223604A1CB8}"/>
              </a:ext>
            </a:extLst>
          </p:cNvPr>
          <p:cNvSpPr/>
          <p:nvPr/>
        </p:nvSpPr>
        <p:spPr>
          <a:xfrm>
            <a:off x="3175000" y="38862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EA9AB64E-D2B2-2F4B-74DD-A93F8072538C}"/>
              </a:ext>
            </a:extLst>
          </p:cNvPr>
          <p:cNvSpPr/>
          <p:nvPr/>
        </p:nvSpPr>
        <p:spPr>
          <a:xfrm>
            <a:off x="3263900" y="39751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8">
            <a:extLst>
              <a:ext uri="{FF2B5EF4-FFF2-40B4-BE49-F238E27FC236}">
                <a16:creationId xmlns:a16="http://schemas.microsoft.com/office/drawing/2014/main" id="{3FE1B40B-62BF-1F70-1887-CE36819F885B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9">
            <a:extLst>
              <a:ext uri="{FF2B5EF4-FFF2-40B4-BE49-F238E27FC236}">
                <a16:creationId xmlns:a16="http://schemas.microsoft.com/office/drawing/2014/main" id="{BB5A7E2E-A941-21E6-5D1D-8950A974F179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C2A5642B-99BA-62AC-D53F-402FF1F6BC03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41">
            <a:extLst>
              <a:ext uri="{FF2B5EF4-FFF2-40B4-BE49-F238E27FC236}">
                <a16:creationId xmlns:a16="http://schemas.microsoft.com/office/drawing/2014/main" id="{275D9F2E-8B01-07D1-851E-60D1B3177B86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42">
            <a:extLst>
              <a:ext uri="{FF2B5EF4-FFF2-40B4-BE49-F238E27FC236}">
                <a16:creationId xmlns:a16="http://schemas.microsoft.com/office/drawing/2014/main" id="{E39FBD9A-9E5C-A777-130D-0E139A6E52C9}"/>
              </a:ext>
            </a:extLst>
          </p:cNvPr>
          <p:cNvSpPr/>
          <p:nvPr/>
        </p:nvSpPr>
        <p:spPr>
          <a:xfrm>
            <a:off x="1816100" y="42926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5" name="AutoShape 43">
            <a:extLst>
              <a:ext uri="{FF2B5EF4-FFF2-40B4-BE49-F238E27FC236}">
                <a16:creationId xmlns:a16="http://schemas.microsoft.com/office/drawing/2014/main" id="{6C1BED2E-A20D-9643-FE5D-838BDCB97DC9}"/>
              </a:ext>
            </a:extLst>
          </p:cNvPr>
          <p:cNvSpPr/>
          <p:nvPr/>
        </p:nvSpPr>
        <p:spPr>
          <a:xfrm>
            <a:off x="3606800" y="42672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6" name="AutoShape 44">
            <a:extLst>
              <a:ext uri="{FF2B5EF4-FFF2-40B4-BE49-F238E27FC236}">
                <a16:creationId xmlns:a16="http://schemas.microsoft.com/office/drawing/2014/main" id="{FA6A42CB-BC59-040E-6D8A-7C9CC4BA19DC}"/>
              </a:ext>
            </a:extLst>
          </p:cNvPr>
          <p:cNvSpPr/>
          <p:nvPr/>
        </p:nvSpPr>
        <p:spPr>
          <a:xfrm>
            <a:off x="6400800" y="1549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7" name="AutoShape 45">
            <a:extLst>
              <a:ext uri="{FF2B5EF4-FFF2-40B4-BE49-F238E27FC236}">
                <a16:creationId xmlns:a16="http://schemas.microsoft.com/office/drawing/2014/main" id="{55B81F03-20DC-ADF2-5015-5BA16B51045C}"/>
              </a:ext>
            </a:extLst>
          </p:cNvPr>
          <p:cNvSpPr/>
          <p:nvPr/>
        </p:nvSpPr>
        <p:spPr>
          <a:xfrm>
            <a:off x="6413500" y="2692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AutoShape 46">
            <a:extLst>
              <a:ext uri="{FF2B5EF4-FFF2-40B4-BE49-F238E27FC236}">
                <a16:creationId xmlns:a16="http://schemas.microsoft.com/office/drawing/2014/main" id="{04C36F31-131A-5570-A5AF-10B0DE508F5D}"/>
              </a:ext>
            </a:extLst>
          </p:cNvPr>
          <p:cNvSpPr/>
          <p:nvPr/>
        </p:nvSpPr>
        <p:spPr>
          <a:xfrm>
            <a:off x="6438900" y="38227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9" name="AutoShape 47">
            <a:extLst>
              <a:ext uri="{FF2B5EF4-FFF2-40B4-BE49-F238E27FC236}">
                <a16:creationId xmlns:a16="http://schemas.microsoft.com/office/drawing/2014/main" id="{46EC8251-9567-95BF-E045-7BF6DC8FAF40}"/>
              </a:ext>
            </a:extLst>
          </p:cNvPr>
          <p:cNvSpPr/>
          <p:nvPr/>
        </p:nvSpPr>
        <p:spPr>
          <a:xfrm>
            <a:off x="6451600" y="49911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0151332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3CB35F4C-268A-AF59-EE72-9D03EE282EAB}"/>
              </a:ext>
            </a:extLst>
          </p:cNvPr>
          <p:cNvSpPr/>
          <p:nvPr/>
        </p:nvSpPr>
        <p:spPr>
          <a:xfrm>
            <a:off x="16764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5B1C1C04-4538-56D7-F2A1-425A9558629D}"/>
              </a:ext>
            </a:extLst>
          </p:cNvPr>
          <p:cNvSpPr/>
          <p:nvPr/>
        </p:nvSpPr>
        <p:spPr>
          <a:xfrm>
            <a:off x="92456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A59B2510-F421-CEDE-3FDF-3633D0185974}"/>
              </a:ext>
            </a:extLst>
          </p:cNvPr>
          <p:cNvSpPr/>
          <p:nvPr/>
        </p:nvSpPr>
        <p:spPr>
          <a:xfrm>
            <a:off x="673100" y="1587500"/>
            <a:ext cx="10845800" cy="1775293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306826D7-CA97-FEE1-665C-C40E7B68E70C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3F6934-A6F9-C35D-FAE4-1795520E8F16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F8C2B705-8395-13AD-EB66-BC2A3E463CD5}"/>
              </a:ext>
            </a:extLst>
          </p:cNvPr>
          <p:cNvSpPr/>
          <p:nvPr/>
        </p:nvSpPr>
        <p:spPr>
          <a:xfrm>
            <a:off x="9779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AE47F250-6DBB-9684-E439-30F204BB13A7}"/>
              </a:ext>
            </a:extLst>
          </p:cNvPr>
          <p:cNvSpPr/>
          <p:nvPr/>
        </p:nvSpPr>
        <p:spPr>
          <a:xfrm>
            <a:off x="12954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12A82319-67C4-1759-5B5F-9F024B7917B6}"/>
              </a:ext>
            </a:extLst>
          </p:cNvPr>
          <p:cNvSpPr/>
          <p:nvPr/>
        </p:nvSpPr>
        <p:spPr>
          <a:xfrm>
            <a:off x="54610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D3668D57-E8D8-5890-17F9-93BCB1F4A640}"/>
              </a:ext>
            </a:extLst>
          </p:cNvPr>
          <p:cNvSpPr/>
          <p:nvPr/>
        </p:nvSpPr>
        <p:spPr>
          <a:xfrm>
            <a:off x="47752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100" dirty="0"/>
              <a:t>	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CD29A42C-4226-AD18-AEAD-027BFC1EED55}"/>
              </a:ext>
            </a:extLst>
          </p:cNvPr>
          <p:cNvSpPr/>
          <p:nvPr/>
        </p:nvSpPr>
        <p:spPr>
          <a:xfrm>
            <a:off x="50927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E6B4029C-16E1-5F77-2A1C-2C3F8461A86B}"/>
              </a:ext>
            </a:extLst>
          </p:cNvPr>
          <p:cNvSpPr/>
          <p:nvPr/>
        </p:nvSpPr>
        <p:spPr>
          <a:xfrm>
            <a:off x="85598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9BD53BFA-7837-01CC-30D1-F7C5720977D6}"/>
              </a:ext>
            </a:extLst>
          </p:cNvPr>
          <p:cNvSpPr/>
          <p:nvPr/>
        </p:nvSpPr>
        <p:spPr>
          <a:xfrm>
            <a:off x="8877300" y="43434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6028438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A9CEBC97-BF41-AB8E-2EB5-73A22334FB3E}"/>
              </a:ext>
            </a:extLst>
          </p:cNvPr>
          <p:cNvSpPr/>
          <p:nvPr/>
        </p:nvSpPr>
        <p:spPr>
          <a:xfrm rot="5400000">
            <a:off x="17526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45868A40-A3B6-4F0F-B7F8-1E17216769AB}"/>
              </a:ext>
            </a:extLst>
          </p:cNvPr>
          <p:cNvSpPr/>
          <p:nvPr/>
        </p:nvSpPr>
        <p:spPr>
          <a:xfrm>
            <a:off x="25527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552640" y="235430"/>
                </a:moveTo>
                <a:cubicBezTo>
                  <a:pt x="485729" y="223039"/>
                  <a:pt x="485729" y="223039"/>
                  <a:pt x="485729" y="223039"/>
                </a:cubicBezTo>
                <a:cubicBezTo>
                  <a:pt x="480772" y="208170"/>
                  <a:pt x="475817" y="195778"/>
                  <a:pt x="468382" y="183388"/>
                </a:cubicBezTo>
                <a:cubicBezTo>
                  <a:pt x="508033" y="123910"/>
                  <a:pt x="508033" y="123910"/>
                  <a:pt x="508033" y="123910"/>
                </a:cubicBezTo>
                <a:cubicBezTo>
                  <a:pt x="512990" y="118955"/>
                  <a:pt x="510511" y="111520"/>
                  <a:pt x="508033" y="106563"/>
                </a:cubicBezTo>
                <a:cubicBezTo>
                  <a:pt x="458469" y="59477"/>
                  <a:pt x="458469" y="59477"/>
                  <a:pt x="458469" y="59477"/>
                </a:cubicBezTo>
                <a:cubicBezTo>
                  <a:pt x="453512" y="54521"/>
                  <a:pt x="446077" y="52042"/>
                  <a:pt x="441122" y="56999"/>
                </a:cubicBezTo>
                <a:cubicBezTo>
                  <a:pt x="384123" y="96651"/>
                  <a:pt x="384123" y="96651"/>
                  <a:pt x="384123" y="96651"/>
                </a:cubicBezTo>
                <a:cubicBezTo>
                  <a:pt x="369254" y="89215"/>
                  <a:pt x="356862" y="84259"/>
                  <a:pt x="341993" y="79303"/>
                </a:cubicBezTo>
                <a:cubicBezTo>
                  <a:pt x="329602" y="12391"/>
                  <a:pt x="329602" y="12391"/>
                  <a:pt x="329602" y="12391"/>
                </a:cubicBezTo>
                <a:cubicBezTo>
                  <a:pt x="329602" y="4957"/>
                  <a:pt x="322167" y="0"/>
                  <a:pt x="314733" y="0"/>
                </a:cubicBezTo>
                <a:cubicBezTo>
                  <a:pt x="247821" y="0"/>
                  <a:pt x="247821" y="0"/>
                  <a:pt x="247821" y="0"/>
                </a:cubicBezTo>
                <a:cubicBezTo>
                  <a:pt x="240387" y="0"/>
                  <a:pt x="235430" y="4957"/>
                  <a:pt x="232952" y="12391"/>
                </a:cubicBezTo>
                <a:cubicBezTo>
                  <a:pt x="220561" y="79303"/>
                  <a:pt x="220561" y="79303"/>
                  <a:pt x="220561" y="79303"/>
                </a:cubicBezTo>
                <a:cubicBezTo>
                  <a:pt x="205692" y="84259"/>
                  <a:pt x="193300" y="89215"/>
                  <a:pt x="180909" y="96651"/>
                </a:cubicBezTo>
                <a:cubicBezTo>
                  <a:pt x="123910" y="56999"/>
                  <a:pt x="123910" y="56999"/>
                  <a:pt x="123910" y="56999"/>
                </a:cubicBezTo>
                <a:cubicBezTo>
                  <a:pt x="118955" y="54521"/>
                  <a:pt x="111520" y="54521"/>
                  <a:pt x="106563" y="59477"/>
                </a:cubicBezTo>
                <a:cubicBezTo>
                  <a:pt x="56999" y="106563"/>
                  <a:pt x="56999" y="106563"/>
                  <a:pt x="56999" y="106563"/>
                </a:cubicBezTo>
                <a:cubicBezTo>
                  <a:pt x="54521" y="111520"/>
                  <a:pt x="52042" y="121432"/>
                  <a:pt x="56999" y="126389"/>
                </a:cubicBezTo>
                <a:cubicBezTo>
                  <a:pt x="96651" y="183388"/>
                  <a:pt x="96651" y="183388"/>
                  <a:pt x="96651" y="183388"/>
                </a:cubicBezTo>
                <a:cubicBezTo>
                  <a:pt x="89215" y="195778"/>
                  <a:pt x="84259" y="208170"/>
                  <a:pt x="79303" y="223039"/>
                </a:cubicBezTo>
                <a:cubicBezTo>
                  <a:pt x="12391" y="235430"/>
                  <a:pt x="12391" y="235430"/>
                  <a:pt x="12391" y="235430"/>
                </a:cubicBezTo>
                <a:cubicBezTo>
                  <a:pt x="4957" y="235430"/>
                  <a:pt x="0" y="242865"/>
                  <a:pt x="0" y="247821"/>
                </a:cubicBezTo>
                <a:cubicBezTo>
                  <a:pt x="0" y="317210"/>
                  <a:pt x="0" y="317210"/>
                  <a:pt x="0" y="317210"/>
                </a:cubicBezTo>
                <a:cubicBezTo>
                  <a:pt x="0" y="324645"/>
                  <a:pt x="4957" y="329602"/>
                  <a:pt x="12391" y="332080"/>
                </a:cubicBezTo>
                <a:cubicBezTo>
                  <a:pt x="79303" y="344471"/>
                  <a:pt x="79303" y="344471"/>
                  <a:pt x="79303" y="344471"/>
                </a:cubicBezTo>
                <a:cubicBezTo>
                  <a:pt x="84259" y="356862"/>
                  <a:pt x="89215" y="371732"/>
                  <a:pt x="96651" y="384123"/>
                </a:cubicBezTo>
                <a:cubicBezTo>
                  <a:pt x="56999" y="441122"/>
                  <a:pt x="56999" y="441122"/>
                  <a:pt x="56999" y="441122"/>
                </a:cubicBezTo>
                <a:cubicBezTo>
                  <a:pt x="54521" y="446077"/>
                  <a:pt x="54521" y="453512"/>
                  <a:pt x="59477" y="458469"/>
                </a:cubicBezTo>
                <a:cubicBezTo>
                  <a:pt x="106563" y="505555"/>
                  <a:pt x="106563" y="505555"/>
                  <a:pt x="106563" y="505555"/>
                </a:cubicBezTo>
                <a:cubicBezTo>
                  <a:pt x="111520" y="510511"/>
                  <a:pt x="118955" y="512990"/>
                  <a:pt x="126389" y="508033"/>
                </a:cubicBezTo>
                <a:cubicBezTo>
                  <a:pt x="180909" y="468382"/>
                  <a:pt x="180909" y="468382"/>
                  <a:pt x="180909" y="468382"/>
                </a:cubicBezTo>
                <a:cubicBezTo>
                  <a:pt x="193300" y="475817"/>
                  <a:pt x="208170" y="480772"/>
                  <a:pt x="220561" y="485729"/>
                </a:cubicBezTo>
                <a:cubicBezTo>
                  <a:pt x="232952" y="552640"/>
                  <a:pt x="232952" y="552640"/>
                  <a:pt x="232952" y="552640"/>
                </a:cubicBezTo>
                <a:cubicBezTo>
                  <a:pt x="235430" y="560075"/>
                  <a:pt x="240387" y="565032"/>
                  <a:pt x="247821" y="565032"/>
                </a:cubicBezTo>
                <a:cubicBezTo>
                  <a:pt x="314733" y="565032"/>
                  <a:pt x="314733" y="565032"/>
                  <a:pt x="314733" y="565032"/>
                </a:cubicBezTo>
                <a:cubicBezTo>
                  <a:pt x="322167" y="565032"/>
                  <a:pt x="329602" y="560075"/>
                  <a:pt x="329602" y="552640"/>
                </a:cubicBezTo>
                <a:cubicBezTo>
                  <a:pt x="341993" y="485729"/>
                  <a:pt x="341993" y="485729"/>
                  <a:pt x="341993" y="485729"/>
                </a:cubicBezTo>
                <a:cubicBezTo>
                  <a:pt x="356862" y="480772"/>
                  <a:pt x="369254" y="475817"/>
                  <a:pt x="381644" y="470860"/>
                </a:cubicBezTo>
                <a:cubicBezTo>
                  <a:pt x="438643" y="508033"/>
                  <a:pt x="438643" y="508033"/>
                  <a:pt x="438643" y="508033"/>
                </a:cubicBezTo>
                <a:cubicBezTo>
                  <a:pt x="446077" y="512990"/>
                  <a:pt x="453512" y="512990"/>
                  <a:pt x="458469" y="508033"/>
                </a:cubicBezTo>
                <a:cubicBezTo>
                  <a:pt x="505555" y="458469"/>
                  <a:pt x="505555" y="458469"/>
                  <a:pt x="505555" y="458469"/>
                </a:cubicBezTo>
                <a:cubicBezTo>
                  <a:pt x="510511" y="453512"/>
                  <a:pt x="510511" y="446077"/>
                  <a:pt x="508033" y="441122"/>
                </a:cubicBezTo>
                <a:cubicBezTo>
                  <a:pt x="468382" y="384123"/>
                  <a:pt x="468382" y="384123"/>
                  <a:pt x="468382" y="384123"/>
                </a:cubicBezTo>
                <a:cubicBezTo>
                  <a:pt x="475817" y="371732"/>
                  <a:pt x="480772" y="356862"/>
                  <a:pt x="485729" y="344471"/>
                </a:cubicBezTo>
                <a:cubicBezTo>
                  <a:pt x="552640" y="332080"/>
                  <a:pt x="552640" y="332080"/>
                  <a:pt x="552640" y="332080"/>
                </a:cubicBezTo>
                <a:cubicBezTo>
                  <a:pt x="560075" y="329602"/>
                  <a:pt x="565032" y="324645"/>
                  <a:pt x="565032" y="317210"/>
                </a:cubicBezTo>
                <a:cubicBezTo>
                  <a:pt x="565032" y="247821"/>
                  <a:pt x="565032" y="247821"/>
                  <a:pt x="565032" y="247821"/>
                </a:cubicBezTo>
                <a:cubicBezTo>
                  <a:pt x="565032" y="242865"/>
                  <a:pt x="560075" y="235430"/>
                  <a:pt x="552640" y="235430"/>
                </a:cubicBezTo>
                <a:close/>
                <a:moveTo>
                  <a:pt x="282517" y="369254"/>
                </a:moveTo>
                <a:cubicBezTo>
                  <a:pt x="235430" y="369254"/>
                  <a:pt x="195778" y="329602"/>
                  <a:pt x="195778" y="282517"/>
                </a:cubicBezTo>
                <a:cubicBezTo>
                  <a:pt x="195778" y="235430"/>
                  <a:pt x="235430" y="195778"/>
                  <a:pt x="282517" y="195778"/>
                </a:cubicBezTo>
                <a:cubicBezTo>
                  <a:pt x="329602" y="195778"/>
                  <a:pt x="369254" y="235430"/>
                  <a:pt x="369254" y="282517"/>
                </a:cubicBezTo>
                <a:cubicBezTo>
                  <a:pt x="369254" y="329602"/>
                  <a:pt x="329602" y="369254"/>
                  <a:pt x="282517" y="36925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2883F5DA-48AC-1BD0-72C7-08E0EC1803C4}"/>
              </a:ext>
            </a:extLst>
          </p:cNvPr>
          <p:cNvSpPr/>
          <p:nvPr/>
        </p:nvSpPr>
        <p:spPr>
          <a:xfrm>
            <a:off x="14351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8E60BF4B-C75B-48EF-FF90-54A6B9A290A5}"/>
              </a:ext>
            </a:extLst>
          </p:cNvPr>
          <p:cNvSpPr/>
          <p:nvPr/>
        </p:nvSpPr>
        <p:spPr>
          <a:xfrm>
            <a:off x="1714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C033B28F-DC0E-2DBC-AC71-699BD730A50F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BAC4252F-89E2-7976-0446-FA391568F9C6}"/>
              </a:ext>
            </a:extLst>
          </p:cNvPr>
          <p:cNvSpPr/>
          <p:nvPr/>
        </p:nvSpPr>
        <p:spPr>
          <a:xfrm rot="5400000">
            <a:off x="50165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448A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B13DA7AB-840C-1374-65B8-9CF900B31E7E}"/>
              </a:ext>
            </a:extLst>
          </p:cNvPr>
          <p:cNvSpPr/>
          <p:nvPr/>
        </p:nvSpPr>
        <p:spPr>
          <a:xfrm>
            <a:off x="58293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311247" y="2394"/>
                </a:moveTo>
                <a:cubicBezTo>
                  <a:pt x="301669" y="0"/>
                  <a:pt x="292092" y="0"/>
                  <a:pt x="282517" y="0"/>
                </a:cubicBezTo>
                <a:cubicBezTo>
                  <a:pt x="198719" y="0"/>
                  <a:pt x="122104" y="38307"/>
                  <a:pt x="71826" y="95768"/>
                </a:cubicBezTo>
                <a:cubicBezTo>
                  <a:pt x="162806" y="251391"/>
                  <a:pt x="162806" y="251391"/>
                  <a:pt x="162806" y="251391"/>
                </a:cubicBezTo>
                <a:lnTo>
                  <a:pt x="311247" y="2394"/>
                </a:lnTo>
                <a:close/>
                <a:moveTo>
                  <a:pt x="47884" y="124498"/>
                </a:moveTo>
                <a:cubicBezTo>
                  <a:pt x="16759" y="169988"/>
                  <a:pt x="0" y="225055"/>
                  <a:pt x="0" y="282517"/>
                </a:cubicBezTo>
                <a:cubicBezTo>
                  <a:pt x="0" y="311247"/>
                  <a:pt x="4788" y="339976"/>
                  <a:pt x="11971" y="366314"/>
                </a:cubicBezTo>
                <a:cubicBezTo>
                  <a:pt x="193930" y="366314"/>
                  <a:pt x="193930" y="366314"/>
                  <a:pt x="193930" y="366314"/>
                </a:cubicBezTo>
                <a:lnTo>
                  <a:pt x="47884" y="124498"/>
                </a:lnTo>
                <a:close/>
                <a:moveTo>
                  <a:pt x="538696" y="162806"/>
                </a:moveTo>
                <a:cubicBezTo>
                  <a:pt x="502783" y="86191"/>
                  <a:pt x="430957" y="26336"/>
                  <a:pt x="347160" y="7183"/>
                </a:cubicBezTo>
                <a:cubicBezTo>
                  <a:pt x="253785" y="162806"/>
                  <a:pt x="253785" y="162806"/>
                  <a:pt x="253785" y="162806"/>
                </a:cubicBezTo>
                <a:lnTo>
                  <a:pt x="538696" y="162806"/>
                </a:lnTo>
                <a:close/>
                <a:moveTo>
                  <a:pt x="311247" y="399832"/>
                </a:moveTo>
                <a:cubicBezTo>
                  <a:pt x="26336" y="399832"/>
                  <a:pt x="26336" y="399832"/>
                  <a:pt x="26336" y="399832"/>
                </a:cubicBezTo>
                <a:cubicBezTo>
                  <a:pt x="62249" y="481235"/>
                  <a:pt x="138864" y="543484"/>
                  <a:pt x="229843" y="560244"/>
                </a:cubicBezTo>
                <a:cubicBezTo>
                  <a:pt x="222661" y="555455"/>
                  <a:pt x="222661" y="555455"/>
                  <a:pt x="222661" y="555455"/>
                </a:cubicBezTo>
                <a:lnTo>
                  <a:pt x="311247" y="399832"/>
                </a:lnTo>
                <a:close/>
                <a:moveTo>
                  <a:pt x="550667" y="196324"/>
                </a:moveTo>
                <a:cubicBezTo>
                  <a:pt x="371102" y="196324"/>
                  <a:pt x="371102" y="196324"/>
                  <a:pt x="371102" y="196324"/>
                </a:cubicBezTo>
                <a:cubicBezTo>
                  <a:pt x="514754" y="445322"/>
                  <a:pt x="514754" y="445322"/>
                  <a:pt x="514754" y="445322"/>
                </a:cubicBezTo>
                <a:cubicBezTo>
                  <a:pt x="545878" y="399832"/>
                  <a:pt x="565032" y="342372"/>
                  <a:pt x="565032" y="282517"/>
                </a:cubicBezTo>
                <a:cubicBezTo>
                  <a:pt x="565032" y="253785"/>
                  <a:pt x="560244" y="225055"/>
                  <a:pt x="550667" y="196324"/>
                </a:cubicBezTo>
                <a:close/>
                <a:moveTo>
                  <a:pt x="258575" y="565032"/>
                </a:moveTo>
                <a:cubicBezTo>
                  <a:pt x="265756" y="565032"/>
                  <a:pt x="275333" y="565032"/>
                  <a:pt x="282517" y="565032"/>
                </a:cubicBezTo>
                <a:cubicBezTo>
                  <a:pt x="363918" y="565032"/>
                  <a:pt x="438140" y="529119"/>
                  <a:pt x="490812" y="474053"/>
                </a:cubicBezTo>
                <a:cubicBezTo>
                  <a:pt x="399832" y="316034"/>
                  <a:pt x="399832" y="316034"/>
                  <a:pt x="399832" y="316034"/>
                </a:cubicBezTo>
                <a:lnTo>
                  <a:pt x="258575" y="5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F73CAF8-F4AB-6DFF-753D-6B8059FEC75A}"/>
              </a:ext>
            </a:extLst>
          </p:cNvPr>
          <p:cNvSpPr/>
          <p:nvPr/>
        </p:nvSpPr>
        <p:spPr>
          <a:xfrm>
            <a:off x="46990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3801955C-EB39-EB20-EC17-C7DE07CE0B73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50B799EE-E599-ABAB-0ADA-C185A45B9E28}"/>
              </a:ext>
            </a:extLst>
          </p:cNvPr>
          <p:cNvSpPr/>
          <p:nvPr/>
        </p:nvSpPr>
        <p:spPr>
          <a:xfrm>
            <a:off x="49784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4411208B-4DE0-5584-AA90-166B2070B570}"/>
              </a:ext>
            </a:extLst>
          </p:cNvPr>
          <p:cNvSpPr/>
          <p:nvPr/>
        </p:nvSpPr>
        <p:spPr>
          <a:xfrm rot="5400000">
            <a:off x="82804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5D90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51F336C0-D055-2568-FC78-5DE5B76F5126}"/>
              </a:ext>
            </a:extLst>
          </p:cNvPr>
          <p:cNvSpPr/>
          <p:nvPr/>
        </p:nvSpPr>
        <p:spPr>
          <a:xfrm>
            <a:off x="90805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282517" y="0"/>
                </a:moveTo>
                <a:cubicBezTo>
                  <a:pt x="126893" y="0"/>
                  <a:pt x="0" y="126893"/>
                  <a:pt x="0" y="282517"/>
                </a:cubicBezTo>
                <a:cubicBezTo>
                  <a:pt x="0" y="438140"/>
                  <a:pt x="126893" y="565032"/>
                  <a:pt x="282517" y="565032"/>
                </a:cubicBezTo>
                <a:cubicBezTo>
                  <a:pt x="438140" y="565032"/>
                  <a:pt x="565032" y="438140"/>
                  <a:pt x="565032" y="282517"/>
                </a:cubicBezTo>
                <a:cubicBezTo>
                  <a:pt x="565032" y="126893"/>
                  <a:pt x="438140" y="0"/>
                  <a:pt x="282517" y="0"/>
                </a:cubicBezTo>
                <a:close/>
                <a:moveTo>
                  <a:pt x="253785" y="409409"/>
                </a:moveTo>
                <a:cubicBezTo>
                  <a:pt x="129287" y="390256"/>
                  <a:pt x="129287" y="390256"/>
                  <a:pt x="129287" y="390256"/>
                </a:cubicBezTo>
                <a:cubicBezTo>
                  <a:pt x="129287" y="289698"/>
                  <a:pt x="129287" y="289698"/>
                  <a:pt x="129287" y="289698"/>
                </a:cubicBezTo>
                <a:cubicBezTo>
                  <a:pt x="253785" y="289698"/>
                  <a:pt x="253785" y="289698"/>
                  <a:pt x="253785" y="289698"/>
                </a:cubicBezTo>
                <a:lnTo>
                  <a:pt x="253785" y="409409"/>
                </a:lnTo>
                <a:close/>
                <a:moveTo>
                  <a:pt x="253785" y="272940"/>
                </a:moveTo>
                <a:cubicBezTo>
                  <a:pt x="129287" y="272940"/>
                  <a:pt x="129287" y="272940"/>
                  <a:pt x="129287" y="272940"/>
                </a:cubicBezTo>
                <a:cubicBezTo>
                  <a:pt x="129287" y="172382"/>
                  <a:pt x="129287" y="172382"/>
                  <a:pt x="129287" y="172382"/>
                </a:cubicBezTo>
                <a:cubicBezTo>
                  <a:pt x="253785" y="153229"/>
                  <a:pt x="253785" y="153229"/>
                  <a:pt x="253785" y="153229"/>
                </a:cubicBezTo>
                <a:lnTo>
                  <a:pt x="253785" y="272940"/>
                </a:lnTo>
                <a:close/>
                <a:moveTo>
                  <a:pt x="435745" y="435745"/>
                </a:moveTo>
                <a:cubicBezTo>
                  <a:pt x="270546" y="411803"/>
                  <a:pt x="270546" y="411803"/>
                  <a:pt x="270546" y="411803"/>
                </a:cubicBezTo>
                <a:cubicBezTo>
                  <a:pt x="270546" y="289698"/>
                  <a:pt x="270546" y="289698"/>
                  <a:pt x="270546" y="289698"/>
                </a:cubicBezTo>
                <a:cubicBezTo>
                  <a:pt x="435745" y="289698"/>
                  <a:pt x="435745" y="289698"/>
                  <a:pt x="435745" y="289698"/>
                </a:cubicBezTo>
                <a:lnTo>
                  <a:pt x="435745" y="435745"/>
                </a:lnTo>
                <a:close/>
                <a:moveTo>
                  <a:pt x="435745" y="272940"/>
                </a:moveTo>
                <a:cubicBezTo>
                  <a:pt x="270546" y="272940"/>
                  <a:pt x="270546" y="272940"/>
                  <a:pt x="270546" y="272940"/>
                </a:cubicBezTo>
                <a:cubicBezTo>
                  <a:pt x="270546" y="150835"/>
                  <a:pt x="270546" y="150835"/>
                  <a:pt x="270546" y="150835"/>
                </a:cubicBezTo>
                <a:cubicBezTo>
                  <a:pt x="435745" y="126893"/>
                  <a:pt x="435745" y="126893"/>
                  <a:pt x="435745" y="126893"/>
                </a:cubicBezTo>
                <a:lnTo>
                  <a:pt x="435745" y="2729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52C3F0F6-5389-8853-F6E6-46C93F4CA46D}"/>
              </a:ext>
            </a:extLst>
          </p:cNvPr>
          <p:cNvSpPr/>
          <p:nvPr/>
        </p:nvSpPr>
        <p:spPr>
          <a:xfrm>
            <a:off x="79629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BD0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5D2158F1-D1C5-BF4F-76FF-6C8D43C46FDF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DBFA3E45-57BB-6CC2-FC04-9F2BAA84BF73}"/>
              </a:ext>
            </a:extLst>
          </p:cNvPr>
          <p:cNvSpPr/>
          <p:nvPr/>
        </p:nvSpPr>
        <p:spPr>
          <a:xfrm>
            <a:off x="8318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5995545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A860E43-ED1B-00AC-09F7-33B5922AF3D9}"/>
              </a:ext>
            </a:extLst>
          </p:cNvPr>
          <p:cNvSpPr/>
          <p:nvPr/>
        </p:nvSpPr>
        <p:spPr>
          <a:xfrm>
            <a:off x="643783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4A66AC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D12B520-2826-BB4F-561F-129162B2E170}"/>
              </a:ext>
            </a:extLst>
          </p:cNvPr>
          <p:cNvSpPr/>
          <p:nvPr/>
        </p:nvSpPr>
        <p:spPr>
          <a:xfrm>
            <a:off x="905957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6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EFC6D69-7F05-C197-585C-14BDD85A7225}"/>
              </a:ext>
            </a:extLst>
          </p:cNvPr>
          <p:cNvSpPr/>
          <p:nvPr/>
        </p:nvSpPr>
        <p:spPr>
          <a:xfrm>
            <a:off x="1212469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4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4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7" y="1015699"/>
                  <a:pt x="1541434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4" y="394376"/>
                  <a:pt x="1541434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73233544-E976-4A04-CC6D-21218A20525B}"/>
              </a:ext>
            </a:extLst>
          </p:cNvPr>
          <p:cNvSpPr/>
          <p:nvPr/>
        </p:nvSpPr>
        <p:spPr>
          <a:xfrm>
            <a:off x="1278236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5C9BFD3-4439-442F-8F2C-EEB5822766BB}"/>
              </a:ext>
            </a:extLst>
          </p:cNvPr>
          <p:cNvSpPr/>
          <p:nvPr/>
        </p:nvSpPr>
        <p:spPr>
          <a:xfrm>
            <a:off x="1348466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4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5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1C8FC0D6-8B8E-7B31-BC07-8485F6D3A0FC}"/>
              </a:ext>
            </a:extLst>
          </p:cNvPr>
          <p:cNvSpPr/>
          <p:nvPr/>
        </p:nvSpPr>
        <p:spPr>
          <a:xfrm>
            <a:off x="1754671" y="2377107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702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702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8" y="125347"/>
                  <a:pt x="489664" y="155706"/>
                </a:cubicBezTo>
                <a:cubicBezTo>
                  <a:pt x="502890" y="186968"/>
                  <a:pt x="509803" y="2203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BD789A7F-7A61-413E-0559-AAC5FC27D680}"/>
              </a:ext>
            </a:extLst>
          </p:cNvPr>
          <p:cNvSpPr/>
          <p:nvPr/>
        </p:nvSpPr>
        <p:spPr>
          <a:xfrm>
            <a:off x="1775503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19603979-132A-72BF-8E58-614097E2CFDB}"/>
              </a:ext>
            </a:extLst>
          </p:cNvPr>
          <p:cNvSpPr/>
          <p:nvPr/>
        </p:nvSpPr>
        <p:spPr>
          <a:xfrm>
            <a:off x="2007022" y="2696758"/>
            <a:ext cx="45719" cy="1098984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6D8103-DA63-0A6B-FB4D-69AE3078790E}"/>
              </a:ext>
            </a:extLst>
          </p:cNvPr>
          <p:cNvGrpSpPr/>
          <p:nvPr/>
        </p:nvGrpSpPr>
        <p:grpSpPr>
          <a:xfrm>
            <a:off x="1928909" y="2525666"/>
            <a:ext cx="150281" cy="183609"/>
            <a:chOff x="1934918" y="4278943"/>
            <a:chExt cx="150281" cy="183609"/>
          </a:xfrm>
          <a:solidFill>
            <a:srgbClr val="4A66AC"/>
          </a:solidFill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3DD5FD44-075E-1AE7-8660-768993B5112B}"/>
                </a:ext>
              </a:extLst>
            </p:cNvPr>
            <p:cNvSpPr/>
            <p:nvPr/>
          </p:nvSpPr>
          <p:spPr>
            <a:xfrm>
              <a:off x="1934918" y="4278943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504 h 185464"/>
                <a:gd name="connsiteX12" fmla="*/ 55309 w 82362"/>
                <a:gd name="connsiteY12" fmla="*/ 142480 h 185464"/>
                <a:gd name="connsiteX13" fmla="*/ 55309 w 82362"/>
                <a:gd name="connsiteY13" fmla="*/ 42684 h 185464"/>
                <a:gd name="connsiteX14" fmla="*/ 51702 w 82362"/>
                <a:gd name="connsiteY14" fmla="*/ 30660 h 185464"/>
                <a:gd name="connsiteX15" fmla="*/ 41482 w 82362"/>
                <a:gd name="connsiteY15" fmla="*/ 26452 h 185464"/>
                <a:gd name="connsiteX16" fmla="*/ 31261 w 82362"/>
                <a:gd name="connsiteY16" fmla="*/ 30660 h 185464"/>
                <a:gd name="connsiteX17" fmla="*/ 27654 w 82362"/>
                <a:gd name="connsiteY17" fmla="*/ 42684 h 185464"/>
                <a:gd name="connsiteX18" fmla="*/ 27654 w 82362"/>
                <a:gd name="connsiteY18" fmla="*/ 142480 h 185464"/>
                <a:gd name="connsiteX19" fmla="*/ 31261 w 82362"/>
                <a:gd name="connsiteY19" fmla="*/ 154504 h 185464"/>
                <a:gd name="connsiteX20" fmla="*/ 41482 w 82362"/>
                <a:gd name="connsiteY20" fmla="*/ 158712 h 185464"/>
                <a:gd name="connsiteX21" fmla="*/ 51702 w 82362"/>
                <a:gd name="connsiteY21" fmla="*/ 154504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504"/>
                  </a:moveTo>
                  <a:cubicBezTo>
                    <a:pt x="54107" y="151799"/>
                    <a:pt x="55309" y="147590"/>
                    <a:pt x="55309" y="142480"/>
                  </a:cubicBezTo>
                  <a:lnTo>
                    <a:pt x="55309" y="42684"/>
                  </a:lnTo>
                  <a:cubicBezTo>
                    <a:pt x="55309" y="37574"/>
                    <a:pt x="54107" y="33666"/>
                    <a:pt x="51702" y="30660"/>
                  </a:cubicBezTo>
                  <a:cubicBezTo>
                    <a:pt x="49297" y="27654"/>
                    <a:pt x="45990" y="26452"/>
                    <a:pt x="41482" y="26452"/>
                  </a:cubicBezTo>
                  <a:cubicBezTo>
                    <a:pt x="37273" y="26452"/>
                    <a:pt x="33666" y="27955"/>
                    <a:pt x="31261" y="30660"/>
                  </a:cubicBezTo>
                  <a:cubicBezTo>
                    <a:pt x="28857" y="33366"/>
                    <a:pt x="27654" y="37574"/>
                    <a:pt x="27654" y="42684"/>
                  </a:cubicBezTo>
                  <a:lnTo>
                    <a:pt x="27654" y="142480"/>
                  </a:lnTo>
                  <a:cubicBezTo>
                    <a:pt x="27654" y="147590"/>
                    <a:pt x="28857" y="151498"/>
                    <a:pt x="31261" y="154504"/>
                  </a:cubicBezTo>
                  <a:cubicBezTo>
                    <a:pt x="33666" y="157209"/>
                    <a:pt x="36973" y="158712"/>
                    <a:pt x="41482" y="158712"/>
                  </a:cubicBezTo>
                  <a:cubicBezTo>
                    <a:pt x="45690" y="159013"/>
                    <a:pt x="49297" y="157510"/>
                    <a:pt x="51702" y="154504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225C3615-D927-8449-4793-6FF8292DC0DD}"/>
                </a:ext>
              </a:extLst>
            </p:cNvPr>
            <p:cNvSpPr/>
            <p:nvPr/>
          </p:nvSpPr>
          <p:spPr>
            <a:xfrm>
              <a:off x="2032824" y="4281027"/>
              <a:ext cx="52375" cy="179443"/>
            </a:xfrm>
            <a:custGeom>
              <a:avLst/>
              <a:gdLst>
                <a:gd name="connsiteX0" fmla="*/ 52604 w 52904"/>
                <a:gd name="connsiteY0" fmla="*/ 181257 h 181256"/>
                <a:gd name="connsiteX1" fmla="*/ 25250 w 52904"/>
                <a:gd name="connsiteY1" fmla="*/ 181257 h 181256"/>
                <a:gd name="connsiteX2" fmla="*/ 25250 w 52904"/>
                <a:gd name="connsiteY2" fmla="*/ 29759 h 181256"/>
                <a:gd name="connsiteX3" fmla="*/ 0 w 52904"/>
                <a:gd name="connsiteY3" fmla="*/ 43886 h 181256"/>
                <a:gd name="connsiteX4" fmla="*/ 0 w 52904"/>
                <a:gd name="connsiteY4" fmla="*/ 14729 h 181256"/>
                <a:gd name="connsiteX5" fmla="*/ 24047 w 52904"/>
                <a:gd name="connsiteY5" fmla="*/ 0 h 181256"/>
                <a:gd name="connsiteX6" fmla="*/ 52904 w 52904"/>
                <a:gd name="connsiteY6" fmla="*/ 0 h 181256"/>
                <a:gd name="connsiteX7" fmla="*/ 52604 w 52904"/>
                <a:gd name="connsiteY7" fmla="*/ 181257 h 181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904" h="181256">
                  <a:moveTo>
                    <a:pt x="52604" y="181257"/>
                  </a:moveTo>
                  <a:lnTo>
                    <a:pt x="25250" y="181257"/>
                  </a:lnTo>
                  <a:lnTo>
                    <a:pt x="25250" y="29759"/>
                  </a:lnTo>
                  <a:lnTo>
                    <a:pt x="0" y="43886"/>
                  </a:lnTo>
                  <a:lnTo>
                    <a:pt x="0" y="14729"/>
                  </a:lnTo>
                  <a:lnTo>
                    <a:pt x="24047" y="0"/>
                  </a:lnTo>
                  <a:lnTo>
                    <a:pt x="52904" y="0"/>
                  </a:lnTo>
                  <a:lnTo>
                    <a:pt x="52604" y="181257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67D73C5D-CB7E-1358-906F-337C7EAC1EB4}"/>
              </a:ext>
            </a:extLst>
          </p:cNvPr>
          <p:cNvSpPr/>
          <p:nvPr/>
        </p:nvSpPr>
        <p:spPr>
          <a:xfrm>
            <a:off x="3369669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629DD1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CB7D54-0AC6-F481-B609-D4B29F768289}"/>
              </a:ext>
            </a:extLst>
          </p:cNvPr>
          <p:cNvSpPr/>
          <p:nvPr/>
        </p:nvSpPr>
        <p:spPr>
          <a:xfrm>
            <a:off x="3631842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2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2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2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2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7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E6E2F26-F7D1-3767-1004-D03D3563A168}"/>
              </a:ext>
            </a:extLst>
          </p:cNvPr>
          <p:cNvSpPr/>
          <p:nvPr/>
        </p:nvSpPr>
        <p:spPr>
          <a:xfrm>
            <a:off x="3938356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E4279DA-57FD-B4BC-B7ED-EFF893C6F486}"/>
              </a:ext>
            </a:extLst>
          </p:cNvPr>
          <p:cNvSpPr/>
          <p:nvPr/>
        </p:nvSpPr>
        <p:spPr>
          <a:xfrm>
            <a:off x="4004121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5973DB5B-1C83-FFE5-2044-4233AE3FE185}"/>
              </a:ext>
            </a:extLst>
          </p:cNvPr>
          <p:cNvSpPr/>
          <p:nvPr/>
        </p:nvSpPr>
        <p:spPr>
          <a:xfrm>
            <a:off x="4074352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5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4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72C275AC-068D-4D86-E259-2E8E04E18603}"/>
              </a:ext>
            </a:extLst>
          </p:cNvPr>
          <p:cNvSpPr/>
          <p:nvPr/>
        </p:nvSpPr>
        <p:spPr>
          <a:xfrm>
            <a:off x="4091314" y="1987865"/>
            <a:ext cx="1283189" cy="1283189"/>
          </a:xfrm>
          <a:custGeom>
            <a:avLst/>
            <a:gdLst>
              <a:gd name="connsiteX0" fmla="*/ 1296151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1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1" y="648076"/>
                </a:moveTo>
                <a:cubicBezTo>
                  <a:pt x="1296151" y="1005998"/>
                  <a:pt x="1005998" y="1296151"/>
                  <a:pt x="648076" y="1296151"/>
                </a:cubicBezTo>
                <a:cubicBezTo>
                  <a:pt x="290153" y="1296151"/>
                  <a:pt x="0" y="1005998"/>
                  <a:pt x="0" y="648076"/>
                </a:cubicBezTo>
                <a:cubicBezTo>
                  <a:pt x="0" y="290153"/>
                  <a:pt x="290154" y="0"/>
                  <a:pt x="648076" y="0"/>
                </a:cubicBezTo>
                <a:cubicBezTo>
                  <a:pt x="1005998" y="0"/>
                  <a:pt x="1296151" y="290153"/>
                  <a:pt x="1296151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9232D63A-61C6-796A-3331-3C0799AF34A7}"/>
              </a:ext>
            </a:extLst>
          </p:cNvPr>
          <p:cNvSpPr/>
          <p:nvPr/>
        </p:nvSpPr>
        <p:spPr>
          <a:xfrm>
            <a:off x="4480557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0F4E02F-6049-0242-1BFD-3EA924704079}"/>
              </a:ext>
            </a:extLst>
          </p:cNvPr>
          <p:cNvSpPr/>
          <p:nvPr/>
        </p:nvSpPr>
        <p:spPr>
          <a:xfrm>
            <a:off x="4501388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F6190C8-ED85-68BB-E9CB-FF590004463B}"/>
              </a:ext>
            </a:extLst>
          </p:cNvPr>
          <p:cNvSpPr/>
          <p:nvPr/>
        </p:nvSpPr>
        <p:spPr>
          <a:xfrm>
            <a:off x="4732909" y="2696758"/>
            <a:ext cx="45719" cy="1098984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2FC2D28-E7C9-3B9E-AEA7-4A0386164E56}"/>
              </a:ext>
            </a:extLst>
          </p:cNvPr>
          <p:cNvGrpSpPr/>
          <p:nvPr/>
        </p:nvGrpSpPr>
        <p:grpSpPr>
          <a:xfrm>
            <a:off x="4639765" y="2525665"/>
            <a:ext cx="185693" cy="183909"/>
            <a:chOff x="4644122" y="4278641"/>
            <a:chExt cx="185693" cy="183909"/>
          </a:xfrm>
          <a:solidFill>
            <a:srgbClr val="629DD1"/>
          </a:solidFill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B995F5EE-2DAA-6510-65AF-F9233E780A96}"/>
                </a:ext>
              </a:extLst>
            </p:cNvPr>
            <p:cNvSpPr/>
            <p:nvPr/>
          </p:nvSpPr>
          <p:spPr>
            <a:xfrm>
              <a:off x="4644122" y="4278941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805 h 185464"/>
                <a:gd name="connsiteX12" fmla="*/ 55309 w 82362"/>
                <a:gd name="connsiteY12" fmla="*/ 142781 h 185464"/>
                <a:gd name="connsiteX13" fmla="*/ 55309 w 82362"/>
                <a:gd name="connsiteY13" fmla="*/ 42984 h 185464"/>
                <a:gd name="connsiteX14" fmla="*/ 51702 w 82362"/>
                <a:gd name="connsiteY14" fmla="*/ 30961 h 185464"/>
                <a:gd name="connsiteX15" fmla="*/ 41482 w 82362"/>
                <a:gd name="connsiteY15" fmla="*/ 26752 h 185464"/>
                <a:gd name="connsiteX16" fmla="*/ 31262 w 82362"/>
                <a:gd name="connsiteY16" fmla="*/ 30961 h 185464"/>
                <a:gd name="connsiteX17" fmla="*/ 27655 w 82362"/>
                <a:gd name="connsiteY17" fmla="*/ 42984 h 185464"/>
                <a:gd name="connsiteX18" fmla="*/ 27655 w 82362"/>
                <a:gd name="connsiteY18" fmla="*/ 142781 h 185464"/>
                <a:gd name="connsiteX19" fmla="*/ 31262 w 82362"/>
                <a:gd name="connsiteY19" fmla="*/ 154805 h 185464"/>
                <a:gd name="connsiteX20" fmla="*/ 41482 w 82362"/>
                <a:gd name="connsiteY20" fmla="*/ 159013 h 185464"/>
                <a:gd name="connsiteX21" fmla="*/ 51702 w 82362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805"/>
                  </a:moveTo>
                  <a:cubicBezTo>
                    <a:pt x="54107" y="152099"/>
                    <a:pt x="55309" y="147891"/>
                    <a:pt x="55309" y="142781"/>
                  </a:cubicBezTo>
                  <a:lnTo>
                    <a:pt x="55309" y="42984"/>
                  </a:lnTo>
                  <a:cubicBezTo>
                    <a:pt x="55309" y="37874"/>
                    <a:pt x="54107" y="33967"/>
                    <a:pt x="51702" y="30961"/>
                  </a:cubicBezTo>
                  <a:cubicBezTo>
                    <a:pt x="49297" y="28255"/>
                    <a:pt x="45991" y="26752"/>
                    <a:pt x="41482" y="26752"/>
                  </a:cubicBezTo>
                  <a:cubicBezTo>
                    <a:pt x="37273" y="26752"/>
                    <a:pt x="33666" y="28255"/>
                    <a:pt x="31262" y="30961"/>
                  </a:cubicBezTo>
                  <a:cubicBezTo>
                    <a:pt x="28857" y="33666"/>
                    <a:pt x="27655" y="37874"/>
                    <a:pt x="27655" y="42984"/>
                  </a:cubicBezTo>
                  <a:lnTo>
                    <a:pt x="27655" y="142781"/>
                  </a:lnTo>
                  <a:cubicBezTo>
                    <a:pt x="27655" y="147891"/>
                    <a:pt x="28857" y="151799"/>
                    <a:pt x="31262" y="154805"/>
                  </a:cubicBezTo>
                  <a:cubicBezTo>
                    <a:pt x="33666" y="157510"/>
                    <a:pt x="36973" y="159013"/>
                    <a:pt x="41482" y="159013"/>
                  </a:cubicBezTo>
                  <a:cubicBezTo>
                    <a:pt x="45690" y="159013"/>
                    <a:pt x="49297" y="157510"/>
                    <a:pt x="51702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49B4A910-DFE2-6410-D7DB-CC03029F7E8B}"/>
                </a:ext>
              </a:extLst>
            </p:cNvPr>
            <p:cNvSpPr/>
            <p:nvPr/>
          </p:nvSpPr>
          <p:spPr>
            <a:xfrm>
              <a:off x="4746789" y="4278641"/>
              <a:ext cx="83026" cy="180931"/>
            </a:xfrm>
            <a:custGeom>
              <a:avLst/>
              <a:gdLst>
                <a:gd name="connsiteX0" fmla="*/ 902 w 83865"/>
                <a:gd name="connsiteY0" fmla="*/ 159314 h 182759"/>
                <a:gd name="connsiteX1" fmla="*/ 39678 w 83865"/>
                <a:gd name="connsiteY1" fmla="*/ 91380 h 182759"/>
                <a:gd name="connsiteX2" fmla="*/ 52003 w 83865"/>
                <a:gd name="connsiteY2" fmla="*/ 65529 h 182759"/>
                <a:gd name="connsiteX3" fmla="*/ 55910 w 83865"/>
                <a:gd name="connsiteY3" fmla="*/ 45089 h 182759"/>
                <a:gd name="connsiteX4" fmla="*/ 55910 w 83865"/>
                <a:gd name="connsiteY4" fmla="*/ 43887 h 182759"/>
                <a:gd name="connsiteX5" fmla="*/ 52604 w 83865"/>
                <a:gd name="connsiteY5" fmla="*/ 31262 h 182759"/>
                <a:gd name="connsiteX6" fmla="*/ 42985 w 83865"/>
                <a:gd name="connsiteY6" fmla="*/ 27053 h 182759"/>
                <a:gd name="connsiteX7" fmla="*/ 31562 w 83865"/>
                <a:gd name="connsiteY7" fmla="*/ 32464 h 182759"/>
                <a:gd name="connsiteX8" fmla="*/ 27955 w 83865"/>
                <a:gd name="connsiteY8" fmla="*/ 49297 h 182759"/>
                <a:gd name="connsiteX9" fmla="*/ 27955 w 83865"/>
                <a:gd name="connsiteY9" fmla="*/ 52904 h 182759"/>
                <a:gd name="connsiteX10" fmla="*/ 0 w 83865"/>
                <a:gd name="connsiteY10" fmla="*/ 52904 h 182759"/>
                <a:gd name="connsiteX11" fmla="*/ 0 w 83865"/>
                <a:gd name="connsiteY11" fmla="*/ 49297 h 182759"/>
                <a:gd name="connsiteX12" fmla="*/ 4809 w 83865"/>
                <a:gd name="connsiteY12" fmla="*/ 21943 h 182759"/>
                <a:gd name="connsiteX13" fmla="*/ 18637 w 83865"/>
                <a:gd name="connsiteY13" fmla="*/ 5411 h 182759"/>
                <a:gd name="connsiteX14" fmla="*/ 41782 w 83865"/>
                <a:gd name="connsiteY14" fmla="*/ 0 h 182759"/>
                <a:gd name="connsiteX15" fmla="*/ 64928 w 83865"/>
                <a:gd name="connsiteY15" fmla="*/ 4810 h 182759"/>
                <a:gd name="connsiteX16" fmla="*/ 79056 w 83865"/>
                <a:gd name="connsiteY16" fmla="*/ 19238 h 182759"/>
                <a:gd name="connsiteX17" fmla="*/ 83865 w 83865"/>
                <a:gd name="connsiteY17" fmla="*/ 43285 h 182759"/>
                <a:gd name="connsiteX18" fmla="*/ 83865 w 83865"/>
                <a:gd name="connsiteY18" fmla="*/ 44488 h 182759"/>
                <a:gd name="connsiteX19" fmla="*/ 79356 w 83865"/>
                <a:gd name="connsiteY19" fmla="*/ 68235 h 182759"/>
                <a:gd name="connsiteX20" fmla="*/ 66130 w 83865"/>
                <a:gd name="connsiteY20" fmla="*/ 97692 h 182759"/>
                <a:gd name="connsiteX21" fmla="*/ 34568 w 83865"/>
                <a:gd name="connsiteY21" fmla="*/ 156308 h 182759"/>
                <a:gd name="connsiteX22" fmla="*/ 83264 w 83865"/>
                <a:gd name="connsiteY22" fmla="*/ 156308 h 182759"/>
                <a:gd name="connsiteX23" fmla="*/ 83264 w 83865"/>
                <a:gd name="connsiteY23" fmla="*/ 182760 h 182759"/>
                <a:gd name="connsiteX24" fmla="*/ 601 w 83865"/>
                <a:gd name="connsiteY24" fmla="*/ 182760 h 182759"/>
                <a:gd name="connsiteX25" fmla="*/ 902 w 83865"/>
                <a:gd name="connsiteY25" fmla="*/ 159314 h 18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865" h="182759">
                  <a:moveTo>
                    <a:pt x="902" y="159314"/>
                  </a:moveTo>
                  <a:lnTo>
                    <a:pt x="39678" y="91380"/>
                  </a:lnTo>
                  <a:cubicBezTo>
                    <a:pt x="45089" y="81761"/>
                    <a:pt x="49297" y="73344"/>
                    <a:pt x="52003" y="65529"/>
                  </a:cubicBezTo>
                  <a:cubicBezTo>
                    <a:pt x="54708" y="57714"/>
                    <a:pt x="55910" y="51101"/>
                    <a:pt x="55910" y="45089"/>
                  </a:cubicBezTo>
                  <a:lnTo>
                    <a:pt x="55910" y="43887"/>
                  </a:lnTo>
                  <a:cubicBezTo>
                    <a:pt x="55910" y="38175"/>
                    <a:pt x="54708" y="34268"/>
                    <a:pt x="52604" y="31262"/>
                  </a:cubicBezTo>
                  <a:cubicBezTo>
                    <a:pt x="50500" y="28256"/>
                    <a:pt x="47193" y="27053"/>
                    <a:pt x="42985" y="27053"/>
                  </a:cubicBezTo>
                  <a:cubicBezTo>
                    <a:pt x="37874" y="27053"/>
                    <a:pt x="33967" y="28857"/>
                    <a:pt x="31562" y="32464"/>
                  </a:cubicBezTo>
                  <a:cubicBezTo>
                    <a:pt x="29158" y="36071"/>
                    <a:pt x="27955" y="41782"/>
                    <a:pt x="27955" y="49297"/>
                  </a:cubicBezTo>
                  <a:lnTo>
                    <a:pt x="27955" y="52904"/>
                  </a:lnTo>
                  <a:lnTo>
                    <a:pt x="0" y="52904"/>
                  </a:lnTo>
                  <a:lnTo>
                    <a:pt x="0" y="49297"/>
                  </a:lnTo>
                  <a:cubicBezTo>
                    <a:pt x="0" y="38175"/>
                    <a:pt x="1803" y="29158"/>
                    <a:pt x="4809" y="21943"/>
                  </a:cubicBezTo>
                  <a:cubicBezTo>
                    <a:pt x="7815" y="14729"/>
                    <a:pt x="12625" y="9319"/>
                    <a:pt x="18637" y="5411"/>
                  </a:cubicBezTo>
                  <a:cubicBezTo>
                    <a:pt x="24949" y="1804"/>
                    <a:pt x="32464" y="0"/>
                    <a:pt x="41782" y="0"/>
                  </a:cubicBezTo>
                  <a:cubicBezTo>
                    <a:pt x="51101" y="0"/>
                    <a:pt x="58916" y="1503"/>
                    <a:pt x="64928" y="4810"/>
                  </a:cubicBezTo>
                  <a:cubicBezTo>
                    <a:pt x="71240" y="8116"/>
                    <a:pt x="75749" y="12926"/>
                    <a:pt x="79056" y="19238"/>
                  </a:cubicBezTo>
                  <a:cubicBezTo>
                    <a:pt x="82062" y="25550"/>
                    <a:pt x="83865" y="33666"/>
                    <a:pt x="83865" y="43285"/>
                  </a:cubicBezTo>
                  <a:lnTo>
                    <a:pt x="83865" y="44488"/>
                  </a:lnTo>
                  <a:cubicBezTo>
                    <a:pt x="83865" y="51401"/>
                    <a:pt x="82362" y="59517"/>
                    <a:pt x="79356" y="68235"/>
                  </a:cubicBezTo>
                  <a:cubicBezTo>
                    <a:pt x="76350" y="77252"/>
                    <a:pt x="72142" y="86871"/>
                    <a:pt x="66130" y="97692"/>
                  </a:cubicBezTo>
                  <a:lnTo>
                    <a:pt x="34568" y="156308"/>
                  </a:lnTo>
                  <a:lnTo>
                    <a:pt x="83264" y="156308"/>
                  </a:lnTo>
                  <a:lnTo>
                    <a:pt x="83264" y="182760"/>
                  </a:lnTo>
                  <a:lnTo>
                    <a:pt x="601" y="182760"/>
                  </a:lnTo>
                  <a:lnTo>
                    <a:pt x="902" y="15931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FFEB4AD7-9D2F-E682-0590-87785EDDD71C}"/>
              </a:ext>
            </a:extLst>
          </p:cNvPr>
          <p:cNvSpPr/>
          <p:nvPr/>
        </p:nvSpPr>
        <p:spPr>
          <a:xfrm>
            <a:off x="6095555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297FD5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8C18EA7A-C350-C4E1-72F4-F6FCA46B881C}"/>
              </a:ext>
            </a:extLst>
          </p:cNvPr>
          <p:cNvSpPr/>
          <p:nvPr/>
        </p:nvSpPr>
        <p:spPr>
          <a:xfrm>
            <a:off x="6357728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BB14EFAC-9602-2D20-3904-353DA35B85EC}"/>
              </a:ext>
            </a:extLst>
          </p:cNvPr>
          <p:cNvSpPr/>
          <p:nvPr/>
        </p:nvSpPr>
        <p:spPr>
          <a:xfrm>
            <a:off x="6664242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4DA30B7-0FD0-C036-52B2-B1EFF8CDD1E3}"/>
              </a:ext>
            </a:extLst>
          </p:cNvPr>
          <p:cNvSpPr/>
          <p:nvPr/>
        </p:nvSpPr>
        <p:spPr>
          <a:xfrm>
            <a:off x="6730008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EE0B83AC-A0BC-9F4D-3AAE-57CE1D4D0708}"/>
              </a:ext>
            </a:extLst>
          </p:cNvPr>
          <p:cNvSpPr/>
          <p:nvPr/>
        </p:nvSpPr>
        <p:spPr>
          <a:xfrm>
            <a:off x="6800237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63957C6C-6DBA-CCD0-DA3D-B37EB41C020C}"/>
              </a:ext>
            </a:extLst>
          </p:cNvPr>
          <p:cNvSpPr/>
          <p:nvPr/>
        </p:nvSpPr>
        <p:spPr>
          <a:xfrm>
            <a:off x="6817201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5125F069-1DA9-CE63-79EB-80965A6F726E}"/>
              </a:ext>
            </a:extLst>
          </p:cNvPr>
          <p:cNvSpPr/>
          <p:nvPr/>
        </p:nvSpPr>
        <p:spPr>
          <a:xfrm>
            <a:off x="7206442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8DB8CDD4-3E02-A6D2-A786-B163901EB5A0}"/>
              </a:ext>
            </a:extLst>
          </p:cNvPr>
          <p:cNvSpPr/>
          <p:nvPr/>
        </p:nvSpPr>
        <p:spPr>
          <a:xfrm>
            <a:off x="7227274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EDFCFD1C-03E8-53EB-B836-2EDCD956A2B8}"/>
              </a:ext>
            </a:extLst>
          </p:cNvPr>
          <p:cNvSpPr/>
          <p:nvPr/>
        </p:nvSpPr>
        <p:spPr>
          <a:xfrm>
            <a:off x="7458796" y="2696758"/>
            <a:ext cx="45719" cy="1098984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33EB9D8-BD03-6BA3-4034-3482AFC98CC2}"/>
              </a:ext>
            </a:extLst>
          </p:cNvPr>
          <p:cNvGrpSpPr/>
          <p:nvPr/>
        </p:nvGrpSpPr>
        <p:grpSpPr>
          <a:xfrm>
            <a:off x="7366989" y="2537867"/>
            <a:ext cx="183015" cy="183907"/>
            <a:chOff x="7370595" y="4278520"/>
            <a:chExt cx="183015" cy="183907"/>
          </a:xfrm>
          <a:solidFill>
            <a:srgbClr val="297FD5"/>
          </a:solidFill>
        </p:grpSpPr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659D9263-7041-B6CE-6B34-6CC7C6B83BB2}"/>
                </a:ext>
              </a:extLst>
            </p:cNvPr>
            <p:cNvSpPr/>
            <p:nvPr/>
          </p:nvSpPr>
          <p:spPr>
            <a:xfrm>
              <a:off x="7370595" y="4278818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672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4CBA26CC-56DD-A1D2-5B30-9B22A844C40A}"/>
                </a:ext>
              </a:extLst>
            </p:cNvPr>
            <p:cNvSpPr/>
            <p:nvPr/>
          </p:nvSpPr>
          <p:spPr>
            <a:xfrm>
              <a:off x="7470287" y="4278520"/>
              <a:ext cx="83323" cy="183441"/>
            </a:xfrm>
            <a:custGeom>
              <a:avLst/>
              <a:gdLst>
                <a:gd name="connsiteX0" fmla="*/ 19538 w 84165"/>
                <a:gd name="connsiteY0" fmla="*/ 180956 h 185294"/>
                <a:gd name="connsiteX1" fmla="*/ 5110 w 84165"/>
                <a:gd name="connsiteY1" fmla="*/ 167730 h 185294"/>
                <a:gd name="connsiteX2" fmla="*/ 0 w 84165"/>
                <a:gd name="connsiteY2" fmla="*/ 146689 h 185294"/>
                <a:gd name="connsiteX3" fmla="*/ 0 w 84165"/>
                <a:gd name="connsiteY3" fmla="*/ 133463 h 185294"/>
                <a:gd name="connsiteX4" fmla="*/ 27353 w 84165"/>
                <a:gd name="connsiteY4" fmla="*/ 133463 h 185294"/>
                <a:gd name="connsiteX5" fmla="*/ 27353 w 84165"/>
                <a:gd name="connsiteY5" fmla="*/ 145186 h 185294"/>
                <a:gd name="connsiteX6" fmla="*/ 29157 w 84165"/>
                <a:gd name="connsiteY6" fmla="*/ 152400 h 185294"/>
                <a:gd name="connsiteX7" fmla="*/ 34267 w 84165"/>
                <a:gd name="connsiteY7" fmla="*/ 156909 h 185294"/>
                <a:gd name="connsiteX8" fmla="*/ 42383 w 84165"/>
                <a:gd name="connsiteY8" fmla="*/ 158412 h 185294"/>
                <a:gd name="connsiteX9" fmla="*/ 52904 w 84165"/>
                <a:gd name="connsiteY9" fmla="*/ 154504 h 185294"/>
                <a:gd name="connsiteX10" fmla="*/ 56511 w 84165"/>
                <a:gd name="connsiteY10" fmla="*/ 143683 h 185294"/>
                <a:gd name="connsiteX11" fmla="*/ 56511 w 84165"/>
                <a:gd name="connsiteY11" fmla="*/ 118133 h 185294"/>
                <a:gd name="connsiteX12" fmla="*/ 53205 w 84165"/>
                <a:gd name="connsiteY12" fmla="*/ 106410 h 185294"/>
                <a:gd name="connsiteX13" fmla="*/ 43285 w 84165"/>
                <a:gd name="connsiteY13" fmla="*/ 102201 h 185294"/>
                <a:gd name="connsiteX14" fmla="*/ 31862 w 84165"/>
                <a:gd name="connsiteY14" fmla="*/ 102201 h 185294"/>
                <a:gd name="connsiteX15" fmla="*/ 31862 w 84165"/>
                <a:gd name="connsiteY15" fmla="*/ 75749 h 185294"/>
                <a:gd name="connsiteX16" fmla="*/ 43285 w 84165"/>
                <a:gd name="connsiteY16" fmla="*/ 75749 h 185294"/>
                <a:gd name="connsiteX17" fmla="*/ 50800 w 84165"/>
                <a:gd name="connsiteY17" fmla="*/ 72142 h 185294"/>
                <a:gd name="connsiteX18" fmla="*/ 53505 w 84165"/>
                <a:gd name="connsiteY18" fmla="*/ 62223 h 185294"/>
                <a:gd name="connsiteX19" fmla="*/ 53505 w 84165"/>
                <a:gd name="connsiteY19" fmla="*/ 38476 h 185294"/>
                <a:gd name="connsiteX20" fmla="*/ 50500 w 84165"/>
                <a:gd name="connsiteY20" fmla="*/ 29759 h 185294"/>
                <a:gd name="connsiteX21" fmla="*/ 42083 w 84165"/>
                <a:gd name="connsiteY21" fmla="*/ 26753 h 185294"/>
                <a:gd name="connsiteX22" fmla="*/ 35470 w 84165"/>
                <a:gd name="connsiteY22" fmla="*/ 28256 h 185294"/>
                <a:gd name="connsiteX23" fmla="*/ 31261 w 84165"/>
                <a:gd name="connsiteY23" fmla="*/ 32464 h 185294"/>
                <a:gd name="connsiteX24" fmla="*/ 29758 w 84165"/>
                <a:gd name="connsiteY24" fmla="*/ 38776 h 185294"/>
                <a:gd name="connsiteX25" fmla="*/ 29758 w 84165"/>
                <a:gd name="connsiteY25" fmla="*/ 52303 h 185294"/>
                <a:gd name="connsiteX26" fmla="*/ 2405 w 84165"/>
                <a:gd name="connsiteY26" fmla="*/ 52303 h 185294"/>
                <a:gd name="connsiteX27" fmla="*/ 2405 w 84165"/>
                <a:gd name="connsiteY27" fmla="*/ 38476 h 185294"/>
                <a:gd name="connsiteX28" fmla="*/ 7214 w 84165"/>
                <a:gd name="connsiteY28" fmla="*/ 17735 h 185294"/>
                <a:gd name="connsiteX29" fmla="*/ 21041 w 84165"/>
                <a:gd name="connsiteY29" fmla="*/ 4509 h 185294"/>
                <a:gd name="connsiteX30" fmla="*/ 42985 w 84165"/>
                <a:gd name="connsiteY30" fmla="*/ 0 h 185294"/>
                <a:gd name="connsiteX31" fmla="*/ 70939 w 84165"/>
                <a:gd name="connsiteY31" fmla="*/ 10220 h 185294"/>
                <a:gd name="connsiteX32" fmla="*/ 80859 w 84165"/>
                <a:gd name="connsiteY32" fmla="*/ 38776 h 185294"/>
                <a:gd name="connsiteX33" fmla="*/ 80859 w 84165"/>
                <a:gd name="connsiteY33" fmla="*/ 63726 h 185294"/>
                <a:gd name="connsiteX34" fmla="*/ 76651 w 84165"/>
                <a:gd name="connsiteY34" fmla="*/ 76952 h 185294"/>
                <a:gd name="connsiteX35" fmla="*/ 64627 w 84165"/>
                <a:gd name="connsiteY35" fmla="*/ 88675 h 185294"/>
                <a:gd name="connsiteX36" fmla="*/ 79056 w 84165"/>
                <a:gd name="connsiteY36" fmla="*/ 99496 h 185294"/>
                <a:gd name="connsiteX37" fmla="*/ 84166 w 84165"/>
                <a:gd name="connsiteY37" fmla="*/ 117532 h 185294"/>
                <a:gd name="connsiteX38" fmla="*/ 84166 w 84165"/>
                <a:gd name="connsiteY38" fmla="*/ 143984 h 185294"/>
                <a:gd name="connsiteX39" fmla="*/ 79356 w 84165"/>
                <a:gd name="connsiteY39" fmla="*/ 166227 h 185294"/>
                <a:gd name="connsiteX40" fmla="*/ 64927 w 84165"/>
                <a:gd name="connsiteY40" fmla="*/ 180355 h 185294"/>
                <a:gd name="connsiteX41" fmla="*/ 42383 w 84165"/>
                <a:gd name="connsiteY41" fmla="*/ 185165 h 185294"/>
                <a:gd name="connsiteX42" fmla="*/ 19538 w 84165"/>
                <a:gd name="connsiteY42" fmla="*/ 180956 h 18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4165" h="185294">
                  <a:moveTo>
                    <a:pt x="19538" y="180956"/>
                  </a:moveTo>
                  <a:cubicBezTo>
                    <a:pt x="13226" y="177951"/>
                    <a:pt x="8417" y="173442"/>
                    <a:pt x="5110" y="167730"/>
                  </a:cubicBezTo>
                  <a:cubicBezTo>
                    <a:pt x="1803" y="161719"/>
                    <a:pt x="0" y="154805"/>
                    <a:pt x="0" y="146689"/>
                  </a:cubicBezTo>
                  <a:lnTo>
                    <a:pt x="0" y="133463"/>
                  </a:lnTo>
                  <a:lnTo>
                    <a:pt x="27353" y="133463"/>
                  </a:lnTo>
                  <a:lnTo>
                    <a:pt x="27353" y="145186"/>
                  </a:lnTo>
                  <a:cubicBezTo>
                    <a:pt x="27353" y="147891"/>
                    <a:pt x="27955" y="150296"/>
                    <a:pt x="29157" y="152400"/>
                  </a:cubicBezTo>
                  <a:cubicBezTo>
                    <a:pt x="30359" y="154504"/>
                    <a:pt x="32163" y="156007"/>
                    <a:pt x="34267" y="156909"/>
                  </a:cubicBezTo>
                  <a:cubicBezTo>
                    <a:pt x="36371" y="158112"/>
                    <a:pt x="39077" y="158412"/>
                    <a:pt x="42383" y="158412"/>
                  </a:cubicBezTo>
                  <a:cubicBezTo>
                    <a:pt x="46892" y="158412"/>
                    <a:pt x="50500" y="157210"/>
                    <a:pt x="52904" y="154504"/>
                  </a:cubicBezTo>
                  <a:cubicBezTo>
                    <a:pt x="55309" y="151799"/>
                    <a:pt x="56511" y="148192"/>
                    <a:pt x="56511" y="143683"/>
                  </a:cubicBezTo>
                  <a:lnTo>
                    <a:pt x="56511" y="118133"/>
                  </a:lnTo>
                  <a:cubicBezTo>
                    <a:pt x="56511" y="113023"/>
                    <a:pt x="55309" y="109115"/>
                    <a:pt x="53205" y="106410"/>
                  </a:cubicBezTo>
                  <a:cubicBezTo>
                    <a:pt x="51101" y="103704"/>
                    <a:pt x="47794" y="102201"/>
                    <a:pt x="43285" y="102201"/>
                  </a:cubicBezTo>
                  <a:lnTo>
                    <a:pt x="31862" y="102201"/>
                  </a:lnTo>
                  <a:lnTo>
                    <a:pt x="31862" y="75749"/>
                  </a:lnTo>
                  <a:lnTo>
                    <a:pt x="43285" y="75749"/>
                  </a:lnTo>
                  <a:cubicBezTo>
                    <a:pt x="46592" y="75749"/>
                    <a:pt x="48997" y="74547"/>
                    <a:pt x="50800" y="72142"/>
                  </a:cubicBezTo>
                  <a:cubicBezTo>
                    <a:pt x="52604" y="69738"/>
                    <a:pt x="53505" y="66431"/>
                    <a:pt x="53505" y="62223"/>
                  </a:cubicBezTo>
                  <a:lnTo>
                    <a:pt x="53505" y="38476"/>
                  </a:lnTo>
                  <a:cubicBezTo>
                    <a:pt x="53505" y="34869"/>
                    <a:pt x="52604" y="31863"/>
                    <a:pt x="50500" y="29759"/>
                  </a:cubicBezTo>
                  <a:cubicBezTo>
                    <a:pt x="48395" y="27655"/>
                    <a:pt x="45690" y="26753"/>
                    <a:pt x="42083" y="26753"/>
                  </a:cubicBezTo>
                  <a:cubicBezTo>
                    <a:pt x="39377" y="26753"/>
                    <a:pt x="37273" y="27354"/>
                    <a:pt x="35470" y="28256"/>
                  </a:cubicBezTo>
                  <a:cubicBezTo>
                    <a:pt x="33666" y="29158"/>
                    <a:pt x="32163" y="30661"/>
                    <a:pt x="31261" y="32464"/>
                  </a:cubicBezTo>
                  <a:cubicBezTo>
                    <a:pt x="30359" y="34268"/>
                    <a:pt x="29758" y="36372"/>
                    <a:pt x="29758" y="38776"/>
                  </a:cubicBezTo>
                  <a:lnTo>
                    <a:pt x="29758" y="52303"/>
                  </a:lnTo>
                  <a:lnTo>
                    <a:pt x="2405" y="52303"/>
                  </a:lnTo>
                  <a:lnTo>
                    <a:pt x="2405" y="38476"/>
                  </a:lnTo>
                  <a:cubicBezTo>
                    <a:pt x="2405" y="30360"/>
                    <a:pt x="3908" y="23446"/>
                    <a:pt x="7214" y="17735"/>
                  </a:cubicBezTo>
                  <a:cubicBezTo>
                    <a:pt x="10521" y="12024"/>
                    <a:pt x="15030" y="7515"/>
                    <a:pt x="21041" y="4509"/>
                  </a:cubicBezTo>
                  <a:cubicBezTo>
                    <a:pt x="27053" y="1503"/>
                    <a:pt x="34267" y="0"/>
                    <a:pt x="42985" y="0"/>
                  </a:cubicBezTo>
                  <a:cubicBezTo>
                    <a:pt x="55008" y="0"/>
                    <a:pt x="64326" y="3307"/>
                    <a:pt x="70939" y="10220"/>
                  </a:cubicBezTo>
                  <a:cubicBezTo>
                    <a:pt x="77553" y="16833"/>
                    <a:pt x="80859" y="26452"/>
                    <a:pt x="80859" y="38776"/>
                  </a:cubicBezTo>
                  <a:lnTo>
                    <a:pt x="80859" y="63726"/>
                  </a:lnTo>
                  <a:cubicBezTo>
                    <a:pt x="80859" y="68235"/>
                    <a:pt x="79356" y="72743"/>
                    <a:pt x="76651" y="76952"/>
                  </a:cubicBezTo>
                  <a:cubicBezTo>
                    <a:pt x="73945" y="81160"/>
                    <a:pt x="69737" y="85368"/>
                    <a:pt x="64627" y="88675"/>
                  </a:cubicBezTo>
                  <a:cubicBezTo>
                    <a:pt x="70639" y="90779"/>
                    <a:pt x="75448" y="94686"/>
                    <a:pt x="79056" y="99496"/>
                  </a:cubicBezTo>
                  <a:cubicBezTo>
                    <a:pt x="82362" y="104606"/>
                    <a:pt x="84166" y="110618"/>
                    <a:pt x="84166" y="117532"/>
                  </a:cubicBezTo>
                  <a:lnTo>
                    <a:pt x="84166" y="143984"/>
                  </a:lnTo>
                  <a:cubicBezTo>
                    <a:pt x="84166" y="152701"/>
                    <a:pt x="82663" y="160216"/>
                    <a:pt x="79356" y="166227"/>
                  </a:cubicBezTo>
                  <a:cubicBezTo>
                    <a:pt x="76050" y="172239"/>
                    <a:pt x="71240" y="177049"/>
                    <a:pt x="64927" y="180355"/>
                  </a:cubicBezTo>
                  <a:cubicBezTo>
                    <a:pt x="58615" y="183662"/>
                    <a:pt x="51101" y="185165"/>
                    <a:pt x="42383" y="185165"/>
                  </a:cubicBezTo>
                  <a:cubicBezTo>
                    <a:pt x="33666" y="185766"/>
                    <a:pt x="25850" y="184263"/>
                    <a:pt x="19538" y="180956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A50468D-FDEC-C3F3-2AE7-6A930AE7EE60}"/>
              </a:ext>
            </a:extLst>
          </p:cNvPr>
          <p:cNvSpPr/>
          <p:nvPr/>
        </p:nvSpPr>
        <p:spPr>
          <a:xfrm>
            <a:off x="8821440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7F8FA9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C5C0657-3AA7-AEB2-CF26-185CB830C287}"/>
              </a:ext>
            </a:extLst>
          </p:cNvPr>
          <p:cNvSpPr/>
          <p:nvPr/>
        </p:nvSpPr>
        <p:spPr>
          <a:xfrm>
            <a:off x="9083614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BFA50F1D-E4C2-FC92-6EB7-D8EB894AD95B}"/>
              </a:ext>
            </a:extLst>
          </p:cNvPr>
          <p:cNvSpPr/>
          <p:nvPr/>
        </p:nvSpPr>
        <p:spPr>
          <a:xfrm>
            <a:off x="9390127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1C12BB0-40CF-4995-393E-E571899C1508}"/>
              </a:ext>
            </a:extLst>
          </p:cNvPr>
          <p:cNvSpPr/>
          <p:nvPr/>
        </p:nvSpPr>
        <p:spPr>
          <a:xfrm>
            <a:off x="9455895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D4075602-0980-162E-02F2-E1DD514F7301}"/>
              </a:ext>
            </a:extLst>
          </p:cNvPr>
          <p:cNvSpPr/>
          <p:nvPr/>
        </p:nvSpPr>
        <p:spPr>
          <a:xfrm>
            <a:off x="9526123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08FF6167-2480-5A16-12AC-0FCE134EB88C}"/>
              </a:ext>
            </a:extLst>
          </p:cNvPr>
          <p:cNvSpPr/>
          <p:nvPr/>
        </p:nvSpPr>
        <p:spPr>
          <a:xfrm>
            <a:off x="9543085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E55F7B2-8D0F-C62B-4EF4-5D8FB248B650}"/>
              </a:ext>
            </a:extLst>
          </p:cNvPr>
          <p:cNvSpPr/>
          <p:nvPr/>
        </p:nvSpPr>
        <p:spPr>
          <a:xfrm>
            <a:off x="9932329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42C29D4D-0C44-444F-8806-0A911803E7A5}"/>
              </a:ext>
            </a:extLst>
          </p:cNvPr>
          <p:cNvSpPr/>
          <p:nvPr/>
        </p:nvSpPr>
        <p:spPr>
          <a:xfrm>
            <a:off x="9953160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91C691F6-95E0-DC9F-2381-6D0D888B2EDA}"/>
              </a:ext>
            </a:extLst>
          </p:cNvPr>
          <p:cNvSpPr/>
          <p:nvPr/>
        </p:nvSpPr>
        <p:spPr>
          <a:xfrm>
            <a:off x="10184682" y="2696758"/>
            <a:ext cx="45719" cy="1098984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CE25E42-D1DF-770A-691E-EF88C07377E2}"/>
              </a:ext>
            </a:extLst>
          </p:cNvPr>
          <p:cNvGrpSpPr/>
          <p:nvPr/>
        </p:nvGrpSpPr>
        <p:grpSpPr>
          <a:xfrm>
            <a:off x="10091834" y="2540429"/>
            <a:ext cx="197003" cy="183609"/>
            <a:chOff x="10091983" y="4278794"/>
            <a:chExt cx="197003" cy="183609"/>
          </a:xfrm>
          <a:solidFill>
            <a:srgbClr val="7F8FA9"/>
          </a:solidFill>
        </p:grpSpPr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258DC2E9-778E-474C-48B5-B3EDA755C312}"/>
                </a:ext>
              </a:extLst>
            </p:cNvPr>
            <p:cNvSpPr/>
            <p:nvPr/>
          </p:nvSpPr>
          <p:spPr>
            <a:xfrm>
              <a:off x="10091983" y="4278794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973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0B1266D5-AF12-F89F-50D2-34421EE1177D}"/>
                </a:ext>
              </a:extLst>
            </p:cNvPr>
            <p:cNvSpPr/>
            <p:nvPr/>
          </p:nvSpPr>
          <p:spPr>
            <a:xfrm>
              <a:off x="10194057" y="4280877"/>
              <a:ext cx="94929" cy="179741"/>
            </a:xfrm>
            <a:custGeom>
              <a:avLst/>
              <a:gdLst>
                <a:gd name="connsiteX0" fmla="*/ 300 w 95888"/>
                <a:gd name="connsiteY0" fmla="*/ 128653 h 181557"/>
                <a:gd name="connsiteX1" fmla="*/ 38776 w 95888"/>
                <a:gd name="connsiteY1" fmla="*/ 0 h 181557"/>
                <a:gd name="connsiteX2" fmla="*/ 67332 w 95888"/>
                <a:gd name="connsiteY2" fmla="*/ 0 h 181557"/>
                <a:gd name="connsiteX3" fmla="*/ 30359 w 95888"/>
                <a:gd name="connsiteY3" fmla="*/ 127150 h 181557"/>
                <a:gd name="connsiteX4" fmla="*/ 95888 w 95888"/>
                <a:gd name="connsiteY4" fmla="*/ 127150 h 181557"/>
                <a:gd name="connsiteX5" fmla="*/ 95888 w 95888"/>
                <a:gd name="connsiteY5" fmla="*/ 153602 h 181557"/>
                <a:gd name="connsiteX6" fmla="*/ 0 w 95888"/>
                <a:gd name="connsiteY6" fmla="*/ 153602 h 181557"/>
                <a:gd name="connsiteX7" fmla="*/ 0 w 95888"/>
                <a:gd name="connsiteY7" fmla="*/ 128653 h 181557"/>
                <a:gd name="connsiteX8" fmla="*/ 57413 w 95888"/>
                <a:gd name="connsiteY8" fmla="*/ 78154 h 181557"/>
                <a:gd name="connsiteX9" fmla="*/ 84166 w 95888"/>
                <a:gd name="connsiteY9" fmla="*/ 78154 h 181557"/>
                <a:gd name="connsiteX10" fmla="*/ 84166 w 95888"/>
                <a:gd name="connsiteY10" fmla="*/ 181557 h 181557"/>
                <a:gd name="connsiteX11" fmla="*/ 57413 w 95888"/>
                <a:gd name="connsiteY11" fmla="*/ 181557 h 181557"/>
                <a:gd name="connsiteX12" fmla="*/ 57413 w 95888"/>
                <a:gd name="connsiteY12" fmla="*/ 78154 h 18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888" h="181557">
                  <a:moveTo>
                    <a:pt x="300" y="128653"/>
                  </a:moveTo>
                  <a:lnTo>
                    <a:pt x="38776" y="0"/>
                  </a:lnTo>
                  <a:lnTo>
                    <a:pt x="67332" y="0"/>
                  </a:lnTo>
                  <a:lnTo>
                    <a:pt x="30359" y="127150"/>
                  </a:lnTo>
                  <a:lnTo>
                    <a:pt x="95888" y="127150"/>
                  </a:lnTo>
                  <a:lnTo>
                    <a:pt x="95888" y="153602"/>
                  </a:lnTo>
                  <a:lnTo>
                    <a:pt x="0" y="153602"/>
                  </a:lnTo>
                  <a:lnTo>
                    <a:pt x="0" y="128653"/>
                  </a:lnTo>
                  <a:close/>
                  <a:moveTo>
                    <a:pt x="57413" y="78154"/>
                  </a:moveTo>
                  <a:lnTo>
                    <a:pt x="84166" y="78154"/>
                  </a:lnTo>
                  <a:lnTo>
                    <a:pt x="84166" y="181557"/>
                  </a:lnTo>
                  <a:lnTo>
                    <a:pt x="57413" y="181557"/>
                  </a:lnTo>
                  <a:lnTo>
                    <a:pt x="57413" y="7815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673448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2">
            <a:extLst>
              <a:ext uri="{FF2B5EF4-FFF2-40B4-BE49-F238E27FC236}">
                <a16:creationId xmlns:a16="http://schemas.microsoft.com/office/drawing/2014/main" id="{CF592A97-D7AB-C8C5-D43A-AA0C8FD11C32}"/>
              </a:ext>
            </a:extLst>
          </p:cNvPr>
          <p:cNvSpPr/>
          <p:nvPr/>
        </p:nvSpPr>
        <p:spPr>
          <a:xfrm flipV="1">
            <a:off x="2247900" y="2692400"/>
            <a:ext cx="1988643" cy="1584650"/>
          </a:xfrm>
          <a:custGeom>
            <a:avLst/>
            <a:gdLst/>
            <a:ahLst/>
            <a:cxnLst/>
            <a:rect l="l" t="t" r="r" b="b"/>
            <a:pathLst>
              <a:path w="1988643" h="1584650">
                <a:moveTo>
                  <a:pt x="0" y="0"/>
                </a:moveTo>
                <a:lnTo>
                  <a:pt x="15612" y="0"/>
                </a:lnTo>
                <a:lnTo>
                  <a:pt x="206530" y="69957"/>
                </a:lnTo>
                <a:cubicBezTo>
                  <a:pt x="403556" y="135701"/>
                  <a:pt x="608761" y="191383"/>
                  <a:pt x="820205" y="235353"/>
                </a:cubicBezTo>
                <a:cubicBezTo>
                  <a:pt x="1137374" y="301309"/>
                  <a:pt x="1446066" y="336232"/>
                  <a:pt x="1738956" y="342803"/>
                </a:cubicBezTo>
                <a:lnTo>
                  <a:pt x="1988643" y="340389"/>
                </a:lnTo>
                <a:lnTo>
                  <a:pt x="1988643" y="1244262"/>
                </a:lnTo>
                <a:lnTo>
                  <a:pt x="1738956" y="1241847"/>
                </a:lnTo>
                <a:cubicBezTo>
                  <a:pt x="1446066" y="1248419"/>
                  <a:pt x="1137374" y="1283343"/>
                  <a:pt x="820205" y="1349298"/>
                </a:cubicBezTo>
                <a:cubicBezTo>
                  <a:pt x="608761" y="1393269"/>
                  <a:pt x="403556" y="1448951"/>
                  <a:pt x="206530" y="1514695"/>
                </a:cubicBezTo>
                <a:lnTo>
                  <a:pt x="15615" y="1584650"/>
                </a:lnTo>
                <a:lnTo>
                  <a:pt x="0" y="1584650"/>
                </a:lnTo>
                <a:close/>
              </a:path>
            </a:pathLst>
          </a:custGeom>
          <a:gradFill rotWithShape="1">
            <a:gsLst>
              <a:gs pos="14000">
                <a:srgbClr val="009DD9">
                  <a:alpha val="0"/>
                </a:srgbClr>
              </a:gs>
              <a:gs pos="100000">
                <a:srgbClr val="009DD9">
                  <a:alpha val="18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9662440-0A5B-AB07-961D-01EBEC144AFD}"/>
              </a:ext>
            </a:extLst>
          </p:cNvPr>
          <p:cNvSpPr/>
          <p:nvPr/>
        </p:nvSpPr>
        <p:spPr>
          <a:xfrm flipV="1">
            <a:off x="2768600" y="3937000"/>
            <a:ext cx="1237097" cy="180144"/>
          </a:xfrm>
          <a:custGeom>
            <a:avLst/>
            <a:gdLst/>
            <a:ahLst/>
            <a:cxnLst/>
            <a:rect l="l" t="t" r="r" b="b"/>
            <a:pathLst>
              <a:path w="1237097" h="180144">
                <a:moveTo>
                  <a:pt x="0" y="0"/>
                </a:moveTo>
                <a:lnTo>
                  <a:pt x="304538" y="72694"/>
                </a:lnTo>
                <a:cubicBezTo>
                  <a:pt x="621707" y="138650"/>
                  <a:pt x="930399" y="173572"/>
                  <a:pt x="1223289" y="180144"/>
                </a:cubicBezTo>
                <a:lnTo>
                  <a:pt x="1237097" y="180011"/>
                </a:lnTo>
              </a:path>
            </a:pathLst>
          </a:custGeom>
          <a:noFill/>
          <a:ln w="12700" cap="flat" cmpd="sng">
            <a:gradFill rotWithShape="1">
              <a:gsLst>
                <a:gs pos="0">
                  <a:srgbClr val="26476A">
                    <a:alpha val="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4">
            <a:extLst>
              <a:ext uri="{FF2B5EF4-FFF2-40B4-BE49-F238E27FC236}">
                <a16:creationId xmlns:a16="http://schemas.microsoft.com/office/drawing/2014/main" id="{9CBA84F5-8704-3E5B-E294-7E5E6203A430}"/>
              </a:ext>
            </a:extLst>
          </p:cNvPr>
          <p:cNvSpPr/>
          <p:nvPr/>
        </p:nvSpPr>
        <p:spPr>
          <a:xfrm flipV="1">
            <a:off x="3949700" y="3937000"/>
            <a:ext cx="50800" cy="25400"/>
          </a:xfrm>
          <a:prstGeom prst="rtTriangl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5">
            <a:extLst>
              <a:ext uri="{FF2B5EF4-FFF2-40B4-BE49-F238E27FC236}">
                <a16:creationId xmlns:a16="http://schemas.microsoft.com/office/drawing/2014/main" id="{8229EA79-F253-68E1-2784-A711E6727F64}"/>
              </a:ext>
            </a:extLst>
          </p:cNvPr>
          <p:cNvSpPr/>
          <p:nvPr/>
        </p:nvSpPr>
        <p:spPr>
          <a:xfrm>
            <a:off x="2768600" y="2857500"/>
            <a:ext cx="1237097" cy="180144"/>
          </a:xfrm>
          <a:custGeom>
            <a:avLst/>
            <a:gdLst/>
            <a:ahLst/>
            <a:cxnLst/>
            <a:rect l="l" t="t" r="r" b="b"/>
            <a:pathLst>
              <a:path w="1237097" h="180144">
                <a:moveTo>
                  <a:pt x="0" y="0"/>
                </a:moveTo>
                <a:lnTo>
                  <a:pt x="304538" y="72694"/>
                </a:lnTo>
                <a:cubicBezTo>
                  <a:pt x="621707" y="138650"/>
                  <a:pt x="930399" y="173572"/>
                  <a:pt x="1223289" y="180144"/>
                </a:cubicBezTo>
                <a:lnTo>
                  <a:pt x="1237097" y="180011"/>
                </a:lnTo>
              </a:path>
            </a:pathLst>
          </a:custGeom>
          <a:noFill/>
          <a:ln w="12700" cap="flat" cmpd="sng">
            <a:gradFill rotWithShape="1">
              <a:gsLst>
                <a:gs pos="0">
                  <a:srgbClr val="26476A">
                    <a:alpha val="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6">
            <a:extLst>
              <a:ext uri="{FF2B5EF4-FFF2-40B4-BE49-F238E27FC236}">
                <a16:creationId xmlns:a16="http://schemas.microsoft.com/office/drawing/2014/main" id="{E30811D6-CE8A-4FED-9B6A-53BA68A83E1A}"/>
              </a:ext>
            </a:extLst>
          </p:cNvPr>
          <p:cNvSpPr/>
          <p:nvPr/>
        </p:nvSpPr>
        <p:spPr>
          <a:xfrm>
            <a:off x="3949700" y="2997200"/>
            <a:ext cx="50800" cy="25400"/>
          </a:xfrm>
          <a:prstGeom prst="rtTriangl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E4957663-A4AE-AF4C-276E-9A9711191270}"/>
              </a:ext>
            </a:extLst>
          </p:cNvPr>
          <p:cNvSpPr/>
          <p:nvPr/>
        </p:nvSpPr>
        <p:spPr>
          <a:xfrm>
            <a:off x="1104900" y="2622717"/>
            <a:ext cx="1663700" cy="1663700"/>
          </a:xfrm>
          <a:prstGeom prst="ellipse">
            <a:avLst/>
          </a:prstGeom>
          <a:solidFill>
            <a:srgbClr val="26476A">
              <a:alpha val="9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8">
            <a:extLst>
              <a:ext uri="{FF2B5EF4-FFF2-40B4-BE49-F238E27FC236}">
                <a16:creationId xmlns:a16="http://schemas.microsoft.com/office/drawing/2014/main" id="{22F6AB51-8E2E-6B02-14C8-CB9971561DCF}"/>
              </a:ext>
            </a:extLst>
          </p:cNvPr>
          <p:cNvCxnSpPr/>
          <p:nvPr/>
        </p:nvCxnSpPr>
        <p:spPr>
          <a:xfrm rot="3">
            <a:off x="2857500" y="3479801"/>
            <a:ext cx="9652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0" name="AutoShape 19">
            <a:extLst>
              <a:ext uri="{FF2B5EF4-FFF2-40B4-BE49-F238E27FC236}">
                <a16:creationId xmlns:a16="http://schemas.microsoft.com/office/drawing/2014/main" id="{4B8764D4-8F75-DE49-ABA5-27FC02CBDAFE}"/>
              </a:ext>
            </a:extLst>
          </p:cNvPr>
          <p:cNvSpPr/>
          <p:nvPr/>
        </p:nvSpPr>
        <p:spPr>
          <a:xfrm>
            <a:off x="3924300" y="2971800"/>
            <a:ext cx="1028700" cy="1028700"/>
          </a:xfrm>
          <a:prstGeom prst="ellipse">
            <a:avLst/>
          </a:prstGeom>
          <a:solidFill>
            <a:srgbClr val="26476A">
              <a:alpha val="9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1" name="Connector 20">
            <a:extLst>
              <a:ext uri="{FF2B5EF4-FFF2-40B4-BE49-F238E27FC236}">
                <a16:creationId xmlns:a16="http://schemas.microsoft.com/office/drawing/2014/main" id="{1E9472CD-A1B0-8AA2-B603-253C322A9E74}"/>
              </a:ext>
            </a:extLst>
          </p:cNvPr>
          <p:cNvCxnSpPr/>
          <p:nvPr/>
        </p:nvCxnSpPr>
        <p:spPr>
          <a:xfrm rot="2686695">
            <a:off x="4910715" y="4019580"/>
            <a:ext cx="9609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2" name="Connector 21">
            <a:extLst>
              <a:ext uri="{FF2B5EF4-FFF2-40B4-BE49-F238E27FC236}">
                <a16:creationId xmlns:a16="http://schemas.microsoft.com/office/drawing/2014/main" id="{8E8F842B-AE6F-B5D0-F146-6D69B9414423}"/>
              </a:ext>
            </a:extLst>
          </p:cNvPr>
          <p:cNvCxnSpPr/>
          <p:nvPr/>
        </p:nvCxnSpPr>
        <p:spPr>
          <a:xfrm rot="-2777559">
            <a:off x="4910715" y="2952720"/>
            <a:ext cx="9609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3" name="Connector 22">
            <a:extLst>
              <a:ext uri="{FF2B5EF4-FFF2-40B4-BE49-F238E27FC236}">
                <a16:creationId xmlns:a16="http://schemas.microsoft.com/office/drawing/2014/main" id="{D82605B7-70EA-0A5E-E02D-09395ED82F3D}"/>
              </a:ext>
            </a:extLst>
          </p:cNvPr>
          <p:cNvCxnSpPr/>
          <p:nvPr/>
        </p:nvCxnSpPr>
        <p:spPr>
          <a:xfrm rot="3">
            <a:off x="4914900" y="3479801"/>
            <a:ext cx="9652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4" name="Freeform 23">
            <a:extLst>
              <a:ext uri="{FF2B5EF4-FFF2-40B4-BE49-F238E27FC236}">
                <a16:creationId xmlns:a16="http://schemas.microsoft.com/office/drawing/2014/main" id="{99D7602F-7C29-2E5D-6EC9-DFD1CFA12DE6}"/>
              </a:ext>
            </a:extLst>
          </p:cNvPr>
          <p:cNvSpPr/>
          <p:nvPr/>
        </p:nvSpPr>
        <p:spPr>
          <a:xfrm>
            <a:off x="1511300" y="3352800"/>
            <a:ext cx="826714" cy="474627"/>
          </a:xfrm>
          <a:custGeom>
            <a:avLst/>
            <a:gdLst/>
            <a:ahLst/>
            <a:cxnLst/>
            <a:rect l="l" t="t" r="r" b="b"/>
            <a:pathLst>
              <a:path w="826714" h="474627">
                <a:moveTo>
                  <a:pt x="724886" y="70763"/>
                </a:moveTo>
                <a:lnTo>
                  <a:pt x="414219" y="291680"/>
                </a:lnTo>
                <a:lnTo>
                  <a:pt x="101829" y="70763"/>
                </a:lnTo>
                <a:lnTo>
                  <a:pt x="0" y="0"/>
                </a:lnTo>
                <a:lnTo>
                  <a:pt x="0" y="474627"/>
                </a:lnTo>
                <a:lnTo>
                  <a:pt x="826714" y="474627"/>
                </a:lnTo>
                <a:lnTo>
                  <a:pt x="826714" y="0"/>
                </a:lnTo>
                <a:lnTo>
                  <a:pt x="724886" y="7076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24">
            <a:extLst>
              <a:ext uri="{FF2B5EF4-FFF2-40B4-BE49-F238E27FC236}">
                <a16:creationId xmlns:a16="http://schemas.microsoft.com/office/drawing/2014/main" id="{056E914F-9C96-5CFB-6446-F94D55A16602}"/>
              </a:ext>
            </a:extLst>
          </p:cNvPr>
          <p:cNvSpPr/>
          <p:nvPr/>
        </p:nvSpPr>
        <p:spPr>
          <a:xfrm>
            <a:off x="1600200" y="3136900"/>
            <a:ext cx="671382" cy="476353"/>
          </a:xfrm>
          <a:custGeom>
            <a:avLst/>
            <a:gdLst/>
            <a:ahLst/>
            <a:cxnLst/>
            <a:rect l="l" t="t" r="r" b="b"/>
            <a:pathLst>
              <a:path w="671382" h="476353">
                <a:moveTo>
                  <a:pt x="8952" y="248662"/>
                </a:moveTo>
                <a:cubicBezTo>
                  <a:pt x="322264" y="470361"/>
                  <a:pt x="322264" y="470361"/>
                  <a:pt x="322264" y="470361"/>
                </a:cubicBezTo>
                <a:cubicBezTo>
                  <a:pt x="325247" y="473357"/>
                  <a:pt x="331215" y="476353"/>
                  <a:pt x="337182" y="476353"/>
                </a:cubicBezTo>
                <a:cubicBezTo>
                  <a:pt x="340167" y="476353"/>
                  <a:pt x="346135" y="473357"/>
                  <a:pt x="349119" y="470361"/>
                </a:cubicBezTo>
                <a:cubicBezTo>
                  <a:pt x="662431" y="248662"/>
                  <a:pt x="662431" y="248662"/>
                  <a:pt x="662431" y="248662"/>
                </a:cubicBezTo>
                <a:cubicBezTo>
                  <a:pt x="668398" y="242670"/>
                  <a:pt x="671382" y="236678"/>
                  <a:pt x="671382" y="227691"/>
                </a:cubicBezTo>
                <a:cubicBezTo>
                  <a:pt x="671382" y="23967"/>
                  <a:pt x="671382" y="23967"/>
                  <a:pt x="671382" y="23967"/>
                </a:cubicBezTo>
                <a:cubicBezTo>
                  <a:pt x="671382" y="8988"/>
                  <a:pt x="659446" y="0"/>
                  <a:pt x="647511" y="0"/>
                </a:cubicBezTo>
                <a:cubicBezTo>
                  <a:pt x="23871" y="0"/>
                  <a:pt x="23871" y="0"/>
                  <a:pt x="23871" y="0"/>
                </a:cubicBezTo>
                <a:cubicBezTo>
                  <a:pt x="11935" y="0"/>
                  <a:pt x="0" y="8988"/>
                  <a:pt x="0" y="23967"/>
                </a:cubicBezTo>
                <a:cubicBezTo>
                  <a:pt x="0" y="227691"/>
                  <a:pt x="0" y="227691"/>
                  <a:pt x="0" y="227691"/>
                </a:cubicBezTo>
                <a:cubicBezTo>
                  <a:pt x="0" y="236678"/>
                  <a:pt x="2984" y="242670"/>
                  <a:pt x="8952" y="248662"/>
                </a:cubicBezTo>
                <a:close/>
                <a:moveTo>
                  <a:pt x="47743" y="47935"/>
                </a:moveTo>
                <a:cubicBezTo>
                  <a:pt x="623640" y="47935"/>
                  <a:pt x="623640" y="47935"/>
                  <a:pt x="623640" y="47935"/>
                </a:cubicBezTo>
                <a:cubicBezTo>
                  <a:pt x="623640" y="215707"/>
                  <a:pt x="623640" y="215707"/>
                  <a:pt x="623640" y="215707"/>
                </a:cubicBezTo>
                <a:cubicBezTo>
                  <a:pt x="337182" y="422426"/>
                  <a:pt x="337182" y="422426"/>
                  <a:pt x="337182" y="422426"/>
                </a:cubicBezTo>
                <a:cubicBezTo>
                  <a:pt x="47743" y="215707"/>
                  <a:pt x="47743" y="215707"/>
                  <a:pt x="47743" y="215707"/>
                </a:cubicBezTo>
                <a:lnTo>
                  <a:pt x="47743" y="4793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25">
            <a:extLst>
              <a:ext uri="{FF2B5EF4-FFF2-40B4-BE49-F238E27FC236}">
                <a16:creationId xmlns:a16="http://schemas.microsoft.com/office/drawing/2014/main" id="{C4E73E7B-3582-FC1F-14B0-1F02E9BE5F52}"/>
              </a:ext>
            </a:extLst>
          </p:cNvPr>
          <p:cNvSpPr/>
          <p:nvPr/>
        </p:nvSpPr>
        <p:spPr>
          <a:xfrm>
            <a:off x="1714500" y="3238500"/>
            <a:ext cx="417671" cy="55228"/>
          </a:xfrm>
          <a:custGeom>
            <a:avLst/>
            <a:gdLst/>
            <a:ahLst/>
            <a:cxnLst/>
            <a:rect l="l" t="t" r="r" b="b"/>
            <a:pathLst>
              <a:path w="417671" h="55228">
                <a:moveTo>
                  <a:pt x="26850" y="55228"/>
                </a:moveTo>
                <a:cubicBezTo>
                  <a:pt x="390821" y="55228"/>
                  <a:pt x="390821" y="55228"/>
                  <a:pt x="390821" y="55228"/>
                </a:cubicBezTo>
                <a:cubicBezTo>
                  <a:pt x="405737" y="55228"/>
                  <a:pt x="417671" y="42956"/>
                  <a:pt x="417671" y="27615"/>
                </a:cubicBezTo>
                <a:cubicBezTo>
                  <a:pt x="417671" y="12273"/>
                  <a:pt x="405737" y="0"/>
                  <a:pt x="390821" y="0"/>
                </a:cubicBezTo>
                <a:cubicBezTo>
                  <a:pt x="26850" y="0"/>
                  <a:pt x="26850" y="0"/>
                  <a:pt x="26850" y="0"/>
                </a:cubicBezTo>
                <a:cubicBezTo>
                  <a:pt x="11933" y="0"/>
                  <a:pt x="0" y="12273"/>
                  <a:pt x="0" y="27615"/>
                </a:cubicBezTo>
                <a:cubicBezTo>
                  <a:pt x="0" y="42956"/>
                  <a:pt x="11933" y="55228"/>
                  <a:pt x="26850" y="552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26">
            <a:extLst>
              <a:ext uri="{FF2B5EF4-FFF2-40B4-BE49-F238E27FC236}">
                <a16:creationId xmlns:a16="http://schemas.microsoft.com/office/drawing/2014/main" id="{7D4FAC02-FEAB-31EE-CAC3-64A1B99A9115}"/>
              </a:ext>
            </a:extLst>
          </p:cNvPr>
          <p:cNvSpPr/>
          <p:nvPr/>
        </p:nvSpPr>
        <p:spPr>
          <a:xfrm>
            <a:off x="1714500" y="3327400"/>
            <a:ext cx="417671" cy="53504"/>
          </a:xfrm>
          <a:custGeom>
            <a:avLst/>
            <a:gdLst/>
            <a:ahLst/>
            <a:cxnLst/>
            <a:rect l="l" t="t" r="r" b="b"/>
            <a:pathLst>
              <a:path w="417671" h="53504">
                <a:moveTo>
                  <a:pt x="417671" y="26753"/>
                </a:moveTo>
                <a:cubicBezTo>
                  <a:pt x="417671" y="11890"/>
                  <a:pt x="405737" y="0"/>
                  <a:pt x="390821" y="0"/>
                </a:cubicBezTo>
                <a:cubicBezTo>
                  <a:pt x="26850" y="0"/>
                  <a:pt x="26850" y="0"/>
                  <a:pt x="26850" y="0"/>
                </a:cubicBezTo>
                <a:cubicBezTo>
                  <a:pt x="11933" y="0"/>
                  <a:pt x="0" y="11890"/>
                  <a:pt x="0" y="26753"/>
                </a:cubicBezTo>
                <a:cubicBezTo>
                  <a:pt x="0" y="41614"/>
                  <a:pt x="11933" y="53504"/>
                  <a:pt x="26850" y="53504"/>
                </a:cubicBezTo>
                <a:cubicBezTo>
                  <a:pt x="390821" y="53504"/>
                  <a:pt x="390821" y="53504"/>
                  <a:pt x="390821" y="53504"/>
                </a:cubicBezTo>
                <a:cubicBezTo>
                  <a:pt x="405737" y="53504"/>
                  <a:pt x="417671" y="41614"/>
                  <a:pt x="417671" y="2675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27">
            <a:extLst>
              <a:ext uri="{FF2B5EF4-FFF2-40B4-BE49-F238E27FC236}">
                <a16:creationId xmlns:a16="http://schemas.microsoft.com/office/drawing/2014/main" id="{FB3EA725-74B5-2254-4A32-9188761D2340}"/>
              </a:ext>
            </a:extLst>
          </p:cNvPr>
          <p:cNvSpPr/>
          <p:nvPr/>
        </p:nvSpPr>
        <p:spPr>
          <a:xfrm>
            <a:off x="4254500" y="3289300"/>
            <a:ext cx="366394" cy="389293"/>
          </a:xfrm>
          <a:custGeom>
            <a:avLst/>
            <a:gdLst/>
            <a:ahLst/>
            <a:cxnLst/>
            <a:rect l="l" t="t" r="r" b="b"/>
            <a:pathLst>
              <a:path w="366394" h="389293">
                <a:moveTo>
                  <a:pt x="308755" y="90150"/>
                </a:moveTo>
                <a:cubicBezTo>
                  <a:pt x="341696" y="118843"/>
                  <a:pt x="366394" y="163918"/>
                  <a:pt x="366394" y="217193"/>
                </a:cubicBezTo>
                <a:cubicBezTo>
                  <a:pt x="366394" y="258159"/>
                  <a:pt x="349923" y="299143"/>
                  <a:pt x="321104" y="327817"/>
                </a:cubicBezTo>
                <a:cubicBezTo>
                  <a:pt x="193493" y="217193"/>
                  <a:pt x="193493" y="217193"/>
                  <a:pt x="193493" y="217193"/>
                </a:cubicBezTo>
                <a:cubicBezTo>
                  <a:pt x="308755" y="90150"/>
                  <a:pt x="308755" y="90150"/>
                  <a:pt x="308755" y="90150"/>
                </a:cubicBezTo>
                <a:close/>
                <a:moveTo>
                  <a:pt x="312877" y="340126"/>
                </a:moveTo>
                <a:cubicBezTo>
                  <a:pt x="304650" y="348309"/>
                  <a:pt x="296407" y="356509"/>
                  <a:pt x="284057" y="360601"/>
                </a:cubicBezTo>
                <a:cubicBezTo>
                  <a:pt x="304650" y="331926"/>
                  <a:pt x="304650" y="331926"/>
                  <a:pt x="304650" y="331926"/>
                </a:cubicBezTo>
                <a:cubicBezTo>
                  <a:pt x="312877" y="340126"/>
                  <a:pt x="312877" y="340126"/>
                  <a:pt x="312877" y="340126"/>
                </a:cubicBezTo>
                <a:close/>
                <a:moveTo>
                  <a:pt x="263482" y="377002"/>
                </a:moveTo>
                <a:cubicBezTo>
                  <a:pt x="296407" y="323726"/>
                  <a:pt x="296407" y="323726"/>
                  <a:pt x="296407" y="323726"/>
                </a:cubicBezTo>
                <a:cubicBezTo>
                  <a:pt x="288180" y="315525"/>
                  <a:pt x="288180" y="315525"/>
                  <a:pt x="288180" y="315525"/>
                </a:cubicBezTo>
                <a:cubicBezTo>
                  <a:pt x="247011" y="385202"/>
                  <a:pt x="247011" y="385202"/>
                  <a:pt x="247011" y="385202"/>
                </a:cubicBezTo>
                <a:cubicBezTo>
                  <a:pt x="251116" y="381093"/>
                  <a:pt x="259359" y="377002"/>
                  <a:pt x="263482" y="377002"/>
                </a:cubicBezTo>
                <a:close/>
                <a:moveTo>
                  <a:pt x="238766" y="372910"/>
                </a:moveTo>
                <a:cubicBezTo>
                  <a:pt x="275830" y="307344"/>
                  <a:pt x="275830" y="307344"/>
                  <a:pt x="275830" y="307344"/>
                </a:cubicBezTo>
                <a:cubicBezTo>
                  <a:pt x="267586" y="303234"/>
                  <a:pt x="267586" y="303234"/>
                  <a:pt x="267586" y="303234"/>
                </a:cubicBezTo>
                <a:cubicBezTo>
                  <a:pt x="234662" y="360601"/>
                  <a:pt x="234662" y="360601"/>
                  <a:pt x="234662" y="360601"/>
                </a:cubicBezTo>
                <a:cubicBezTo>
                  <a:pt x="238766" y="372910"/>
                  <a:pt x="238766" y="372910"/>
                  <a:pt x="238766" y="372910"/>
                </a:cubicBezTo>
                <a:close/>
                <a:moveTo>
                  <a:pt x="230539" y="344218"/>
                </a:moveTo>
                <a:cubicBezTo>
                  <a:pt x="259359" y="295051"/>
                  <a:pt x="259359" y="295051"/>
                  <a:pt x="259359" y="295051"/>
                </a:cubicBezTo>
                <a:cubicBezTo>
                  <a:pt x="251116" y="286851"/>
                  <a:pt x="251116" y="286851"/>
                  <a:pt x="251116" y="286851"/>
                </a:cubicBezTo>
                <a:cubicBezTo>
                  <a:pt x="226418" y="331926"/>
                  <a:pt x="226418" y="331926"/>
                  <a:pt x="226418" y="331926"/>
                </a:cubicBezTo>
                <a:cubicBezTo>
                  <a:pt x="230539" y="344218"/>
                  <a:pt x="230539" y="344218"/>
                  <a:pt x="230539" y="344218"/>
                </a:cubicBezTo>
                <a:close/>
                <a:moveTo>
                  <a:pt x="218191" y="319635"/>
                </a:moveTo>
                <a:cubicBezTo>
                  <a:pt x="242889" y="278651"/>
                  <a:pt x="242889" y="278651"/>
                  <a:pt x="242889" y="278651"/>
                </a:cubicBezTo>
                <a:cubicBezTo>
                  <a:pt x="234662" y="270450"/>
                  <a:pt x="234662" y="270450"/>
                  <a:pt x="234662" y="270450"/>
                </a:cubicBezTo>
                <a:cubicBezTo>
                  <a:pt x="214069" y="307344"/>
                  <a:pt x="214069" y="307344"/>
                  <a:pt x="214069" y="307344"/>
                </a:cubicBezTo>
                <a:cubicBezTo>
                  <a:pt x="218191" y="319635"/>
                  <a:pt x="218191" y="319635"/>
                  <a:pt x="218191" y="319635"/>
                </a:cubicBezTo>
                <a:close/>
                <a:moveTo>
                  <a:pt x="209964" y="290943"/>
                </a:moveTo>
                <a:cubicBezTo>
                  <a:pt x="226418" y="262268"/>
                  <a:pt x="226418" y="262268"/>
                  <a:pt x="226418" y="262268"/>
                </a:cubicBezTo>
                <a:cubicBezTo>
                  <a:pt x="218191" y="254067"/>
                  <a:pt x="218191" y="254067"/>
                  <a:pt x="218191" y="254067"/>
                </a:cubicBezTo>
                <a:cubicBezTo>
                  <a:pt x="205842" y="278651"/>
                  <a:pt x="205842" y="278651"/>
                  <a:pt x="205842" y="278651"/>
                </a:cubicBezTo>
                <a:cubicBezTo>
                  <a:pt x="209964" y="290943"/>
                  <a:pt x="209964" y="290943"/>
                  <a:pt x="209964" y="290943"/>
                </a:cubicBezTo>
                <a:close/>
                <a:moveTo>
                  <a:pt x="197598" y="266360"/>
                </a:moveTo>
                <a:cubicBezTo>
                  <a:pt x="209964" y="249959"/>
                  <a:pt x="209964" y="249959"/>
                  <a:pt x="209964" y="249959"/>
                </a:cubicBezTo>
                <a:cubicBezTo>
                  <a:pt x="201720" y="241776"/>
                  <a:pt x="201720" y="241776"/>
                  <a:pt x="201720" y="241776"/>
                </a:cubicBezTo>
                <a:cubicBezTo>
                  <a:pt x="193493" y="249959"/>
                  <a:pt x="193493" y="249959"/>
                  <a:pt x="193493" y="249959"/>
                </a:cubicBezTo>
                <a:cubicBezTo>
                  <a:pt x="197598" y="266360"/>
                  <a:pt x="197598" y="266360"/>
                  <a:pt x="197598" y="266360"/>
                </a:cubicBezTo>
                <a:close/>
                <a:moveTo>
                  <a:pt x="189371" y="237667"/>
                </a:moveTo>
                <a:cubicBezTo>
                  <a:pt x="185250" y="225375"/>
                  <a:pt x="185250" y="225375"/>
                  <a:pt x="185250" y="225375"/>
                </a:cubicBezTo>
                <a:cubicBezTo>
                  <a:pt x="193493" y="233576"/>
                  <a:pt x="193493" y="233576"/>
                  <a:pt x="193493" y="233576"/>
                </a:cubicBezTo>
                <a:cubicBezTo>
                  <a:pt x="189371" y="237667"/>
                  <a:pt x="189371" y="237667"/>
                  <a:pt x="189371" y="237667"/>
                </a:cubicBezTo>
                <a:close/>
                <a:moveTo>
                  <a:pt x="242889" y="69658"/>
                </a:moveTo>
                <a:cubicBezTo>
                  <a:pt x="168796" y="221285"/>
                  <a:pt x="168796" y="221285"/>
                  <a:pt x="168796" y="221285"/>
                </a:cubicBezTo>
                <a:cubicBezTo>
                  <a:pt x="168796" y="221285"/>
                  <a:pt x="156430" y="114733"/>
                  <a:pt x="148203" y="53275"/>
                </a:cubicBezTo>
                <a:cubicBezTo>
                  <a:pt x="65866" y="61476"/>
                  <a:pt x="0" y="135226"/>
                  <a:pt x="0" y="221285"/>
                </a:cubicBezTo>
                <a:cubicBezTo>
                  <a:pt x="0" y="315525"/>
                  <a:pt x="74110" y="389293"/>
                  <a:pt x="168796" y="389293"/>
                </a:cubicBezTo>
                <a:cubicBezTo>
                  <a:pt x="189371" y="389293"/>
                  <a:pt x="209964" y="385202"/>
                  <a:pt x="226418" y="381093"/>
                </a:cubicBezTo>
                <a:cubicBezTo>
                  <a:pt x="168796" y="221285"/>
                  <a:pt x="168796" y="221285"/>
                  <a:pt x="168796" y="221285"/>
                </a:cubicBezTo>
                <a:cubicBezTo>
                  <a:pt x="279935" y="94242"/>
                  <a:pt x="279935" y="94242"/>
                  <a:pt x="279935" y="94242"/>
                </a:cubicBezTo>
                <a:cubicBezTo>
                  <a:pt x="271709" y="81949"/>
                  <a:pt x="259359" y="73768"/>
                  <a:pt x="242889" y="69658"/>
                </a:cubicBezTo>
                <a:close/>
                <a:moveTo>
                  <a:pt x="177023" y="0"/>
                </a:moveTo>
                <a:cubicBezTo>
                  <a:pt x="168796" y="0"/>
                  <a:pt x="164673" y="0"/>
                  <a:pt x="156430" y="0"/>
                </a:cubicBezTo>
                <a:cubicBezTo>
                  <a:pt x="164673" y="61476"/>
                  <a:pt x="177023" y="168008"/>
                  <a:pt x="177023" y="168008"/>
                </a:cubicBezTo>
                <a:cubicBezTo>
                  <a:pt x="251116" y="16383"/>
                  <a:pt x="251116" y="16383"/>
                  <a:pt x="251116" y="16383"/>
                </a:cubicBezTo>
                <a:cubicBezTo>
                  <a:pt x="230539" y="4091"/>
                  <a:pt x="201720" y="0"/>
                  <a:pt x="17702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7917193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FA5AAFB-1BBB-38C4-F23B-6B47AFD58A23}"/>
              </a:ext>
            </a:extLst>
          </p:cNvPr>
          <p:cNvGrpSpPr/>
          <p:nvPr/>
        </p:nvGrpSpPr>
        <p:grpSpPr>
          <a:xfrm flipV="1">
            <a:off x="2247000" y="2689220"/>
            <a:ext cx="1988644" cy="1584650"/>
            <a:chOff x="3723146" y="2809761"/>
            <a:chExt cx="2536249" cy="2021009"/>
          </a:xfrm>
        </p:grpSpPr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E9ACED5A-E499-F312-E0D7-8F08E1E5858D}"/>
                </a:ext>
              </a:extLst>
            </p:cNvPr>
            <p:cNvSpPr/>
            <p:nvPr/>
          </p:nvSpPr>
          <p:spPr>
            <a:xfrm>
              <a:off x="3723146" y="2809761"/>
              <a:ext cx="2536249" cy="2021009"/>
            </a:xfrm>
            <a:custGeom>
              <a:avLst/>
              <a:gdLst>
                <a:gd name="connsiteX0" fmla="*/ 0 w 3712582"/>
                <a:gd name="connsiteY0" fmla="*/ 0 h 2021009"/>
                <a:gd name="connsiteX1" fmla="*/ 29147 w 3712582"/>
                <a:gd name="connsiteY1" fmla="*/ 0 h 2021009"/>
                <a:gd name="connsiteX2" fmla="*/ 385568 w 3712582"/>
                <a:gd name="connsiteY2" fmla="*/ 89220 h 2021009"/>
                <a:gd name="connsiteX3" fmla="*/ 1531235 w 3712582"/>
                <a:gd name="connsiteY3" fmla="*/ 300161 h 2021009"/>
                <a:gd name="connsiteX4" fmla="*/ 3246442 w 3712582"/>
                <a:gd name="connsiteY4" fmla="*/ 437200 h 2021009"/>
                <a:gd name="connsiteX5" fmla="*/ 3712582 w 3712582"/>
                <a:gd name="connsiteY5" fmla="*/ 434121 h 2021009"/>
                <a:gd name="connsiteX6" fmla="*/ 3712582 w 3712582"/>
                <a:gd name="connsiteY6" fmla="*/ 1586890 h 2021009"/>
                <a:gd name="connsiteX7" fmla="*/ 3246442 w 3712582"/>
                <a:gd name="connsiteY7" fmla="*/ 1583810 h 2021009"/>
                <a:gd name="connsiteX8" fmla="*/ 1531235 w 3712582"/>
                <a:gd name="connsiteY8" fmla="*/ 1720849 h 2021009"/>
                <a:gd name="connsiteX9" fmla="*/ 385568 w 3712582"/>
                <a:gd name="connsiteY9" fmla="*/ 1931791 h 2021009"/>
                <a:gd name="connsiteX10" fmla="*/ 29151 w 3712582"/>
                <a:gd name="connsiteY10" fmla="*/ 2021009 h 2021009"/>
                <a:gd name="connsiteX11" fmla="*/ 0 w 3712582"/>
                <a:gd name="connsiteY11" fmla="*/ 2021009 h 202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12582" h="2021009">
                  <a:moveTo>
                    <a:pt x="0" y="0"/>
                  </a:moveTo>
                  <a:lnTo>
                    <a:pt x="29147" y="0"/>
                  </a:lnTo>
                  <a:lnTo>
                    <a:pt x="385568" y="89220"/>
                  </a:lnTo>
                  <a:cubicBezTo>
                    <a:pt x="753397" y="173068"/>
                    <a:pt x="1136489" y="244083"/>
                    <a:pt x="1531235" y="300161"/>
                  </a:cubicBezTo>
                  <a:cubicBezTo>
                    <a:pt x="2123353" y="384279"/>
                    <a:pt x="2699649" y="428819"/>
                    <a:pt x="3246442" y="437200"/>
                  </a:cubicBezTo>
                  <a:lnTo>
                    <a:pt x="3712582" y="434121"/>
                  </a:lnTo>
                  <a:lnTo>
                    <a:pt x="3712582" y="1586890"/>
                  </a:lnTo>
                  <a:lnTo>
                    <a:pt x="3246442" y="1583810"/>
                  </a:lnTo>
                  <a:cubicBezTo>
                    <a:pt x="2699649" y="1592192"/>
                    <a:pt x="2123353" y="1636732"/>
                    <a:pt x="1531235" y="1720849"/>
                  </a:cubicBezTo>
                  <a:cubicBezTo>
                    <a:pt x="1136489" y="1776928"/>
                    <a:pt x="753397" y="1847943"/>
                    <a:pt x="385568" y="1931791"/>
                  </a:cubicBezTo>
                  <a:lnTo>
                    <a:pt x="29151" y="2021009"/>
                  </a:lnTo>
                  <a:lnTo>
                    <a:pt x="0" y="2021009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2">
                    <a:alpha val="18000"/>
                  </a:schemeClr>
                </a:gs>
                <a:gs pos="14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FE3D0743-45F8-5348-164E-D965309DA89E}"/>
                </a:ext>
              </a:extLst>
            </p:cNvPr>
            <p:cNvGrpSpPr/>
            <p:nvPr/>
          </p:nvGrpSpPr>
          <p:grpSpPr>
            <a:xfrm>
              <a:off x="4380811" y="3017211"/>
              <a:ext cx="1577751" cy="229749"/>
              <a:chOff x="8011855" y="4038291"/>
              <a:chExt cx="1577751" cy="229749"/>
            </a:xfrm>
          </p:grpSpPr>
          <p:sp>
            <p:nvSpPr>
              <p:cNvPr id="9" name="任意多边形: 形状 8">
                <a:extLst>
                  <a:ext uri="{FF2B5EF4-FFF2-40B4-BE49-F238E27FC236}">
                    <a16:creationId xmlns:a16="http://schemas.microsoft.com/office/drawing/2014/main" id="{D7C08FEE-E576-B02D-DE9F-E2CFA74C6527}"/>
                  </a:ext>
                </a:extLst>
              </p:cNvPr>
              <p:cNvSpPr/>
              <p:nvPr/>
            </p:nvSpPr>
            <p:spPr>
              <a:xfrm>
                <a:off x="8011855" y="4038291"/>
                <a:ext cx="1577751" cy="229749"/>
              </a:xfrm>
              <a:custGeom>
                <a:avLst/>
                <a:gdLst>
                  <a:gd name="connsiteX0" fmla="*/ 0 w 1577751"/>
                  <a:gd name="connsiteY0" fmla="*/ 0 h 1606110"/>
                  <a:gd name="connsiteX1" fmla="*/ 388398 w 1577751"/>
                  <a:gd name="connsiteY1" fmla="*/ 92710 h 1606110"/>
                  <a:gd name="connsiteX2" fmla="*/ 1560141 w 1577751"/>
                  <a:gd name="connsiteY2" fmla="*/ 229749 h 1606110"/>
                  <a:gd name="connsiteX3" fmla="*/ 1577751 w 1577751"/>
                  <a:gd name="connsiteY3" fmla="*/ 229579 h 1606110"/>
                  <a:gd name="connsiteX4" fmla="*/ 1577751 w 1577751"/>
                  <a:gd name="connsiteY4" fmla="*/ 1376530 h 1606110"/>
                  <a:gd name="connsiteX5" fmla="*/ 1560141 w 1577751"/>
                  <a:gd name="connsiteY5" fmla="*/ 1376359 h 1606110"/>
                  <a:gd name="connsiteX6" fmla="*/ 388398 w 1577751"/>
                  <a:gd name="connsiteY6" fmla="*/ 1513398 h 1606110"/>
                  <a:gd name="connsiteX7" fmla="*/ 0 w 1577751"/>
                  <a:gd name="connsiteY7" fmla="*/ 1606110 h 1606110"/>
                  <a:gd name="connsiteX0-1" fmla="*/ 388398 w 1577751"/>
                  <a:gd name="connsiteY0-2" fmla="*/ 1513398 h 1606110"/>
                  <a:gd name="connsiteX1-3" fmla="*/ 0 w 1577751"/>
                  <a:gd name="connsiteY1-4" fmla="*/ 1606110 h 1606110"/>
                  <a:gd name="connsiteX2-5" fmla="*/ 0 w 1577751"/>
                  <a:gd name="connsiteY2-6" fmla="*/ 0 h 1606110"/>
                  <a:gd name="connsiteX3-7" fmla="*/ 388398 w 1577751"/>
                  <a:gd name="connsiteY3-8" fmla="*/ 92710 h 1606110"/>
                  <a:gd name="connsiteX4-9" fmla="*/ 1560141 w 1577751"/>
                  <a:gd name="connsiteY4-10" fmla="*/ 229749 h 1606110"/>
                  <a:gd name="connsiteX5-11" fmla="*/ 1577751 w 1577751"/>
                  <a:gd name="connsiteY5-12" fmla="*/ 229579 h 1606110"/>
                  <a:gd name="connsiteX6-13" fmla="*/ 1577751 w 1577751"/>
                  <a:gd name="connsiteY6-14" fmla="*/ 1376530 h 1606110"/>
                  <a:gd name="connsiteX7-15" fmla="*/ 1560141 w 1577751"/>
                  <a:gd name="connsiteY7-16" fmla="*/ 1376359 h 1606110"/>
                  <a:gd name="connsiteX8" fmla="*/ 479838 w 1577751"/>
                  <a:gd name="connsiteY8" fmla="*/ 1604838 h 1606110"/>
                  <a:gd name="connsiteX0-17" fmla="*/ 388398 w 1577751"/>
                  <a:gd name="connsiteY0-18" fmla="*/ 1513398 h 1606110"/>
                  <a:gd name="connsiteX1-19" fmla="*/ 0 w 1577751"/>
                  <a:gd name="connsiteY1-20" fmla="*/ 1606110 h 1606110"/>
                  <a:gd name="connsiteX2-21" fmla="*/ 0 w 1577751"/>
                  <a:gd name="connsiteY2-22" fmla="*/ 0 h 1606110"/>
                  <a:gd name="connsiteX3-23" fmla="*/ 388398 w 1577751"/>
                  <a:gd name="connsiteY3-24" fmla="*/ 92710 h 1606110"/>
                  <a:gd name="connsiteX4-25" fmla="*/ 1560141 w 1577751"/>
                  <a:gd name="connsiteY4-26" fmla="*/ 229749 h 1606110"/>
                  <a:gd name="connsiteX5-27" fmla="*/ 1577751 w 1577751"/>
                  <a:gd name="connsiteY5-28" fmla="*/ 229579 h 1606110"/>
                  <a:gd name="connsiteX6-29" fmla="*/ 1577751 w 1577751"/>
                  <a:gd name="connsiteY6-30" fmla="*/ 1376530 h 1606110"/>
                  <a:gd name="connsiteX7-31" fmla="*/ 1560141 w 1577751"/>
                  <a:gd name="connsiteY7-32" fmla="*/ 1376359 h 1606110"/>
                  <a:gd name="connsiteX0-33" fmla="*/ 388398 w 1577751"/>
                  <a:gd name="connsiteY0-34" fmla="*/ 1513398 h 1606110"/>
                  <a:gd name="connsiteX1-35" fmla="*/ 0 w 1577751"/>
                  <a:gd name="connsiteY1-36" fmla="*/ 1606110 h 1606110"/>
                  <a:gd name="connsiteX2-37" fmla="*/ 0 w 1577751"/>
                  <a:gd name="connsiteY2-38" fmla="*/ 0 h 1606110"/>
                  <a:gd name="connsiteX3-39" fmla="*/ 388398 w 1577751"/>
                  <a:gd name="connsiteY3-40" fmla="*/ 92710 h 1606110"/>
                  <a:gd name="connsiteX4-41" fmla="*/ 1560141 w 1577751"/>
                  <a:gd name="connsiteY4-42" fmla="*/ 229749 h 1606110"/>
                  <a:gd name="connsiteX5-43" fmla="*/ 1577751 w 1577751"/>
                  <a:gd name="connsiteY5-44" fmla="*/ 229579 h 1606110"/>
                  <a:gd name="connsiteX6-45" fmla="*/ 1577751 w 1577751"/>
                  <a:gd name="connsiteY6-46" fmla="*/ 1376530 h 1606110"/>
                  <a:gd name="connsiteX0-47" fmla="*/ 388398 w 1577751"/>
                  <a:gd name="connsiteY0-48" fmla="*/ 1513398 h 1606110"/>
                  <a:gd name="connsiteX1-49" fmla="*/ 0 w 1577751"/>
                  <a:gd name="connsiteY1-50" fmla="*/ 1606110 h 1606110"/>
                  <a:gd name="connsiteX2-51" fmla="*/ 0 w 1577751"/>
                  <a:gd name="connsiteY2-52" fmla="*/ 0 h 1606110"/>
                  <a:gd name="connsiteX3-53" fmla="*/ 388398 w 1577751"/>
                  <a:gd name="connsiteY3-54" fmla="*/ 92710 h 1606110"/>
                  <a:gd name="connsiteX4-55" fmla="*/ 1560141 w 1577751"/>
                  <a:gd name="connsiteY4-56" fmla="*/ 229749 h 1606110"/>
                  <a:gd name="connsiteX5-57" fmla="*/ 1577751 w 1577751"/>
                  <a:gd name="connsiteY5-58" fmla="*/ 229579 h 1606110"/>
                  <a:gd name="connsiteX0-59" fmla="*/ 0 w 1577751"/>
                  <a:gd name="connsiteY0-60" fmla="*/ 1606110 h 1606110"/>
                  <a:gd name="connsiteX1-61" fmla="*/ 0 w 1577751"/>
                  <a:gd name="connsiteY1-62" fmla="*/ 0 h 1606110"/>
                  <a:gd name="connsiteX2-63" fmla="*/ 388398 w 1577751"/>
                  <a:gd name="connsiteY2-64" fmla="*/ 92710 h 1606110"/>
                  <a:gd name="connsiteX3-65" fmla="*/ 1560141 w 1577751"/>
                  <a:gd name="connsiteY3-66" fmla="*/ 229749 h 1606110"/>
                  <a:gd name="connsiteX4-67" fmla="*/ 1577751 w 1577751"/>
                  <a:gd name="connsiteY4-68" fmla="*/ 229579 h 1606110"/>
                  <a:gd name="connsiteX0-69" fmla="*/ 0 w 1577751"/>
                  <a:gd name="connsiteY0-70" fmla="*/ 0 h 229749"/>
                  <a:gd name="connsiteX1-71" fmla="*/ 388398 w 1577751"/>
                  <a:gd name="connsiteY1-72" fmla="*/ 92710 h 229749"/>
                  <a:gd name="connsiteX2-73" fmla="*/ 1560141 w 1577751"/>
                  <a:gd name="connsiteY2-74" fmla="*/ 229749 h 229749"/>
                  <a:gd name="connsiteX3-75" fmla="*/ 1577751 w 1577751"/>
                  <a:gd name="connsiteY3-76" fmla="*/ 229579 h 22974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577751" h="229749">
                    <a:moveTo>
                      <a:pt x="0" y="0"/>
                    </a:moveTo>
                    <a:lnTo>
                      <a:pt x="388398" y="92710"/>
                    </a:lnTo>
                    <a:cubicBezTo>
                      <a:pt x="792903" y="176828"/>
                      <a:pt x="1186599" y="221368"/>
                      <a:pt x="1560141" y="229749"/>
                    </a:cubicBezTo>
                    <a:lnTo>
                      <a:pt x="1577751" y="229579"/>
                    </a:lnTo>
                  </a:path>
                </a:pathLst>
              </a:custGeom>
              <a:noFill/>
              <a:ln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思源黑体 CN Regular" panose="020B0500000000000000" pitchFamily="34" charset="-122"/>
                </a:endParaRPr>
              </a:p>
            </p:txBody>
          </p:sp>
          <p:sp>
            <p:nvSpPr>
              <p:cNvPr id="10" name="直角三角形 9">
                <a:extLst>
                  <a:ext uri="{FF2B5EF4-FFF2-40B4-BE49-F238E27FC236}">
                    <a16:creationId xmlns:a16="http://schemas.microsoft.com/office/drawing/2014/main" id="{BA1D0B9D-83C1-9E2E-7DCA-E4932D443B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19581" y="4227901"/>
                <a:ext cx="69774" cy="36000"/>
              </a:xfrm>
              <a:prstGeom prst="rt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思源黑体 CN Regular" panose="020B0500000000000000" pitchFamily="34" charset="-122"/>
                </a:endParaRP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4AADF948-E024-B40E-61C4-632320B08127}"/>
                </a:ext>
              </a:extLst>
            </p:cNvPr>
            <p:cNvGrpSpPr/>
            <p:nvPr/>
          </p:nvGrpSpPr>
          <p:grpSpPr>
            <a:xfrm flipV="1">
              <a:off x="4380811" y="4393572"/>
              <a:ext cx="1577751" cy="229749"/>
              <a:chOff x="8011855" y="4038291"/>
              <a:chExt cx="1577751" cy="229749"/>
            </a:xfrm>
          </p:grpSpPr>
          <p:sp>
            <p:nvSpPr>
              <p:cNvPr id="7" name="任意多边形: 形状 6">
                <a:extLst>
                  <a:ext uri="{FF2B5EF4-FFF2-40B4-BE49-F238E27FC236}">
                    <a16:creationId xmlns:a16="http://schemas.microsoft.com/office/drawing/2014/main" id="{31F6AB5C-144C-B6D0-1EEF-A1813893D824}"/>
                  </a:ext>
                </a:extLst>
              </p:cNvPr>
              <p:cNvSpPr/>
              <p:nvPr/>
            </p:nvSpPr>
            <p:spPr>
              <a:xfrm>
                <a:off x="8011855" y="4038291"/>
                <a:ext cx="1577751" cy="229749"/>
              </a:xfrm>
              <a:custGeom>
                <a:avLst/>
                <a:gdLst>
                  <a:gd name="connsiteX0" fmla="*/ 0 w 1577751"/>
                  <a:gd name="connsiteY0" fmla="*/ 0 h 1606110"/>
                  <a:gd name="connsiteX1" fmla="*/ 388398 w 1577751"/>
                  <a:gd name="connsiteY1" fmla="*/ 92710 h 1606110"/>
                  <a:gd name="connsiteX2" fmla="*/ 1560141 w 1577751"/>
                  <a:gd name="connsiteY2" fmla="*/ 229749 h 1606110"/>
                  <a:gd name="connsiteX3" fmla="*/ 1577751 w 1577751"/>
                  <a:gd name="connsiteY3" fmla="*/ 229579 h 1606110"/>
                  <a:gd name="connsiteX4" fmla="*/ 1577751 w 1577751"/>
                  <a:gd name="connsiteY4" fmla="*/ 1376530 h 1606110"/>
                  <a:gd name="connsiteX5" fmla="*/ 1560141 w 1577751"/>
                  <a:gd name="connsiteY5" fmla="*/ 1376359 h 1606110"/>
                  <a:gd name="connsiteX6" fmla="*/ 388398 w 1577751"/>
                  <a:gd name="connsiteY6" fmla="*/ 1513398 h 1606110"/>
                  <a:gd name="connsiteX7" fmla="*/ 0 w 1577751"/>
                  <a:gd name="connsiteY7" fmla="*/ 1606110 h 1606110"/>
                  <a:gd name="connsiteX0-1" fmla="*/ 388398 w 1577751"/>
                  <a:gd name="connsiteY0-2" fmla="*/ 1513398 h 1606110"/>
                  <a:gd name="connsiteX1-3" fmla="*/ 0 w 1577751"/>
                  <a:gd name="connsiteY1-4" fmla="*/ 1606110 h 1606110"/>
                  <a:gd name="connsiteX2-5" fmla="*/ 0 w 1577751"/>
                  <a:gd name="connsiteY2-6" fmla="*/ 0 h 1606110"/>
                  <a:gd name="connsiteX3-7" fmla="*/ 388398 w 1577751"/>
                  <a:gd name="connsiteY3-8" fmla="*/ 92710 h 1606110"/>
                  <a:gd name="connsiteX4-9" fmla="*/ 1560141 w 1577751"/>
                  <a:gd name="connsiteY4-10" fmla="*/ 229749 h 1606110"/>
                  <a:gd name="connsiteX5-11" fmla="*/ 1577751 w 1577751"/>
                  <a:gd name="connsiteY5-12" fmla="*/ 229579 h 1606110"/>
                  <a:gd name="connsiteX6-13" fmla="*/ 1577751 w 1577751"/>
                  <a:gd name="connsiteY6-14" fmla="*/ 1376530 h 1606110"/>
                  <a:gd name="connsiteX7-15" fmla="*/ 1560141 w 1577751"/>
                  <a:gd name="connsiteY7-16" fmla="*/ 1376359 h 1606110"/>
                  <a:gd name="connsiteX8" fmla="*/ 479838 w 1577751"/>
                  <a:gd name="connsiteY8" fmla="*/ 1604838 h 1606110"/>
                  <a:gd name="connsiteX0-17" fmla="*/ 388398 w 1577751"/>
                  <a:gd name="connsiteY0-18" fmla="*/ 1513398 h 1606110"/>
                  <a:gd name="connsiteX1-19" fmla="*/ 0 w 1577751"/>
                  <a:gd name="connsiteY1-20" fmla="*/ 1606110 h 1606110"/>
                  <a:gd name="connsiteX2-21" fmla="*/ 0 w 1577751"/>
                  <a:gd name="connsiteY2-22" fmla="*/ 0 h 1606110"/>
                  <a:gd name="connsiteX3-23" fmla="*/ 388398 w 1577751"/>
                  <a:gd name="connsiteY3-24" fmla="*/ 92710 h 1606110"/>
                  <a:gd name="connsiteX4-25" fmla="*/ 1560141 w 1577751"/>
                  <a:gd name="connsiteY4-26" fmla="*/ 229749 h 1606110"/>
                  <a:gd name="connsiteX5-27" fmla="*/ 1577751 w 1577751"/>
                  <a:gd name="connsiteY5-28" fmla="*/ 229579 h 1606110"/>
                  <a:gd name="connsiteX6-29" fmla="*/ 1577751 w 1577751"/>
                  <a:gd name="connsiteY6-30" fmla="*/ 1376530 h 1606110"/>
                  <a:gd name="connsiteX7-31" fmla="*/ 1560141 w 1577751"/>
                  <a:gd name="connsiteY7-32" fmla="*/ 1376359 h 1606110"/>
                  <a:gd name="connsiteX0-33" fmla="*/ 388398 w 1577751"/>
                  <a:gd name="connsiteY0-34" fmla="*/ 1513398 h 1606110"/>
                  <a:gd name="connsiteX1-35" fmla="*/ 0 w 1577751"/>
                  <a:gd name="connsiteY1-36" fmla="*/ 1606110 h 1606110"/>
                  <a:gd name="connsiteX2-37" fmla="*/ 0 w 1577751"/>
                  <a:gd name="connsiteY2-38" fmla="*/ 0 h 1606110"/>
                  <a:gd name="connsiteX3-39" fmla="*/ 388398 w 1577751"/>
                  <a:gd name="connsiteY3-40" fmla="*/ 92710 h 1606110"/>
                  <a:gd name="connsiteX4-41" fmla="*/ 1560141 w 1577751"/>
                  <a:gd name="connsiteY4-42" fmla="*/ 229749 h 1606110"/>
                  <a:gd name="connsiteX5-43" fmla="*/ 1577751 w 1577751"/>
                  <a:gd name="connsiteY5-44" fmla="*/ 229579 h 1606110"/>
                  <a:gd name="connsiteX6-45" fmla="*/ 1577751 w 1577751"/>
                  <a:gd name="connsiteY6-46" fmla="*/ 1376530 h 1606110"/>
                  <a:gd name="connsiteX0-47" fmla="*/ 388398 w 1577751"/>
                  <a:gd name="connsiteY0-48" fmla="*/ 1513398 h 1606110"/>
                  <a:gd name="connsiteX1-49" fmla="*/ 0 w 1577751"/>
                  <a:gd name="connsiteY1-50" fmla="*/ 1606110 h 1606110"/>
                  <a:gd name="connsiteX2-51" fmla="*/ 0 w 1577751"/>
                  <a:gd name="connsiteY2-52" fmla="*/ 0 h 1606110"/>
                  <a:gd name="connsiteX3-53" fmla="*/ 388398 w 1577751"/>
                  <a:gd name="connsiteY3-54" fmla="*/ 92710 h 1606110"/>
                  <a:gd name="connsiteX4-55" fmla="*/ 1560141 w 1577751"/>
                  <a:gd name="connsiteY4-56" fmla="*/ 229749 h 1606110"/>
                  <a:gd name="connsiteX5-57" fmla="*/ 1577751 w 1577751"/>
                  <a:gd name="connsiteY5-58" fmla="*/ 229579 h 1606110"/>
                  <a:gd name="connsiteX0-59" fmla="*/ 0 w 1577751"/>
                  <a:gd name="connsiteY0-60" fmla="*/ 1606110 h 1606110"/>
                  <a:gd name="connsiteX1-61" fmla="*/ 0 w 1577751"/>
                  <a:gd name="connsiteY1-62" fmla="*/ 0 h 1606110"/>
                  <a:gd name="connsiteX2-63" fmla="*/ 388398 w 1577751"/>
                  <a:gd name="connsiteY2-64" fmla="*/ 92710 h 1606110"/>
                  <a:gd name="connsiteX3-65" fmla="*/ 1560141 w 1577751"/>
                  <a:gd name="connsiteY3-66" fmla="*/ 229749 h 1606110"/>
                  <a:gd name="connsiteX4-67" fmla="*/ 1577751 w 1577751"/>
                  <a:gd name="connsiteY4-68" fmla="*/ 229579 h 1606110"/>
                  <a:gd name="connsiteX0-69" fmla="*/ 0 w 1577751"/>
                  <a:gd name="connsiteY0-70" fmla="*/ 0 h 229749"/>
                  <a:gd name="connsiteX1-71" fmla="*/ 388398 w 1577751"/>
                  <a:gd name="connsiteY1-72" fmla="*/ 92710 h 229749"/>
                  <a:gd name="connsiteX2-73" fmla="*/ 1560141 w 1577751"/>
                  <a:gd name="connsiteY2-74" fmla="*/ 229749 h 229749"/>
                  <a:gd name="connsiteX3-75" fmla="*/ 1577751 w 1577751"/>
                  <a:gd name="connsiteY3-76" fmla="*/ 229579 h 22974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577751" h="229749">
                    <a:moveTo>
                      <a:pt x="0" y="0"/>
                    </a:moveTo>
                    <a:lnTo>
                      <a:pt x="388398" y="92710"/>
                    </a:lnTo>
                    <a:cubicBezTo>
                      <a:pt x="792903" y="176828"/>
                      <a:pt x="1186599" y="221368"/>
                      <a:pt x="1560141" y="229749"/>
                    </a:cubicBezTo>
                    <a:lnTo>
                      <a:pt x="1577751" y="229579"/>
                    </a:lnTo>
                  </a:path>
                </a:pathLst>
              </a:custGeom>
              <a:noFill/>
              <a:ln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思源黑体 CN Regular" panose="020B0500000000000000" pitchFamily="34" charset="-122"/>
                </a:endParaRPr>
              </a:p>
            </p:txBody>
          </p:sp>
          <p:sp>
            <p:nvSpPr>
              <p:cNvPr id="8" name="直角三角形 7">
                <a:extLst>
                  <a:ext uri="{FF2B5EF4-FFF2-40B4-BE49-F238E27FC236}">
                    <a16:creationId xmlns:a16="http://schemas.microsoft.com/office/drawing/2014/main" id="{1D73E8B3-0173-5D82-DC16-DE2A9BE4B84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19581" y="4227901"/>
                <a:ext cx="69774" cy="36000"/>
              </a:xfrm>
              <a:prstGeom prst="rt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思源黑体 CN Regular" panose="020B0500000000000000" pitchFamily="34" charset="-122"/>
                </a:endParaRPr>
              </a:p>
            </p:txBody>
          </p:sp>
        </p:grp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427B7F6C-E4E7-7835-1334-1F66D29B624B}"/>
              </a:ext>
            </a:extLst>
          </p:cNvPr>
          <p:cNvSpPr/>
          <p:nvPr/>
        </p:nvSpPr>
        <p:spPr>
          <a:xfrm>
            <a:off x="1099255" y="2649839"/>
            <a:ext cx="1663413" cy="1663413"/>
          </a:xfrm>
          <a:prstGeom prst="ellipse">
            <a:avLst/>
          </a:prstGeom>
          <a:solidFill>
            <a:schemeClr val="accent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05F56A9-B12E-4794-683E-6A28D004E2CC}"/>
              </a:ext>
            </a:extLst>
          </p:cNvPr>
          <p:cNvCxnSpPr/>
          <p:nvPr/>
        </p:nvCxnSpPr>
        <p:spPr>
          <a:xfrm>
            <a:off x="2852565" y="3481545"/>
            <a:ext cx="964123" cy="0"/>
          </a:xfrm>
          <a:prstGeom prst="straightConnector1">
            <a:avLst/>
          </a:prstGeom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4C1D318D-0FFC-EEB7-4295-AF17DA5E755E}"/>
              </a:ext>
            </a:extLst>
          </p:cNvPr>
          <p:cNvSpPr/>
          <p:nvPr/>
        </p:nvSpPr>
        <p:spPr>
          <a:xfrm>
            <a:off x="3924397" y="2966710"/>
            <a:ext cx="1029671" cy="1029671"/>
          </a:xfrm>
          <a:prstGeom prst="ellipse">
            <a:avLst/>
          </a:prstGeom>
          <a:solidFill>
            <a:schemeClr val="accent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D3545F3-8A24-A3DE-2F23-72DF72CCD254}"/>
              </a:ext>
            </a:extLst>
          </p:cNvPr>
          <p:cNvCxnSpPr>
            <a:cxnSpLocks/>
          </p:cNvCxnSpPr>
          <p:nvPr/>
        </p:nvCxnSpPr>
        <p:spPr>
          <a:xfrm>
            <a:off x="4915310" y="3481545"/>
            <a:ext cx="822932" cy="0"/>
          </a:xfrm>
          <a:prstGeom prst="straightConnector1">
            <a:avLst/>
          </a:prstGeom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7BAB081-3F44-E98E-E434-8B36E5CD6157}"/>
              </a:ext>
            </a:extLst>
          </p:cNvPr>
          <p:cNvGrpSpPr/>
          <p:nvPr/>
        </p:nvGrpSpPr>
        <p:grpSpPr>
          <a:xfrm>
            <a:off x="1517604" y="3140676"/>
            <a:ext cx="826714" cy="681738"/>
            <a:chOff x="9321802" y="2277533"/>
            <a:chExt cx="1013884" cy="836085"/>
          </a:xfrm>
        </p:grpSpPr>
        <p:sp>
          <p:nvSpPr>
            <p:cNvPr id="19" name="Freeform 28">
              <a:extLst>
                <a:ext uri="{FF2B5EF4-FFF2-40B4-BE49-F238E27FC236}">
                  <a16:creationId xmlns:a16="http://schemas.microsoft.com/office/drawing/2014/main" id="{B3FB9DC9-499A-02A1-F362-9725E92CB64B}"/>
                </a:ext>
              </a:extLst>
            </p:cNvPr>
            <p:cNvSpPr/>
            <p:nvPr/>
          </p:nvSpPr>
          <p:spPr bwMode="auto">
            <a:xfrm>
              <a:off x="9321802" y="2531534"/>
              <a:ext cx="1013884" cy="582084"/>
            </a:xfrm>
            <a:custGeom>
              <a:avLst/>
              <a:gdLst>
                <a:gd name="T0" fmla="*/ 420 w 479"/>
                <a:gd name="T1" fmla="*/ 41 h 275"/>
                <a:gd name="T2" fmla="*/ 240 w 479"/>
                <a:gd name="T3" fmla="*/ 169 h 275"/>
                <a:gd name="T4" fmla="*/ 59 w 479"/>
                <a:gd name="T5" fmla="*/ 41 h 275"/>
                <a:gd name="T6" fmla="*/ 0 w 479"/>
                <a:gd name="T7" fmla="*/ 0 h 275"/>
                <a:gd name="T8" fmla="*/ 0 w 479"/>
                <a:gd name="T9" fmla="*/ 275 h 275"/>
                <a:gd name="T10" fmla="*/ 479 w 479"/>
                <a:gd name="T11" fmla="*/ 275 h 275"/>
                <a:gd name="T12" fmla="*/ 479 w 479"/>
                <a:gd name="T13" fmla="*/ 0 h 275"/>
                <a:gd name="T14" fmla="*/ 420 w 479"/>
                <a:gd name="T15" fmla="*/ 41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9" h="275">
                  <a:moveTo>
                    <a:pt x="420" y="41"/>
                  </a:moveTo>
                  <a:lnTo>
                    <a:pt x="240" y="169"/>
                  </a:lnTo>
                  <a:lnTo>
                    <a:pt x="59" y="41"/>
                  </a:lnTo>
                  <a:lnTo>
                    <a:pt x="0" y="0"/>
                  </a:lnTo>
                  <a:lnTo>
                    <a:pt x="0" y="275"/>
                  </a:lnTo>
                  <a:lnTo>
                    <a:pt x="479" y="275"/>
                  </a:lnTo>
                  <a:lnTo>
                    <a:pt x="479" y="0"/>
                  </a:lnTo>
                  <a:lnTo>
                    <a:pt x="420" y="4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endParaRPr>
            </a:p>
          </p:txBody>
        </p:sp>
        <p:sp>
          <p:nvSpPr>
            <p:cNvPr id="20" name="Freeform 29">
              <a:extLst>
                <a:ext uri="{FF2B5EF4-FFF2-40B4-BE49-F238E27FC236}">
                  <a16:creationId xmlns:a16="http://schemas.microsoft.com/office/drawing/2014/main" id="{0009774A-499F-1FAB-24F5-3918A1401E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17052" y="2277533"/>
              <a:ext cx="823384" cy="584200"/>
            </a:xfrm>
            <a:custGeom>
              <a:avLst/>
              <a:gdLst>
                <a:gd name="T0" fmla="*/ 3 w 225"/>
                <a:gd name="T1" fmla="*/ 83 h 159"/>
                <a:gd name="T2" fmla="*/ 108 w 225"/>
                <a:gd name="T3" fmla="*/ 157 h 159"/>
                <a:gd name="T4" fmla="*/ 113 w 225"/>
                <a:gd name="T5" fmla="*/ 159 h 159"/>
                <a:gd name="T6" fmla="*/ 117 w 225"/>
                <a:gd name="T7" fmla="*/ 157 h 159"/>
                <a:gd name="T8" fmla="*/ 222 w 225"/>
                <a:gd name="T9" fmla="*/ 83 h 159"/>
                <a:gd name="T10" fmla="*/ 225 w 225"/>
                <a:gd name="T11" fmla="*/ 76 h 159"/>
                <a:gd name="T12" fmla="*/ 225 w 225"/>
                <a:gd name="T13" fmla="*/ 8 h 159"/>
                <a:gd name="T14" fmla="*/ 217 w 225"/>
                <a:gd name="T15" fmla="*/ 0 h 159"/>
                <a:gd name="T16" fmla="*/ 8 w 225"/>
                <a:gd name="T17" fmla="*/ 0 h 159"/>
                <a:gd name="T18" fmla="*/ 0 w 225"/>
                <a:gd name="T19" fmla="*/ 8 h 159"/>
                <a:gd name="T20" fmla="*/ 0 w 225"/>
                <a:gd name="T21" fmla="*/ 76 h 159"/>
                <a:gd name="T22" fmla="*/ 3 w 225"/>
                <a:gd name="T23" fmla="*/ 83 h 159"/>
                <a:gd name="T24" fmla="*/ 16 w 225"/>
                <a:gd name="T25" fmla="*/ 16 h 159"/>
                <a:gd name="T26" fmla="*/ 209 w 225"/>
                <a:gd name="T27" fmla="*/ 16 h 159"/>
                <a:gd name="T28" fmla="*/ 209 w 225"/>
                <a:gd name="T29" fmla="*/ 72 h 159"/>
                <a:gd name="T30" fmla="*/ 113 w 225"/>
                <a:gd name="T31" fmla="*/ 141 h 159"/>
                <a:gd name="T32" fmla="*/ 16 w 225"/>
                <a:gd name="T33" fmla="*/ 72 h 159"/>
                <a:gd name="T34" fmla="*/ 16 w 225"/>
                <a:gd name="T35" fmla="*/ 1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5" h="159">
                  <a:moveTo>
                    <a:pt x="3" y="83"/>
                  </a:moveTo>
                  <a:cubicBezTo>
                    <a:pt x="108" y="157"/>
                    <a:pt x="108" y="157"/>
                    <a:pt x="108" y="157"/>
                  </a:cubicBezTo>
                  <a:cubicBezTo>
                    <a:pt x="109" y="158"/>
                    <a:pt x="111" y="159"/>
                    <a:pt x="113" y="159"/>
                  </a:cubicBezTo>
                  <a:cubicBezTo>
                    <a:pt x="114" y="159"/>
                    <a:pt x="116" y="158"/>
                    <a:pt x="117" y="157"/>
                  </a:cubicBezTo>
                  <a:cubicBezTo>
                    <a:pt x="222" y="83"/>
                    <a:pt x="222" y="83"/>
                    <a:pt x="222" y="83"/>
                  </a:cubicBezTo>
                  <a:cubicBezTo>
                    <a:pt x="224" y="81"/>
                    <a:pt x="225" y="79"/>
                    <a:pt x="225" y="76"/>
                  </a:cubicBezTo>
                  <a:cubicBezTo>
                    <a:pt x="225" y="8"/>
                    <a:pt x="225" y="8"/>
                    <a:pt x="225" y="8"/>
                  </a:cubicBezTo>
                  <a:cubicBezTo>
                    <a:pt x="225" y="3"/>
                    <a:pt x="221" y="0"/>
                    <a:pt x="217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9"/>
                    <a:pt x="1" y="81"/>
                    <a:pt x="3" y="83"/>
                  </a:cubicBezTo>
                  <a:close/>
                  <a:moveTo>
                    <a:pt x="16" y="16"/>
                  </a:moveTo>
                  <a:cubicBezTo>
                    <a:pt x="209" y="16"/>
                    <a:pt x="209" y="16"/>
                    <a:pt x="209" y="16"/>
                  </a:cubicBezTo>
                  <a:cubicBezTo>
                    <a:pt x="209" y="72"/>
                    <a:pt x="209" y="72"/>
                    <a:pt x="209" y="72"/>
                  </a:cubicBezTo>
                  <a:cubicBezTo>
                    <a:pt x="113" y="141"/>
                    <a:pt x="113" y="141"/>
                    <a:pt x="113" y="141"/>
                  </a:cubicBezTo>
                  <a:cubicBezTo>
                    <a:pt x="16" y="72"/>
                    <a:pt x="16" y="72"/>
                    <a:pt x="16" y="72"/>
                  </a:cubicBezTo>
                  <a:lnTo>
                    <a:pt x="1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endParaRPr>
            </a:p>
          </p:txBody>
        </p:sp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31A09ABA-1FA4-84CB-095C-89E58534ACD9}"/>
                </a:ext>
              </a:extLst>
            </p:cNvPr>
            <p:cNvSpPr/>
            <p:nvPr/>
          </p:nvSpPr>
          <p:spPr bwMode="auto">
            <a:xfrm>
              <a:off x="9563102" y="2398184"/>
              <a:ext cx="512233" cy="67733"/>
            </a:xfrm>
            <a:custGeom>
              <a:avLst/>
              <a:gdLst>
                <a:gd name="T0" fmla="*/ 9 w 140"/>
                <a:gd name="T1" fmla="*/ 18 h 18"/>
                <a:gd name="T2" fmla="*/ 131 w 140"/>
                <a:gd name="T3" fmla="*/ 18 h 18"/>
                <a:gd name="T4" fmla="*/ 140 w 140"/>
                <a:gd name="T5" fmla="*/ 9 h 18"/>
                <a:gd name="T6" fmla="*/ 131 w 140"/>
                <a:gd name="T7" fmla="*/ 0 h 18"/>
                <a:gd name="T8" fmla="*/ 9 w 140"/>
                <a:gd name="T9" fmla="*/ 0 h 18"/>
                <a:gd name="T10" fmla="*/ 0 w 140"/>
                <a:gd name="T11" fmla="*/ 9 h 18"/>
                <a:gd name="T12" fmla="*/ 9 w 140"/>
                <a:gd name="T13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0" h="18">
                  <a:moveTo>
                    <a:pt x="9" y="18"/>
                  </a:moveTo>
                  <a:cubicBezTo>
                    <a:pt x="131" y="18"/>
                    <a:pt x="131" y="18"/>
                    <a:pt x="131" y="18"/>
                  </a:cubicBezTo>
                  <a:cubicBezTo>
                    <a:pt x="136" y="18"/>
                    <a:pt x="140" y="14"/>
                    <a:pt x="140" y="9"/>
                  </a:cubicBezTo>
                  <a:cubicBezTo>
                    <a:pt x="140" y="4"/>
                    <a:pt x="136" y="0"/>
                    <a:pt x="131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A01E7037-52B0-B4B8-A0FD-E3B17BFBBD58}"/>
                </a:ext>
              </a:extLst>
            </p:cNvPr>
            <p:cNvSpPr/>
            <p:nvPr/>
          </p:nvSpPr>
          <p:spPr bwMode="auto">
            <a:xfrm>
              <a:off x="9563102" y="2512485"/>
              <a:ext cx="512233" cy="65617"/>
            </a:xfrm>
            <a:custGeom>
              <a:avLst/>
              <a:gdLst>
                <a:gd name="T0" fmla="*/ 140 w 140"/>
                <a:gd name="T1" fmla="*/ 9 h 18"/>
                <a:gd name="T2" fmla="*/ 131 w 140"/>
                <a:gd name="T3" fmla="*/ 0 h 18"/>
                <a:gd name="T4" fmla="*/ 9 w 140"/>
                <a:gd name="T5" fmla="*/ 0 h 18"/>
                <a:gd name="T6" fmla="*/ 0 w 140"/>
                <a:gd name="T7" fmla="*/ 9 h 18"/>
                <a:gd name="T8" fmla="*/ 9 w 140"/>
                <a:gd name="T9" fmla="*/ 18 h 18"/>
                <a:gd name="T10" fmla="*/ 131 w 140"/>
                <a:gd name="T11" fmla="*/ 18 h 18"/>
                <a:gd name="T12" fmla="*/ 140 w 140"/>
                <a:gd name="T13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0" h="18">
                  <a:moveTo>
                    <a:pt x="140" y="9"/>
                  </a:moveTo>
                  <a:cubicBezTo>
                    <a:pt x="140" y="4"/>
                    <a:pt x="136" y="0"/>
                    <a:pt x="131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1" y="18"/>
                    <a:pt x="131" y="18"/>
                    <a:pt x="131" y="18"/>
                  </a:cubicBezTo>
                  <a:cubicBezTo>
                    <a:pt x="136" y="18"/>
                    <a:pt x="140" y="14"/>
                    <a:pt x="140" y="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23" name="Shape 1861">
            <a:extLst>
              <a:ext uri="{FF2B5EF4-FFF2-40B4-BE49-F238E27FC236}">
                <a16:creationId xmlns:a16="http://schemas.microsoft.com/office/drawing/2014/main" id="{91A375BD-EDC6-D5C1-8831-CAB467049EB8}"/>
              </a:ext>
            </a:extLst>
          </p:cNvPr>
          <p:cNvSpPr/>
          <p:nvPr/>
        </p:nvSpPr>
        <p:spPr>
          <a:xfrm>
            <a:off x="4256035" y="3286899"/>
            <a:ext cx="366394" cy="3892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202" y="5002"/>
                </a:moveTo>
                <a:cubicBezTo>
                  <a:pt x="20144" y="6594"/>
                  <a:pt x="21600" y="9095"/>
                  <a:pt x="21600" y="12051"/>
                </a:cubicBezTo>
                <a:cubicBezTo>
                  <a:pt x="21600" y="14324"/>
                  <a:pt x="20629" y="16598"/>
                  <a:pt x="18930" y="18189"/>
                </a:cubicBezTo>
                <a:cubicBezTo>
                  <a:pt x="11407" y="12051"/>
                  <a:pt x="11407" y="12051"/>
                  <a:pt x="11407" y="12051"/>
                </a:cubicBezTo>
                <a:cubicBezTo>
                  <a:pt x="18202" y="5002"/>
                  <a:pt x="18202" y="5002"/>
                  <a:pt x="18202" y="5002"/>
                </a:cubicBezTo>
                <a:close/>
                <a:moveTo>
                  <a:pt x="18445" y="18872"/>
                </a:moveTo>
                <a:cubicBezTo>
                  <a:pt x="17960" y="19326"/>
                  <a:pt x="17474" y="19781"/>
                  <a:pt x="16746" y="20008"/>
                </a:cubicBezTo>
                <a:cubicBezTo>
                  <a:pt x="17960" y="18417"/>
                  <a:pt x="17960" y="18417"/>
                  <a:pt x="17960" y="18417"/>
                </a:cubicBezTo>
                <a:cubicBezTo>
                  <a:pt x="18445" y="18872"/>
                  <a:pt x="18445" y="18872"/>
                  <a:pt x="18445" y="18872"/>
                </a:cubicBezTo>
                <a:close/>
                <a:moveTo>
                  <a:pt x="15533" y="20918"/>
                </a:moveTo>
                <a:cubicBezTo>
                  <a:pt x="17474" y="17962"/>
                  <a:pt x="17474" y="17962"/>
                  <a:pt x="17474" y="17962"/>
                </a:cubicBezTo>
                <a:cubicBezTo>
                  <a:pt x="16989" y="17507"/>
                  <a:pt x="16989" y="17507"/>
                  <a:pt x="16989" y="17507"/>
                </a:cubicBezTo>
                <a:cubicBezTo>
                  <a:pt x="14562" y="21373"/>
                  <a:pt x="14562" y="21373"/>
                  <a:pt x="14562" y="21373"/>
                </a:cubicBezTo>
                <a:cubicBezTo>
                  <a:pt x="14804" y="21145"/>
                  <a:pt x="15290" y="20918"/>
                  <a:pt x="15533" y="20918"/>
                </a:cubicBezTo>
                <a:close/>
                <a:moveTo>
                  <a:pt x="14076" y="20691"/>
                </a:moveTo>
                <a:cubicBezTo>
                  <a:pt x="16261" y="17053"/>
                  <a:pt x="16261" y="17053"/>
                  <a:pt x="16261" y="17053"/>
                </a:cubicBezTo>
                <a:cubicBezTo>
                  <a:pt x="15775" y="16825"/>
                  <a:pt x="15775" y="16825"/>
                  <a:pt x="15775" y="16825"/>
                </a:cubicBezTo>
                <a:cubicBezTo>
                  <a:pt x="13834" y="20008"/>
                  <a:pt x="13834" y="20008"/>
                  <a:pt x="13834" y="20008"/>
                </a:cubicBezTo>
                <a:cubicBezTo>
                  <a:pt x="14076" y="20691"/>
                  <a:pt x="14076" y="20691"/>
                  <a:pt x="14076" y="20691"/>
                </a:cubicBezTo>
                <a:close/>
                <a:moveTo>
                  <a:pt x="13591" y="19099"/>
                </a:moveTo>
                <a:cubicBezTo>
                  <a:pt x="15290" y="16371"/>
                  <a:pt x="15290" y="16371"/>
                  <a:pt x="15290" y="16371"/>
                </a:cubicBezTo>
                <a:cubicBezTo>
                  <a:pt x="14804" y="15916"/>
                  <a:pt x="14804" y="15916"/>
                  <a:pt x="14804" y="15916"/>
                </a:cubicBezTo>
                <a:cubicBezTo>
                  <a:pt x="13348" y="18417"/>
                  <a:pt x="13348" y="18417"/>
                  <a:pt x="13348" y="18417"/>
                </a:cubicBezTo>
                <a:cubicBezTo>
                  <a:pt x="13591" y="19099"/>
                  <a:pt x="13591" y="19099"/>
                  <a:pt x="13591" y="19099"/>
                </a:cubicBezTo>
                <a:close/>
                <a:moveTo>
                  <a:pt x="12863" y="17735"/>
                </a:moveTo>
                <a:cubicBezTo>
                  <a:pt x="14319" y="15461"/>
                  <a:pt x="14319" y="15461"/>
                  <a:pt x="14319" y="15461"/>
                </a:cubicBezTo>
                <a:cubicBezTo>
                  <a:pt x="13834" y="15006"/>
                  <a:pt x="13834" y="15006"/>
                  <a:pt x="13834" y="15006"/>
                </a:cubicBezTo>
                <a:cubicBezTo>
                  <a:pt x="12620" y="17053"/>
                  <a:pt x="12620" y="17053"/>
                  <a:pt x="12620" y="17053"/>
                </a:cubicBezTo>
                <a:cubicBezTo>
                  <a:pt x="12863" y="17735"/>
                  <a:pt x="12863" y="17735"/>
                  <a:pt x="12863" y="17735"/>
                </a:cubicBezTo>
                <a:close/>
                <a:moveTo>
                  <a:pt x="12378" y="16143"/>
                </a:moveTo>
                <a:cubicBezTo>
                  <a:pt x="13348" y="14552"/>
                  <a:pt x="13348" y="14552"/>
                  <a:pt x="13348" y="14552"/>
                </a:cubicBezTo>
                <a:cubicBezTo>
                  <a:pt x="12863" y="14097"/>
                  <a:pt x="12863" y="14097"/>
                  <a:pt x="12863" y="14097"/>
                </a:cubicBezTo>
                <a:cubicBezTo>
                  <a:pt x="12135" y="15461"/>
                  <a:pt x="12135" y="15461"/>
                  <a:pt x="12135" y="15461"/>
                </a:cubicBezTo>
                <a:cubicBezTo>
                  <a:pt x="12378" y="16143"/>
                  <a:pt x="12378" y="16143"/>
                  <a:pt x="12378" y="16143"/>
                </a:cubicBezTo>
                <a:close/>
                <a:moveTo>
                  <a:pt x="11649" y="14779"/>
                </a:moveTo>
                <a:cubicBezTo>
                  <a:pt x="12378" y="13869"/>
                  <a:pt x="12378" y="13869"/>
                  <a:pt x="12378" y="13869"/>
                </a:cubicBezTo>
                <a:cubicBezTo>
                  <a:pt x="11892" y="13415"/>
                  <a:pt x="11892" y="13415"/>
                  <a:pt x="11892" y="13415"/>
                </a:cubicBezTo>
                <a:cubicBezTo>
                  <a:pt x="11407" y="13869"/>
                  <a:pt x="11407" y="13869"/>
                  <a:pt x="11407" y="13869"/>
                </a:cubicBezTo>
                <a:cubicBezTo>
                  <a:pt x="11649" y="14779"/>
                  <a:pt x="11649" y="14779"/>
                  <a:pt x="11649" y="14779"/>
                </a:cubicBezTo>
                <a:close/>
                <a:moveTo>
                  <a:pt x="11164" y="13187"/>
                </a:moveTo>
                <a:cubicBezTo>
                  <a:pt x="10921" y="12505"/>
                  <a:pt x="10921" y="12505"/>
                  <a:pt x="10921" y="12505"/>
                </a:cubicBezTo>
                <a:cubicBezTo>
                  <a:pt x="11407" y="12960"/>
                  <a:pt x="11407" y="12960"/>
                  <a:pt x="11407" y="12960"/>
                </a:cubicBezTo>
                <a:cubicBezTo>
                  <a:pt x="11164" y="13187"/>
                  <a:pt x="11164" y="13187"/>
                  <a:pt x="11164" y="13187"/>
                </a:cubicBezTo>
                <a:close/>
                <a:moveTo>
                  <a:pt x="14319" y="3865"/>
                </a:moveTo>
                <a:cubicBezTo>
                  <a:pt x="9951" y="12278"/>
                  <a:pt x="9951" y="12278"/>
                  <a:pt x="9951" y="12278"/>
                </a:cubicBezTo>
                <a:cubicBezTo>
                  <a:pt x="9951" y="12278"/>
                  <a:pt x="9222" y="6366"/>
                  <a:pt x="8737" y="2956"/>
                </a:cubicBezTo>
                <a:cubicBezTo>
                  <a:pt x="3883" y="3411"/>
                  <a:pt x="0" y="7503"/>
                  <a:pt x="0" y="12278"/>
                </a:cubicBezTo>
                <a:cubicBezTo>
                  <a:pt x="0" y="17507"/>
                  <a:pt x="4369" y="21600"/>
                  <a:pt x="9951" y="21600"/>
                </a:cubicBezTo>
                <a:cubicBezTo>
                  <a:pt x="11164" y="21600"/>
                  <a:pt x="12378" y="21373"/>
                  <a:pt x="13348" y="21145"/>
                </a:cubicBezTo>
                <a:cubicBezTo>
                  <a:pt x="9951" y="12278"/>
                  <a:pt x="9951" y="12278"/>
                  <a:pt x="9951" y="12278"/>
                </a:cubicBezTo>
                <a:cubicBezTo>
                  <a:pt x="16503" y="5229"/>
                  <a:pt x="16503" y="5229"/>
                  <a:pt x="16503" y="5229"/>
                </a:cubicBezTo>
                <a:cubicBezTo>
                  <a:pt x="16018" y="4547"/>
                  <a:pt x="15290" y="4093"/>
                  <a:pt x="14319" y="3865"/>
                </a:cubicBezTo>
                <a:close/>
                <a:moveTo>
                  <a:pt x="10436" y="0"/>
                </a:moveTo>
                <a:cubicBezTo>
                  <a:pt x="9951" y="0"/>
                  <a:pt x="9708" y="0"/>
                  <a:pt x="9222" y="0"/>
                </a:cubicBezTo>
                <a:cubicBezTo>
                  <a:pt x="9708" y="3411"/>
                  <a:pt x="10436" y="9322"/>
                  <a:pt x="10436" y="9322"/>
                </a:cubicBezTo>
                <a:cubicBezTo>
                  <a:pt x="14804" y="909"/>
                  <a:pt x="14804" y="909"/>
                  <a:pt x="14804" y="909"/>
                </a:cubicBezTo>
                <a:cubicBezTo>
                  <a:pt x="13591" y="227"/>
                  <a:pt x="11892" y="0"/>
                  <a:pt x="10436" y="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7D7D7D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2A8896BD-3407-DD53-E6B9-30C9ED8270F9}"/>
              </a:ext>
            </a:extLst>
          </p:cNvPr>
          <p:cNvCxnSpPr>
            <a:cxnSpLocks/>
          </p:cNvCxnSpPr>
          <p:nvPr/>
        </p:nvCxnSpPr>
        <p:spPr>
          <a:xfrm flipV="1">
            <a:off x="5056503" y="1849233"/>
            <a:ext cx="784174" cy="1458346"/>
          </a:xfrm>
          <a:prstGeom prst="straightConnector1">
            <a:avLst/>
          </a:prstGeom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3BE622A-67C9-5B65-2694-816534958E55}"/>
              </a:ext>
            </a:extLst>
          </p:cNvPr>
          <p:cNvGrpSpPr/>
          <p:nvPr/>
        </p:nvGrpSpPr>
        <p:grpSpPr>
          <a:xfrm>
            <a:off x="4915311" y="1844433"/>
            <a:ext cx="964123" cy="1458346"/>
            <a:chOff x="4915311" y="1844433"/>
            <a:chExt cx="964123" cy="1458346"/>
          </a:xfrm>
        </p:grpSpPr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2052B46C-5F1D-A44D-0DE8-CEDB9A22B409}"/>
                </a:ext>
              </a:extLst>
            </p:cNvPr>
            <p:cNvCxnSpPr/>
            <p:nvPr/>
          </p:nvCxnSpPr>
          <p:spPr>
            <a:xfrm rot="18900000" flipV="1">
              <a:off x="4915311" y="2966710"/>
              <a:ext cx="964123" cy="0"/>
            </a:xfrm>
            <a:prstGeom prst="straightConnector1">
              <a:avLst/>
            </a:prstGeom>
            <a:ln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2236C363-9066-DBE9-A9E1-8CB3EA7AE8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6503" y="1844433"/>
              <a:ext cx="784174" cy="1458346"/>
            </a:xfrm>
            <a:prstGeom prst="straightConnector1">
              <a:avLst/>
            </a:prstGeom>
            <a:ln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DAD1E845-6374-A7D7-5A52-8FB7E91F0EAE}"/>
              </a:ext>
            </a:extLst>
          </p:cNvPr>
          <p:cNvGrpSpPr/>
          <p:nvPr/>
        </p:nvGrpSpPr>
        <p:grpSpPr>
          <a:xfrm flipV="1">
            <a:off x="4876554" y="3676192"/>
            <a:ext cx="964123" cy="1458345"/>
            <a:chOff x="4915311" y="1844433"/>
            <a:chExt cx="964123" cy="1458346"/>
          </a:xfrm>
        </p:grpSpPr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EEBF3B19-A253-264B-2C2A-12C534574951}"/>
                </a:ext>
              </a:extLst>
            </p:cNvPr>
            <p:cNvCxnSpPr/>
            <p:nvPr/>
          </p:nvCxnSpPr>
          <p:spPr>
            <a:xfrm rot="18900000" flipV="1">
              <a:off x="4915311" y="2966710"/>
              <a:ext cx="964123" cy="0"/>
            </a:xfrm>
            <a:prstGeom prst="straightConnector1">
              <a:avLst/>
            </a:prstGeom>
            <a:ln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A1583E1F-E97D-1C56-17E2-43A6FBC35F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6503" y="1844433"/>
              <a:ext cx="784174" cy="1458346"/>
            </a:xfrm>
            <a:prstGeom prst="straightConnector1">
              <a:avLst/>
            </a:prstGeom>
            <a:ln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8492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4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5" Type="http://schemas.openxmlformats.org/officeDocument/2006/relationships/theme" Target="../theme/theme10.xml"/><Relationship Id="rId4" Type="http://schemas.openxmlformats.org/officeDocument/2006/relationships/slideLayout" Target="../slideLayouts/slideLayout85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3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88.xml"/><Relationship Id="rId7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7.xml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6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5.xml"/><Relationship Id="rId4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4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99.xml"/><Relationship Id="rId1" Type="http://schemas.openxmlformats.org/officeDocument/2006/relationships/slideLayout" Target="../slideLayouts/slideLayout98.xml"/><Relationship Id="rId5" Type="http://schemas.openxmlformats.org/officeDocument/2006/relationships/theme" Target="../theme/theme12.xml"/><Relationship Id="rId4" Type="http://schemas.openxmlformats.org/officeDocument/2006/relationships/slideLayout" Target="../slideLayouts/slideLayout101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theme" Target="../theme/theme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7FEA1A44-6F60-08F5-58D2-522940CA86EB}"/>
              </a:ext>
            </a:extLst>
          </p:cNvPr>
          <p:cNvSpPr/>
          <p:nvPr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B6367F12-CD85-256A-CC5A-9094227CE2BA}"/>
              </a:ext>
            </a:extLst>
          </p:cNvPr>
          <p:cNvSpPr/>
          <p:nvPr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6">
            <a:extLst>
              <a:ext uri="{FF2B5EF4-FFF2-40B4-BE49-F238E27FC236}">
                <a16:creationId xmlns:a16="http://schemas.microsoft.com/office/drawing/2014/main" id="{23FB03DC-77D3-A936-BA70-44F4BA9E73C9}"/>
              </a:ext>
            </a:extLst>
          </p:cNvPr>
          <p:cNvSpPr/>
          <p:nvPr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D38913D-60F4-3CB8-0326-EA0F6F7A1E5B}"/>
              </a:ext>
            </a:extLst>
          </p:cNvPr>
          <p:cNvSpPr/>
          <p:nvPr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E92F9F2-B9AB-7B1A-86CF-EBD580A8288D}"/>
              </a:ext>
            </a:extLst>
          </p:cNvPr>
          <p:cNvSpPr/>
          <p:nvPr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47D8282-764C-5028-81AA-9FE85D27C7DF}"/>
              </a:ext>
            </a:extLst>
          </p:cNvPr>
          <p:cNvSpPr/>
          <p:nvPr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66E5E02-6E7C-0A42-39CB-81BFC21CD8CC}"/>
              </a:ext>
            </a:extLst>
          </p:cNvPr>
          <p:cNvSpPr/>
          <p:nvPr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F932C5E-0E6F-B4BE-5EA9-F033CA4D2ADF}"/>
              </a:ext>
            </a:extLst>
          </p:cNvPr>
          <p:cNvSpPr/>
          <p:nvPr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C70B607-B22C-C626-6402-0F4EF0211754}"/>
              </a:ext>
            </a:extLst>
          </p:cNvPr>
          <p:cNvSpPr/>
          <p:nvPr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463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75" r:id="rId1"/>
    <p:sldLayoutId id="2157483776" r:id="rId2"/>
    <p:sldLayoutId id="2157483777" r:id="rId3"/>
    <p:sldLayoutId id="2157483778" r:id="rId4"/>
    <p:sldLayoutId id="2157483779" r:id="rId5"/>
    <p:sldLayoutId id="2157483716" r:id="rId6"/>
    <p:sldLayoutId id="2157483715" r:id="rId7"/>
    <p:sldLayoutId id="2157483714" r:id="rId8"/>
    <p:sldLayoutId id="215748371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FCB92FEA-7A91-3E2A-6A6C-7B3576287B9A}"/>
              </a:ext>
            </a:extLst>
          </p:cNvPr>
          <p:cNvSpPr/>
          <p:nvPr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B1FCC18-E1BA-9325-FC86-1A4E0149B6D9}"/>
              </a:ext>
            </a:extLst>
          </p:cNvPr>
          <p:cNvSpPr/>
          <p:nvPr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>
            <a:extLst>
              <a:ext uri="{FF2B5EF4-FFF2-40B4-BE49-F238E27FC236}">
                <a16:creationId xmlns:a16="http://schemas.microsoft.com/office/drawing/2014/main" id="{E7692700-0403-481F-64B4-0DF02CBC6B11}"/>
              </a:ext>
            </a:extLst>
          </p:cNvPr>
          <p:cNvSpPr/>
          <p:nvPr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EFECD9-D18E-8885-8C4F-95EC826EE155}"/>
              </a:ext>
            </a:extLst>
          </p:cNvPr>
          <p:cNvGrpSpPr/>
          <p:nvPr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3532B09-A537-61B7-2EDF-53111EE57662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3D8411-BD47-AE1C-361C-A49C996EEA7F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409C28D-9B9E-453C-4556-C7C695C850AE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33EC72-E293-983C-2E9A-1A94B38DF9D6}"/>
              </a:ext>
            </a:extLst>
          </p:cNvPr>
          <p:cNvGrpSpPr/>
          <p:nvPr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BC2A79A7-9DE5-1916-6983-E0CFA3B4BFB1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DC72CAC-2655-15AD-8B85-41B1A55DDAF5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A2CE988-BC45-3201-397E-86ABB4D58BE4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413910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81" r:id="rId1"/>
    <p:sldLayoutId id="2157483782" r:id="rId2"/>
    <p:sldLayoutId id="2157483783" r:id="rId3"/>
    <p:sldLayoutId id="2157483784" r:id="rId4"/>
    <p:sldLayoutId id="2157483785" r:id="rId5"/>
    <p:sldLayoutId id="2157483786" r:id="rId6"/>
    <p:sldLayoutId id="2157483787" r:id="rId7"/>
    <p:sldLayoutId id="2157483788" r:id="rId8"/>
    <p:sldLayoutId id="2157483789" r:id="rId9"/>
    <p:sldLayoutId id="2157483790" r:id="rId10"/>
    <p:sldLayoutId id="215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7FEA1A44-6F60-08F5-58D2-522940CA86EB}"/>
              </a:ext>
            </a:extLst>
          </p:cNvPr>
          <p:cNvSpPr/>
          <p:nvPr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B6367F12-CD85-256A-CC5A-9094227CE2BA}"/>
              </a:ext>
            </a:extLst>
          </p:cNvPr>
          <p:cNvSpPr/>
          <p:nvPr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6">
            <a:extLst>
              <a:ext uri="{FF2B5EF4-FFF2-40B4-BE49-F238E27FC236}">
                <a16:creationId xmlns:a16="http://schemas.microsoft.com/office/drawing/2014/main" id="{23FB03DC-77D3-A936-BA70-44F4BA9E73C9}"/>
              </a:ext>
            </a:extLst>
          </p:cNvPr>
          <p:cNvSpPr/>
          <p:nvPr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D38913D-60F4-3CB8-0326-EA0F6F7A1E5B}"/>
              </a:ext>
            </a:extLst>
          </p:cNvPr>
          <p:cNvSpPr/>
          <p:nvPr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E92F9F2-B9AB-7B1A-86CF-EBD580A8288D}"/>
              </a:ext>
            </a:extLst>
          </p:cNvPr>
          <p:cNvSpPr/>
          <p:nvPr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47D8282-764C-5028-81AA-9FE85D27C7DF}"/>
              </a:ext>
            </a:extLst>
          </p:cNvPr>
          <p:cNvSpPr/>
          <p:nvPr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66E5E02-6E7C-0A42-39CB-81BFC21CD8CC}"/>
              </a:ext>
            </a:extLst>
          </p:cNvPr>
          <p:cNvSpPr/>
          <p:nvPr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F932C5E-0E6F-B4BE-5EA9-F033CA4D2ADF}"/>
              </a:ext>
            </a:extLst>
          </p:cNvPr>
          <p:cNvSpPr/>
          <p:nvPr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C70B607-B22C-C626-6402-0F4EF0211754}"/>
              </a:ext>
            </a:extLst>
          </p:cNvPr>
          <p:cNvSpPr/>
          <p:nvPr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07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93" r:id="rId1"/>
    <p:sldLayoutId id="2157483794" r:id="rId2"/>
    <p:sldLayoutId id="2157483795" r:id="rId3"/>
    <p:sldLayoutId id="2157483796" r:id="rId4"/>
    <p:sldLayoutId id="215748379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FCB92FEA-7A91-3E2A-6A6C-7B3576287B9A}"/>
              </a:ext>
            </a:extLst>
          </p:cNvPr>
          <p:cNvSpPr/>
          <p:nvPr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B1FCC18-E1BA-9325-FC86-1A4E0149B6D9}"/>
              </a:ext>
            </a:extLst>
          </p:cNvPr>
          <p:cNvSpPr/>
          <p:nvPr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>
            <a:extLst>
              <a:ext uri="{FF2B5EF4-FFF2-40B4-BE49-F238E27FC236}">
                <a16:creationId xmlns:a16="http://schemas.microsoft.com/office/drawing/2014/main" id="{E7692700-0403-481F-64B4-0DF02CBC6B11}"/>
              </a:ext>
            </a:extLst>
          </p:cNvPr>
          <p:cNvSpPr/>
          <p:nvPr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EFECD9-D18E-8885-8C4F-95EC826EE155}"/>
              </a:ext>
            </a:extLst>
          </p:cNvPr>
          <p:cNvGrpSpPr/>
          <p:nvPr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3532B09-A537-61B7-2EDF-53111EE57662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3D8411-BD47-AE1C-361C-A49C996EEA7F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409C28D-9B9E-453C-4556-C7C695C850AE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33EC72-E293-983C-2E9A-1A94B38DF9D6}"/>
              </a:ext>
            </a:extLst>
          </p:cNvPr>
          <p:cNvGrpSpPr/>
          <p:nvPr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BC2A79A7-9DE5-1916-6983-E0CFA3B4BFB1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DC72CAC-2655-15AD-8B85-41B1A55DDAF5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A2CE988-BC45-3201-397E-86ABB4D58BE4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44224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99" r:id="rId1"/>
    <p:sldLayoutId id="2157483800" r:id="rId2"/>
    <p:sldLayoutId id="2157483801" r:id="rId3"/>
    <p:sldLayoutId id="2157483802" r:id="rId4"/>
    <p:sldLayoutId id="2157483803" r:id="rId5"/>
    <p:sldLayoutId id="2157483804" r:id="rId6"/>
    <p:sldLayoutId id="2157483805" r:id="rId7"/>
    <p:sldLayoutId id="2157483806" r:id="rId8"/>
    <p:sldLayoutId id="2157483807" r:id="rId9"/>
    <p:sldLayoutId id="2157483808" r:id="rId10"/>
    <p:sldLayoutId id="215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FCB92FEA-7A91-3E2A-6A6C-7B3576287B9A}"/>
              </a:ext>
            </a:extLst>
          </p:cNvPr>
          <p:cNvSpPr/>
          <p:nvPr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B1FCC18-E1BA-9325-FC86-1A4E0149B6D9}"/>
              </a:ext>
            </a:extLst>
          </p:cNvPr>
          <p:cNvSpPr/>
          <p:nvPr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>
            <a:extLst>
              <a:ext uri="{FF2B5EF4-FFF2-40B4-BE49-F238E27FC236}">
                <a16:creationId xmlns:a16="http://schemas.microsoft.com/office/drawing/2014/main" id="{E7692700-0403-481F-64B4-0DF02CBC6B11}"/>
              </a:ext>
            </a:extLst>
          </p:cNvPr>
          <p:cNvSpPr/>
          <p:nvPr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EFECD9-D18E-8885-8C4F-95EC826EE155}"/>
              </a:ext>
            </a:extLst>
          </p:cNvPr>
          <p:cNvGrpSpPr/>
          <p:nvPr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3532B09-A537-61B7-2EDF-53111EE57662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3D8411-BD47-AE1C-361C-A49C996EEA7F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409C28D-9B9E-453C-4556-C7C695C850AE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33EC72-E293-983C-2E9A-1A94B38DF9D6}"/>
              </a:ext>
            </a:extLst>
          </p:cNvPr>
          <p:cNvGrpSpPr/>
          <p:nvPr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BC2A79A7-9DE5-1916-6983-E0CFA3B4BFB1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DC72CAC-2655-15AD-8B85-41B1A55DDAF5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A2CE988-BC45-3201-397E-86ABB4D58BE4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204315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11" r:id="rId1"/>
    <p:sldLayoutId id="2157483812" r:id="rId2"/>
    <p:sldLayoutId id="2157483813" r:id="rId3"/>
    <p:sldLayoutId id="2157483814" r:id="rId4"/>
    <p:sldLayoutId id="2157483815" r:id="rId5"/>
    <p:sldLayoutId id="2157483816" r:id="rId6"/>
    <p:sldLayoutId id="2157483817" r:id="rId7"/>
    <p:sldLayoutId id="2157483818" r:id="rId8"/>
    <p:sldLayoutId id="2157483819" r:id="rId9"/>
    <p:sldLayoutId id="2157483820" r:id="rId10"/>
    <p:sldLayoutId id="21574838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7FEA1A44-6F60-08F5-58D2-522940CA86EB}"/>
              </a:ext>
            </a:extLst>
          </p:cNvPr>
          <p:cNvSpPr/>
          <p:nvPr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B6367F12-CD85-256A-CC5A-9094227CE2BA}"/>
              </a:ext>
            </a:extLst>
          </p:cNvPr>
          <p:cNvSpPr/>
          <p:nvPr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6">
            <a:extLst>
              <a:ext uri="{FF2B5EF4-FFF2-40B4-BE49-F238E27FC236}">
                <a16:creationId xmlns:a16="http://schemas.microsoft.com/office/drawing/2014/main" id="{23FB03DC-77D3-A936-BA70-44F4BA9E73C9}"/>
              </a:ext>
            </a:extLst>
          </p:cNvPr>
          <p:cNvSpPr/>
          <p:nvPr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D38913D-60F4-3CB8-0326-EA0F6F7A1E5B}"/>
              </a:ext>
            </a:extLst>
          </p:cNvPr>
          <p:cNvSpPr/>
          <p:nvPr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E92F9F2-B9AB-7B1A-86CF-EBD580A8288D}"/>
              </a:ext>
            </a:extLst>
          </p:cNvPr>
          <p:cNvSpPr/>
          <p:nvPr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47D8282-764C-5028-81AA-9FE85D27C7DF}"/>
              </a:ext>
            </a:extLst>
          </p:cNvPr>
          <p:cNvSpPr/>
          <p:nvPr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66E5E02-6E7C-0A42-39CB-81BFC21CD8CC}"/>
              </a:ext>
            </a:extLst>
          </p:cNvPr>
          <p:cNvSpPr/>
          <p:nvPr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F932C5E-0E6F-B4BE-5EA9-F033CA4D2ADF}"/>
              </a:ext>
            </a:extLst>
          </p:cNvPr>
          <p:cNvSpPr/>
          <p:nvPr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C70B607-B22C-C626-6402-0F4EF0211754}"/>
              </a:ext>
            </a:extLst>
          </p:cNvPr>
          <p:cNvSpPr/>
          <p:nvPr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842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23" r:id="rId1"/>
    <p:sldLayoutId id="2157483824" r:id="rId2"/>
    <p:sldLayoutId id="2157483825" r:id="rId3"/>
    <p:sldLayoutId id="2157483826" r:id="rId4"/>
    <p:sldLayoutId id="215748382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FCB92FEA-7A91-3E2A-6A6C-7B3576287B9A}"/>
              </a:ext>
            </a:extLst>
          </p:cNvPr>
          <p:cNvSpPr/>
          <p:nvPr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B1FCC18-E1BA-9325-FC86-1A4E0149B6D9}"/>
              </a:ext>
            </a:extLst>
          </p:cNvPr>
          <p:cNvSpPr/>
          <p:nvPr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>
            <a:extLst>
              <a:ext uri="{FF2B5EF4-FFF2-40B4-BE49-F238E27FC236}">
                <a16:creationId xmlns:a16="http://schemas.microsoft.com/office/drawing/2014/main" id="{E7692700-0403-481F-64B4-0DF02CBC6B11}"/>
              </a:ext>
            </a:extLst>
          </p:cNvPr>
          <p:cNvSpPr/>
          <p:nvPr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EFECD9-D18E-8885-8C4F-95EC826EE155}"/>
              </a:ext>
            </a:extLst>
          </p:cNvPr>
          <p:cNvGrpSpPr/>
          <p:nvPr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3532B09-A537-61B7-2EDF-53111EE57662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3D8411-BD47-AE1C-361C-A49C996EEA7F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409C28D-9B9E-453C-4556-C7C695C850AE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33EC72-E293-983C-2E9A-1A94B38DF9D6}"/>
              </a:ext>
            </a:extLst>
          </p:cNvPr>
          <p:cNvGrpSpPr/>
          <p:nvPr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BC2A79A7-9DE5-1916-6983-E0CFA3B4BFB1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DC72CAC-2655-15AD-8B85-41B1A55DDAF5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A2CE988-BC45-3201-397E-86ABB4D58BE4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403934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29" r:id="rId1"/>
    <p:sldLayoutId id="2157483830" r:id="rId2"/>
    <p:sldLayoutId id="2157483831" r:id="rId3"/>
    <p:sldLayoutId id="2157483832" r:id="rId4"/>
    <p:sldLayoutId id="2157483833" r:id="rId5"/>
    <p:sldLayoutId id="2157483834" r:id="rId6"/>
    <p:sldLayoutId id="2157483835" r:id="rId7"/>
    <p:sldLayoutId id="2157483836" r:id="rId8"/>
    <p:sldLayoutId id="2157483837" r:id="rId9"/>
    <p:sldLayoutId id="2157483838" r:id="rId10"/>
    <p:sldLayoutId id="2157483839" r:id="rId11"/>
    <p:sldLayoutId id="215748384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7FEA1A44-6F60-08F5-58D2-522940CA86EB}"/>
              </a:ext>
            </a:extLst>
          </p:cNvPr>
          <p:cNvSpPr/>
          <p:nvPr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B6367F12-CD85-256A-CC5A-9094227CE2BA}"/>
              </a:ext>
            </a:extLst>
          </p:cNvPr>
          <p:cNvSpPr/>
          <p:nvPr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6">
            <a:extLst>
              <a:ext uri="{FF2B5EF4-FFF2-40B4-BE49-F238E27FC236}">
                <a16:creationId xmlns:a16="http://schemas.microsoft.com/office/drawing/2014/main" id="{23FB03DC-77D3-A936-BA70-44F4BA9E73C9}"/>
              </a:ext>
            </a:extLst>
          </p:cNvPr>
          <p:cNvSpPr/>
          <p:nvPr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D38913D-60F4-3CB8-0326-EA0F6F7A1E5B}"/>
              </a:ext>
            </a:extLst>
          </p:cNvPr>
          <p:cNvSpPr/>
          <p:nvPr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E92F9F2-B9AB-7B1A-86CF-EBD580A8288D}"/>
              </a:ext>
            </a:extLst>
          </p:cNvPr>
          <p:cNvSpPr/>
          <p:nvPr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47D8282-764C-5028-81AA-9FE85D27C7DF}"/>
              </a:ext>
            </a:extLst>
          </p:cNvPr>
          <p:cNvSpPr/>
          <p:nvPr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66E5E02-6E7C-0A42-39CB-81BFC21CD8CC}"/>
              </a:ext>
            </a:extLst>
          </p:cNvPr>
          <p:cNvSpPr/>
          <p:nvPr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F932C5E-0E6F-B4BE-5EA9-F033CA4D2ADF}"/>
              </a:ext>
            </a:extLst>
          </p:cNvPr>
          <p:cNvSpPr/>
          <p:nvPr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C70B607-B22C-C626-6402-0F4EF0211754}"/>
              </a:ext>
            </a:extLst>
          </p:cNvPr>
          <p:cNvSpPr/>
          <p:nvPr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160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42" r:id="rId1"/>
    <p:sldLayoutId id="2157483843" r:id="rId2"/>
    <p:sldLayoutId id="2157483844" r:id="rId3"/>
    <p:sldLayoutId id="2157483845" r:id="rId4"/>
    <p:sldLayoutId id="215748384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FCB92FEA-7A91-3E2A-6A6C-7B3576287B9A}"/>
              </a:ext>
            </a:extLst>
          </p:cNvPr>
          <p:cNvSpPr/>
          <p:nvPr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B1FCC18-E1BA-9325-FC86-1A4E0149B6D9}"/>
              </a:ext>
            </a:extLst>
          </p:cNvPr>
          <p:cNvSpPr/>
          <p:nvPr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>
            <a:extLst>
              <a:ext uri="{FF2B5EF4-FFF2-40B4-BE49-F238E27FC236}">
                <a16:creationId xmlns:a16="http://schemas.microsoft.com/office/drawing/2014/main" id="{E7692700-0403-481F-64B4-0DF02CBC6B11}"/>
              </a:ext>
            </a:extLst>
          </p:cNvPr>
          <p:cNvSpPr/>
          <p:nvPr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EFECD9-D18E-8885-8C4F-95EC826EE155}"/>
              </a:ext>
            </a:extLst>
          </p:cNvPr>
          <p:cNvGrpSpPr/>
          <p:nvPr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3532B09-A537-61B7-2EDF-53111EE57662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3D8411-BD47-AE1C-361C-A49C996EEA7F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409C28D-9B9E-453C-4556-C7C695C850AE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33EC72-E293-983C-2E9A-1A94B38DF9D6}"/>
              </a:ext>
            </a:extLst>
          </p:cNvPr>
          <p:cNvGrpSpPr/>
          <p:nvPr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BC2A79A7-9DE5-1916-6983-E0CFA3B4BFB1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DC72CAC-2655-15AD-8B85-41B1A55DDAF5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A2CE988-BC45-3201-397E-86ABB4D58BE4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1358946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48" r:id="rId1"/>
    <p:sldLayoutId id="2157483849" r:id="rId2"/>
    <p:sldLayoutId id="2157483850" r:id="rId3"/>
    <p:sldLayoutId id="2157483851" r:id="rId4"/>
    <p:sldLayoutId id="2157483852" r:id="rId5"/>
    <p:sldLayoutId id="2157483853" r:id="rId6"/>
    <p:sldLayoutId id="2157483854" r:id="rId7"/>
    <p:sldLayoutId id="2157483855" r:id="rId8"/>
    <p:sldLayoutId id="2157483856" r:id="rId9"/>
    <p:sldLayoutId id="2157483857" r:id="rId10"/>
    <p:sldLayoutId id="2157483858" r:id="rId11"/>
    <p:sldLayoutId id="21574838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7FEA1A44-6F60-08F5-58D2-522940CA86EB}"/>
              </a:ext>
            </a:extLst>
          </p:cNvPr>
          <p:cNvSpPr/>
          <p:nvPr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B6367F12-CD85-256A-CC5A-9094227CE2BA}"/>
              </a:ext>
            </a:extLst>
          </p:cNvPr>
          <p:cNvSpPr/>
          <p:nvPr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6">
            <a:extLst>
              <a:ext uri="{FF2B5EF4-FFF2-40B4-BE49-F238E27FC236}">
                <a16:creationId xmlns:a16="http://schemas.microsoft.com/office/drawing/2014/main" id="{23FB03DC-77D3-A936-BA70-44F4BA9E73C9}"/>
              </a:ext>
            </a:extLst>
          </p:cNvPr>
          <p:cNvSpPr/>
          <p:nvPr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D38913D-60F4-3CB8-0326-EA0F6F7A1E5B}"/>
              </a:ext>
            </a:extLst>
          </p:cNvPr>
          <p:cNvSpPr/>
          <p:nvPr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E92F9F2-B9AB-7B1A-86CF-EBD580A8288D}"/>
              </a:ext>
            </a:extLst>
          </p:cNvPr>
          <p:cNvSpPr/>
          <p:nvPr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47D8282-764C-5028-81AA-9FE85D27C7DF}"/>
              </a:ext>
            </a:extLst>
          </p:cNvPr>
          <p:cNvSpPr/>
          <p:nvPr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66E5E02-6E7C-0A42-39CB-81BFC21CD8CC}"/>
              </a:ext>
            </a:extLst>
          </p:cNvPr>
          <p:cNvSpPr/>
          <p:nvPr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F932C5E-0E6F-B4BE-5EA9-F033CA4D2ADF}"/>
              </a:ext>
            </a:extLst>
          </p:cNvPr>
          <p:cNvSpPr/>
          <p:nvPr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C70B607-B22C-C626-6402-0F4EF0211754}"/>
              </a:ext>
            </a:extLst>
          </p:cNvPr>
          <p:cNvSpPr/>
          <p:nvPr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58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61" r:id="rId1"/>
    <p:sldLayoutId id="2157483862" r:id="rId2"/>
    <p:sldLayoutId id="2157483863" r:id="rId3"/>
    <p:sldLayoutId id="21574838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FCB92FEA-7A91-3E2A-6A6C-7B3576287B9A}"/>
              </a:ext>
            </a:extLst>
          </p:cNvPr>
          <p:cNvSpPr/>
          <p:nvPr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B1FCC18-E1BA-9325-FC86-1A4E0149B6D9}"/>
              </a:ext>
            </a:extLst>
          </p:cNvPr>
          <p:cNvSpPr/>
          <p:nvPr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>
            <a:extLst>
              <a:ext uri="{FF2B5EF4-FFF2-40B4-BE49-F238E27FC236}">
                <a16:creationId xmlns:a16="http://schemas.microsoft.com/office/drawing/2014/main" id="{E7692700-0403-481F-64B4-0DF02CBC6B11}"/>
              </a:ext>
            </a:extLst>
          </p:cNvPr>
          <p:cNvSpPr/>
          <p:nvPr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EFECD9-D18E-8885-8C4F-95EC826EE155}"/>
              </a:ext>
            </a:extLst>
          </p:cNvPr>
          <p:cNvGrpSpPr/>
          <p:nvPr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3532B09-A537-61B7-2EDF-53111EE57662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3D8411-BD47-AE1C-361C-A49C996EEA7F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409C28D-9B9E-453C-4556-C7C695C850AE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33EC72-E293-983C-2E9A-1A94B38DF9D6}"/>
              </a:ext>
            </a:extLst>
          </p:cNvPr>
          <p:cNvGrpSpPr/>
          <p:nvPr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BC2A79A7-9DE5-1916-6983-E0CFA3B4BFB1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DC72CAC-2655-15AD-8B85-41B1A55DDAF5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A2CE988-BC45-3201-397E-86ABB4D58BE4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2970651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66" r:id="rId1"/>
    <p:sldLayoutId id="2157483867" r:id="rId2"/>
    <p:sldLayoutId id="2157483868" r:id="rId3"/>
    <p:sldLayoutId id="2157483869" r:id="rId4"/>
    <p:sldLayoutId id="2157483870" r:id="rId5"/>
    <p:sldLayoutId id="2157483871" r:id="rId6"/>
    <p:sldLayoutId id="2157483872" r:id="rId7"/>
    <p:sldLayoutId id="2157483873" r:id="rId8"/>
    <p:sldLayoutId id="2157483874" r:id="rId9"/>
    <p:sldLayoutId id="2157483875" r:id="rId10"/>
    <p:sldLayoutId id="2157483876" r:id="rId11"/>
    <p:sldLayoutId id="215748387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7FEA1A44-6F60-08F5-58D2-522940CA86EB}"/>
              </a:ext>
            </a:extLst>
          </p:cNvPr>
          <p:cNvSpPr/>
          <p:nvPr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B6367F12-CD85-256A-CC5A-9094227CE2BA}"/>
              </a:ext>
            </a:extLst>
          </p:cNvPr>
          <p:cNvSpPr/>
          <p:nvPr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6">
            <a:extLst>
              <a:ext uri="{FF2B5EF4-FFF2-40B4-BE49-F238E27FC236}">
                <a16:creationId xmlns:a16="http://schemas.microsoft.com/office/drawing/2014/main" id="{23FB03DC-77D3-A936-BA70-44F4BA9E73C9}"/>
              </a:ext>
            </a:extLst>
          </p:cNvPr>
          <p:cNvSpPr/>
          <p:nvPr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D38913D-60F4-3CB8-0326-EA0F6F7A1E5B}"/>
              </a:ext>
            </a:extLst>
          </p:cNvPr>
          <p:cNvSpPr/>
          <p:nvPr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E92F9F2-B9AB-7B1A-86CF-EBD580A8288D}"/>
              </a:ext>
            </a:extLst>
          </p:cNvPr>
          <p:cNvSpPr/>
          <p:nvPr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47D8282-764C-5028-81AA-9FE85D27C7DF}"/>
              </a:ext>
            </a:extLst>
          </p:cNvPr>
          <p:cNvSpPr/>
          <p:nvPr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66E5E02-6E7C-0A42-39CB-81BFC21CD8CC}"/>
              </a:ext>
            </a:extLst>
          </p:cNvPr>
          <p:cNvSpPr/>
          <p:nvPr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F932C5E-0E6F-B4BE-5EA9-F033CA4D2ADF}"/>
              </a:ext>
            </a:extLst>
          </p:cNvPr>
          <p:cNvSpPr/>
          <p:nvPr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C70B607-B22C-C626-6402-0F4EF0211754}"/>
              </a:ext>
            </a:extLst>
          </p:cNvPr>
          <p:cNvSpPr/>
          <p:nvPr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133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79" r:id="rId1"/>
    <p:sldLayoutId id="2157483880" r:id="rId2"/>
    <p:sldLayoutId id="2157483881" r:id="rId3"/>
    <p:sldLayoutId id="215748388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FCB92FEA-7A91-3E2A-6A6C-7B3576287B9A}"/>
              </a:ext>
            </a:extLst>
          </p:cNvPr>
          <p:cNvSpPr/>
          <p:nvPr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B1FCC18-E1BA-9325-FC86-1A4E0149B6D9}"/>
              </a:ext>
            </a:extLst>
          </p:cNvPr>
          <p:cNvSpPr/>
          <p:nvPr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>
            <a:extLst>
              <a:ext uri="{FF2B5EF4-FFF2-40B4-BE49-F238E27FC236}">
                <a16:creationId xmlns:a16="http://schemas.microsoft.com/office/drawing/2014/main" id="{E7692700-0403-481F-64B4-0DF02CBC6B11}"/>
              </a:ext>
            </a:extLst>
          </p:cNvPr>
          <p:cNvSpPr/>
          <p:nvPr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EFECD9-D18E-8885-8C4F-95EC826EE155}"/>
              </a:ext>
            </a:extLst>
          </p:cNvPr>
          <p:cNvGrpSpPr/>
          <p:nvPr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3532B09-A537-61B7-2EDF-53111EE57662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3D8411-BD47-AE1C-361C-A49C996EEA7F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409C28D-9B9E-453C-4556-C7C695C850AE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33EC72-E293-983C-2E9A-1A94B38DF9D6}"/>
              </a:ext>
            </a:extLst>
          </p:cNvPr>
          <p:cNvGrpSpPr/>
          <p:nvPr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BC2A79A7-9DE5-1916-6983-E0CFA3B4BFB1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DC72CAC-2655-15AD-8B85-41B1A55DDAF5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A2CE988-BC45-3201-397E-86ABB4D58BE4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86238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84" r:id="rId1"/>
    <p:sldLayoutId id="2157483885" r:id="rId2"/>
    <p:sldLayoutId id="2157483886" r:id="rId3"/>
    <p:sldLayoutId id="2157483887" r:id="rId4"/>
    <p:sldLayoutId id="2157483888" r:id="rId5"/>
    <p:sldLayoutId id="2157483889" r:id="rId6"/>
    <p:sldLayoutId id="2157483890" r:id="rId7"/>
    <p:sldLayoutId id="2157483891" r:id="rId8"/>
    <p:sldLayoutId id="2157483892" r:id="rId9"/>
    <p:sldLayoutId id="2157483893" r:id="rId10"/>
    <p:sldLayoutId id="2157483894" r:id="rId11"/>
    <p:sldLayoutId id="2157483895" r:id="rId12"/>
    <p:sldLayoutId id="215748389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AutoShape 18">
            <a:extLst>
              <a:ext uri="{FF2B5EF4-FFF2-40B4-BE49-F238E27FC236}">
                <a16:creationId xmlns:a16="http://schemas.microsoft.com/office/drawing/2014/main" id="{F787F346-EBC7-8402-901F-20EDF9DA3765}"/>
              </a:ext>
            </a:extLst>
          </p:cNvPr>
          <p:cNvSpPr/>
          <p:nvPr/>
        </p:nvSpPr>
        <p:spPr>
          <a:xfrm>
            <a:off x="1016000" y="26162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7200" b="0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音乐专辑数据分析</a:t>
            </a:r>
            <a:endParaRPr lang="en-US" sz="1100" dirty="0"/>
          </a:p>
        </p:txBody>
      </p:sp>
      <p:sp>
        <p:nvSpPr>
          <p:cNvPr id="38" name="AutoShape 19">
            <a:extLst>
              <a:ext uri="{FF2B5EF4-FFF2-40B4-BE49-F238E27FC236}">
                <a16:creationId xmlns:a16="http://schemas.microsoft.com/office/drawing/2014/main" id="{351BE23C-8924-8C19-0034-145CB50DC146}"/>
              </a:ext>
            </a:extLst>
          </p:cNvPr>
          <p:cNvSpPr/>
          <p:nvPr/>
        </p:nvSpPr>
        <p:spPr>
          <a:xfrm>
            <a:off x="3530600" y="3851643"/>
            <a:ext cx="5156200" cy="31041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b="0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基于10万条音乐专辑数据的分析与可视化</a:t>
            </a:r>
            <a:endParaRPr lang="en-US" sz="1000" dirty="0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70B4459D-2A1A-2623-6558-6D0994F3A5F0}"/>
              </a:ext>
            </a:extLst>
          </p:cNvPr>
          <p:cNvGrpSpPr/>
          <p:nvPr/>
        </p:nvGrpSpPr>
        <p:grpSpPr>
          <a:xfrm>
            <a:off x="6553200" y="5530112"/>
            <a:ext cx="3111500" cy="381000"/>
            <a:chOff x="2032000" y="5372100"/>
            <a:chExt cx="3111500" cy="381000"/>
          </a:xfrm>
        </p:grpSpPr>
        <p:sp>
          <p:nvSpPr>
            <p:cNvPr id="40" name="AutoShape 24">
              <a:extLst>
                <a:ext uri="{FF2B5EF4-FFF2-40B4-BE49-F238E27FC236}">
                  <a16:creationId xmlns:a16="http://schemas.microsoft.com/office/drawing/2014/main" id="{7ABA15E9-1ED5-9924-0042-92E97F217A83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1" name="AutoShape 25">
              <a:extLst>
                <a:ext uri="{FF2B5EF4-FFF2-40B4-BE49-F238E27FC236}">
                  <a16:creationId xmlns:a16="http://schemas.microsoft.com/office/drawing/2014/main" id="{0A985DC6-3935-F7C0-2F09-24C0553BC5B9}"/>
                </a:ext>
              </a:extLst>
            </p:cNvPr>
            <p:cNvSpPr/>
            <p:nvPr/>
          </p:nvSpPr>
          <p:spPr>
            <a:xfrm>
              <a:off x="2349500" y="5372100"/>
              <a:ext cx="279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600" b="1" i="0" u="none" strike="noStrike" dirty="0">
                  <a:solidFill>
                    <a:srgbClr val="26476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日期：2026年7月</a:t>
              </a:r>
              <a:endParaRPr lang="en-US" sz="1100" dirty="0"/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03F52D8B-90CB-8B36-2667-FB28F2FD389A}"/>
              </a:ext>
            </a:extLst>
          </p:cNvPr>
          <p:cNvGrpSpPr/>
          <p:nvPr/>
        </p:nvGrpSpPr>
        <p:grpSpPr>
          <a:xfrm>
            <a:off x="2032000" y="4889500"/>
            <a:ext cx="3606800" cy="381000"/>
            <a:chOff x="2032000" y="5372100"/>
            <a:chExt cx="3606800" cy="381000"/>
          </a:xfrm>
        </p:grpSpPr>
        <p:sp>
          <p:nvSpPr>
            <p:cNvPr id="43" name="AutoShape 24">
              <a:extLst>
                <a:ext uri="{FF2B5EF4-FFF2-40B4-BE49-F238E27FC236}">
                  <a16:creationId xmlns:a16="http://schemas.microsoft.com/office/drawing/2014/main" id="{1D1E206E-917F-3720-8282-C43CB697FDCF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4" name="AutoShape 25">
              <a:extLst>
                <a:ext uri="{FF2B5EF4-FFF2-40B4-BE49-F238E27FC236}">
                  <a16:creationId xmlns:a16="http://schemas.microsoft.com/office/drawing/2014/main" id="{2C51082F-5107-B59B-D07B-1DAEACE3FC37}"/>
                </a:ext>
              </a:extLst>
            </p:cNvPr>
            <p:cNvSpPr/>
            <p:nvPr/>
          </p:nvSpPr>
          <p:spPr>
            <a:xfrm>
              <a:off x="2349500" y="5372100"/>
              <a:ext cx="32893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26476A"/>
                  </a:solidFill>
                  <a:effectLst/>
                  <a:uLnTx/>
                  <a:uFillTx/>
                  <a:latin typeface="Noto Sans SC"/>
                  <a:ea typeface="Noto Sans SC"/>
                  <a:cs typeface="Arial"/>
                  <a:sym typeface="Noto Sans SC"/>
                </a:rPr>
                <a:t>项目小组：超级无敌雷霆暴龙战士组</a:t>
              </a: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indent="0" algn="l">
                <a:lnSpc>
                  <a:spcPct val="100000"/>
                </a:lnSpc>
                <a:defRPr/>
              </a:pPr>
              <a:endParaRPr lang="en-US" sz="1100" dirty="0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55562A04-8DEC-19BE-C667-2F177BDC991E}"/>
              </a:ext>
            </a:extLst>
          </p:cNvPr>
          <p:cNvGrpSpPr/>
          <p:nvPr/>
        </p:nvGrpSpPr>
        <p:grpSpPr>
          <a:xfrm>
            <a:off x="6553200" y="4885956"/>
            <a:ext cx="3606800" cy="381000"/>
            <a:chOff x="2032000" y="5372100"/>
            <a:chExt cx="3606800" cy="381000"/>
          </a:xfrm>
        </p:grpSpPr>
        <p:sp>
          <p:nvSpPr>
            <p:cNvPr id="46" name="AutoShape 24">
              <a:extLst>
                <a:ext uri="{FF2B5EF4-FFF2-40B4-BE49-F238E27FC236}">
                  <a16:creationId xmlns:a16="http://schemas.microsoft.com/office/drawing/2014/main" id="{ED49D314-766A-E965-D29C-58E0553E7732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7" name="AutoShape 25">
              <a:extLst>
                <a:ext uri="{FF2B5EF4-FFF2-40B4-BE49-F238E27FC236}">
                  <a16:creationId xmlns:a16="http://schemas.microsoft.com/office/drawing/2014/main" id="{A8F865CF-363F-7584-615D-C14A9916DA06}"/>
                </a:ext>
              </a:extLst>
            </p:cNvPr>
            <p:cNvSpPr/>
            <p:nvPr/>
          </p:nvSpPr>
          <p:spPr>
            <a:xfrm>
              <a:off x="2349500" y="5372100"/>
              <a:ext cx="32893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26476A"/>
                  </a:solidFill>
                  <a:effectLst/>
                  <a:uLnTx/>
                  <a:uFillTx/>
                  <a:latin typeface="Noto Sans SC"/>
                  <a:ea typeface="Noto Sans SC"/>
                  <a:cs typeface="Arial"/>
                  <a:sym typeface="Noto Sans SC"/>
                </a:rPr>
                <a:t>项目成员：钟翌，刁英东，李晨</a:t>
              </a: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indent="0" algn="l">
                <a:lnSpc>
                  <a:spcPct val="100000"/>
                </a:lnSpc>
                <a:defRPr/>
              </a:pPr>
              <a:endParaRPr lang="en-US" sz="1100" dirty="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CD458F0-AB30-365D-CF3C-FA59EF560F33}"/>
              </a:ext>
            </a:extLst>
          </p:cNvPr>
          <p:cNvGrpSpPr/>
          <p:nvPr/>
        </p:nvGrpSpPr>
        <p:grpSpPr>
          <a:xfrm>
            <a:off x="2032000" y="5530112"/>
            <a:ext cx="3111500" cy="381000"/>
            <a:chOff x="2032000" y="5372100"/>
            <a:chExt cx="3111500" cy="381000"/>
          </a:xfrm>
        </p:grpSpPr>
        <p:sp>
          <p:nvSpPr>
            <p:cNvPr id="49" name="AutoShape 24">
              <a:extLst>
                <a:ext uri="{FF2B5EF4-FFF2-40B4-BE49-F238E27FC236}">
                  <a16:creationId xmlns:a16="http://schemas.microsoft.com/office/drawing/2014/main" id="{681FFC8B-5FEE-2BC0-881C-8DDD1E411641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0" name="AutoShape 25">
              <a:extLst>
                <a:ext uri="{FF2B5EF4-FFF2-40B4-BE49-F238E27FC236}">
                  <a16:creationId xmlns:a16="http://schemas.microsoft.com/office/drawing/2014/main" id="{39D16449-4977-7B94-FA61-415370D7AE64}"/>
                </a:ext>
              </a:extLst>
            </p:cNvPr>
            <p:cNvSpPr/>
            <p:nvPr/>
          </p:nvSpPr>
          <p:spPr>
            <a:xfrm>
              <a:off x="2349500" y="5372100"/>
              <a:ext cx="279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zh-CN" altLang="en-US" sz="1600" b="1" dirty="0">
                  <a:solidFill>
                    <a:srgbClr val="26476A"/>
                  </a:solidFill>
                  <a:latin typeface="Noto Sans SC"/>
                  <a:ea typeface="Noto Sans SC"/>
                  <a:sym typeface="Noto Sans SC"/>
                </a:rPr>
                <a:t>汇报人：钟翌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6"/>
          <p:cNvSpPr/>
          <p:nvPr/>
        </p:nvSpPr>
        <p:spPr>
          <a:xfrm>
            <a:off x="3839978" y="1606211"/>
            <a:ext cx="22860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24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实训成果概述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7085783" y="1606211"/>
            <a:ext cx="2336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24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项目背景介绍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3839978" y="2605819"/>
            <a:ext cx="2256022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zh-CN" alt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小组成员分工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7085783" y="2637391"/>
            <a:ext cx="2573372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数据与分析维度</a:t>
            </a: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3835400" y="3690044"/>
            <a:ext cx="22606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结果与可视化</a:t>
            </a:r>
            <a:endParaRPr lang="en-US" sz="1100" dirty="0"/>
          </a:p>
        </p:txBody>
      </p:sp>
      <p:sp>
        <p:nvSpPr>
          <p:cNvPr id="26" name="AutoShape 26"/>
          <p:cNvSpPr/>
          <p:nvPr/>
        </p:nvSpPr>
        <p:spPr>
          <a:xfrm>
            <a:off x="7085783" y="3668572"/>
            <a:ext cx="2336801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algn="ctr"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 </a:t>
            </a:r>
            <a:r>
              <a:rPr lang="en-US" altLang="zh-CN" sz="2400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核心技术亮点</a:t>
            </a:r>
            <a:endParaRPr lang="en-US" sz="1100" dirty="0"/>
          </a:p>
        </p:txBody>
      </p:sp>
      <p:sp>
        <p:nvSpPr>
          <p:cNvPr id="3" name="AutoShape 26">
            <a:extLst>
              <a:ext uri="{FF2B5EF4-FFF2-40B4-BE49-F238E27FC236}">
                <a16:creationId xmlns:a16="http://schemas.microsoft.com/office/drawing/2014/main" id="{B6987F78-A293-46E1-E7B8-8420AD7C7969}"/>
              </a:ext>
            </a:extLst>
          </p:cNvPr>
          <p:cNvSpPr/>
          <p:nvPr/>
        </p:nvSpPr>
        <p:spPr>
          <a:xfrm>
            <a:off x="3839387" y="4689652"/>
            <a:ext cx="2555653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07 </a:t>
            </a:r>
            <a:r>
              <a:rPr lang="en-US" sz="24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经验与实训心得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AutoShape 11">
            <a:extLst>
              <a:ext uri="{FF2B5EF4-FFF2-40B4-BE49-F238E27FC236}">
                <a16:creationId xmlns:a16="http://schemas.microsoft.com/office/drawing/2014/main" id="{EA09E8A2-0FDA-41AD-72E5-69300A796A9C}"/>
              </a:ext>
            </a:extLst>
          </p:cNvPr>
          <p:cNvSpPr/>
          <p:nvPr/>
        </p:nvSpPr>
        <p:spPr>
          <a:xfrm>
            <a:off x="4197799" y="698500"/>
            <a:ext cx="3830533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两周实训学习成果总览</a:t>
            </a:r>
            <a:endParaRPr lang="en-US" sz="1100" dirty="0"/>
          </a:p>
        </p:txBody>
      </p:sp>
      <p:sp>
        <p:nvSpPr>
          <p:cNvPr id="101" name="AutoShape 67">
            <a:extLst>
              <a:ext uri="{FF2B5EF4-FFF2-40B4-BE49-F238E27FC236}">
                <a16:creationId xmlns:a16="http://schemas.microsoft.com/office/drawing/2014/main" id="{E655E885-5204-BB0A-4918-672B3E511ED4}"/>
              </a:ext>
            </a:extLst>
          </p:cNvPr>
          <p:cNvSpPr/>
          <p:nvPr/>
        </p:nvSpPr>
        <p:spPr>
          <a:xfrm>
            <a:off x="794200" y="3860800"/>
            <a:ext cx="2342412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 dirty="0">
                <a:solidFill>
                  <a:srgbClr val="4A66AC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2000" b="1" i="0" u="none" strike="noStrike" dirty="0" err="1">
                <a:solidFill>
                  <a:srgbClr val="4A66AC"/>
                </a:solidFill>
                <a:latin typeface="Noto Sans SC"/>
                <a:ea typeface="Noto Sans SC"/>
                <a:cs typeface="Noto Sans SC"/>
                <a:sym typeface="Noto Sans SC"/>
              </a:rPr>
              <a:t>Python基础</a:t>
            </a:r>
            <a:endParaRPr lang="en-US" sz="1100" dirty="0"/>
          </a:p>
        </p:txBody>
      </p:sp>
      <p:sp>
        <p:nvSpPr>
          <p:cNvPr id="103" name="AutoShape 68">
            <a:extLst>
              <a:ext uri="{FF2B5EF4-FFF2-40B4-BE49-F238E27FC236}">
                <a16:creationId xmlns:a16="http://schemas.microsoft.com/office/drawing/2014/main" id="{B1977FAD-D24A-314D-15AA-BC6E08FD288E}"/>
              </a:ext>
            </a:extLst>
          </p:cNvPr>
          <p:cNvSpPr/>
          <p:nvPr/>
        </p:nvSpPr>
        <p:spPr>
          <a:xfrm>
            <a:off x="794200" y="4254500"/>
            <a:ext cx="2342412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语法基础 · 数据类型 · 条件判断 · 循环遍历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函数与模块 · 文件读写 · 面向对象 · 异常处理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完成：学生成绩管理系统 · 数学计算器 · 堆栈小游戏</a:t>
            </a:r>
          </a:p>
          <a:p>
            <a:pPr>
              <a:buNone/>
            </a:pPr>
            <a:br>
              <a:rPr lang="zh-CN" altLang="zh-CN" sz="1200" dirty="0"/>
            </a:br>
            <a:endParaRPr lang="en-US" sz="1100" dirty="0"/>
          </a:p>
        </p:txBody>
      </p:sp>
      <p:sp>
        <p:nvSpPr>
          <p:cNvPr id="105" name="AutoShape 69">
            <a:extLst>
              <a:ext uri="{FF2B5EF4-FFF2-40B4-BE49-F238E27FC236}">
                <a16:creationId xmlns:a16="http://schemas.microsoft.com/office/drawing/2014/main" id="{87BE7462-11AA-CEB1-F90D-8DD12C55D33C}"/>
              </a:ext>
            </a:extLst>
          </p:cNvPr>
          <p:cNvSpPr/>
          <p:nvPr/>
        </p:nvSpPr>
        <p:spPr>
          <a:xfrm>
            <a:off x="3512000" y="3860800"/>
            <a:ext cx="2342412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 dirty="0">
                <a:solidFill>
                  <a:srgbClr val="629DD1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2000" b="1" i="0" u="none" strike="noStrike" dirty="0" err="1">
                <a:solidFill>
                  <a:srgbClr val="629DD1"/>
                </a:solidFill>
                <a:latin typeface="Noto Sans SC"/>
                <a:ea typeface="Noto Sans SC"/>
                <a:cs typeface="Noto Sans SC"/>
                <a:sym typeface="Noto Sans SC"/>
              </a:rPr>
              <a:t>Python进阶</a:t>
            </a:r>
            <a:endParaRPr lang="en-US" sz="1100" dirty="0"/>
          </a:p>
        </p:txBody>
      </p:sp>
      <p:sp>
        <p:nvSpPr>
          <p:cNvPr id="107" name="AutoShape 70">
            <a:extLst>
              <a:ext uri="{FF2B5EF4-FFF2-40B4-BE49-F238E27FC236}">
                <a16:creationId xmlns:a16="http://schemas.microsoft.com/office/drawing/2014/main" id="{2A779C6A-5F10-D6DC-31F4-F79AD585BEC6}"/>
              </a:ext>
            </a:extLst>
          </p:cNvPr>
          <p:cNvSpPr/>
          <p:nvPr/>
        </p:nvSpPr>
        <p:spPr>
          <a:xfrm>
            <a:off x="3512000" y="4254500"/>
            <a:ext cx="2342412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装饰器 · 推导式 · 迭代器 · 生成器 · 函数式编程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完成：课程资料整理器（命令行工具）</a:t>
            </a:r>
          </a:p>
          <a:p>
            <a:pPr marL="0" indent="0" algn="ctr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09" name="AutoShape 71">
            <a:extLst>
              <a:ext uri="{FF2B5EF4-FFF2-40B4-BE49-F238E27FC236}">
                <a16:creationId xmlns:a16="http://schemas.microsoft.com/office/drawing/2014/main" id="{35D71FFA-2D87-B2FC-200D-E604C6F3797F}"/>
              </a:ext>
            </a:extLst>
          </p:cNvPr>
          <p:cNvSpPr/>
          <p:nvPr/>
        </p:nvSpPr>
        <p:spPr>
          <a:xfrm>
            <a:off x="6229800" y="3860800"/>
            <a:ext cx="2342412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 dirty="0">
                <a:solidFill>
                  <a:srgbClr val="297FD5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000" b="1" i="0" u="none" strike="noStrike" dirty="0" err="1">
                <a:solidFill>
                  <a:srgbClr val="297FD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数据分析核心库</a:t>
            </a:r>
            <a:endParaRPr lang="en-US" sz="1100" dirty="0"/>
          </a:p>
        </p:txBody>
      </p:sp>
      <p:sp>
        <p:nvSpPr>
          <p:cNvPr id="111" name="AutoShape 72">
            <a:extLst>
              <a:ext uri="{FF2B5EF4-FFF2-40B4-BE49-F238E27FC236}">
                <a16:creationId xmlns:a16="http://schemas.microsoft.com/office/drawing/2014/main" id="{03E1F7A6-0999-785E-8863-0232353E08D2}"/>
              </a:ext>
            </a:extLst>
          </p:cNvPr>
          <p:cNvSpPr/>
          <p:nvPr/>
        </p:nvSpPr>
        <p:spPr>
          <a:xfrm>
            <a:off x="6229800" y="4254500"/>
            <a:ext cx="2342412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NumPy（向量化计算）· Pandas（数据处理）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Matplotlib/Seaborn（可视化）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完成：NumPy数组练习 · Pandas数据清洗练习</a:t>
            </a:r>
          </a:p>
          <a:p>
            <a:pPr>
              <a:buNone/>
            </a:pPr>
            <a:br>
              <a:rPr lang="zh-CN" altLang="zh-CN" sz="1200" dirty="0"/>
            </a:br>
            <a:endParaRPr lang="en-US" sz="1100" dirty="0"/>
          </a:p>
        </p:txBody>
      </p:sp>
      <p:sp>
        <p:nvSpPr>
          <p:cNvPr id="113" name="AutoShape 73">
            <a:extLst>
              <a:ext uri="{FF2B5EF4-FFF2-40B4-BE49-F238E27FC236}">
                <a16:creationId xmlns:a16="http://schemas.microsoft.com/office/drawing/2014/main" id="{08D2363C-2E8E-5E92-C60E-C7F3B4351C50}"/>
              </a:ext>
            </a:extLst>
          </p:cNvPr>
          <p:cNvSpPr/>
          <p:nvPr/>
        </p:nvSpPr>
        <p:spPr>
          <a:xfrm>
            <a:off x="8985700" y="3860800"/>
            <a:ext cx="2342412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7F8FA9"/>
                </a:solidFill>
                <a:latin typeface="Noto Sans SC"/>
                <a:ea typeface="Noto Sans SC"/>
                <a:cs typeface="Noto Sans SC"/>
                <a:sym typeface="Noto Sans SC"/>
              </a:rPr>
              <a:t>04 数据采集与实战</a:t>
            </a:r>
            <a:endParaRPr lang="en-US" sz="1100"/>
          </a:p>
        </p:txBody>
      </p:sp>
      <p:sp>
        <p:nvSpPr>
          <p:cNvPr id="115" name="AutoShape 74">
            <a:extLst>
              <a:ext uri="{FF2B5EF4-FFF2-40B4-BE49-F238E27FC236}">
                <a16:creationId xmlns:a16="http://schemas.microsoft.com/office/drawing/2014/main" id="{13A64294-3E6F-86D3-B0D2-5F04CD2219AF}"/>
              </a:ext>
            </a:extLst>
          </p:cNvPr>
          <p:cNvSpPr/>
          <p:nvPr/>
        </p:nvSpPr>
        <p:spPr>
          <a:xfrm>
            <a:off x="8985700" y="4254500"/>
            <a:ext cx="2342412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Requests · BeautifulSoup · XPath · Selenium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完成：音乐专辑数据分析（10万+条，5个任务，5张图表）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AutoShape 24">
            <a:extLst>
              <a:ext uri="{FF2B5EF4-FFF2-40B4-BE49-F238E27FC236}">
                <a16:creationId xmlns:a16="http://schemas.microsoft.com/office/drawing/2014/main" id="{7F2580B3-33BB-5ABD-EE2A-5AF633AE6F16}"/>
              </a:ext>
            </a:extLst>
          </p:cNvPr>
          <p:cNvSpPr/>
          <p:nvPr/>
        </p:nvSpPr>
        <p:spPr>
          <a:xfrm>
            <a:off x="1524000" y="3931387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多维数组创建与形状变换 · 矢量化运算与广播机制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聚合统计与矩阵线性代数运算</a:t>
            </a:r>
          </a:p>
        </p:txBody>
      </p:sp>
      <p:sp>
        <p:nvSpPr>
          <p:cNvPr id="57" name="AutoShape 25">
            <a:extLst>
              <a:ext uri="{FF2B5EF4-FFF2-40B4-BE49-F238E27FC236}">
                <a16:creationId xmlns:a16="http://schemas.microsoft.com/office/drawing/2014/main" id="{8042C8D9-E5F8-0A41-D1BA-E53F845AAB65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01 NumPy</a:t>
            </a:r>
            <a:endParaRPr lang="en-US" sz="1100" dirty="0"/>
          </a:p>
          <a:p>
            <a:pPr marL="0" indent="0" algn="ctr">
              <a:lnSpc>
                <a:spcPct val="100000"/>
              </a:lnSpc>
            </a:pPr>
            <a:r>
              <a:rPr lang="en-US" sz="16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数值计算基础</a:t>
            </a: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9" name="AutoShape 26">
            <a:extLst>
              <a:ext uri="{FF2B5EF4-FFF2-40B4-BE49-F238E27FC236}">
                <a16:creationId xmlns:a16="http://schemas.microsoft.com/office/drawing/2014/main" id="{B5C0A44A-14CE-713E-0F7E-ABC7523C6ED7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02 Pandas</a:t>
            </a:r>
            <a:endParaRPr lang="en-US" sz="1100" dirty="0"/>
          </a:p>
          <a:p>
            <a:pPr marL="0" indent="0" algn="ctr">
              <a:lnSpc>
                <a:spcPct val="100000"/>
              </a:lnSpc>
            </a:pPr>
            <a:r>
              <a:rPr lang="en-US" sz="16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数据处理核心</a:t>
            </a: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1" name="AutoShape 27">
            <a:extLst>
              <a:ext uri="{FF2B5EF4-FFF2-40B4-BE49-F238E27FC236}">
                <a16:creationId xmlns:a16="http://schemas.microsoft.com/office/drawing/2014/main" id="{180A06D1-7E79-6B02-D4AB-D3ADE2B9F62E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1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数据可视化</a:t>
            </a:r>
            <a:endParaRPr lang="en-US" sz="1100" dirty="0"/>
          </a:p>
          <a:p>
            <a:pPr marL="0" indent="0" algn="ctr">
              <a:lnSpc>
                <a:spcPct val="100000"/>
              </a:lnSpc>
            </a:pPr>
            <a:r>
              <a:rPr lang="en-US" sz="16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Matplotlib/Seaborn</a:t>
            </a:r>
          </a:p>
        </p:txBody>
      </p:sp>
      <p:sp>
        <p:nvSpPr>
          <p:cNvPr id="63" name="AutoShape 28">
            <a:extLst>
              <a:ext uri="{FF2B5EF4-FFF2-40B4-BE49-F238E27FC236}">
                <a16:creationId xmlns:a16="http://schemas.microsoft.com/office/drawing/2014/main" id="{EC06D0B1-C41F-292E-8C73-83D58B1E3642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1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实战案例</a:t>
            </a:r>
            <a:endParaRPr lang="en-US" sz="1100" dirty="0"/>
          </a:p>
          <a:p>
            <a:pPr marL="0" indent="0" algn="ctr">
              <a:lnSpc>
                <a:spcPct val="100000"/>
              </a:lnSpc>
            </a:pPr>
            <a:r>
              <a:rPr lang="en-US" sz="16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综合应用巩固</a:t>
            </a: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5" name="AutoShape 29">
            <a:extLst>
              <a:ext uri="{FF2B5EF4-FFF2-40B4-BE49-F238E27FC236}">
                <a16:creationId xmlns:a16="http://schemas.microsoft.com/office/drawing/2014/main" id="{7F3E228F-429B-818B-C0BA-F425C7C0D3D6}"/>
              </a:ext>
            </a:extLst>
          </p:cNvPr>
          <p:cNvSpPr/>
          <p:nvPr/>
        </p:nvSpPr>
        <p:spPr>
          <a:xfrm>
            <a:off x="3987800" y="3956787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Series与DataFrame操作 · 数据读取与清洗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分组聚合（groupby+agg）· 多级索引与unstack透视</a:t>
            </a:r>
          </a:p>
        </p:txBody>
      </p:sp>
      <p:sp>
        <p:nvSpPr>
          <p:cNvPr id="67" name="AutoShape 31">
            <a:extLst>
              <a:ext uri="{FF2B5EF4-FFF2-40B4-BE49-F238E27FC236}">
                <a16:creationId xmlns:a16="http://schemas.microsoft.com/office/drawing/2014/main" id="{ECF42C52-B4B0-F826-D2CB-59E64EC2F6E3}"/>
              </a:ext>
            </a:extLst>
          </p:cNvPr>
          <p:cNvSpPr/>
          <p:nvPr/>
        </p:nvSpPr>
        <p:spPr>
          <a:xfrm>
            <a:off x="6426200" y="3944087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柱状图 · 折线图 · 双轴图（twinx）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分组柱状图 · 多折线叠加 · 图表美化与保存</a:t>
            </a:r>
          </a:p>
        </p:txBody>
      </p:sp>
      <p:sp>
        <p:nvSpPr>
          <p:cNvPr id="69" name="AutoShape 32">
            <a:extLst>
              <a:ext uri="{FF2B5EF4-FFF2-40B4-BE49-F238E27FC236}">
                <a16:creationId xmlns:a16="http://schemas.microsoft.com/office/drawing/2014/main" id="{7F8FA0CC-F0F2-04CA-0BC1-BE4D6223EA58}"/>
              </a:ext>
            </a:extLst>
          </p:cNvPr>
          <p:cNvSpPr/>
          <p:nvPr/>
        </p:nvSpPr>
        <p:spPr>
          <a:xfrm>
            <a:off x="8915400" y="3956787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NumPy数组实操 · Pandas数据清洗练习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音乐专辑数据分析项目（5个任务，5张图表）</a:t>
            </a:r>
          </a:p>
        </p:txBody>
      </p:sp>
      <p:sp>
        <p:nvSpPr>
          <p:cNvPr id="71" name="AutoShape 53">
            <a:extLst>
              <a:ext uri="{FF2B5EF4-FFF2-40B4-BE49-F238E27FC236}">
                <a16:creationId xmlns:a16="http://schemas.microsoft.com/office/drawing/2014/main" id="{5AD58245-C10B-0E45-2E41-A0A4A93D8A55}"/>
              </a:ext>
            </a:extLst>
          </p:cNvPr>
          <p:cNvSpPr/>
          <p:nvPr/>
        </p:nvSpPr>
        <p:spPr>
          <a:xfrm>
            <a:off x="4700476" y="682552"/>
            <a:ext cx="2791047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数据分析核心库学习成果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AutoShape 37">
            <a:extLst>
              <a:ext uri="{FF2B5EF4-FFF2-40B4-BE49-F238E27FC236}">
                <a16:creationId xmlns:a16="http://schemas.microsoft.com/office/drawing/2014/main" id="{6DB88ACC-E171-6BD7-1801-879035991015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音乐行业是典型的数据密集型领域，每年产出海量专辑信息、销量数据与专业/大众评分。这些数据沉淀着市场偏好、行业趋势与艺术价值的关联，通过系统化的数据分析，能够从繁杂信息中剥离出有价值的规律，为理解行业生态提供客观依据。</a:t>
            </a:r>
            <a:endParaRPr lang="en-US" sz="1100"/>
          </a:p>
        </p:txBody>
      </p:sp>
      <p:sp>
        <p:nvSpPr>
          <p:cNvPr id="46" name="AutoShape 38">
            <a:extLst>
              <a:ext uri="{FF2B5EF4-FFF2-40B4-BE49-F238E27FC236}">
                <a16:creationId xmlns:a16="http://schemas.microsoft.com/office/drawing/2014/main" id="{59E75596-5C95-F14F-8AF6-D50C3C06850F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次分析将围绕四大核心问题展开：探究各音乐类型的专辑发行数量差异；对比不同流派的市场销量表现；梳理近20年音乐行业的发展脉络与风格演变趋势；以及分析专业评分与大众口碑在不同品类中的表现异同。</a:t>
            </a:r>
            <a:endParaRPr lang="en-US" sz="1100" dirty="0"/>
          </a:p>
        </p:txBody>
      </p:sp>
      <p:sp>
        <p:nvSpPr>
          <p:cNvPr id="48" name="AutoShape 39">
            <a:extLst>
              <a:ext uri="{FF2B5EF4-FFF2-40B4-BE49-F238E27FC236}">
                <a16:creationId xmlns:a16="http://schemas.microsoft.com/office/drawing/2014/main" id="{189DE27E-5DBE-D05B-BF83-FF62084687A3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分析目标是通过多维度的数据挖掘与交叉验证，量化呈现音乐市场的格局特征，揭示行业发展的关键驱动因素与潜在趋势，用客观数据还原音乐产业的发展逻辑，为行业洞察与相关决策提供坚实的数据支撑。</a:t>
            </a:r>
            <a:endParaRPr lang="en-US" sz="1100" dirty="0"/>
          </a:p>
        </p:txBody>
      </p:sp>
      <p:sp>
        <p:nvSpPr>
          <p:cNvPr id="50" name="AutoShape 42">
            <a:extLst>
              <a:ext uri="{FF2B5EF4-FFF2-40B4-BE49-F238E27FC236}">
                <a16:creationId xmlns:a16="http://schemas.microsoft.com/office/drawing/2014/main" id="{B6F73C20-F213-5F2C-C259-F14E36740070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项目背景：为何分析音乐行业</a:t>
            </a:r>
            <a:r>
              <a:rPr lang="en-US" sz="28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13">
            <a:extLst>
              <a:ext uri="{FF2B5EF4-FFF2-40B4-BE49-F238E27FC236}">
                <a16:creationId xmlns:a16="http://schemas.microsoft.com/office/drawing/2014/main" id="{BAB603C9-0F0E-238C-E3BB-5CE6F1E65C95}"/>
              </a:ext>
            </a:extLst>
          </p:cNvPr>
          <p:cNvSpPr/>
          <p:nvPr/>
        </p:nvSpPr>
        <p:spPr>
          <a:xfrm>
            <a:off x="1905000" y="1761465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sz="2000" b="1" i="0" u="none" strike="noStrike" spc="100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项目全流程</a:t>
            </a:r>
            <a:r>
              <a:rPr lang="zh-CN" altLang="en-US" sz="2000" b="1" spc="100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分工合作</a:t>
            </a:r>
            <a:endParaRPr lang="en-US" sz="1100" dirty="0"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556E88E2-FFA3-F727-21E5-6FD4C4431065}"/>
              </a:ext>
            </a:extLst>
          </p:cNvPr>
          <p:cNvSpPr/>
          <p:nvPr/>
        </p:nvSpPr>
        <p:spPr>
          <a:xfrm>
            <a:off x="1257300" y="2037028"/>
            <a:ext cx="3987800" cy="34546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lvl="0" indent="0" algn="just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i="0" u="none" strike="noStrike" spc="100" dirty="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本项目由3</a:t>
            </a:r>
            <a:r>
              <a:rPr lang="zh-CN" altLang="en-US" sz="1600" b="0" i="0" u="none" strike="noStrike" spc="100" dirty="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人小组合作</a:t>
            </a:r>
            <a:r>
              <a:rPr lang="en-US" sz="1600" b="0" i="0" u="none" strike="noStrike" spc="100" dirty="0" err="1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完成全流程开发</a:t>
            </a:r>
            <a:endParaRPr lang="en-US" sz="1600" b="0" i="0" u="none" strike="noStrike" spc="100" dirty="0">
              <a:solidFill>
                <a:srgbClr val="26262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just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钟翌：数据清洗 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· 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缺失值与异常值处理</a:t>
            </a:r>
            <a:endParaRPr lang="en-US" altLang="zh-CN" sz="1600" spc="100" dirty="0">
              <a:solidFill>
                <a:srgbClr val="262626"/>
              </a:solidFill>
              <a:latin typeface="Noto Sans SC"/>
              <a:ea typeface="Noto Sans SC"/>
              <a:sym typeface="Noto Sans SC"/>
            </a:endParaRPr>
          </a:p>
          <a:p>
            <a:pPr marL="0" marR="0" lvl="0" indent="0" algn="just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刁英东：任务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1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、任务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2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代码实现 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· 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数据处理与清洗</a:t>
            </a:r>
            <a:endParaRPr lang="en-US" altLang="zh-CN" sz="1600" spc="100" dirty="0">
              <a:solidFill>
                <a:srgbClr val="262626"/>
              </a:solidFill>
              <a:latin typeface="Noto Sans SC"/>
              <a:ea typeface="Noto Sans SC"/>
              <a:sym typeface="Noto Sans SC"/>
            </a:endParaRPr>
          </a:p>
          <a:p>
            <a:pPr marL="0" marR="0" lvl="0" indent="0" algn="just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李晨：任务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3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、任务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4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、任务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5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可视化图表绘制</a:t>
            </a:r>
            <a:endParaRPr lang="en-US" altLang="zh-CN" sz="1600" spc="100" dirty="0">
              <a:solidFill>
                <a:srgbClr val="262626"/>
              </a:solidFill>
              <a:latin typeface="Noto Sans SC"/>
              <a:ea typeface="Noto Sans SC"/>
              <a:sym typeface="Noto Sans SC"/>
            </a:endParaRPr>
          </a:p>
          <a:p>
            <a:pPr marL="0" marR="0" lvl="0" indent="0" algn="just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</a:rPr>
              <a:t>合作方式：</a:t>
            </a:r>
          </a:p>
          <a:p>
            <a:pPr marL="0" marR="0" lvl="0" indent="0" algn="just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</a:rPr>
              <a:t>代码整合与联调 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</a:rPr>
              <a:t>· 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</a:rPr>
              <a:t>共同完成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</a:rPr>
              <a:t>PPT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</a:rPr>
              <a:t>与答辩准备</a:t>
            </a:r>
            <a:endParaRPr lang="en-US" sz="1600" spc="100" dirty="0">
              <a:solidFill>
                <a:srgbClr val="262626"/>
              </a:solidFill>
              <a:latin typeface="Noto Sans SC"/>
              <a:ea typeface="Noto Sans SC"/>
            </a:endParaRPr>
          </a:p>
        </p:txBody>
      </p:sp>
      <p:sp>
        <p:nvSpPr>
          <p:cNvPr id="27" name="AutoShape 17">
            <a:extLst>
              <a:ext uri="{FF2B5EF4-FFF2-40B4-BE49-F238E27FC236}">
                <a16:creationId xmlns:a16="http://schemas.microsoft.com/office/drawing/2014/main" id="{36EA3104-2C73-8D6C-6646-121C08ADBEFC}"/>
              </a:ext>
            </a:extLst>
          </p:cNvPr>
          <p:cNvSpPr/>
          <p:nvPr/>
        </p:nvSpPr>
        <p:spPr>
          <a:xfrm>
            <a:off x="7543800" y="1761465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sz="2000" b="1" i="0" u="none" strike="noStrike" spc="100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关键阶段与技能应用</a:t>
            </a:r>
            <a:endParaRPr lang="en-US" sz="1100" dirty="0"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F7872B4-0BC9-B5B0-B54D-9839CDA925D8}"/>
              </a:ext>
            </a:extLst>
          </p:cNvPr>
          <p:cNvSpPr/>
          <p:nvPr/>
        </p:nvSpPr>
        <p:spPr>
          <a:xfrm>
            <a:off x="6896100" y="2037028"/>
            <a:ext cx="3987800" cy="34546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lvl="0" indent="0" algn="just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i="0" u="none" strike="noStrike" spc="100" dirty="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分为数据准备、清洗处理、代码开发、可视化与报告撰写五大核心阶段。熟练运用Pandas完成数据探索与清洗，基于NumPy实现高效数值计算，通过Matplotlib与Seaborn打造多维度可视化图表，实现数据价值的深度挖掘与直观传递。</a:t>
            </a:r>
            <a:r>
              <a:rPr kumimoji="0" lang="en-US" altLang="zh-CN" sz="1600" b="0" i="0" u="none" strike="noStrike" kern="1200" cap="none" spc="1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在技术落地中，重点攻克数据清洗的异常值处理与多表关联难题，实现分析脚本的模块化与可复用性。最终产出5张高质量可视化图表，精准呈现数据特征与分析结论，并以严谨的逻辑梳理项目过程，形成完整的成果报告。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思源黑体 CN Regular"/>
              <a:cs typeface="+mn-cs"/>
            </a:endParaRPr>
          </a:p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5" name="AutoShape 21">
            <a:extLst>
              <a:ext uri="{FF2B5EF4-FFF2-40B4-BE49-F238E27FC236}">
                <a16:creationId xmlns:a16="http://schemas.microsoft.com/office/drawing/2014/main" id="{6E56344C-A705-77F2-D95B-4BF5E406B283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团队协作与分工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utoShape 15">
            <a:extLst>
              <a:ext uri="{FF2B5EF4-FFF2-40B4-BE49-F238E27FC236}">
                <a16:creationId xmlns:a16="http://schemas.microsoft.com/office/drawing/2014/main" id="{7985AF0F-14DF-8628-66BB-B047986BD85E}"/>
              </a:ext>
            </a:extLst>
          </p:cNvPr>
          <p:cNvSpPr/>
          <p:nvPr/>
        </p:nvSpPr>
        <p:spPr>
          <a:xfrm>
            <a:off x="4817508" y="3429000"/>
            <a:ext cx="2556983" cy="78444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2000" b="1" i="0" u="none" strike="noStrike" dirty="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 数据来源与技术方案</a:t>
            </a:r>
            <a:endParaRPr lang="en-US" sz="1100" dirty="0"/>
          </a:p>
        </p:txBody>
      </p:sp>
      <p:sp>
        <p:nvSpPr>
          <p:cNvPr id="41" name="AutoShape 33">
            <a:extLst>
              <a:ext uri="{FF2B5EF4-FFF2-40B4-BE49-F238E27FC236}">
                <a16:creationId xmlns:a16="http://schemas.microsoft.com/office/drawing/2014/main" id="{F81AE7D5-02F4-C710-3CB8-4DDA4572A91C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14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基于Kaggle公开数据集albums.csv，收录全球范围内超10万条音乐专辑记录，数据覆盖多语种、多地区，具备广泛的代表性与研究价值。</a:t>
            </a:r>
          </a:p>
        </p:txBody>
      </p:sp>
      <p:sp>
        <p:nvSpPr>
          <p:cNvPr id="43" name="AutoShape 34">
            <a:extLst>
              <a:ext uri="{FF2B5EF4-FFF2-40B4-BE49-F238E27FC236}">
                <a16:creationId xmlns:a16="http://schemas.microsoft.com/office/drawing/2014/main" id="{653AB62A-84E0-9EEF-6ABC-487993359F43}"/>
              </a:ext>
            </a:extLst>
          </p:cNvPr>
          <p:cNvSpPr/>
          <p:nvPr/>
        </p:nvSpPr>
        <p:spPr>
          <a:xfrm>
            <a:off x="1435100" y="3898901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14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多维分析视角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涵盖流派数量统计、销量排行对比、近20年发行趋势，同时深挖头部流派的年份演变规律及用户评分差异，全方位解析音乐市场特征。</a:t>
            </a:r>
          </a:p>
        </p:txBody>
      </p:sp>
      <p:sp>
        <p:nvSpPr>
          <p:cNvPr id="45" name="AutoShape 35">
            <a:extLst>
              <a:ext uri="{FF2B5EF4-FFF2-40B4-BE49-F238E27FC236}">
                <a16:creationId xmlns:a16="http://schemas.microsoft.com/office/drawing/2014/main" id="{48A6C49E-2496-6AC9-0F67-93A0A5CFC275}"/>
              </a:ext>
            </a:extLst>
          </p:cNvPr>
          <p:cNvSpPr/>
          <p:nvPr/>
        </p:nvSpPr>
        <p:spPr>
          <a:xfrm>
            <a:off x="8039100" y="3898901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04 技术实现架构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以Python为核心，利用Pandas进行高效的数据清洗与结构化处理，结合Matplotlib与Seaborn实现直观可视化，NumPy保障数值运算的高效性。</a:t>
            </a:r>
          </a:p>
        </p:txBody>
      </p:sp>
      <p:sp>
        <p:nvSpPr>
          <p:cNvPr id="47" name="AutoShape 36">
            <a:extLst>
              <a:ext uri="{FF2B5EF4-FFF2-40B4-BE49-F238E27FC236}">
                <a16:creationId xmlns:a16="http://schemas.microsoft.com/office/drawing/2014/main" id="{CA9FE783-82C2-2634-D78E-9C0C1C23C05C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14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核心数据字段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筛选genre（音乐流派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）、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year_of_pub（发行年份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）、num_of_sales（专辑销量）等7个关键指标，覆盖专辑的基础属性、商业表现与时间维度。</a:t>
            </a:r>
          </a:p>
        </p:txBody>
      </p:sp>
      <p:sp>
        <p:nvSpPr>
          <p:cNvPr id="49" name="AutoShape 37">
            <a:extLst>
              <a:ext uri="{FF2B5EF4-FFF2-40B4-BE49-F238E27FC236}">
                <a16:creationId xmlns:a16="http://schemas.microsoft.com/office/drawing/2014/main" id="{6A8D435F-0EC8-738E-B483-78026DA33AD5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数据来源与技术方案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AutoShape 44">
            <a:extLst>
              <a:ext uri="{FF2B5EF4-FFF2-40B4-BE49-F238E27FC236}">
                <a16:creationId xmlns:a16="http://schemas.microsoft.com/office/drawing/2014/main" id="{44B1853E-8CF5-63D4-6D1F-E664D27B81FA}"/>
              </a:ext>
            </a:extLst>
          </p:cNvPr>
          <p:cNvSpPr/>
          <p:nvPr/>
        </p:nvSpPr>
        <p:spPr>
          <a:xfrm>
            <a:off x="6400800" y="1208112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sz="15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任务一：各类型专辑数量统计</a:t>
            </a:r>
            <a:br>
              <a:rPr lang="en-US" sz="1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</a:t>
            </a:r>
            <a:r>
              <a:rPr lang="en-US" altLang="zh-CN" sz="1400" b="0" i="0" u="none" strike="noStrike" dirty="0" err="1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value_counts</a:t>
            </a:r>
            <a:r>
              <a:rPr lang="en-US" altLang="zh-CN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() </a:t>
            </a:r>
            <a:r>
              <a:rPr lang="zh-CN" alt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统计各音乐类型的专辑发行量，绘制柱状图</a:t>
            </a:r>
          </a:p>
        </p:txBody>
      </p:sp>
      <p:sp>
        <p:nvSpPr>
          <p:cNvPr id="52" name="AutoShape 45">
            <a:extLst>
              <a:ext uri="{FF2B5EF4-FFF2-40B4-BE49-F238E27FC236}">
                <a16:creationId xmlns:a16="http://schemas.microsoft.com/office/drawing/2014/main" id="{BC2EE69F-901B-B5EC-3003-3FEDF70F6997}"/>
              </a:ext>
            </a:extLst>
          </p:cNvPr>
          <p:cNvSpPr/>
          <p:nvPr/>
        </p:nvSpPr>
        <p:spPr>
          <a:xfrm>
            <a:off x="6419939" y="217081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sz="15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任务二：各类型专辑销量统计</a:t>
            </a:r>
          </a:p>
          <a:p>
            <a:pPr marL="0" indent="0" algn="l">
              <a:lnSpc>
                <a:spcPct val="116666"/>
              </a:lnSpc>
              <a:defRPr/>
            </a:pPr>
            <a:r>
              <a:rPr lang="zh-CN" altLang="en-US" sz="1400" dirty="0">
                <a:solidFill>
                  <a:srgbClr val="595959"/>
                </a:solidFill>
                <a:latin typeface="Noto Sans SC"/>
                <a:ea typeface="Noto Sans SC"/>
                <a:sym typeface="Noto Sans SC"/>
              </a:rPr>
              <a:t>使用 </a:t>
            </a:r>
            <a:r>
              <a:rPr lang="en-US" altLang="zh-CN" sz="1400" dirty="0" err="1">
                <a:solidFill>
                  <a:srgbClr val="595959"/>
                </a:solidFill>
                <a:latin typeface="Noto Sans SC"/>
                <a:ea typeface="Noto Sans SC"/>
                <a:sym typeface="Noto Sans SC"/>
              </a:rPr>
              <a:t>groupby</a:t>
            </a:r>
            <a:r>
              <a:rPr lang="en-US" altLang="zh-CN" sz="1400" dirty="0">
                <a:solidFill>
                  <a:srgbClr val="595959"/>
                </a:solidFill>
                <a:latin typeface="Noto Sans SC"/>
                <a:ea typeface="Noto Sans SC"/>
                <a:sym typeface="Noto Sans SC"/>
              </a:rPr>
              <a:t>().sum() </a:t>
            </a:r>
            <a:r>
              <a:rPr lang="zh-CN" altLang="en-US" sz="1400" dirty="0">
                <a:solidFill>
                  <a:srgbClr val="595959"/>
                </a:solidFill>
                <a:latin typeface="Noto Sans SC"/>
                <a:ea typeface="Noto Sans SC"/>
                <a:sym typeface="Noto Sans SC"/>
              </a:rPr>
              <a:t>计算各类型销量总和，绘制柱状图</a:t>
            </a:r>
            <a:endParaRPr lang="en-US" sz="1400" dirty="0">
              <a:solidFill>
                <a:srgbClr val="595959"/>
              </a:solidFill>
              <a:latin typeface="Noto Sans SC"/>
              <a:ea typeface="Noto Sans SC"/>
            </a:endParaRPr>
          </a:p>
        </p:txBody>
      </p:sp>
      <p:sp>
        <p:nvSpPr>
          <p:cNvPr id="54" name="AutoShape 46">
            <a:extLst>
              <a:ext uri="{FF2B5EF4-FFF2-40B4-BE49-F238E27FC236}">
                <a16:creationId xmlns:a16="http://schemas.microsoft.com/office/drawing/2014/main" id="{292D25E7-A01C-7EA3-45CE-D63B35A2BF25}"/>
              </a:ext>
            </a:extLst>
          </p:cNvPr>
          <p:cNvSpPr/>
          <p:nvPr/>
        </p:nvSpPr>
        <p:spPr>
          <a:xfrm>
            <a:off x="6438900" y="3056411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sz="15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任务三：近</a:t>
            </a:r>
            <a:r>
              <a:rPr lang="en-US" altLang="zh-CN" sz="15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20</a:t>
            </a:r>
            <a:r>
              <a:rPr lang="zh-CN" altLang="en-US" sz="15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年专辑与单曲数量趋势</a:t>
            </a:r>
            <a:br>
              <a:rPr lang="en-US" sz="1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</a:t>
            </a:r>
            <a:r>
              <a:rPr lang="en-US" altLang="zh-CN" sz="1400" b="0" i="0" u="none" strike="noStrike" dirty="0" err="1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groupby</a:t>
            </a:r>
            <a:r>
              <a:rPr lang="en-US" altLang="zh-CN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().</a:t>
            </a:r>
            <a:r>
              <a:rPr lang="en-US" altLang="zh-CN" sz="1400" b="0" i="0" u="none" strike="noStrike" dirty="0" err="1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agg</a:t>
            </a:r>
            <a:r>
              <a:rPr lang="en-US" altLang="zh-CN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() </a:t>
            </a:r>
            <a:r>
              <a:rPr lang="zh-CN" alt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统计每年发行量，双轴图展示柱状图</a:t>
            </a:r>
            <a:r>
              <a:rPr lang="en-US" altLang="zh-CN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r>
              <a:rPr lang="zh-CN" alt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折线图</a:t>
            </a:r>
            <a:endParaRPr lang="en-US" sz="1100" dirty="0"/>
          </a:p>
        </p:txBody>
      </p:sp>
      <p:sp>
        <p:nvSpPr>
          <p:cNvPr id="56" name="AutoShape 47">
            <a:extLst>
              <a:ext uri="{FF2B5EF4-FFF2-40B4-BE49-F238E27FC236}">
                <a16:creationId xmlns:a16="http://schemas.microsoft.com/office/drawing/2014/main" id="{EDFD0CAC-13CD-918C-F5D3-C7DC493B8D9E}"/>
              </a:ext>
            </a:extLst>
          </p:cNvPr>
          <p:cNvSpPr/>
          <p:nvPr/>
        </p:nvSpPr>
        <p:spPr>
          <a:xfrm>
            <a:off x="6438722" y="3986547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sz="15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任务四：前五类型各年份销量趋势</a:t>
            </a:r>
            <a:br>
              <a:rPr lang="en-US" sz="1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筛选销量前五类型，使用 </a:t>
            </a:r>
            <a:r>
              <a:rPr lang="en-US" altLang="zh-CN" sz="1400" b="0" i="0" u="none" strike="noStrike" dirty="0" err="1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groupby</a:t>
            </a:r>
            <a:r>
              <a:rPr lang="en-US" altLang="zh-CN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 + unstack() </a:t>
            </a:r>
            <a:r>
              <a:rPr lang="zh-CN" alt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透视，绘制多折线图</a:t>
            </a:r>
            <a:endParaRPr lang="en-US" sz="1100" dirty="0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F8A7A475-9448-B460-2B1B-18B17BF36A7C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2800" b="1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五个分析任务</a:t>
            </a:r>
            <a:endParaRPr lang="en-US" sz="1100" dirty="0"/>
          </a:p>
        </p:txBody>
      </p:sp>
      <p:sp>
        <p:nvSpPr>
          <p:cNvPr id="3" name="AutoShape 47">
            <a:extLst>
              <a:ext uri="{FF2B5EF4-FFF2-40B4-BE49-F238E27FC236}">
                <a16:creationId xmlns:a16="http://schemas.microsoft.com/office/drawing/2014/main" id="{2B2A61CE-AC88-77D5-6C13-99514E7D1FA2}"/>
              </a:ext>
            </a:extLst>
          </p:cNvPr>
          <p:cNvSpPr/>
          <p:nvPr/>
        </p:nvSpPr>
        <p:spPr>
          <a:xfrm>
            <a:off x="6400800" y="5002907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sz="15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任务五：前五类型各评分体系平均分</a:t>
            </a:r>
            <a:br>
              <a:rPr lang="en-US" sz="1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计算三种评分的平均值，绘制分组柱状图对比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utoShape 14">
            <a:extLst>
              <a:ext uri="{FF2B5EF4-FFF2-40B4-BE49-F238E27FC236}">
                <a16:creationId xmlns:a16="http://schemas.microsoft.com/office/drawing/2014/main" id="{968895D1-5603-E33F-6479-326848D82ECA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7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多维洞察概览</a:t>
            </a:r>
            <a:endParaRPr lang="en-US" sz="1100"/>
          </a:p>
        </p:txBody>
      </p:sp>
      <p:sp>
        <p:nvSpPr>
          <p:cNvPr id="27" name="AutoShape 15">
            <a:extLst>
              <a:ext uri="{FF2B5EF4-FFF2-40B4-BE49-F238E27FC236}">
                <a16:creationId xmlns:a16="http://schemas.microsoft.com/office/drawing/2014/main" id="{EC645CE2-4631-8EA8-B25E-DFFB9DF06D63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通过五张核心图表构建全方位的音乐市场分析体系：从专辑数量与销量的基础分布切入，延伸至近20年的时间维度趋势演变，最后结合专业与大众评分体系，深度剖析摇滚、流行等主流音乐类型的市场表现与口碑差异，直观呈现行业发展脉络。</a:t>
            </a:r>
            <a:endParaRPr lang="en-US" sz="1100"/>
          </a:p>
        </p:txBody>
      </p:sp>
      <p:sp>
        <p:nvSpPr>
          <p:cNvPr id="29" name="AutoShape 16">
            <a:extLst>
              <a:ext uri="{FF2B5EF4-FFF2-40B4-BE49-F238E27FC236}">
                <a16:creationId xmlns:a16="http://schemas.microsoft.com/office/drawing/2014/main" id="{C6419FA4-C30D-4018-F5B5-E3D213B3C2EC}"/>
              </a:ext>
            </a:extLst>
          </p:cNvPr>
          <p:cNvSpPr/>
          <p:nvPr/>
        </p:nvSpPr>
        <p:spPr>
          <a:xfrm>
            <a:off x="924739" y="4596513"/>
            <a:ext cx="2769191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400" b="0" i="0" u="none" strike="noStrike" dirty="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聚焦各音乐类型的发行基数与商业转化，通过柱状图清晰量化摇滚、流行等风格的市场存量规模，揭示不同品类的市场普及度与商业价值的直观差异。</a:t>
            </a:r>
            <a:endParaRPr lang="en-US" sz="1100" dirty="0"/>
          </a:p>
        </p:txBody>
      </p:sp>
      <p:sp>
        <p:nvSpPr>
          <p:cNvPr id="31" name="AutoShape 17">
            <a:extLst>
              <a:ext uri="{FF2B5EF4-FFF2-40B4-BE49-F238E27FC236}">
                <a16:creationId xmlns:a16="http://schemas.microsoft.com/office/drawing/2014/main" id="{6C335360-3DFC-3F1D-582A-5A62316AB438}"/>
              </a:ext>
            </a:extLst>
          </p:cNvPr>
          <p:cNvSpPr/>
          <p:nvPr/>
        </p:nvSpPr>
        <p:spPr>
          <a:xfrm>
            <a:off x="1119963" y="4139313"/>
            <a:ext cx="2336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2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存量与销量分布</a:t>
            </a:r>
            <a:endParaRPr lang="en-US" sz="1100" dirty="0"/>
          </a:p>
        </p:txBody>
      </p:sp>
      <p:sp>
        <p:nvSpPr>
          <p:cNvPr id="33" name="AutoShape 19">
            <a:extLst>
              <a:ext uri="{FF2B5EF4-FFF2-40B4-BE49-F238E27FC236}">
                <a16:creationId xmlns:a16="http://schemas.microsoft.com/office/drawing/2014/main" id="{B058BFD1-4A68-DAB1-5DAB-C44764F089FC}"/>
              </a:ext>
            </a:extLst>
          </p:cNvPr>
          <p:cNvSpPr/>
          <p:nvPr/>
        </p:nvSpPr>
        <p:spPr>
          <a:xfrm>
            <a:off x="4722039" y="4596513"/>
            <a:ext cx="2769191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400" b="0" i="0" u="none" strike="noStrike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利用双轴图与折线图还原近20年专辑与单曲的数量走势，同时追踪头部音乐类型的年度销量波动，挖掘市场供给变化与品类热度的长期演变规律。</a:t>
            </a:r>
            <a:endParaRPr lang="en-US" sz="1100"/>
          </a:p>
        </p:txBody>
      </p:sp>
      <p:sp>
        <p:nvSpPr>
          <p:cNvPr id="35" name="AutoShape 20">
            <a:extLst>
              <a:ext uri="{FF2B5EF4-FFF2-40B4-BE49-F238E27FC236}">
                <a16:creationId xmlns:a16="http://schemas.microsoft.com/office/drawing/2014/main" id="{0759C662-4FDB-2A38-A1B9-3AABCDCEBE23}"/>
              </a:ext>
            </a:extLst>
          </p:cNvPr>
          <p:cNvSpPr/>
          <p:nvPr/>
        </p:nvSpPr>
        <p:spPr>
          <a:xfrm>
            <a:off x="4917263" y="4139313"/>
            <a:ext cx="2336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2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趋势与演变分析</a:t>
            </a:r>
            <a:endParaRPr lang="en-US" sz="1100" dirty="0"/>
          </a:p>
        </p:txBody>
      </p:sp>
      <p:sp>
        <p:nvSpPr>
          <p:cNvPr id="37" name="AutoShape 21">
            <a:extLst>
              <a:ext uri="{FF2B5EF4-FFF2-40B4-BE49-F238E27FC236}">
                <a16:creationId xmlns:a16="http://schemas.microsoft.com/office/drawing/2014/main" id="{C4FCD48D-B31A-1AE4-7E54-B3C1BE79680D}"/>
              </a:ext>
            </a:extLst>
          </p:cNvPr>
          <p:cNvSpPr/>
          <p:nvPr/>
        </p:nvSpPr>
        <p:spPr>
          <a:xfrm>
            <a:off x="8506639" y="4596513"/>
            <a:ext cx="2769191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400" b="0" i="0" u="none" strike="noStrike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基于多维度评分体系的分组对比，量化头部音乐类型的专业认可度与大众喜爱度，剖析商业畅销度与艺术口碑之间的关联，为市场定位提供参考。</a:t>
            </a:r>
            <a:endParaRPr lang="en-US" sz="1100"/>
          </a:p>
        </p:txBody>
      </p:sp>
      <p:sp>
        <p:nvSpPr>
          <p:cNvPr id="39" name="AutoShape 22">
            <a:extLst>
              <a:ext uri="{FF2B5EF4-FFF2-40B4-BE49-F238E27FC236}">
                <a16:creationId xmlns:a16="http://schemas.microsoft.com/office/drawing/2014/main" id="{0E83EAF3-D03A-953C-69FC-5B0D70A7AF93}"/>
              </a:ext>
            </a:extLst>
          </p:cNvPr>
          <p:cNvSpPr/>
          <p:nvPr/>
        </p:nvSpPr>
        <p:spPr>
          <a:xfrm>
            <a:off x="8701863" y="4152013"/>
            <a:ext cx="2336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口碑与评分对标</a:t>
            </a:r>
            <a:endParaRPr lang="en-US" sz="1100"/>
          </a:p>
        </p:txBody>
      </p:sp>
      <p:sp>
        <p:nvSpPr>
          <p:cNvPr id="41" name="AutoShape 23">
            <a:extLst>
              <a:ext uri="{FF2B5EF4-FFF2-40B4-BE49-F238E27FC236}">
                <a16:creationId xmlns:a16="http://schemas.microsoft.com/office/drawing/2014/main" id="{D7350836-5784-38C7-47C5-C3F135DBEC3F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音乐专辑数据</a:t>
            </a:r>
            <a:endParaRPr lang="en-US" sz="28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可视化分析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3">
            <a:extLst>
              <a:ext uri="{FF2B5EF4-FFF2-40B4-BE49-F238E27FC236}">
                <a16:creationId xmlns:a16="http://schemas.microsoft.com/office/drawing/2014/main" id="{69BEC6E0-1A81-3F49-5636-5329DAD4A3CE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2800" b="1" dirty="0">
                <a:solidFill>
                  <a:srgbClr val="26476A"/>
                </a:solidFill>
                <a:latin typeface="Noto Sans SC"/>
                <a:ea typeface="Noto Sans SC"/>
                <a:sym typeface="Noto Sans SC"/>
              </a:rPr>
              <a:t>图片展示</a:t>
            </a:r>
            <a:endParaRPr lang="en-US" sz="11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5C0B9BC-C434-E41B-63C9-089596281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084" y="1219200"/>
            <a:ext cx="9551831" cy="509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953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8998D-3AF0-21BD-887F-CAA4D2A3E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3">
            <a:extLst>
              <a:ext uri="{FF2B5EF4-FFF2-40B4-BE49-F238E27FC236}">
                <a16:creationId xmlns:a16="http://schemas.microsoft.com/office/drawing/2014/main" id="{4DBD72CF-CCBC-A179-49D2-DDB0100267AF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2800" b="1" dirty="0">
                <a:solidFill>
                  <a:srgbClr val="26476A"/>
                </a:solidFill>
                <a:latin typeface="Noto Sans SC"/>
                <a:ea typeface="Noto Sans SC"/>
                <a:sym typeface="Noto Sans SC"/>
              </a:rPr>
              <a:t>图片展示</a:t>
            </a:r>
            <a:endParaRPr lang="en-US" sz="11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D99908-5796-7545-6397-AF5F9429B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360" y="1219200"/>
            <a:ext cx="9353280" cy="498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7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1BFF5-F122-DEF6-F43D-D3F1BBCD3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3">
            <a:extLst>
              <a:ext uri="{FF2B5EF4-FFF2-40B4-BE49-F238E27FC236}">
                <a16:creationId xmlns:a16="http://schemas.microsoft.com/office/drawing/2014/main" id="{205E5EE1-D02F-7DEF-5D5F-C5DAC4A53678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2800" b="1" dirty="0">
                <a:solidFill>
                  <a:srgbClr val="26476A"/>
                </a:solidFill>
                <a:latin typeface="Noto Sans SC"/>
                <a:ea typeface="Noto Sans SC"/>
                <a:sym typeface="Noto Sans SC"/>
              </a:rPr>
              <a:t>图片展示</a:t>
            </a:r>
            <a:endParaRPr lang="en-US" sz="11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97781C2-D5E1-2544-FF08-E91FB0B32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132" y="1219200"/>
            <a:ext cx="8817735" cy="470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71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2133C-4651-6768-4487-0B49B7ED8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3">
            <a:extLst>
              <a:ext uri="{FF2B5EF4-FFF2-40B4-BE49-F238E27FC236}">
                <a16:creationId xmlns:a16="http://schemas.microsoft.com/office/drawing/2014/main" id="{E872C221-7318-EDD2-037D-02E09729169C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2800" b="1" dirty="0">
                <a:solidFill>
                  <a:srgbClr val="26476A"/>
                </a:solidFill>
                <a:latin typeface="Noto Sans SC"/>
                <a:ea typeface="Noto Sans SC"/>
                <a:sym typeface="Noto Sans SC"/>
              </a:rPr>
              <a:t>图片展示</a:t>
            </a:r>
            <a:endParaRPr lang="en-US" sz="11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A44C3FF-EB22-4227-ED63-1D236A385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797" y="1219200"/>
            <a:ext cx="9384406" cy="500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197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69455-998B-8AF2-0AB5-CA08670D3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3">
            <a:extLst>
              <a:ext uri="{FF2B5EF4-FFF2-40B4-BE49-F238E27FC236}">
                <a16:creationId xmlns:a16="http://schemas.microsoft.com/office/drawing/2014/main" id="{D47CBE02-108B-2611-3FE2-9CC656FF1401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2800" b="1" dirty="0">
                <a:solidFill>
                  <a:srgbClr val="26476A"/>
                </a:solidFill>
                <a:latin typeface="Noto Sans SC"/>
                <a:ea typeface="Noto Sans SC"/>
                <a:sym typeface="Noto Sans SC"/>
              </a:rPr>
              <a:t>图片展示</a:t>
            </a:r>
            <a:endParaRPr lang="en-US" sz="11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8931CB3-9A96-9453-3C00-7C3C78725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103" y="1219200"/>
            <a:ext cx="7433793" cy="495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248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utoShape 14">
            <a:extLst>
              <a:ext uri="{FF2B5EF4-FFF2-40B4-BE49-F238E27FC236}">
                <a16:creationId xmlns:a16="http://schemas.microsoft.com/office/drawing/2014/main" id="{947CBE3A-DC35-8679-CF52-92E3733C441C}"/>
              </a:ext>
            </a:extLst>
          </p:cNvPr>
          <p:cNvSpPr/>
          <p:nvPr/>
        </p:nvSpPr>
        <p:spPr>
          <a:xfrm>
            <a:off x="1409700" y="4086152"/>
            <a:ext cx="28575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利用Pandas与Numpy的向量化特性替代传统逐行循环，将10万级数据的处理耗时压缩至数秒级，从底层运算逻辑上极大提升了数据处理的效率与吞吐量。</a:t>
            </a:r>
            <a:endParaRPr lang="en-US" sz="1100" dirty="0"/>
          </a:p>
        </p:txBody>
      </p:sp>
      <p:sp>
        <p:nvSpPr>
          <p:cNvPr id="30" name="AutoShape 15">
            <a:extLst>
              <a:ext uri="{FF2B5EF4-FFF2-40B4-BE49-F238E27FC236}">
                <a16:creationId xmlns:a16="http://schemas.microsoft.com/office/drawing/2014/main" id="{0BA853CD-7C14-51D0-3F65-215AB6D0E128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向量化计算</a:t>
            </a:r>
            <a:endParaRPr lang="en-US" sz="1100" dirty="0"/>
          </a:p>
        </p:txBody>
      </p:sp>
      <p:sp>
        <p:nvSpPr>
          <p:cNvPr id="32" name="AutoShape 19">
            <a:extLst>
              <a:ext uri="{FF2B5EF4-FFF2-40B4-BE49-F238E27FC236}">
                <a16:creationId xmlns:a16="http://schemas.microsoft.com/office/drawing/2014/main" id="{E03F32C9-CFC6-0DCE-DECB-BC1082F8A159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多维度交叉分析</a:t>
            </a:r>
            <a:endParaRPr lang="en-US" sz="1100" dirty="0"/>
          </a:p>
        </p:txBody>
      </p:sp>
      <p:sp>
        <p:nvSpPr>
          <p:cNvPr id="34" name="AutoShape 20">
            <a:extLst>
              <a:ext uri="{FF2B5EF4-FFF2-40B4-BE49-F238E27FC236}">
                <a16:creationId xmlns:a16="http://schemas.microsoft.com/office/drawing/2014/main" id="{CF152939-759C-062F-4F15-09D4B1417283}"/>
              </a:ext>
            </a:extLst>
          </p:cNvPr>
          <p:cNvSpPr/>
          <p:nvPr/>
        </p:nvSpPr>
        <p:spPr>
          <a:xfrm>
            <a:off x="4673600" y="4086152"/>
            <a:ext cx="28575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通过groupby多级分组与unstack透视重组，从音乐类型、发行年份、市场销量、用户评分四个核心维度展开交叉分析，深度挖掘数据间的内在关联与层次规律。</a:t>
            </a:r>
            <a:endParaRPr lang="en-US" sz="1100" dirty="0"/>
          </a:p>
        </p:txBody>
      </p:sp>
      <p:sp>
        <p:nvSpPr>
          <p:cNvPr id="36" name="AutoShape 24">
            <a:extLst>
              <a:ext uri="{FF2B5EF4-FFF2-40B4-BE49-F238E27FC236}">
                <a16:creationId xmlns:a16="http://schemas.microsoft.com/office/drawing/2014/main" id="{C0AE7838-CF27-AC97-5A71-FB3A4039C846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双轴图可视化</a:t>
            </a:r>
            <a:endParaRPr lang="en-US" sz="1100"/>
          </a:p>
        </p:txBody>
      </p:sp>
      <p:sp>
        <p:nvSpPr>
          <p:cNvPr id="38" name="AutoShape 25">
            <a:extLst>
              <a:ext uri="{FF2B5EF4-FFF2-40B4-BE49-F238E27FC236}">
                <a16:creationId xmlns:a16="http://schemas.microsoft.com/office/drawing/2014/main" id="{19981A00-8BA5-1BE4-F53C-D25DAF1123C1}"/>
              </a:ext>
            </a:extLst>
          </p:cNvPr>
          <p:cNvSpPr/>
          <p:nvPr/>
        </p:nvSpPr>
        <p:spPr>
          <a:xfrm>
            <a:off x="7939276" y="4086152"/>
            <a:ext cx="28575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采用双轴坐标系设计，以柱状图呈现专辑数量规模，折线图展示单曲数量趋势，在同一视图中清晰对比不同量纲指标的变化，高效解决多指标可视化难题。</a:t>
            </a:r>
            <a:endParaRPr lang="en-US" sz="1100" dirty="0"/>
          </a:p>
        </p:txBody>
      </p:sp>
      <p:sp>
        <p:nvSpPr>
          <p:cNvPr id="40" name="AutoShape 26">
            <a:extLst>
              <a:ext uri="{FF2B5EF4-FFF2-40B4-BE49-F238E27FC236}">
                <a16:creationId xmlns:a16="http://schemas.microsoft.com/office/drawing/2014/main" id="{35379350-331C-F385-A9F4-24FDDC4F5249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关键技术实现（一</a:t>
            </a:r>
            <a:r>
              <a:rPr lang="en-US" sz="28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AutoShape 24">
            <a:extLst>
              <a:ext uri="{FF2B5EF4-FFF2-40B4-BE49-F238E27FC236}">
                <a16:creationId xmlns:a16="http://schemas.microsoft.com/office/drawing/2014/main" id="{4F2D13E6-8812-DF51-7978-0E71E7513533}"/>
              </a:ext>
            </a:extLst>
          </p:cNvPr>
          <p:cNvSpPr/>
          <p:nvPr/>
        </p:nvSpPr>
        <p:spPr>
          <a:xfrm>
            <a:off x="1329069" y="3591151"/>
            <a:ext cx="2070395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通过分组柱状图直观对比三种评分体系对不同音乐类型的评价差异，清晰呈现数据关联，让分析结果一目了然。</a:t>
            </a:r>
            <a:endParaRPr lang="en-US" sz="1100"/>
          </a:p>
        </p:txBody>
      </p:sp>
      <p:sp>
        <p:nvSpPr>
          <p:cNvPr id="57" name="AutoShape 25">
            <a:extLst>
              <a:ext uri="{FF2B5EF4-FFF2-40B4-BE49-F238E27FC236}">
                <a16:creationId xmlns:a16="http://schemas.microsoft.com/office/drawing/2014/main" id="{F8B87E04-7F9F-A694-F203-1C8DB8C63165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分组对比分析</a:t>
            </a:r>
            <a:endParaRPr lang="en-US" sz="1100" dirty="0"/>
          </a:p>
        </p:txBody>
      </p:sp>
      <p:sp>
        <p:nvSpPr>
          <p:cNvPr id="59" name="AutoShape 26">
            <a:extLst>
              <a:ext uri="{FF2B5EF4-FFF2-40B4-BE49-F238E27FC236}">
                <a16:creationId xmlns:a16="http://schemas.microsoft.com/office/drawing/2014/main" id="{C6782BD7-E7BF-FC91-A833-D37B182099A1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模块化代码结构</a:t>
            </a:r>
            <a:endParaRPr lang="en-US" sz="1100" dirty="0"/>
          </a:p>
        </p:txBody>
      </p:sp>
      <p:sp>
        <p:nvSpPr>
          <p:cNvPr id="61" name="AutoShape 27">
            <a:extLst>
              <a:ext uri="{FF2B5EF4-FFF2-40B4-BE49-F238E27FC236}">
                <a16:creationId xmlns:a16="http://schemas.microsoft.com/office/drawing/2014/main" id="{C28FDCC8-CB19-2EF8-F717-623DBC71218C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Seaborn高级可视化</a:t>
            </a:r>
            <a:endParaRPr lang="en-US" sz="1100" dirty="0"/>
          </a:p>
        </p:txBody>
      </p:sp>
      <p:sp>
        <p:nvSpPr>
          <p:cNvPr id="63" name="AutoShape 28">
            <a:extLst>
              <a:ext uri="{FF2B5EF4-FFF2-40B4-BE49-F238E27FC236}">
                <a16:creationId xmlns:a16="http://schemas.microsoft.com/office/drawing/2014/main" id="{FACD29EC-F1B8-A7D3-9547-4E5609780E60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规范的代码注释</a:t>
            </a:r>
            <a:endParaRPr lang="en-US" sz="1100" dirty="0"/>
          </a:p>
        </p:txBody>
      </p:sp>
      <p:sp>
        <p:nvSpPr>
          <p:cNvPr id="65" name="AutoShape 29">
            <a:extLst>
              <a:ext uri="{FF2B5EF4-FFF2-40B4-BE49-F238E27FC236}">
                <a16:creationId xmlns:a16="http://schemas.microsoft.com/office/drawing/2014/main" id="{58C429E3-8996-56AB-6F7C-97AA61C9AD35}"/>
              </a:ext>
            </a:extLst>
          </p:cNvPr>
          <p:cNvSpPr/>
          <p:nvPr/>
        </p:nvSpPr>
        <p:spPr>
          <a:xfrm>
            <a:off x="3846639" y="3616551"/>
            <a:ext cx="2013672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将五个分析任务独立封装为模块，实现代码解耦与复用。各模块独立生成图表，便于调试、维护及报告的快速整合</a:t>
            </a:r>
            <a:r>
              <a:rPr lang="en-US" sz="1300" b="0" i="0" u="none" strike="noStrike" dirty="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67" name="AutoShape 31">
            <a:extLst>
              <a:ext uri="{FF2B5EF4-FFF2-40B4-BE49-F238E27FC236}">
                <a16:creationId xmlns:a16="http://schemas.microsoft.com/office/drawing/2014/main" id="{91FA4578-9089-E756-461C-04ED8B2D9B3D}"/>
              </a:ext>
            </a:extLst>
          </p:cNvPr>
          <p:cNvSpPr/>
          <p:nvPr/>
        </p:nvSpPr>
        <p:spPr>
          <a:xfrm>
            <a:off x="6338204" y="3603851"/>
            <a:ext cx="2013672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调用Seaborn的barplot等高级接口，简化复杂绘图逻辑。优化配色与布局细节，显著提升图表的专业度与美观性</a:t>
            </a:r>
            <a:r>
              <a:rPr lang="en-US" sz="1300" b="0" i="0" u="none" strike="noStrike" dirty="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69" name="AutoShape 32">
            <a:extLst>
              <a:ext uri="{FF2B5EF4-FFF2-40B4-BE49-F238E27FC236}">
                <a16:creationId xmlns:a16="http://schemas.microsoft.com/office/drawing/2014/main" id="{23912A2E-4D38-3C79-75A4-54E3CD0886E2}"/>
              </a:ext>
            </a:extLst>
          </p:cNvPr>
          <p:cNvSpPr/>
          <p:nvPr/>
        </p:nvSpPr>
        <p:spPr>
          <a:xfrm>
            <a:off x="8816770" y="3616551"/>
            <a:ext cx="2013672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保持代码高可读性，添加清晰的逻辑注释与文档说明。便于后期回顾、修改与复用，同时体现严谨规范的编程素养</a:t>
            </a:r>
            <a:r>
              <a:rPr lang="en-US" sz="1300" b="0" i="0" u="none" strike="noStrike" dirty="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71" name="AutoShape 53">
            <a:extLst>
              <a:ext uri="{FF2B5EF4-FFF2-40B4-BE49-F238E27FC236}">
                <a16:creationId xmlns:a16="http://schemas.microsoft.com/office/drawing/2014/main" id="{E51F20D6-0DEC-D5E8-FE4F-559B74D4795D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关键技术实现（二</a:t>
            </a:r>
            <a:r>
              <a:rPr lang="en-US" sz="28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77D0941E-897E-7258-C00B-715CE378C16A}"/>
              </a:ext>
            </a:extLst>
          </p:cNvPr>
          <p:cNvGrpSpPr/>
          <p:nvPr/>
        </p:nvGrpSpPr>
        <p:grpSpPr>
          <a:xfrm>
            <a:off x="6553200" y="5530112"/>
            <a:ext cx="3111500" cy="381000"/>
            <a:chOff x="2032000" y="5372100"/>
            <a:chExt cx="3111500" cy="381000"/>
          </a:xfrm>
        </p:grpSpPr>
        <p:sp>
          <p:nvSpPr>
            <p:cNvPr id="39" name="AutoShape 24">
              <a:extLst>
                <a:ext uri="{FF2B5EF4-FFF2-40B4-BE49-F238E27FC236}">
                  <a16:creationId xmlns:a16="http://schemas.microsoft.com/office/drawing/2014/main" id="{06D4A917-F794-B2A3-80B9-1AB909F04B8E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0" name="AutoShape 25">
              <a:extLst>
                <a:ext uri="{FF2B5EF4-FFF2-40B4-BE49-F238E27FC236}">
                  <a16:creationId xmlns:a16="http://schemas.microsoft.com/office/drawing/2014/main" id="{15CA8129-120B-0C0E-E33E-4ABF4A6B031A}"/>
                </a:ext>
              </a:extLst>
            </p:cNvPr>
            <p:cNvSpPr/>
            <p:nvPr/>
          </p:nvSpPr>
          <p:spPr>
            <a:xfrm>
              <a:off x="2349500" y="5372100"/>
              <a:ext cx="279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600" b="1" i="0" u="none" strike="noStrike" dirty="0">
                  <a:solidFill>
                    <a:srgbClr val="26476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日期：2026年7月</a:t>
              </a:r>
              <a:endParaRPr lang="en-US" sz="1100" dirty="0"/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0734D3B-0DB7-9845-13E4-31C78B4EEFC8}"/>
              </a:ext>
            </a:extLst>
          </p:cNvPr>
          <p:cNvGrpSpPr/>
          <p:nvPr/>
        </p:nvGrpSpPr>
        <p:grpSpPr>
          <a:xfrm>
            <a:off x="2032000" y="4889500"/>
            <a:ext cx="3606800" cy="381000"/>
            <a:chOff x="2032000" y="5372100"/>
            <a:chExt cx="3606800" cy="381000"/>
          </a:xfrm>
        </p:grpSpPr>
        <p:sp>
          <p:nvSpPr>
            <p:cNvPr id="42" name="AutoShape 24">
              <a:extLst>
                <a:ext uri="{FF2B5EF4-FFF2-40B4-BE49-F238E27FC236}">
                  <a16:creationId xmlns:a16="http://schemas.microsoft.com/office/drawing/2014/main" id="{5E9BF573-FDB0-C63A-2126-BF33C7FFD708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3" name="AutoShape 25">
              <a:extLst>
                <a:ext uri="{FF2B5EF4-FFF2-40B4-BE49-F238E27FC236}">
                  <a16:creationId xmlns:a16="http://schemas.microsoft.com/office/drawing/2014/main" id="{5DE0DD00-2B9F-44D3-5C73-FAE523C20A7D}"/>
                </a:ext>
              </a:extLst>
            </p:cNvPr>
            <p:cNvSpPr/>
            <p:nvPr/>
          </p:nvSpPr>
          <p:spPr>
            <a:xfrm>
              <a:off x="2349500" y="5372100"/>
              <a:ext cx="32893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26476A"/>
                  </a:solidFill>
                  <a:effectLst/>
                  <a:uLnTx/>
                  <a:uFillTx/>
                  <a:latin typeface="Noto Sans SC"/>
                  <a:ea typeface="Noto Sans SC"/>
                  <a:cs typeface="Arial"/>
                  <a:sym typeface="Noto Sans SC"/>
                </a:rPr>
                <a:t>项目小组：超级无敌雷霆暴龙战士组</a:t>
              </a: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indent="0" algn="l">
                <a:lnSpc>
                  <a:spcPct val="100000"/>
                </a:lnSpc>
                <a:defRPr/>
              </a:pPr>
              <a:endParaRPr lang="en-US" sz="1100" dirty="0"/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7BEFF8F1-2FC4-4007-97A1-294122597134}"/>
              </a:ext>
            </a:extLst>
          </p:cNvPr>
          <p:cNvGrpSpPr/>
          <p:nvPr/>
        </p:nvGrpSpPr>
        <p:grpSpPr>
          <a:xfrm>
            <a:off x="6553200" y="4885956"/>
            <a:ext cx="3606800" cy="381000"/>
            <a:chOff x="2032000" y="5372100"/>
            <a:chExt cx="3606800" cy="381000"/>
          </a:xfrm>
        </p:grpSpPr>
        <p:sp>
          <p:nvSpPr>
            <p:cNvPr id="45" name="AutoShape 24">
              <a:extLst>
                <a:ext uri="{FF2B5EF4-FFF2-40B4-BE49-F238E27FC236}">
                  <a16:creationId xmlns:a16="http://schemas.microsoft.com/office/drawing/2014/main" id="{E4023CF4-83EE-1536-9387-F1DA4EF61CFD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6" name="AutoShape 25">
              <a:extLst>
                <a:ext uri="{FF2B5EF4-FFF2-40B4-BE49-F238E27FC236}">
                  <a16:creationId xmlns:a16="http://schemas.microsoft.com/office/drawing/2014/main" id="{134690D6-FEF3-0FCF-0A03-17658110314F}"/>
                </a:ext>
              </a:extLst>
            </p:cNvPr>
            <p:cNvSpPr/>
            <p:nvPr/>
          </p:nvSpPr>
          <p:spPr>
            <a:xfrm>
              <a:off x="2349500" y="5372100"/>
              <a:ext cx="32893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26476A"/>
                  </a:solidFill>
                  <a:effectLst/>
                  <a:uLnTx/>
                  <a:uFillTx/>
                  <a:latin typeface="Noto Sans SC"/>
                  <a:ea typeface="Noto Sans SC"/>
                  <a:cs typeface="Arial"/>
                  <a:sym typeface="Noto Sans SC"/>
                </a:rPr>
                <a:t>项目成员：钟翌，刁英东，李晨</a:t>
              </a: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indent="0" algn="l">
                <a:lnSpc>
                  <a:spcPct val="100000"/>
                </a:lnSpc>
                <a:defRPr/>
              </a:pPr>
              <a:endParaRPr lang="en-US" sz="1100" dirty="0"/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B12FAD40-4221-154D-96A1-2E1F186FAA8F}"/>
              </a:ext>
            </a:extLst>
          </p:cNvPr>
          <p:cNvGrpSpPr/>
          <p:nvPr/>
        </p:nvGrpSpPr>
        <p:grpSpPr>
          <a:xfrm>
            <a:off x="2032000" y="5530112"/>
            <a:ext cx="3111500" cy="381000"/>
            <a:chOff x="2032000" y="5372100"/>
            <a:chExt cx="3111500" cy="381000"/>
          </a:xfrm>
        </p:grpSpPr>
        <p:sp>
          <p:nvSpPr>
            <p:cNvPr id="48" name="AutoShape 24">
              <a:extLst>
                <a:ext uri="{FF2B5EF4-FFF2-40B4-BE49-F238E27FC236}">
                  <a16:creationId xmlns:a16="http://schemas.microsoft.com/office/drawing/2014/main" id="{5C60F880-52E6-02BF-5D0A-78BB57D27DD1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9" name="AutoShape 25">
              <a:extLst>
                <a:ext uri="{FF2B5EF4-FFF2-40B4-BE49-F238E27FC236}">
                  <a16:creationId xmlns:a16="http://schemas.microsoft.com/office/drawing/2014/main" id="{C12E886D-E2A5-B22A-61C3-383CEED9D3DD}"/>
                </a:ext>
              </a:extLst>
            </p:cNvPr>
            <p:cNvSpPr/>
            <p:nvPr/>
          </p:nvSpPr>
          <p:spPr>
            <a:xfrm>
              <a:off x="2349500" y="5372100"/>
              <a:ext cx="279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zh-CN" altLang="en-US" sz="1600" b="1" dirty="0">
                  <a:solidFill>
                    <a:srgbClr val="26476A"/>
                  </a:solidFill>
                  <a:latin typeface="Noto Sans SC"/>
                  <a:ea typeface="Noto Sans SC"/>
                  <a:sym typeface="Noto Sans SC"/>
                </a:rPr>
                <a:t>汇报人：钟翌</a:t>
              </a:r>
              <a:endParaRPr lang="en-US" sz="1100" dirty="0"/>
            </a:p>
          </p:txBody>
        </p:sp>
      </p:grpSp>
      <p:sp>
        <p:nvSpPr>
          <p:cNvPr id="51" name="AutoShape 18">
            <a:extLst>
              <a:ext uri="{FF2B5EF4-FFF2-40B4-BE49-F238E27FC236}">
                <a16:creationId xmlns:a16="http://schemas.microsoft.com/office/drawing/2014/main" id="{824E0D68-7F4C-51C7-E896-2898FF7F75F6}"/>
              </a:ext>
            </a:extLst>
          </p:cNvPr>
          <p:cNvSpPr/>
          <p:nvPr/>
        </p:nvSpPr>
        <p:spPr>
          <a:xfrm>
            <a:off x="1016000" y="26162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7200" dirty="0">
                <a:solidFill>
                  <a:srgbClr val="26476A"/>
                </a:solidFill>
                <a:latin typeface="Noto Sans SC"/>
                <a:ea typeface="Noto Sans SC"/>
                <a:sym typeface="Noto Sans SC"/>
              </a:rPr>
              <a:t>谢谢观看</a:t>
            </a:r>
            <a:endParaRPr lang="en-US" sz="1100" dirty="0"/>
          </a:p>
        </p:txBody>
      </p:sp>
      <p:sp>
        <p:nvSpPr>
          <p:cNvPr id="53" name="AutoShape 19">
            <a:extLst>
              <a:ext uri="{FF2B5EF4-FFF2-40B4-BE49-F238E27FC236}">
                <a16:creationId xmlns:a16="http://schemas.microsoft.com/office/drawing/2014/main" id="{D665ACDC-5D67-5CA9-A317-3D762AADC003}"/>
              </a:ext>
            </a:extLst>
          </p:cNvPr>
          <p:cNvSpPr/>
          <p:nvPr/>
        </p:nvSpPr>
        <p:spPr>
          <a:xfrm>
            <a:off x="3530600" y="3851643"/>
            <a:ext cx="5156200" cy="31041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b="0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深蓝色学术风项目答辩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深蓝色学术风项目答辩PPT模板" id="{B81C11D0-DD4B-40B8-893F-200624FA9622}" vid="{A480BCF9-7CB7-4B6E-AE45-338217376A1C}"/>
    </a:ext>
  </a:extLst>
</a:theme>
</file>

<file path=ppt/theme/theme2.xml><?xml version="1.0" encoding="utf-8"?>
<a:theme xmlns:a="http://schemas.openxmlformats.org/drawingml/2006/main" name="Office 主题​​">
  <a:themeElements>
    <a:clrScheme name="自定义 19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26476A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深蓝色学术风项目答辩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深蓝色学术风项目答辩PPT模板" id="{91907723-3685-4C06-9771-9601C123EE11}" vid="{BF62F9DD-D198-4A8C-B8EA-A12FC5136952}"/>
    </a:ext>
  </a:extLst>
</a:theme>
</file>

<file path=ppt/theme/theme4.xml><?xml version="1.0" encoding="utf-8"?>
<a:theme xmlns:a="http://schemas.openxmlformats.org/drawingml/2006/main" name="1_Office 主题​​">
  <a:themeElements>
    <a:clrScheme name="自定义 19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26476A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​​">
  <a:themeElements>
    <a:clrScheme name="自定义 19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26476A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深蓝色学术风项目答辩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深蓝色学术风项目答辩PPT模板" id="{A07A827A-5D6E-46DB-B74B-AA1422761E5A}" vid="{7C067DC9-0F57-4C9B-8FBD-4F913BADF1CD}"/>
    </a:ext>
  </a:extLst>
</a:theme>
</file>

<file path=ppt/theme/theme7.xml><?xml version="1.0" encoding="utf-8"?>
<a:theme xmlns:a="http://schemas.openxmlformats.org/drawingml/2006/main" name="3_Office 主题​​">
  <a:themeElements>
    <a:clrScheme name="自定义 19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26476A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3_深蓝色学术风项目答辩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深蓝色学术风项目答辩PPT模板" id="{29FA6CC9-F464-40AA-AB83-F1707CAFA71A}" vid="{4C644483-669E-4E6C-804A-AE0D3B34F7C5}"/>
    </a:ext>
  </a:extLst>
</a:theme>
</file>

<file path=ppt/theme/theme9.xml><?xml version="1.0" encoding="utf-8"?>
<a:theme xmlns:a="http://schemas.openxmlformats.org/drawingml/2006/main" name="4_Office 主题​​">
  <a:themeElements>
    <a:clrScheme name="自定义 19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26476A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4_深蓝色学术风项目答辩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深蓝色学术风项目答辩PPT模板" id="{9399E096-7A2C-4F7F-AE88-8FD7029385D0}" vid="{8C5F3508-FECC-4823-A88B-8C807D9C51FE}"/>
    </a:ext>
  </a:extLst>
</a:theme>
</file>

<file path=ppt/theme/theme11.xml><?xml version="1.0" encoding="utf-8"?>
<a:theme xmlns:a="http://schemas.openxmlformats.org/drawingml/2006/main" name="5_Office 主题​​">
  <a:themeElements>
    <a:clrScheme name="自定义 19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26476A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_深蓝色学术风项目答辩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深蓝色学术风项目答辩PPT模板" id="{D4B7408E-807D-4D4A-81E5-4BDCCF2721B0}" vid="{8DD536E9-D20E-4239-BA7E-44E16B7D6132}"/>
    </a:ext>
  </a:extLst>
</a:theme>
</file>

<file path=ppt/theme/theme13.xml><?xml version="1.0" encoding="utf-8"?>
<a:theme xmlns:a="http://schemas.openxmlformats.org/drawingml/2006/main" name="6_Office 主题​​">
  <a:themeElements>
    <a:clrScheme name="自定义 19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26476A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深蓝色学术风项目答辩PPT模板</Template>
  <TotalTime>302</TotalTime>
  <Words>1812</Words>
  <Application>Microsoft Office PowerPoint</Application>
  <PresentationFormat>宽屏</PresentationFormat>
  <Paragraphs>161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13</vt:i4>
      </vt:variant>
      <vt:variant>
        <vt:lpstr>幻灯片标题</vt:lpstr>
      </vt:variant>
      <vt:variant>
        <vt:i4>17</vt:i4>
      </vt:variant>
    </vt:vector>
  </HeadingPairs>
  <TitlesOfParts>
    <vt:vector size="35" baseType="lpstr">
      <vt:lpstr>Menlo</vt:lpstr>
      <vt:lpstr>Noto Sans SC</vt:lpstr>
      <vt:lpstr>等线</vt:lpstr>
      <vt:lpstr>思源黑体 CN Regular</vt:lpstr>
      <vt:lpstr>Arial</vt:lpstr>
      <vt:lpstr>深蓝色学术风项目答辩PPT模板</vt:lpstr>
      <vt:lpstr>Office 主题​​</vt:lpstr>
      <vt:lpstr>1_深蓝色学术风项目答辩PPT模板</vt:lpstr>
      <vt:lpstr>1_Office 主题​​</vt:lpstr>
      <vt:lpstr>2_Office 主题​​</vt:lpstr>
      <vt:lpstr>2_深蓝色学术风项目答辩PPT模板</vt:lpstr>
      <vt:lpstr>3_Office 主题​​</vt:lpstr>
      <vt:lpstr>3_深蓝色学术风项目答辩PPT模板</vt:lpstr>
      <vt:lpstr>4_Office 主题​​</vt:lpstr>
      <vt:lpstr>4_深蓝色学术风项目答辩PPT模板</vt:lpstr>
      <vt:lpstr>5_Office 主题​​</vt:lpstr>
      <vt:lpstr>5_深蓝色学术风项目答辩PPT模板</vt:lpstr>
      <vt:lpstr>6_Office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 yd</dc:creator>
  <cp:lastModifiedBy>d yd</cp:lastModifiedBy>
  <cp:revision>18</cp:revision>
  <dcterms:modified xsi:type="dcterms:W3CDTF">2026-07-16T03:56:50Z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{"Label":"1","ContentProducer":"001191110102MACQD9K64010000","ProduceID":"7661545051965066471","ReservedCode1":"","ContentPropagator":"","PropagateID":"","ReservedCode2":""}</vt:lpwstr>
  </property>
</Properties>
</file>