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5.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6.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7.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8.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9.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10.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57483774" r:id="rId1"/>
    <p:sldMasterId id="2157483780" r:id="rId2"/>
    <p:sldMasterId id="2157483792" r:id="rId3"/>
    <p:sldMasterId id="2157483798" r:id="rId4"/>
    <p:sldMasterId id="2157483810" r:id="rId5"/>
    <p:sldMasterId id="2157483822" r:id="rId6"/>
    <p:sldMasterId id="2157483828" r:id="rId7"/>
    <p:sldMasterId id="2157483841" r:id="rId8"/>
    <p:sldMasterId id="2157483847" r:id="rId9"/>
    <p:sldMasterId id="2157483860" r:id="rId10"/>
    <p:sldMasterId id="2157483865" r:id="rId11"/>
  </p:sldMasterIdLst>
  <p:notesMasterIdLst>
    <p:notesMasterId r:id="rId25"/>
  </p:notesMasterIdLst>
  <p:sldIdLst>
    <p:sldId id="256" r:id="rId12"/>
    <p:sldId id="257" r:id="rId13"/>
    <p:sldId id="258" r:id="rId14"/>
    <p:sldId id="261" r:id="rId15"/>
    <p:sldId id="263" r:id="rId16"/>
    <p:sldId id="264" r:id="rId17"/>
    <p:sldId id="265" r:id="rId18"/>
    <p:sldId id="266" r:id="rId19"/>
    <p:sldId id="267" r:id="rId20"/>
    <p:sldId id="271" r:id="rId21"/>
    <p:sldId id="268" r:id="rId22"/>
    <p:sldId id="269" r:id="rId23"/>
    <p:sldId id="270"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5" autoAdjust="0"/>
    <p:restoredTop sz="94660"/>
  </p:normalViewPr>
  <p:slideViewPr>
    <p:cSldViewPr snapToGrid="0">
      <p:cViewPr varScale="1">
        <p:scale>
          <a:sx n="80" d="100"/>
          <a:sy n="80" d="100"/>
        </p:scale>
        <p:origin x="240" y="5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尊敬的各位评委老师，下午好。我是来自西南交通大学数学学院的张伟。今天我将向大家汇报我的数据分析实训项目——《音乐专辑数据分析》。本次分析基于超过10万条音乐专辑数据，旨在通过数据挖掘和可视化技术，揭示音乐行业的发行规律和市场趋势。接下来，我将详细介绍本次项目的背景、过程、分析结果以及我的收获与心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本次汇报将围绕以下六个部分展开。首先，我会对为期两周的实训成果进行一个总体概述。接着，介绍本次项目的背景和意义。然后，详细说明我们使用的数据集和分析维度。第四部分是本次汇报的核心，将展示具体的分析结果和可视化图表。之后，我会分享项目中的一些技术亮点。最后，总结本次实训的经验教训与个人心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dirty="0">
                <a:solidFill>
                  <a:srgbClr val="000000"/>
                </a:solidFill>
                <a:latin typeface="等线"/>
                <a:ea typeface="等线"/>
                <a:cs typeface="等线"/>
                <a:sym typeface="等线"/>
              </a:rPr>
              <a:t>在为期两周的实训中，我系统地学习了Python编程与数据分析的全流程。整个过程分为四个阶段。第一阶段是Python基础，我掌握了核心语法并完成了多个小型程序。第二阶段是Python进阶，学习了装饰器、生成器等高级特性。第三阶段，我深入学习了NumPy、Pandas和Matplotlib等数据分析核心库。最后在第四阶段，我学习了数据采集技术，并综合运用所学知识，独立完成了本次音乐专辑数据分析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在数据分析核心库的学习中，我系统掌握了NumPy的向量化计算、Pandas的数据处理以及Matplotlib和Seaborn的可视化技术。通过完成电商订单分析、泰坦尼克数据清洗等多个案例，我学会了如何运用这些库进行数据清洗、转换、分析和可视化，为后续的实战项目打下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那么，我为什么选择做这个分析呢？音乐行业是一个数据密集型的行业，每天都有海量的数据产生。我希望通过这次分析，回答几个核心问题：比如，哪种音乐类型最受欢迎？市场销量和发行量之间有什么关系？近20年行业有什么样的发展趋势？以及专业媒体和大众的评分标准有何不同？我的目标很明确，就是用数据来揭示这些背后的规律和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本次项目由我独立完成。我负责了从数据准备、数据处理、代码编写，到可视化图表绘制和最终报告撰写的全部流程。这个过程不仅锻炼了我的技术能力，也极大地提升了我的项目管理和独立解决问题的能力。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本次分析的数据来源于Kaggle上的一个公开数据集，包含超过10万条音乐专辑记录。我选取了其中的专辑类型、发行年份、销量和评分等核心字段。基于这些数据，我设定了五个分析维度，涵盖了数量、销量、时间趋势和评分对比。整个项目的技术栈是Python，主要使用Pandas进行数据处理，Matplotlib和Seaborn进行可视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经过分析，我得出了五个核心发现。首先，在专辑数量上，摇滚和流行是发行最多的类型。其次，销量方面，这两种类型同样领先，说明发行量和市场需求基本正相关。第三，近20年来，专辑和单曲的发行数量整体呈上升趋势。第四，从年份销量趋势看，摇滚常年领先，但其他类型也有各自的黄金时期。最后，评分方面，各类型平均分差异不大，且与销量没有直接关系，但不同评分体系的标准差异明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为了更直观地展示分析结果，我绘制了五张核心图表。左上角是各类型专辑数量的柱状图，可以看到摇滚和流行的发行数量遥遥领先。右上角是销量总数图，趋势与数量图基本一致。左下角是近20年专辑和单曲数量的双轴图，蓝色柱状代表专辑，红色折线代表单曲，整体呈上升趋势。右下角是销量前五类型的年份销量趋势，可以看到摇滚的领先地位。最后这张是评分对比图，直观展示了不同评分体系的差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在技术实现上，我主要运用了三个关键技巧。首先是向量化计算，通过使用Pandas和NumPy的内置函数，避免了低效的Python循环，使得处理10万条数据变得非常迅速。其次是多维度交叉分析，通过groupby和unstack操作，我能够从多个角度深入挖掘数据。最后是双轴图的可视化，我使用twinx()函数在同一坐标系中展示了专辑数量和单曲数量两个不同量纲的指标，使趋势对比一目了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此外，我还使用了分组柱状图来对比不同评分体系的差异。在代码结构上，我采用了模块化设计，将五个分析任务独立封装，提高了代码的可维护性和复用性。同时，我大量使用了Seaborn库来简化绘图代码并提升图表的美观度。最后，良好的代码注释习惯也让整个开发过程更加顺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最后，我想总结一下本次实训的收获。技术上，我掌握了从数据获取到可视化的完整技能链。思维上，我学会了用数据驱动的方式思考问题。个人层面，独立解决问题的能力得到了极大的锻炼。当然，项目还有一些可以改进的地方，比如可以引入更多数据源或尝试机器学习预测。在此，我要特别感谢指导老师和助教在实训期间给予我的悉心指导和帮助。我的汇报到此结束，感谢各位老师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
        <p:nvSpPr>
          <p:cNvPr id="36" name="矩形 1"/>
          <p:cNvSpPr/>
          <p:nvPr/>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940570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标题幻灯片">
    <p:spTree>
      <p:nvGrpSpPr>
        <p:cNvPr id="1" name=""/>
        <p:cNvGrpSpPr/>
        <p:nvPr/>
      </p:nvGrpSpPr>
      <p:grpSpPr>
        <a:xfrm>
          <a:off x="0" y="0"/>
          <a:ext cx="0" cy="0"/>
          <a:chOff x="0" y="0"/>
          <a:chExt cx="0" cy="0"/>
        </a:xfrm>
      </p:grpSpPr>
      <p:sp>
        <p:nvSpPr>
          <p:cNvPr id="28" name="矩形: 圆角 27"/>
          <p:cNvSpPr/>
          <p:nvPr/>
        </p:nvSpPr>
        <p:spPr>
          <a:xfrm>
            <a:off x="1804988" y="1238249"/>
            <a:ext cx="8582025" cy="4381502"/>
          </a:xfrm>
          <a:prstGeom prst="roundRect">
            <a:avLst>
              <a:gd name="adj" fmla="val 10270"/>
            </a:avLst>
          </a:prstGeom>
          <a:solidFill>
            <a:srgbClr val="083B5E"/>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195620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grpSp>
        <p:nvGrpSpPr>
          <p:cNvPr id="11" name="组合 10"/>
          <p:cNvGrpSpPr/>
          <p:nvPr/>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1393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cxnSp>
        <p:nvCxnSpPr>
          <p:cNvPr id="3" name="Connector 16">
            <a:extLst>
              <a:ext uri="{FF2B5EF4-FFF2-40B4-BE49-F238E27FC236}">
                <a16:creationId xmlns:a16="http://schemas.microsoft.com/office/drawing/2014/main" id="{2BA872FF-D57A-E66F-A590-0DD2972C1AD3}"/>
              </a:ext>
            </a:extLst>
          </p:cNvPr>
          <p:cNvCxnSpPr/>
          <p:nvPr/>
        </p:nvCxnSpPr>
        <p:spPr>
          <a:xfrm rot="10739157">
            <a:off x="25018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cxnSp>
        <p:nvCxnSpPr>
          <p:cNvPr id="4" name="Connector 17">
            <a:extLst>
              <a:ext uri="{FF2B5EF4-FFF2-40B4-BE49-F238E27FC236}">
                <a16:creationId xmlns:a16="http://schemas.microsoft.com/office/drawing/2014/main" id="{B72F5999-8D01-F5EB-4497-20EED7FFC857}"/>
              </a:ext>
            </a:extLst>
          </p:cNvPr>
          <p:cNvCxnSpPr/>
          <p:nvPr/>
        </p:nvCxnSpPr>
        <p:spPr>
          <a:xfrm rot="10739157">
            <a:off x="82803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5" name="AutoShape 18">
            <a:extLst>
              <a:ext uri="{FF2B5EF4-FFF2-40B4-BE49-F238E27FC236}">
                <a16:creationId xmlns:a16="http://schemas.microsoft.com/office/drawing/2014/main" id="{DB27A922-6DC8-7216-5DBF-0CE92AB2F1D4}"/>
              </a:ext>
            </a:extLst>
          </p:cNvPr>
          <p:cNvSpPr/>
          <p:nvPr/>
        </p:nvSpPr>
        <p:spPr>
          <a:xfrm>
            <a:off x="2794000" y="2616200"/>
            <a:ext cx="6604000" cy="11049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endParaRPr lang="en-US" sz="1100" dirty="0"/>
          </a:p>
        </p:txBody>
      </p:sp>
      <p:sp>
        <p:nvSpPr>
          <p:cNvPr id="6" name="AutoShape 19">
            <a:extLst>
              <a:ext uri="{FF2B5EF4-FFF2-40B4-BE49-F238E27FC236}">
                <a16:creationId xmlns:a16="http://schemas.microsoft.com/office/drawing/2014/main" id="{00902952-820D-3028-5E3B-6BA7398D1C82}"/>
              </a:ext>
            </a:extLst>
          </p:cNvPr>
          <p:cNvSpPr/>
          <p:nvPr/>
        </p:nvSpPr>
        <p:spPr>
          <a:xfrm>
            <a:off x="5168900" y="3810000"/>
            <a:ext cx="18415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a:solidFill>
                  <a:srgbClr val="26476A"/>
                </a:solidFill>
                <a:latin typeface="Noto Sans SC"/>
                <a:ea typeface="Noto Sans SC"/>
                <a:cs typeface="Noto Sans SC"/>
                <a:sym typeface="Noto Sans SC"/>
              </a:rPr>
              <a:t>THANKS</a:t>
            </a:r>
            <a:endParaRPr lang="en-US" sz="1100"/>
          </a:p>
        </p:txBody>
      </p:sp>
      <p:sp>
        <p:nvSpPr>
          <p:cNvPr id="7" name="AutoShape 20">
            <a:extLst>
              <a:ext uri="{FF2B5EF4-FFF2-40B4-BE49-F238E27FC236}">
                <a16:creationId xmlns:a16="http://schemas.microsoft.com/office/drawing/2014/main" id="{EAB3F337-91A1-1454-6295-E0EFC812B30E}"/>
              </a:ext>
            </a:extLst>
          </p:cNvPr>
          <p:cNvSpPr/>
          <p:nvPr/>
        </p:nvSpPr>
        <p:spPr>
          <a:xfrm>
            <a:off x="4330700" y="4635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21">
            <a:extLst>
              <a:ext uri="{FF2B5EF4-FFF2-40B4-BE49-F238E27FC236}">
                <a16:creationId xmlns:a16="http://schemas.microsoft.com/office/drawing/2014/main" id="{A376A097-1993-C3DF-435B-74D640349EF8}"/>
              </a:ext>
            </a:extLst>
          </p:cNvPr>
          <p:cNvSpPr/>
          <p:nvPr/>
        </p:nvSpPr>
        <p:spPr>
          <a:xfrm>
            <a:off x="4648200" y="4584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9" name="AutoShape 22">
            <a:extLst>
              <a:ext uri="{FF2B5EF4-FFF2-40B4-BE49-F238E27FC236}">
                <a16:creationId xmlns:a16="http://schemas.microsoft.com/office/drawing/2014/main" id="{87165766-B8A9-85BE-BC61-27AE8BE9000D}"/>
              </a:ext>
            </a:extLst>
          </p:cNvPr>
          <p:cNvSpPr/>
          <p:nvPr/>
        </p:nvSpPr>
        <p:spPr>
          <a:xfrm>
            <a:off x="4330700" y="50800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23">
            <a:extLst>
              <a:ext uri="{FF2B5EF4-FFF2-40B4-BE49-F238E27FC236}">
                <a16:creationId xmlns:a16="http://schemas.microsoft.com/office/drawing/2014/main" id="{ECAE423B-7C55-6B5A-1BD9-8BA7DBCAA443}"/>
              </a:ext>
            </a:extLst>
          </p:cNvPr>
          <p:cNvSpPr/>
          <p:nvPr/>
        </p:nvSpPr>
        <p:spPr>
          <a:xfrm>
            <a:off x="4648200" y="5029200"/>
            <a:ext cx="4064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1" name="AutoShape 24">
            <a:extLst>
              <a:ext uri="{FF2B5EF4-FFF2-40B4-BE49-F238E27FC236}">
                <a16:creationId xmlns:a16="http://schemas.microsoft.com/office/drawing/2014/main" id="{E34DD8FC-1247-63F1-7FF1-941D322F8D15}"/>
              </a:ext>
            </a:extLst>
          </p:cNvPr>
          <p:cNvSpPr/>
          <p:nvPr/>
        </p:nvSpPr>
        <p:spPr>
          <a:xfrm>
            <a:off x="4330700" y="5524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5">
            <a:extLst>
              <a:ext uri="{FF2B5EF4-FFF2-40B4-BE49-F238E27FC236}">
                <a16:creationId xmlns:a16="http://schemas.microsoft.com/office/drawing/2014/main" id="{8CEA0E75-24CC-3010-F5C4-BC9963791E7F}"/>
              </a:ext>
            </a:extLst>
          </p:cNvPr>
          <p:cNvSpPr/>
          <p:nvPr/>
        </p:nvSpPr>
        <p:spPr>
          <a:xfrm>
            <a:off x="4648200" y="5473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Tree>
    <p:extLst>
      <p:ext uri="{BB962C8B-B14F-4D97-AF65-F5344CB8AC3E}">
        <p14:creationId xmlns:p14="http://schemas.microsoft.com/office/powerpoint/2010/main" val="1616773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4083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2" name="直角三角形 1"/>
          <p:cNvSpPr/>
          <p:nvPr userDrawn="1"/>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userDrawn="1"/>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p:cNvSpPr/>
          <p:nvPr userDrawn="1"/>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userDrawn="1"/>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1"/>
          <p:cNvSpPr/>
          <p:nvPr userDrawn="1"/>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userDrawn="1"/>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userDrawn="1"/>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userDrawn="1"/>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3343965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2" name="直角三角形 1"/>
          <p:cNvSpPr/>
          <p:nvPr userDrawn="1"/>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userDrawn="1"/>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p:cNvSpPr/>
          <p:nvPr userDrawn="1"/>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userDrawn="1"/>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1804988" y="1238249"/>
            <a:ext cx="8582025" cy="4381502"/>
          </a:xfrm>
          <a:prstGeom prst="roundRect">
            <a:avLst>
              <a:gd name="adj" fmla="val 10270"/>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2643059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
        <p:nvSpPr>
          <p:cNvPr id="2" name="直角三角形 1"/>
          <p:cNvSpPr/>
          <p:nvPr userDrawn="1"/>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userDrawn="1"/>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p:cNvSpPr/>
          <p:nvPr userDrawn="1"/>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userDrawn="1"/>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userDrawn="1"/>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userDrawn="1"/>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1216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
        <p:nvSpPr>
          <p:cNvPr id="2" name="直角三角形 1"/>
          <p:cNvSpPr/>
          <p:nvPr userDrawn="1"/>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userDrawn="1"/>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p:cNvSpPr/>
          <p:nvPr userDrawn="1"/>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708660" y="812494"/>
            <a:ext cx="3561080" cy="199333"/>
            <a:chOff x="708660" y="722903"/>
            <a:chExt cx="3561080" cy="199333"/>
          </a:xfrm>
        </p:grpSpPr>
        <p:sp>
          <p:nvSpPr>
            <p:cNvPr id="8" name="任意多边形: 形状 7"/>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9"/>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11" name="组合 10"/>
          <p:cNvGrpSpPr/>
          <p:nvPr userDrawn="1"/>
        </p:nvGrpSpPr>
        <p:grpSpPr>
          <a:xfrm flipH="1">
            <a:off x="7922260" y="812494"/>
            <a:ext cx="3561080" cy="199333"/>
            <a:chOff x="708660" y="722903"/>
            <a:chExt cx="3561080" cy="199333"/>
          </a:xfrm>
        </p:grpSpPr>
        <p:sp>
          <p:nvSpPr>
            <p:cNvPr id="12" name="任意多边形: 形状 11"/>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4" name="直接连接符 13"/>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730086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621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2690226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1913499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51423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14177560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24900883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2069363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1725638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16314378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484914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0614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
        <p:nvSpPr>
          <p:cNvPr id="36" name="矩形 1"/>
          <p:cNvSpPr/>
          <p:nvPr/>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37969315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标题幻灯片">
    <p:spTree>
      <p:nvGrpSpPr>
        <p:cNvPr id="1" name=""/>
        <p:cNvGrpSpPr/>
        <p:nvPr/>
      </p:nvGrpSpPr>
      <p:grpSpPr>
        <a:xfrm>
          <a:off x="0" y="0"/>
          <a:ext cx="0" cy="0"/>
          <a:chOff x="0" y="0"/>
          <a:chExt cx="0" cy="0"/>
        </a:xfrm>
      </p:grpSpPr>
      <p:sp>
        <p:nvSpPr>
          <p:cNvPr id="28" name="矩形: 圆角 27"/>
          <p:cNvSpPr/>
          <p:nvPr/>
        </p:nvSpPr>
        <p:spPr>
          <a:xfrm>
            <a:off x="1804988" y="1238249"/>
            <a:ext cx="8582025" cy="4381502"/>
          </a:xfrm>
          <a:prstGeom prst="roundRect">
            <a:avLst>
              <a:gd name="adj" fmla="val 10270"/>
            </a:avLst>
          </a:prstGeom>
          <a:solidFill>
            <a:srgbClr val="083B5E"/>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12359621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grpSp>
        <p:nvGrpSpPr>
          <p:cNvPr id="11" name="组合 10"/>
          <p:cNvGrpSpPr/>
          <p:nvPr/>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6158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cxnSp>
        <p:nvCxnSpPr>
          <p:cNvPr id="3" name="Connector 16">
            <a:extLst>
              <a:ext uri="{FF2B5EF4-FFF2-40B4-BE49-F238E27FC236}">
                <a16:creationId xmlns:a16="http://schemas.microsoft.com/office/drawing/2014/main" id="{2BA872FF-D57A-E66F-A590-0DD2972C1AD3}"/>
              </a:ext>
            </a:extLst>
          </p:cNvPr>
          <p:cNvCxnSpPr/>
          <p:nvPr/>
        </p:nvCxnSpPr>
        <p:spPr>
          <a:xfrm rot="10739157">
            <a:off x="25018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cxnSp>
        <p:nvCxnSpPr>
          <p:cNvPr id="4" name="Connector 17">
            <a:extLst>
              <a:ext uri="{FF2B5EF4-FFF2-40B4-BE49-F238E27FC236}">
                <a16:creationId xmlns:a16="http://schemas.microsoft.com/office/drawing/2014/main" id="{B72F5999-8D01-F5EB-4497-20EED7FFC857}"/>
              </a:ext>
            </a:extLst>
          </p:cNvPr>
          <p:cNvCxnSpPr/>
          <p:nvPr/>
        </p:nvCxnSpPr>
        <p:spPr>
          <a:xfrm rot="10739157">
            <a:off x="82803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5" name="AutoShape 18">
            <a:extLst>
              <a:ext uri="{FF2B5EF4-FFF2-40B4-BE49-F238E27FC236}">
                <a16:creationId xmlns:a16="http://schemas.microsoft.com/office/drawing/2014/main" id="{DB27A922-6DC8-7216-5DBF-0CE92AB2F1D4}"/>
              </a:ext>
            </a:extLst>
          </p:cNvPr>
          <p:cNvSpPr/>
          <p:nvPr/>
        </p:nvSpPr>
        <p:spPr>
          <a:xfrm>
            <a:off x="2794000" y="2616200"/>
            <a:ext cx="6604000" cy="11049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endParaRPr lang="en-US" sz="1100" dirty="0"/>
          </a:p>
        </p:txBody>
      </p:sp>
      <p:sp>
        <p:nvSpPr>
          <p:cNvPr id="6" name="AutoShape 19">
            <a:extLst>
              <a:ext uri="{FF2B5EF4-FFF2-40B4-BE49-F238E27FC236}">
                <a16:creationId xmlns:a16="http://schemas.microsoft.com/office/drawing/2014/main" id="{00902952-820D-3028-5E3B-6BA7398D1C82}"/>
              </a:ext>
            </a:extLst>
          </p:cNvPr>
          <p:cNvSpPr/>
          <p:nvPr/>
        </p:nvSpPr>
        <p:spPr>
          <a:xfrm>
            <a:off x="5168900" y="3810000"/>
            <a:ext cx="18415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a:solidFill>
                  <a:srgbClr val="26476A"/>
                </a:solidFill>
                <a:latin typeface="Noto Sans SC"/>
                <a:ea typeface="Noto Sans SC"/>
                <a:cs typeface="Noto Sans SC"/>
                <a:sym typeface="Noto Sans SC"/>
              </a:rPr>
              <a:t>THANKS</a:t>
            </a:r>
            <a:endParaRPr lang="en-US" sz="1100"/>
          </a:p>
        </p:txBody>
      </p:sp>
      <p:sp>
        <p:nvSpPr>
          <p:cNvPr id="7" name="AutoShape 20">
            <a:extLst>
              <a:ext uri="{FF2B5EF4-FFF2-40B4-BE49-F238E27FC236}">
                <a16:creationId xmlns:a16="http://schemas.microsoft.com/office/drawing/2014/main" id="{EAB3F337-91A1-1454-6295-E0EFC812B30E}"/>
              </a:ext>
            </a:extLst>
          </p:cNvPr>
          <p:cNvSpPr/>
          <p:nvPr/>
        </p:nvSpPr>
        <p:spPr>
          <a:xfrm>
            <a:off x="4330700" y="4635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21">
            <a:extLst>
              <a:ext uri="{FF2B5EF4-FFF2-40B4-BE49-F238E27FC236}">
                <a16:creationId xmlns:a16="http://schemas.microsoft.com/office/drawing/2014/main" id="{A376A097-1993-C3DF-435B-74D640349EF8}"/>
              </a:ext>
            </a:extLst>
          </p:cNvPr>
          <p:cNvSpPr/>
          <p:nvPr/>
        </p:nvSpPr>
        <p:spPr>
          <a:xfrm>
            <a:off x="4648200" y="4584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9" name="AutoShape 22">
            <a:extLst>
              <a:ext uri="{FF2B5EF4-FFF2-40B4-BE49-F238E27FC236}">
                <a16:creationId xmlns:a16="http://schemas.microsoft.com/office/drawing/2014/main" id="{87165766-B8A9-85BE-BC61-27AE8BE9000D}"/>
              </a:ext>
            </a:extLst>
          </p:cNvPr>
          <p:cNvSpPr/>
          <p:nvPr/>
        </p:nvSpPr>
        <p:spPr>
          <a:xfrm>
            <a:off x="4330700" y="50800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23">
            <a:extLst>
              <a:ext uri="{FF2B5EF4-FFF2-40B4-BE49-F238E27FC236}">
                <a16:creationId xmlns:a16="http://schemas.microsoft.com/office/drawing/2014/main" id="{ECAE423B-7C55-6B5A-1BD9-8BA7DBCAA443}"/>
              </a:ext>
            </a:extLst>
          </p:cNvPr>
          <p:cNvSpPr/>
          <p:nvPr/>
        </p:nvSpPr>
        <p:spPr>
          <a:xfrm>
            <a:off x="4648200" y="5029200"/>
            <a:ext cx="4064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1" name="AutoShape 24">
            <a:extLst>
              <a:ext uri="{FF2B5EF4-FFF2-40B4-BE49-F238E27FC236}">
                <a16:creationId xmlns:a16="http://schemas.microsoft.com/office/drawing/2014/main" id="{E34DD8FC-1247-63F1-7FF1-941D322F8D15}"/>
              </a:ext>
            </a:extLst>
          </p:cNvPr>
          <p:cNvSpPr/>
          <p:nvPr/>
        </p:nvSpPr>
        <p:spPr>
          <a:xfrm>
            <a:off x="4330700" y="5524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5">
            <a:extLst>
              <a:ext uri="{FF2B5EF4-FFF2-40B4-BE49-F238E27FC236}">
                <a16:creationId xmlns:a16="http://schemas.microsoft.com/office/drawing/2014/main" id="{8CEA0E75-24CC-3010-F5C4-BC9963791E7F}"/>
              </a:ext>
            </a:extLst>
          </p:cNvPr>
          <p:cNvSpPr/>
          <p:nvPr/>
        </p:nvSpPr>
        <p:spPr>
          <a:xfrm>
            <a:off x="4648200" y="5473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Tree>
    <p:extLst>
      <p:ext uri="{BB962C8B-B14F-4D97-AF65-F5344CB8AC3E}">
        <p14:creationId xmlns:p14="http://schemas.microsoft.com/office/powerpoint/2010/main" val="12421385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98534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5994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4514050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12167207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0214797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9561588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3566124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26970762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41045539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10985540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27719167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DA860E43-ED1B-00AC-09F7-33B5922AF3D9}"/>
              </a:ext>
            </a:extLst>
          </p:cNvPr>
          <p:cNvSpPr/>
          <p:nvPr/>
        </p:nvSpPr>
        <p:spPr>
          <a:xfrm>
            <a:off x="643783"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4A66AC"/>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 name="任意多边形: 形状 4">
            <a:extLst>
              <a:ext uri="{FF2B5EF4-FFF2-40B4-BE49-F238E27FC236}">
                <a16:creationId xmlns:a16="http://schemas.microsoft.com/office/drawing/2014/main" id="{7D12B520-2826-BB4F-561F-129162B2E170}"/>
              </a:ext>
            </a:extLst>
          </p:cNvPr>
          <p:cNvSpPr/>
          <p:nvPr/>
        </p:nvSpPr>
        <p:spPr>
          <a:xfrm>
            <a:off x="905957"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6"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任意多边形: 形状 5">
            <a:extLst>
              <a:ext uri="{FF2B5EF4-FFF2-40B4-BE49-F238E27FC236}">
                <a16:creationId xmlns:a16="http://schemas.microsoft.com/office/drawing/2014/main" id="{DEFC6D69-7F05-C197-585C-14BDD85A7225}"/>
              </a:ext>
            </a:extLst>
          </p:cNvPr>
          <p:cNvSpPr/>
          <p:nvPr/>
        </p:nvSpPr>
        <p:spPr>
          <a:xfrm>
            <a:off x="1212469" y="1835203"/>
            <a:ext cx="1588512" cy="1588512"/>
          </a:xfrm>
          <a:custGeom>
            <a:avLst/>
            <a:gdLst>
              <a:gd name="connsiteX0" fmla="*/ 1604559 w 1604558"/>
              <a:gd name="connsiteY0" fmla="*/ 802279 h 1604558"/>
              <a:gd name="connsiteX1" fmla="*/ 1541434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4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7" y="1015699"/>
                  <a:pt x="1541434"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4" y="394376"/>
                  <a:pt x="1541434" y="489965"/>
                </a:cubicBezTo>
                <a:cubicBezTo>
                  <a:pt x="1583517" y="588859"/>
                  <a:pt x="1604559" y="693766"/>
                  <a:pt x="1604559" y="802279"/>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任意多边形: 形状 6">
            <a:extLst>
              <a:ext uri="{FF2B5EF4-FFF2-40B4-BE49-F238E27FC236}">
                <a16:creationId xmlns:a16="http://schemas.microsoft.com/office/drawing/2014/main" id="{73233544-E976-4A04-CC6D-21218A20525B}"/>
              </a:ext>
            </a:extLst>
          </p:cNvPr>
          <p:cNvSpPr/>
          <p:nvPr/>
        </p:nvSpPr>
        <p:spPr>
          <a:xfrm>
            <a:off x="1278236"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任意多边形: 形状 7">
            <a:extLst>
              <a:ext uri="{FF2B5EF4-FFF2-40B4-BE49-F238E27FC236}">
                <a16:creationId xmlns:a16="http://schemas.microsoft.com/office/drawing/2014/main" id="{85C9BFD3-4439-442F-8F2C-EEB5822766BB}"/>
              </a:ext>
            </a:extLst>
          </p:cNvPr>
          <p:cNvSpPr/>
          <p:nvPr/>
        </p:nvSpPr>
        <p:spPr>
          <a:xfrm>
            <a:off x="1348466"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4" y="1330419"/>
                  <a:pt x="665209" y="1330419"/>
                </a:cubicBezTo>
                <a:cubicBezTo>
                  <a:pt x="297824" y="1330419"/>
                  <a:pt x="0" y="1032594"/>
                  <a:pt x="0" y="665209"/>
                </a:cubicBezTo>
                <a:cubicBezTo>
                  <a:pt x="0" y="297824"/>
                  <a:pt x="297825" y="0"/>
                  <a:pt x="665209" y="0"/>
                </a:cubicBezTo>
                <a:cubicBezTo>
                  <a:pt x="1032595" y="0"/>
                  <a:pt x="1330419" y="297825"/>
                  <a:pt x="1330419" y="665209"/>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 name="任意多边形: 形状 8">
            <a:extLst>
              <a:ext uri="{FF2B5EF4-FFF2-40B4-BE49-F238E27FC236}">
                <a16:creationId xmlns:a16="http://schemas.microsoft.com/office/drawing/2014/main" id="{31373D56-0DB8-6CB4-8E04-A5A9BF9742C0}"/>
              </a:ext>
            </a:extLst>
          </p:cNvPr>
          <p:cNvSpPr/>
          <p:nvPr/>
        </p:nvSpPr>
        <p:spPr>
          <a:xfrm>
            <a:off x="1705271"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8" y="459905"/>
                  <a:pt x="24047" y="423534"/>
                </a:cubicBezTo>
                <a:cubicBezTo>
                  <a:pt x="8116" y="385960"/>
                  <a:pt x="0" y="345981"/>
                  <a:pt x="0" y="304800"/>
                </a:cubicBezTo>
                <a:cubicBezTo>
                  <a:pt x="0" y="263619"/>
                  <a:pt x="8116" y="223640"/>
                  <a:pt x="24047" y="186066"/>
                </a:cubicBezTo>
                <a:cubicBezTo>
                  <a:pt x="39378"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 name="任意多边形: 形状 9">
            <a:extLst>
              <a:ext uri="{FF2B5EF4-FFF2-40B4-BE49-F238E27FC236}">
                <a16:creationId xmlns:a16="http://schemas.microsoft.com/office/drawing/2014/main" id="{02EBCBDC-81A1-6843-2890-9E5C85206EA8}"/>
              </a:ext>
            </a:extLst>
          </p:cNvPr>
          <p:cNvSpPr/>
          <p:nvPr/>
        </p:nvSpPr>
        <p:spPr>
          <a:xfrm>
            <a:off x="1754671" y="4156969"/>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8" y="125347"/>
                  <a:pt x="489664" y="155707"/>
                </a:cubicBezTo>
                <a:cubicBezTo>
                  <a:pt x="502890" y="187269"/>
                  <a:pt x="509803" y="2206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1" name="任意多边形: 形状 10">
            <a:extLst>
              <a:ext uri="{FF2B5EF4-FFF2-40B4-BE49-F238E27FC236}">
                <a16:creationId xmlns:a16="http://schemas.microsoft.com/office/drawing/2014/main" id="{DA90FDF1-941A-EB7F-9940-700B4CFF5211}"/>
              </a:ext>
            </a:extLst>
          </p:cNvPr>
          <p:cNvSpPr/>
          <p:nvPr/>
        </p:nvSpPr>
        <p:spPr>
          <a:xfrm>
            <a:off x="1775503"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任意多边形: 形状 11">
            <a:extLst>
              <a:ext uri="{FF2B5EF4-FFF2-40B4-BE49-F238E27FC236}">
                <a16:creationId xmlns:a16="http://schemas.microsoft.com/office/drawing/2014/main" id="{1C8FC0D6-8B8E-7B31-BC07-8485F6D3A0FC}"/>
              </a:ext>
            </a:extLst>
          </p:cNvPr>
          <p:cNvSpPr/>
          <p:nvPr/>
        </p:nvSpPr>
        <p:spPr>
          <a:xfrm>
            <a:off x="1754671" y="2377107"/>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1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702"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702"/>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102" y="98294"/>
                  <a:pt x="476738" y="125347"/>
                  <a:pt x="489664" y="155706"/>
                </a:cubicBezTo>
                <a:cubicBezTo>
                  <a:pt x="502890" y="186968"/>
                  <a:pt x="509803" y="2203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任意多边形: 形状 12">
            <a:extLst>
              <a:ext uri="{FF2B5EF4-FFF2-40B4-BE49-F238E27FC236}">
                <a16:creationId xmlns:a16="http://schemas.microsoft.com/office/drawing/2014/main" id="{BD789A7F-7A61-413E-0559-AAC5FC27D680}"/>
              </a:ext>
            </a:extLst>
          </p:cNvPr>
          <p:cNvSpPr/>
          <p:nvPr/>
        </p:nvSpPr>
        <p:spPr>
          <a:xfrm>
            <a:off x="1775503"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任意多边形: 形状 13">
            <a:extLst>
              <a:ext uri="{FF2B5EF4-FFF2-40B4-BE49-F238E27FC236}">
                <a16:creationId xmlns:a16="http://schemas.microsoft.com/office/drawing/2014/main" id="{19603979-132A-72BF-8E58-614097E2CFDB}"/>
              </a:ext>
            </a:extLst>
          </p:cNvPr>
          <p:cNvSpPr/>
          <p:nvPr/>
        </p:nvSpPr>
        <p:spPr>
          <a:xfrm>
            <a:off x="200702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15" name="组合 14">
            <a:extLst>
              <a:ext uri="{FF2B5EF4-FFF2-40B4-BE49-F238E27FC236}">
                <a16:creationId xmlns:a16="http://schemas.microsoft.com/office/drawing/2014/main" id="{086D8103-DA63-0A6B-FB4D-69AE3078790E}"/>
              </a:ext>
            </a:extLst>
          </p:cNvPr>
          <p:cNvGrpSpPr/>
          <p:nvPr/>
        </p:nvGrpSpPr>
        <p:grpSpPr>
          <a:xfrm>
            <a:off x="1928909" y="4303381"/>
            <a:ext cx="150281" cy="183609"/>
            <a:chOff x="1934918" y="4278943"/>
            <a:chExt cx="150281" cy="183609"/>
          </a:xfrm>
          <a:solidFill>
            <a:srgbClr val="4A66AC"/>
          </a:solidFill>
        </p:grpSpPr>
        <p:sp>
          <p:nvSpPr>
            <p:cNvPr id="16" name="任意多边形: 形状 15">
              <a:extLst>
                <a:ext uri="{FF2B5EF4-FFF2-40B4-BE49-F238E27FC236}">
                  <a16:creationId xmlns:a16="http://schemas.microsoft.com/office/drawing/2014/main" id="{3DD5FD44-075E-1AE7-8660-768993B5112B}"/>
                </a:ext>
              </a:extLst>
            </p:cNvPr>
            <p:cNvSpPr/>
            <p:nvPr/>
          </p:nvSpPr>
          <p:spPr>
            <a:xfrm>
              <a:off x="1934918" y="4278943"/>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504 h 185464"/>
                <a:gd name="connsiteX12" fmla="*/ 55309 w 82362"/>
                <a:gd name="connsiteY12" fmla="*/ 142480 h 185464"/>
                <a:gd name="connsiteX13" fmla="*/ 55309 w 82362"/>
                <a:gd name="connsiteY13" fmla="*/ 42684 h 185464"/>
                <a:gd name="connsiteX14" fmla="*/ 51702 w 82362"/>
                <a:gd name="connsiteY14" fmla="*/ 30660 h 185464"/>
                <a:gd name="connsiteX15" fmla="*/ 41482 w 82362"/>
                <a:gd name="connsiteY15" fmla="*/ 26452 h 185464"/>
                <a:gd name="connsiteX16" fmla="*/ 31261 w 82362"/>
                <a:gd name="connsiteY16" fmla="*/ 30660 h 185464"/>
                <a:gd name="connsiteX17" fmla="*/ 27654 w 82362"/>
                <a:gd name="connsiteY17" fmla="*/ 42684 h 185464"/>
                <a:gd name="connsiteX18" fmla="*/ 27654 w 82362"/>
                <a:gd name="connsiteY18" fmla="*/ 142480 h 185464"/>
                <a:gd name="connsiteX19" fmla="*/ 31261 w 82362"/>
                <a:gd name="connsiteY19" fmla="*/ 154504 h 185464"/>
                <a:gd name="connsiteX20" fmla="*/ 41482 w 82362"/>
                <a:gd name="connsiteY20" fmla="*/ 158712 h 185464"/>
                <a:gd name="connsiteX21" fmla="*/ 51702 w 82362"/>
                <a:gd name="connsiteY21" fmla="*/ 154504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504"/>
                  </a:moveTo>
                  <a:cubicBezTo>
                    <a:pt x="54107" y="151799"/>
                    <a:pt x="55309" y="147590"/>
                    <a:pt x="55309" y="142480"/>
                  </a:cubicBezTo>
                  <a:lnTo>
                    <a:pt x="55309" y="42684"/>
                  </a:lnTo>
                  <a:cubicBezTo>
                    <a:pt x="55309" y="37574"/>
                    <a:pt x="54107" y="33666"/>
                    <a:pt x="51702" y="30660"/>
                  </a:cubicBezTo>
                  <a:cubicBezTo>
                    <a:pt x="49297" y="27654"/>
                    <a:pt x="45990" y="26452"/>
                    <a:pt x="41482" y="26452"/>
                  </a:cubicBezTo>
                  <a:cubicBezTo>
                    <a:pt x="37273" y="26452"/>
                    <a:pt x="33666" y="27955"/>
                    <a:pt x="31261" y="30660"/>
                  </a:cubicBezTo>
                  <a:cubicBezTo>
                    <a:pt x="28857" y="33366"/>
                    <a:pt x="27654" y="37574"/>
                    <a:pt x="27654" y="42684"/>
                  </a:cubicBezTo>
                  <a:lnTo>
                    <a:pt x="27654" y="142480"/>
                  </a:lnTo>
                  <a:cubicBezTo>
                    <a:pt x="27654" y="147590"/>
                    <a:pt x="28857" y="151498"/>
                    <a:pt x="31261" y="154504"/>
                  </a:cubicBezTo>
                  <a:cubicBezTo>
                    <a:pt x="33666" y="157209"/>
                    <a:pt x="36973" y="158712"/>
                    <a:pt x="41482" y="158712"/>
                  </a:cubicBezTo>
                  <a:cubicBezTo>
                    <a:pt x="45690" y="159013"/>
                    <a:pt x="49297" y="157510"/>
                    <a:pt x="51702" y="154504"/>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任意多边形: 形状 16">
              <a:extLst>
                <a:ext uri="{FF2B5EF4-FFF2-40B4-BE49-F238E27FC236}">
                  <a16:creationId xmlns:a16="http://schemas.microsoft.com/office/drawing/2014/main" id="{225C3615-D927-8449-4793-6FF8292DC0DD}"/>
                </a:ext>
              </a:extLst>
            </p:cNvPr>
            <p:cNvSpPr/>
            <p:nvPr/>
          </p:nvSpPr>
          <p:spPr>
            <a:xfrm>
              <a:off x="2032824" y="4281027"/>
              <a:ext cx="52375" cy="179443"/>
            </a:xfrm>
            <a:custGeom>
              <a:avLst/>
              <a:gdLst>
                <a:gd name="connsiteX0" fmla="*/ 52604 w 52904"/>
                <a:gd name="connsiteY0" fmla="*/ 181257 h 181256"/>
                <a:gd name="connsiteX1" fmla="*/ 25250 w 52904"/>
                <a:gd name="connsiteY1" fmla="*/ 181257 h 181256"/>
                <a:gd name="connsiteX2" fmla="*/ 25250 w 52904"/>
                <a:gd name="connsiteY2" fmla="*/ 29759 h 181256"/>
                <a:gd name="connsiteX3" fmla="*/ 0 w 52904"/>
                <a:gd name="connsiteY3" fmla="*/ 43886 h 181256"/>
                <a:gd name="connsiteX4" fmla="*/ 0 w 52904"/>
                <a:gd name="connsiteY4" fmla="*/ 14729 h 181256"/>
                <a:gd name="connsiteX5" fmla="*/ 24047 w 52904"/>
                <a:gd name="connsiteY5" fmla="*/ 0 h 181256"/>
                <a:gd name="connsiteX6" fmla="*/ 52904 w 52904"/>
                <a:gd name="connsiteY6" fmla="*/ 0 h 181256"/>
                <a:gd name="connsiteX7" fmla="*/ 52604 w 52904"/>
                <a:gd name="connsiteY7" fmla="*/ 181257 h 1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04" h="181256">
                  <a:moveTo>
                    <a:pt x="52604" y="181257"/>
                  </a:moveTo>
                  <a:lnTo>
                    <a:pt x="25250" y="181257"/>
                  </a:lnTo>
                  <a:lnTo>
                    <a:pt x="25250" y="29759"/>
                  </a:lnTo>
                  <a:lnTo>
                    <a:pt x="0" y="43886"/>
                  </a:lnTo>
                  <a:lnTo>
                    <a:pt x="0" y="14729"/>
                  </a:lnTo>
                  <a:lnTo>
                    <a:pt x="24047" y="0"/>
                  </a:lnTo>
                  <a:lnTo>
                    <a:pt x="52904" y="0"/>
                  </a:lnTo>
                  <a:lnTo>
                    <a:pt x="52604" y="181257"/>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18" name="任意多边形: 形状 17">
            <a:extLst>
              <a:ext uri="{FF2B5EF4-FFF2-40B4-BE49-F238E27FC236}">
                <a16:creationId xmlns:a16="http://schemas.microsoft.com/office/drawing/2014/main" id="{67D73C5D-CB7E-1358-906F-337C7EAC1EB4}"/>
              </a:ext>
            </a:extLst>
          </p:cNvPr>
          <p:cNvSpPr/>
          <p:nvPr/>
        </p:nvSpPr>
        <p:spPr>
          <a:xfrm>
            <a:off x="3369669"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629DD1"/>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9" name="任意多边形: 形状 18">
            <a:extLst>
              <a:ext uri="{FF2B5EF4-FFF2-40B4-BE49-F238E27FC236}">
                <a16:creationId xmlns:a16="http://schemas.microsoft.com/office/drawing/2014/main" id="{EDCB7D54-0AC6-F481-B609-D4B29F768289}"/>
              </a:ext>
            </a:extLst>
          </p:cNvPr>
          <p:cNvSpPr/>
          <p:nvPr/>
        </p:nvSpPr>
        <p:spPr>
          <a:xfrm>
            <a:off x="3631842" y="1528394"/>
            <a:ext cx="2202135" cy="2202135"/>
          </a:xfrm>
          <a:custGeom>
            <a:avLst/>
            <a:gdLst>
              <a:gd name="connsiteX0" fmla="*/ 1112189 w 2224378"/>
              <a:gd name="connsiteY0" fmla="*/ 2224379 h 2224378"/>
              <a:gd name="connsiteX1" fmla="*/ 679337 w 2224378"/>
              <a:gd name="connsiteY1" fmla="*/ 2136907 h 2224378"/>
              <a:gd name="connsiteX2" fmla="*/ 325842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2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2"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2"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7"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0" name="任意多边形: 形状 19">
            <a:extLst>
              <a:ext uri="{FF2B5EF4-FFF2-40B4-BE49-F238E27FC236}">
                <a16:creationId xmlns:a16="http://schemas.microsoft.com/office/drawing/2014/main" id="{9E6E2F26-F7D1-3767-1004-D03D3563A168}"/>
              </a:ext>
            </a:extLst>
          </p:cNvPr>
          <p:cNvSpPr/>
          <p:nvPr/>
        </p:nvSpPr>
        <p:spPr>
          <a:xfrm>
            <a:off x="3938356"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1" name="任意多边形: 形状 20">
            <a:extLst>
              <a:ext uri="{FF2B5EF4-FFF2-40B4-BE49-F238E27FC236}">
                <a16:creationId xmlns:a16="http://schemas.microsoft.com/office/drawing/2014/main" id="{0E4279DA-57FD-B4BC-B7ED-EFF893C6F486}"/>
              </a:ext>
            </a:extLst>
          </p:cNvPr>
          <p:cNvSpPr/>
          <p:nvPr/>
        </p:nvSpPr>
        <p:spPr>
          <a:xfrm>
            <a:off x="4004121"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2" name="任意多边形: 形状 21">
            <a:extLst>
              <a:ext uri="{FF2B5EF4-FFF2-40B4-BE49-F238E27FC236}">
                <a16:creationId xmlns:a16="http://schemas.microsoft.com/office/drawing/2014/main" id="{5973DB5B-1C83-FFE5-2044-4233AE3FE185}"/>
              </a:ext>
            </a:extLst>
          </p:cNvPr>
          <p:cNvSpPr/>
          <p:nvPr/>
        </p:nvSpPr>
        <p:spPr>
          <a:xfrm>
            <a:off x="4074352"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5" y="1330419"/>
                  <a:pt x="0" y="1032594"/>
                  <a:pt x="0" y="665209"/>
                </a:cubicBezTo>
                <a:cubicBezTo>
                  <a:pt x="0" y="297824"/>
                  <a:pt x="297824" y="0"/>
                  <a:pt x="665209" y="0"/>
                </a:cubicBezTo>
                <a:cubicBezTo>
                  <a:pt x="1032594"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3" name="任意多边形: 形状 22">
            <a:extLst>
              <a:ext uri="{FF2B5EF4-FFF2-40B4-BE49-F238E27FC236}">
                <a16:creationId xmlns:a16="http://schemas.microsoft.com/office/drawing/2014/main" id="{72C275AC-068D-4D86-E259-2E8E04E18603}"/>
              </a:ext>
            </a:extLst>
          </p:cNvPr>
          <p:cNvSpPr/>
          <p:nvPr/>
        </p:nvSpPr>
        <p:spPr>
          <a:xfrm>
            <a:off x="4091314" y="1987865"/>
            <a:ext cx="1283189" cy="1283189"/>
          </a:xfrm>
          <a:custGeom>
            <a:avLst/>
            <a:gdLst>
              <a:gd name="connsiteX0" fmla="*/ 1296151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1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1" y="648076"/>
                </a:moveTo>
                <a:cubicBezTo>
                  <a:pt x="1296151" y="1005998"/>
                  <a:pt x="1005998" y="1296151"/>
                  <a:pt x="648076" y="1296151"/>
                </a:cubicBezTo>
                <a:cubicBezTo>
                  <a:pt x="290153" y="1296151"/>
                  <a:pt x="0" y="1005998"/>
                  <a:pt x="0" y="648076"/>
                </a:cubicBezTo>
                <a:cubicBezTo>
                  <a:pt x="0" y="290153"/>
                  <a:pt x="290154" y="0"/>
                  <a:pt x="648076" y="0"/>
                </a:cubicBezTo>
                <a:cubicBezTo>
                  <a:pt x="1005998" y="0"/>
                  <a:pt x="1296151" y="290153"/>
                  <a:pt x="1296151"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4" name="任意多边形: 形状 23">
            <a:extLst>
              <a:ext uri="{FF2B5EF4-FFF2-40B4-BE49-F238E27FC236}">
                <a16:creationId xmlns:a16="http://schemas.microsoft.com/office/drawing/2014/main" id="{E6FCCA08-EBDA-920F-3B8B-1886B6556D65}"/>
              </a:ext>
            </a:extLst>
          </p:cNvPr>
          <p:cNvSpPr/>
          <p:nvPr/>
        </p:nvSpPr>
        <p:spPr>
          <a:xfrm>
            <a:off x="4431157"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7" y="459905"/>
                  <a:pt x="24047" y="423534"/>
                </a:cubicBezTo>
                <a:cubicBezTo>
                  <a:pt x="8116" y="385960"/>
                  <a:pt x="0" y="345981"/>
                  <a:pt x="0" y="304800"/>
                </a:cubicBezTo>
                <a:cubicBezTo>
                  <a:pt x="0" y="263619"/>
                  <a:pt x="8116" y="223640"/>
                  <a:pt x="24047" y="186066"/>
                </a:cubicBezTo>
                <a:cubicBezTo>
                  <a:pt x="39377"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任意多边形: 形状 24">
            <a:extLst>
              <a:ext uri="{FF2B5EF4-FFF2-40B4-BE49-F238E27FC236}">
                <a16:creationId xmlns:a16="http://schemas.microsoft.com/office/drawing/2014/main" id="{6A713E04-BEC7-A3DC-FDED-A400C1A34437}"/>
              </a:ext>
            </a:extLst>
          </p:cNvPr>
          <p:cNvSpPr/>
          <p:nvPr/>
        </p:nvSpPr>
        <p:spPr>
          <a:xfrm>
            <a:off x="4480557"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任意多边形: 形状 25">
            <a:extLst>
              <a:ext uri="{FF2B5EF4-FFF2-40B4-BE49-F238E27FC236}">
                <a16:creationId xmlns:a16="http://schemas.microsoft.com/office/drawing/2014/main" id="{4A424E5F-DA4E-C65F-D723-1B79C965BB48}"/>
              </a:ext>
            </a:extLst>
          </p:cNvPr>
          <p:cNvSpPr/>
          <p:nvPr/>
        </p:nvSpPr>
        <p:spPr>
          <a:xfrm>
            <a:off x="4523706" y="4200118"/>
            <a:ext cx="418405" cy="418405"/>
          </a:xfrm>
          <a:custGeom>
            <a:avLst/>
            <a:gdLst>
              <a:gd name="connsiteX0" fmla="*/ 422632 w 422631"/>
              <a:gd name="connsiteY0" fmla="*/ 211316 h 422631"/>
              <a:gd name="connsiteX1" fmla="*/ 211316 w 422631"/>
              <a:gd name="connsiteY1" fmla="*/ 422632 h 422631"/>
              <a:gd name="connsiteX2" fmla="*/ 0 w 422631"/>
              <a:gd name="connsiteY2" fmla="*/ 211316 h 422631"/>
              <a:gd name="connsiteX3" fmla="*/ 211316 w 422631"/>
              <a:gd name="connsiteY3" fmla="*/ 0 h 422631"/>
              <a:gd name="connsiteX4" fmla="*/ 422632 w 422631"/>
              <a:gd name="connsiteY4" fmla="*/ 211316 h 422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31" h="422631">
                <a:moveTo>
                  <a:pt x="422632" y="211316"/>
                </a:moveTo>
                <a:cubicBezTo>
                  <a:pt x="422632" y="328023"/>
                  <a:pt x="328023" y="422632"/>
                  <a:pt x="211316" y="422632"/>
                </a:cubicBezTo>
                <a:cubicBezTo>
                  <a:pt x="94610" y="422632"/>
                  <a:pt x="0" y="328023"/>
                  <a:pt x="0" y="211316"/>
                </a:cubicBezTo>
                <a:cubicBezTo>
                  <a:pt x="0" y="94610"/>
                  <a:pt x="94609" y="0"/>
                  <a:pt x="211316" y="0"/>
                </a:cubicBezTo>
                <a:cubicBezTo>
                  <a:pt x="328022" y="0"/>
                  <a:pt x="422632" y="94609"/>
                  <a:pt x="422632" y="21131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任意多边形: 形状 26">
            <a:extLst>
              <a:ext uri="{FF2B5EF4-FFF2-40B4-BE49-F238E27FC236}">
                <a16:creationId xmlns:a16="http://schemas.microsoft.com/office/drawing/2014/main" id="{9232D63A-61C6-796A-3331-3C0799AF34A7}"/>
              </a:ext>
            </a:extLst>
          </p:cNvPr>
          <p:cNvSpPr/>
          <p:nvPr/>
        </p:nvSpPr>
        <p:spPr>
          <a:xfrm>
            <a:off x="4480557"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6"/>
                </a:cubicBezTo>
                <a:cubicBezTo>
                  <a:pt x="502890" y="186968"/>
                  <a:pt x="509804" y="2203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任意多边形: 形状 27">
            <a:extLst>
              <a:ext uri="{FF2B5EF4-FFF2-40B4-BE49-F238E27FC236}">
                <a16:creationId xmlns:a16="http://schemas.microsoft.com/office/drawing/2014/main" id="{30F4E02F-6049-0242-1BFD-3EA924704079}"/>
              </a:ext>
            </a:extLst>
          </p:cNvPr>
          <p:cNvSpPr/>
          <p:nvPr/>
        </p:nvSpPr>
        <p:spPr>
          <a:xfrm>
            <a:off x="4501388"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任意多边形: 形状 28">
            <a:extLst>
              <a:ext uri="{FF2B5EF4-FFF2-40B4-BE49-F238E27FC236}">
                <a16:creationId xmlns:a16="http://schemas.microsoft.com/office/drawing/2014/main" id="{BF6190C8-ED85-68BB-E9CB-FF590004463B}"/>
              </a:ext>
            </a:extLst>
          </p:cNvPr>
          <p:cNvSpPr/>
          <p:nvPr/>
        </p:nvSpPr>
        <p:spPr>
          <a:xfrm>
            <a:off x="4732909"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30" name="组合 29">
            <a:extLst>
              <a:ext uri="{FF2B5EF4-FFF2-40B4-BE49-F238E27FC236}">
                <a16:creationId xmlns:a16="http://schemas.microsoft.com/office/drawing/2014/main" id="{E2FC2D28-E7C9-3B9E-AEA7-4A0386164E56}"/>
              </a:ext>
            </a:extLst>
          </p:cNvPr>
          <p:cNvGrpSpPr/>
          <p:nvPr/>
        </p:nvGrpSpPr>
        <p:grpSpPr>
          <a:xfrm>
            <a:off x="4639765" y="4303380"/>
            <a:ext cx="185693" cy="183909"/>
            <a:chOff x="4644122" y="4278641"/>
            <a:chExt cx="185693" cy="183909"/>
          </a:xfrm>
          <a:solidFill>
            <a:srgbClr val="629DD1"/>
          </a:solidFill>
        </p:grpSpPr>
        <p:sp>
          <p:nvSpPr>
            <p:cNvPr id="31" name="任意多边形: 形状 30">
              <a:extLst>
                <a:ext uri="{FF2B5EF4-FFF2-40B4-BE49-F238E27FC236}">
                  <a16:creationId xmlns:a16="http://schemas.microsoft.com/office/drawing/2014/main" id="{B995F5EE-2DAA-6510-65AF-F9233E780A96}"/>
                </a:ext>
              </a:extLst>
            </p:cNvPr>
            <p:cNvSpPr/>
            <p:nvPr/>
          </p:nvSpPr>
          <p:spPr>
            <a:xfrm>
              <a:off x="4644122" y="4278941"/>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805 h 185464"/>
                <a:gd name="connsiteX12" fmla="*/ 55309 w 82362"/>
                <a:gd name="connsiteY12" fmla="*/ 142781 h 185464"/>
                <a:gd name="connsiteX13" fmla="*/ 55309 w 82362"/>
                <a:gd name="connsiteY13" fmla="*/ 42984 h 185464"/>
                <a:gd name="connsiteX14" fmla="*/ 51702 w 82362"/>
                <a:gd name="connsiteY14" fmla="*/ 30961 h 185464"/>
                <a:gd name="connsiteX15" fmla="*/ 41482 w 82362"/>
                <a:gd name="connsiteY15" fmla="*/ 26752 h 185464"/>
                <a:gd name="connsiteX16" fmla="*/ 31262 w 82362"/>
                <a:gd name="connsiteY16" fmla="*/ 30961 h 185464"/>
                <a:gd name="connsiteX17" fmla="*/ 27655 w 82362"/>
                <a:gd name="connsiteY17" fmla="*/ 42984 h 185464"/>
                <a:gd name="connsiteX18" fmla="*/ 27655 w 82362"/>
                <a:gd name="connsiteY18" fmla="*/ 142781 h 185464"/>
                <a:gd name="connsiteX19" fmla="*/ 31262 w 82362"/>
                <a:gd name="connsiteY19" fmla="*/ 154805 h 185464"/>
                <a:gd name="connsiteX20" fmla="*/ 41482 w 82362"/>
                <a:gd name="connsiteY20" fmla="*/ 159013 h 185464"/>
                <a:gd name="connsiteX21" fmla="*/ 51702 w 82362"/>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805"/>
                  </a:moveTo>
                  <a:cubicBezTo>
                    <a:pt x="54107" y="152099"/>
                    <a:pt x="55309" y="147891"/>
                    <a:pt x="55309" y="142781"/>
                  </a:cubicBezTo>
                  <a:lnTo>
                    <a:pt x="55309" y="42984"/>
                  </a:lnTo>
                  <a:cubicBezTo>
                    <a:pt x="55309" y="37874"/>
                    <a:pt x="54107" y="33967"/>
                    <a:pt x="51702" y="30961"/>
                  </a:cubicBezTo>
                  <a:cubicBezTo>
                    <a:pt x="49297" y="28255"/>
                    <a:pt x="45991" y="26752"/>
                    <a:pt x="41482" y="26752"/>
                  </a:cubicBezTo>
                  <a:cubicBezTo>
                    <a:pt x="37273" y="26752"/>
                    <a:pt x="33666" y="28255"/>
                    <a:pt x="31262" y="30961"/>
                  </a:cubicBezTo>
                  <a:cubicBezTo>
                    <a:pt x="28857" y="33666"/>
                    <a:pt x="27655" y="37874"/>
                    <a:pt x="27655" y="42984"/>
                  </a:cubicBezTo>
                  <a:lnTo>
                    <a:pt x="27655" y="142781"/>
                  </a:lnTo>
                  <a:cubicBezTo>
                    <a:pt x="27655" y="147891"/>
                    <a:pt x="28857" y="151799"/>
                    <a:pt x="31262" y="154805"/>
                  </a:cubicBezTo>
                  <a:cubicBezTo>
                    <a:pt x="33666" y="157510"/>
                    <a:pt x="36973" y="159013"/>
                    <a:pt x="41482" y="159013"/>
                  </a:cubicBezTo>
                  <a:cubicBezTo>
                    <a:pt x="45690" y="159013"/>
                    <a:pt x="49297" y="157510"/>
                    <a:pt x="51702"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2" name="任意多边形: 形状 31">
              <a:extLst>
                <a:ext uri="{FF2B5EF4-FFF2-40B4-BE49-F238E27FC236}">
                  <a16:creationId xmlns:a16="http://schemas.microsoft.com/office/drawing/2014/main" id="{49B4A910-DFE2-6410-D7DB-CC03029F7E8B}"/>
                </a:ext>
              </a:extLst>
            </p:cNvPr>
            <p:cNvSpPr/>
            <p:nvPr/>
          </p:nvSpPr>
          <p:spPr>
            <a:xfrm>
              <a:off x="4746789" y="4278641"/>
              <a:ext cx="83026" cy="180931"/>
            </a:xfrm>
            <a:custGeom>
              <a:avLst/>
              <a:gdLst>
                <a:gd name="connsiteX0" fmla="*/ 902 w 83865"/>
                <a:gd name="connsiteY0" fmla="*/ 159314 h 182759"/>
                <a:gd name="connsiteX1" fmla="*/ 39678 w 83865"/>
                <a:gd name="connsiteY1" fmla="*/ 91380 h 182759"/>
                <a:gd name="connsiteX2" fmla="*/ 52003 w 83865"/>
                <a:gd name="connsiteY2" fmla="*/ 65529 h 182759"/>
                <a:gd name="connsiteX3" fmla="*/ 55910 w 83865"/>
                <a:gd name="connsiteY3" fmla="*/ 45089 h 182759"/>
                <a:gd name="connsiteX4" fmla="*/ 55910 w 83865"/>
                <a:gd name="connsiteY4" fmla="*/ 43887 h 182759"/>
                <a:gd name="connsiteX5" fmla="*/ 52604 w 83865"/>
                <a:gd name="connsiteY5" fmla="*/ 31262 h 182759"/>
                <a:gd name="connsiteX6" fmla="*/ 42985 w 83865"/>
                <a:gd name="connsiteY6" fmla="*/ 27053 h 182759"/>
                <a:gd name="connsiteX7" fmla="*/ 31562 w 83865"/>
                <a:gd name="connsiteY7" fmla="*/ 32464 h 182759"/>
                <a:gd name="connsiteX8" fmla="*/ 27955 w 83865"/>
                <a:gd name="connsiteY8" fmla="*/ 49297 h 182759"/>
                <a:gd name="connsiteX9" fmla="*/ 27955 w 83865"/>
                <a:gd name="connsiteY9" fmla="*/ 52904 h 182759"/>
                <a:gd name="connsiteX10" fmla="*/ 0 w 83865"/>
                <a:gd name="connsiteY10" fmla="*/ 52904 h 182759"/>
                <a:gd name="connsiteX11" fmla="*/ 0 w 83865"/>
                <a:gd name="connsiteY11" fmla="*/ 49297 h 182759"/>
                <a:gd name="connsiteX12" fmla="*/ 4809 w 83865"/>
                <a:gd name="connsiteY12" fmla="*/ 21943 h 182759"/>
                <a:gd name="connsiteX13" fmla="*/ 18637 w 83865"/>
                <a:gd name="connsiteY13" fmla="*/ 5411 h 182759"/>
                <a:gd name="connsiteX14" fmla="*/ 41782 w 83865"/>
                <a:gd name="connsiteY14" fmla="*/ 0 h 182759"/>
                <a:gd name="connsiteX15" fmla="*/ 64928 w 83865"/>
                <a:gd name="connsiteY15" fmla="*/ 4810 h 182759"/>
                <a:gd name="connsiteX16" fmla="*/ 79056 w 83865"/>
                <a:gd name="connsiteY16" fmla="*/ 19238 h 182759"/>
                <a:gd name="connsiteX17" fmla="*/ 83865 w 83865"/>
                <a:gd name="connsiteY17" fmla="*/ 43285 h 182759"/>
                <a:gd name="connsiteX18" fmla="*/ 83865 w 83865"/>
                <a:gd name="connsiteY18" fmla="*/ 44488 h 182759"/>
                <a:gd name="connsiteX19" fmla="*/ 79356 w 83865"/>
                <a:gd name="connsiteY19" fmla="*/ 68235 h 182759"/>
                <a:gd name="connsiteX20" fmla="*/ 66130 w 83865"/>
                <a:gd name="connsiteY20" fmla="*/ 97692 h 182759"/>
                <a:gd name="connsiteX21" fmla="*/ 34568 w 83865"/>
                <a:gd name="connsiteY21" fmla="*/ 156308 h 182759"/>
                <a:gd name="connsiteX22" fmla="*/ 83264 w 83865"/>
                <a:gd name="connsiteY22" fmla="*/ 156308 h 182759"/>
                <a:gd name="connsiteX23" fmla="*/ 83264 w 83865"/>
                <a:gd name="connsiteY23" fmla="*/ 182760 h 182759"/>
                <a:gd name="connsiteX24" fmla="*/ 601 w 83865"/>
                <a:gd name="connsiteY24" fmla="*/ 182760 h 182759"/>
                <a:gd name="connsiteX25" fmla="*/ 902 w 83865"/>
                <a:gd name="connsiteY25" fmla="*/ 159314 h 182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865" h="182759">
                  <a:moveTo>
                    <a:pt x="902" y="159314"/>
                  </a:moveTo>
                  <a:lnTo>
                    <a:pt x="39678" y="91380"/>
                  </a:lnTo>
                  <a:cubicBezTo>
                    <a:pt x="45089" y="81761"/>
                    <a:pt x="49297" y="73344"/>
                    <a:pt x="52003" y="65529"/>
                  </a:cubicBezTo>
                  <a:cubicBezTo>
                    <a:pt x="54708" y="57714"/>
                    <a:pt x="55910" y="51101"/>
                    <a:pt x="55910" y="45089"/>
                  </a:cubicBezTo>
                  <a:lnTo>
                    <a:pt x="55910" y="43887"/>
                  </a:lnTo>
                  <a:cubicBezTo>
                    <a:pt x="55910" y="38175"/>
                    <a:pt x="54708" y="34268"/>
                    <a:pt x="52604" y="31262"/>
                  </a:cubicBezTo>
                  <a:cubicBezTo>
                    <a:pt x="50500" y="28256"/>
                    <a:pt x="47193" y="27053"/>
                    <a:pt x="42985" y="27053"/>
                  </a:cubicBezTo>
                  <a:cubicBezTo>
                    <a:pt x="37874" y="27053"/>
                    <a:pt x="33967" y="28857"/>
                    <a:pt x="31562" y="32464"/>
                  </a:cubicBezTo>
                  <a:cubicBezTo>
                    <a:pt x="29158" y="36071"/>
                    <a:pt x="27955" y="41782"/>
                    <a:pt x="27955" y="49297"/>
                  </a:cubicBezTo>
                  <a:lnTo>
                    <a:pt x="27955" y="52904"/>
                  </a:lnTo>
                  <a:lnTo>
                    <a:pt x="0" y="52904"/>
                  </a:lnTo>
                  <a:lnTo>
                    <a:pt x="0" y="49297"/>
                  </a:lnTo>
                  <a:cubicBezTo>
                    <a:pt x="0" y="38175"/>
                    <a:pt x="1803" y="29158"/>
                    <a:pt x="4809" y="21943"/>
                  </a:cubicBezTo>
                  <a:cubicBezTo>
                    <a:pt x="7815" y="14729"/>
                    <a:pt x="12625" y="9319"/>
                    <a:pt x="18637" y="5411"/>
                  </a:cubicBezTo>
                  <a:cubicBezTo>
                    <a:pt x="24949" y="1804"/>
                    <a:pt x="32464" y="0"/>
                    <a:pt x="41782" y="0"/>
                  </a:cubicBezTo>
                  <a:cubicBezTo>
                    <a:pt x="51101" y="0"/>
                    <a:pt x="58916" y="1503"/>
                    <a:pt x="64928" y="4810"/>
                  </a:cubicBezTo>
                  <a:cubicBezTo>
                    <a:pt x="71240" y="8116"/>
                    <a:pt x="75749" y="12926"/>
                    <a:pt x="79056" y="19238"/>
                  </a:cubicBezTo>
                  <a:cubicBezTo>
                    <a:pt x="82062" y="25550"/>
                    <a:pt x="83865" y="33666"/>
                    <a:pt x="83865" y="43285"/>
                  </a:cubicBezTo>
                  <a:lnTo>
                    <a:pt x="83865" y="44488"/>
                  </a:lnTo>
                  <a:cubicBezTo>
                    <a:pt x="83865" y="51401"/>
                    <a:pt x="82362" y="59517"/>
                    <a:pt x="79356" y="68235"/>
                  </a:cubicBezTo>
                  <a:cubicBezTo>
                    <a:pt x="76350" y="77252"/>
                    <a:pt x="72142" y="86871"/>
                    <a:pt x="66130" y="97692"/>
                  </a:cubicBezTo>
                  <a:lnTo>
                    <a:pt x="34568" y="156308"/>
                  </a:lnTo>
                  <a:lnTo>
                    <a:pt x="83264" y="156308"/>
                  </a:lnTo>
                  <a:lnTo>
                    <a:pt x="83264" y="182760"/>
                  </a:lnTo>
                  <a:lnTo>
                    <a:pt x="601" y="182760"/>
                  </a:lnTo>
                  <a:lnTo>
                    <a:pt x="902" y="15931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33" name="任意多边形: 形状 32">
            <a:extLst>
              <a:ext uri="{FF2B5EF4-FFF2-40B4-BE49-F238E27FC236}">
                <a16:creationId xmlns:a16="http://schemas.microsoft.com/office/drawing/2014/main" id="{FFEB4AD7-9D2F-E682-0590-87785EDDD71C}"/>
              </a:ext>
            </a:extLst>
          </p:cNvPr>
          <p:cNvSpPr/>
          <p:nvPr/>
        </p:nvSpPr>
        <p:spPr>
          <a:xfrm>
            <a:off x="6095555"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297FD5"/>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4" name="任意多边形: 形状 33">
            <a:extLst>
              <a:ext uri="{FF2B5EF4-FFF2-40B4-BE49-F238E27FC236}">
                <a16:creationId xmlns:a16="http://schemas.microsoft.com/office/drawing/2014/main" id="{8C18EA7A-C350-C4E1-72F4-F6FCA46B881C}"/>
              </a:ext>
            </a:extLst>
          </p:cNvPr>
          <p:cNvSpPr/>
          <p:nvPr/>
        </p:nvSpPr>
        <p:spPr>
          <a:xfrm>
            <a:off x="6357728"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任意多边形: 形状 34">
            <a:extLst>
              <a:ext uri="{FF2B5EF4-FFF2-40B4-BE49-F238E27FC236}">
                <a16:creationId xmlns:a16="http://schemas.microsoft.com/office/drawing/2014/main" id="{BB14EFAC-9602-2D20-3904-353DA35B85EC}"/>
              </a:ext>
            </a:extLst>
          </p:cNvPr>
          <p:cNvSpPr/>
          <p:nvPr/>
        </p:nvSpPr>
        <p:spPr>
          <a:xfrm>
            <a:off x="6664242"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6" name="任意多边形: 形状 35">
            <a:extLst>
              <a:ext uri="{FF2B5EF4-FFF2-40B4-BE49-F238E27FC236}">
                <a16:creationId xmlns:a16="http://schemas.microsoft.com/office/drawing/2014/main" id="{84DA30B7-0FD0-C036-52B2-B1EFF8CDD1E3}"/>
              </a:ext>
            </a:extLst>
          </p:cNvPr>
          <p:cNvSpPr/>
          <p:nvPr/>
        </p:nvSpPr>
        <p:spPr>
          <a:xfrm>
            <a:off x="6730008"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任意多边形: 形状 36">
            <a:extLst>
              <a:ext uri="{FF2B5EF4-FFF2-40B4-BE49-F238E27FC236}">
                <a16:creationId xmlns:a16="http://schemas.microsoft.com/office/drawing/2014/main" id="{EE0B83AC-A0BC-9F4D-3AAE-57CE1D4D0708}"/>
              </a:ext>
            </a:extLst>
          </p:cNvPr>
          <p:cNvSpPr/>
          <p:nvPr/>
        </p:nvSpPr>
        <p:spPr>
          <a:xfrm>
            <a:off x="6800237"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8" name="任意多边形: 形状 37">
            <a:extLst>
              <a:ext uri="{FF2B5EF4-FFF2-40B4-BE49-F238E27FC236}">
                <a16:creationId xmlns:a16="http://schemas.microsoft.com/office/drawing/2014/main" id="{63957C6C-6DBA-CCD0-DA3D-B37EB41C020C}"/>
              </a:ext>
            </a:extLst>
          </p:cNvPr>
          <p:cNvSpPr/>
          <p:nvPr/>
        </p:nvSpPr>
        <p:spPr>
          <a:xfrm>
            <a:off x="6817201"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9" name="任意多边形: 形状 38">
            <a:extLst>
              <a:ext uri="{FF2B5EF4-FFF2-40B4-BE49-F238E27FC236}">
                <a16:creationId xmlns:a16="http://schemas.microsoft.com/office/drawing/2014/main" id="{D8E07ACB-D96A-B1E4-6BF9-DD19E46A0E52}"/>
              </a:ext>
            </a:extLst>
          </p:cNvPr>
          <p:cNvSpPr/>
          <p:nvPr/>
        </p:nvSpPr>
        <p:spPr>
          <a:xfrm>
            <a:off x="7157044"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0" name="任意多边形: 形状 39">
            <a:extLst>
              <a:ext uri="{FF2B5EF4-FFF2-40B4-BE49-F238E27FC236}">
                <a16:creationId xmlns:a16="http://schemas.microsoft.com/office/drawing/2014/main" id="{68752FFC-A739-8248-C055-3A9E5C659191}"/>
              </a:ext>
            </a:extLst>
          </p:cNvPr>
          <p:cNvSpPr/>
          <p:nvPr/>
        </p:nvSpPr>
        <p:spPr>
          <a:xfrm>
            <a:off x="7206442"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任意多边形: 形状 40">
            <a:extLst>
              <a:ext uri="{FF2B5EF4-FFF2-40B4-BE49-F238E27FC236}">
                <a16:creationId xmlns:a16="http://schemas.microsoft.com/office/drawing/2014/main" id="{5DF35972-D486-96B1-5988-F75506BD57B0}"/>
              </a:ext>
            </a:extLst>
          </p:cNvPr>
          <p:cNvSpPr/>
          <p:nvPr/>
        </p:nvSpPr>
        <p:spPr>
          <a:xfrm>
            <a:off x="7227274"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任意多边形: 形状 41">
            <a:extLst>
              <a:ext uri="{FF2B5EF4-FFF2-40B4-BE49-F238E27FC236}">
                <a16:creationId xmlns:a16="http://schemas.microsoft.com/office/drawing/2014/main" id="{5125F069-1DA9-CE63-79EB-80965A6F726E}"/>
              </a:ext>
            </a:extLst>
          </p:cNvPr>
          <p:cNvSpPr/>
          <p:nvPr/>
        </p:nvSpPr>
        <p:spPr>
          <a:xfrm>
            <a:off x="7206442"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任意多边形: 形状 42">
            <a:extLst>
              <a:ext uri="{FF2B5EF4-FFF2-40B4-BE49-F238E27FC236}">
                <a16:creationId xmlns:a16="http://schemas.microsoft.com/office/drawing/2014/main" id="{8DB8CDD4-3E02-A6D2-A786-B163901EB5A0}"/>
              </a:ext>
            </a:extLst>
          </p:cNvPr>
          <p:cNvSpPr/>
          <p:nvPr/>
        </p:nvSpPr>
        <p:spPr>
          <a:xfrm>
            <a:off x="7227274"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任意多边形: 形状 43">
            <a:extLst>
              <a:ext uri="{FF2B5EF4-FFF2-40B4-BE49-F238E27FC236}">
                <a16:creationId xmlns:a16="http://schemas.microsoft.com/office/drawing/2014/main" id="{EDFCFD1C-03E8-53EB-B836-2EDCD956A2B8}"/>
              </a:ext>
            </a:extLst>
          </p:cNvPr>
          <p:cNvSpPr/>
          <p:nvPr/>
        </p:nvSpPr>
        <p:spPr>
          <a:xfrm>
            <a:off x="7458796"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5" name="组合 44">
            <a:extLst>
              <a:ext uri="{FF2B5EF4-FFF2-40B4-BE49-F238E27FC236}">
                <a16:creationId xmlns:a16="http://schemas.microsoft.com/office/drawing/2014/main" id="{733EB9D8-BD03-6BA3-4034-3482AFC98CC2}"/>
              </a:ext>
            </a:extLst>
          </p:cNvPr>
          <p:cNvGrpSpPr/>
          <p:nvPr/>
        </p:nvGrpSpPr>
        <p:grpSpPr>
          <a:xfrm>
            <a:off x="7366989" y="4315582"/>
            <a:ext cx="183015" cy="183907"/>
            <a:chOff x="7370595" y="4278520"/>
            <a:chExt cx="183015" cy="183907"/>
          </a:xfrm>
          <a:solidFill>
            <a:srgbClr val="297FD5"/>
          </a:solidFill>
        </p:grpSpPr>
        <p:sp>
          <p:nvSpPr>
            <p:cNvPr id="46" name="任意多边形: 形状 45">
              <a:extLst>
                <a:ext uri="{FF2B5EF4-FFF2-40B4-BE49-F238E27FC236}">
                  <a16:creationId xmlns:a16="http://schemas.microsoft.com/office/drawing/2014/main" id="{659D9263-7041-B6CE-6B34-6CC7C6B83BB2}"/>
                </a:ext>
              </a:extLst>
            </p:cNvPr>
            <p:cNvSpPr/>
            <p:nvPr/>
          </p:nvSpPr>
          <p:spPr>
            <a:xfrm>
              <a:off x="7370595" y="4278818"/>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672"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任意多边形: 形状 46">
              <a:extLst>
                <a:ext uri="{FF2B5EF4-FFF2-40B4-BE49-F238E27FC236}">
                  <a16:creationId xmlns:a16="http://schemas.microsoft.com/office/drawing/2014/main" id="{4CBA26CC-56DD-A1D2-5B30-9B22A844C40A}"/>
                </a:ext>
              </a:extLst>
            </p:cNvPr>
            <p:cNvSpPr/>
            <p:nvPr/>
          </p:nvSpPr>
          <p:spPr>
            <a:xfrm>
              <a:off x="7470287" y="4278520"/>
              <a:ext cx="83323" cy="183441"/>
            </a:xfrm>
            <a:custGeom>
              <a:avLst/>
              <a:gdLst>
                <a:gd name="connsiteX0" fmla="*/ 19538 w 84165"/>
                <a:gd name="connsiteY0" fmla="*/ 180956 h 185294"/>
                <a:gd name="connsiteX1" fmla="*/ 5110 w 84165"/>
                <a:gd name="connsiteY1" fmla="*/ 167730 h 185294"/>
                <a:gd name="connsiteX2" fmla="*/ 0 w 84165"/>
                <a:gd name="connsiteY2" fmla="*/ 146689 h 185294"/>
                <a:gd name="connsiteX3" fmla="*/ 0 w 84165"/>
                <a:gd name="connsiteY3" fmla="*/ 133463 h 185294"/>
                <a:gd name="connsiteX4" fmla="*/ 27353 w 84165"/>
                <a:gd name="connsiteY4" fmla="*/ 133463 h 185294"/>
                <a:gd name="connsiteX5" fmla="*/ 27353 w 84165"/>
                <a:gd name="connsiteY5" fmla="*/ 145186 h 185294"/>
                <a:gd name="connsiteX6" fmla="*/ 29157 w 84165"/>
                <a:gd name="connsiteY6" fmla="*/ 152400 h 185294"/>
                <a:gd name="connsiteX7" fmla="*/ 34267 w 84165"/>
                <a:gd name="connsiteY7" fmla="*/ 156909 h 185294"/>
                <a:gd name="connsiteX8" fmla="*/ 42383 w 84165"/>
                <a:gd name="connsiteY8" fmla="*/ 158412 h 185294"/>
                <a:gd name="connsiteX9" fmla="*/ 52904 w 84165"/>
                <a:gd name="connsiteY9" fmla="*/ 154504 h 185294"/>
                <a:gd name="connsiteX10" fmla="*/ 56511 w 84165"/>
                <a:gd name="connsiteY10" fmla="*/ 143683 h 185294"/>
                <a:gd name="connsiteX11" fmla="*/ 56511 w 84165"/>
                <a:gd name="connsiteY11" fmla="*/ 118133 h 185294"/>
                <a:gd name="connsiteX12" fmla="*/ 53205 w 84165"/>
                <a:gd name="connsiteY12" fmla="*/ 106410 h 185294"/>
                <a:gd name="connsiteX13" fmla="*/ 43285 w 84165"/>
                <a:gd name="connsiteY13" fmla="*/ 102201 h 185294"/>
                <a:gd name="connsiteX14" fmla="*/ 31862 w 84165"/>
                <a:gd name="connsiteY14" fmla="*/ 102201 h 185294"/>
                <a:gd name="connsiteX15" fmla="*/ 31862 w 84165"/>
                <a:gd name="connsiteY15" fmla="*/ 75749 h 185294"/>
                <a:gd name="connsiteX16" fmla="*/ 43285 w 84165"/>
                <a:gd name="connsiteY16" fmla="*/ 75749 h 185294"/>
                <a:gd name="connsiteX17" fmla="*/ 50800 w 84165"/>
                <a:gd name="connsiteY17" fmla="*/ 72142 h 185294"/>
                <a:gd name="connsiteX18" fmla="*/ 53505 w 84165"/>
                <a:gd name="connsiteY18" fmla="*/ 62223 h 185294"/>
                <a:gd name="connsiteX19" fmla="*/ 53505 w 84165"/>
                <a:gd name="connsiteY19" fmla="*/ 38476 h 185294"/>
                <a:gd name="connsiteX20" fmla="*/ 50500 w 84165"/>
                <a:gd name="connsiteY20" fmla="*/ 29759 h 185294"/>
                <a:gd name="connsiteX21" fmla="*/ 42083 w 84165"/>
                <a:gd name="connsiteY21" fmla="*/ 26753 h 185294"/>
                <a:gd name="connsiteX22" fmla="*/ 35470 w 84165"/>
                <a:gd name="connsiteY22" fmla="*/ 28256 h 185294"/>
                <a:gd name="connsiteX23" fmla="*/ 31261 w 84165"/>
                <a:gd name="connsiteY23" fmla="*/ 32464 h 185294"/>
                <a:gd name="connsiteX24" fmla="*/ 29758 w 84165"/>
                <a:gd name="connsiteY24" fmla="*/ 38776 h 185294"/>
                <a:gd name="connsiteX25" fmla="*/ 29758 w 84165"/>
                <a:gd name="connsiteY25" fmla="*/ 52303 h 185294"/>
                <a:gd name="connsiteX26" fmla="*/ 2405 w 84165"/>
                <a:gd name="connsiteY26" fmla="*/ 52303 h 185294"/>
                <a:gd name="connsiteX27" fmla="*/ 2405 w 84165"/>
                <a:gd name="connsiteY27" fmla="*/ 38476 h 185294"/>
                <a:gd name="connsiteX28" fmla="*/ 7214 w 84165"/>
                <a:gd name="connsiteY28" fmla="*/ 17735 h 185294"/>
                <a:gd name="connsiteX29" fmla="*/ 21041 w 84165"/>
                <a:gd name="connsiteY29" fmla="*/ 4509 h 185294"/>
                <a:gd name="connsiteX30" fmla="*/ 42985 w 84165"/>
                <a:gd name="connsiteY30" fmla="*/ 0 h 185294"/>
                <a:gd name="connsiteX31" fmla="*/ 70939 w 84165"/>
                <a:gd name="connsiteY31" fmla="*/ 10220 h 185294"/>
                <a:gd name="connsiteX32" fmla="*/ 80859 w 84165"/>
                <a:gd name="connsiteY32" fmla="*/ 38776 h 185294"/>
                <a:gd name="connsiteX33" fmla="*/ 80859 w 84165"/>
                <a:gd name="connsiteY33" fmla="*/ 63726 h 185294"/>
                <a:gd name="connsiteX34" fmla="*/ 76651 w 84165"/>
                <a:gd name="connsiteY34" fmla="*/ 76952 h 185294"/>
                <a:gd name="connsiteX35" fmla="*/ 64627 w 84165"/>
                <a:gd name="connsiteY35" fmla="*/ 88675 h 185294"/>
                <a:gd name="connsiteX36" fmla="*/ 79056 w 84165"/>
                <a:gd name="connsiteY36" fmla="*/ 99496 h 185294"/>
                <a:gd name="connsiteX37" fmla="*/ 84166 w 84165"/>
                <a:gd name="connsiteY37" fmla="*/ 117532 h 185294"/>
                <a:gd name="connsiteX38" fmla="*/ 84166 w 84165"/>
                <a:gd name="connsiteY38" fmla="*/ 143984 h 185294"/>
                <a:gd name="connsiteX39" fmla="*/ 79356 w 84165"/>
                <a:gd name="connsiteY39" fmla="*/ 166227 h 185294"/>
                <a:gd name="connsiteX40" fmla="*/ 64927 w 84165"/>
                <a:gd name="connsiteY40" fmla="*/ 180355 h 185294"/>
                <a:gd name="connsiteX41" fmla="*/ 42383 w 84165"/>
                <a:gd name="connsiteY41" fmla="*/ 185165 h 185294"/>
                <a:gd name="connsiteX42" fmla="*/ 19538 w 84165"/>
                <a:gd name="connsiteY42" fmla="*/ 180956 h 18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4165" h="185294">
                  <a:moveTo>
                    <a:pt x="19538" y="180956"/>
                  </a:moveTo>
                  <a:cubicBezTo>
                    <a:pt x="13226" y="177951"/>
                    <a:pt x="8417" y="173442"/>
                    <a:pt x="5110" y="167730"/>
                  </a:cubicBezTo>
                  <a:cubicBezTo>
                    <a:pt x="1803" y="161719"/>
                    <a:pt x="0" y="154805"/>
                    <a:pt x="0" y="146689"/>
                  </a:cubicBezTo>
                  <a:lnTo>
                    <a:pt x="0" y="133463"/>
                  </a:lnTo>
                  <a:lnTo>
                    <a:pt x="27353" y="133463"/>
                  </a:lnTo>
                  <a:lnTo>
                    <a:pt x="27353" y="145186"/>
                  </a:lnTo>
                  <a:cubicBezTo>
                    <a:pt x="27353" y="147891"/>
                    <a:pt x="27955" y="150296"/>
                    <a:pt x="29157" y="152400"/>
                  </a:cubicBezTo>
                  <a:cubicBezTo>
                    <a:pt x="30359" y="154504"/>
                    <a:pt x="32163" y="156007"/>
                    <a:pt x="34267" y="156909"/>
                  </a:cubicBezTo>
                  <a:cubicBezTo>
                    <a:pt x="36371" y="158112"/>
                    <a:pt x="39077" y="158412"/>
                    <a:pt x="42383" y="158412"/>
                  </a:cubicBezTo>
                  <a:cubicBezTo>
                    <a:pt x="46892" y="158412"/>
                    <a:pt x="50500" y="157210"/>
                    <a:pt x="52904" y="154504"/>
                  </a:cubicBezTo>
                  <a:cubicBezTo>
                    <a:pt x="55309" y="151799"/>
                    <a:pt x="56511" y="148192"/>
                    <a:pt x="56511" y="143683"/>
                  </a:cubicBezTo>
                  <a:lnTo>
                    <a:pt x="56511" y="118133"/>
                  </a:lnTo>
                  <a:cubicBezTo>
                    <a:pt x="56511" y="113023"/>
                    <a:pt x="55309" y="109115"/>
                    <a:pt x="53205" y="106410"/>
                  </a:cubicBezTo>
                  <a:cubicBezTo>
                    <a:pt x="51101" y="103704"/>
                    <a:pt x="47794" y="102201"/>
                    <a:pt x="43285" y="102201"/>
                  </a:cubicBezTo>
                  <a:lnTo>
                    <a:pt x="31862" y="102201"/>
                  </a:lnTo>
                  <a:lnTo>
                    <a:pt x="31862" y="75749"/>
                  </a:lnTo>
                  <a:lnTo>
                    <a:pt x="43285" y="75749"/>
                  </a:lnTo>
                  <a:cubicBezTo>
                    <a:pt x="46592" y="75749"/>
                    <a:pt x="48997" y="74547"/>
                    <a:pt x="50800" y="72142"/>
                  </a:cubicBezTo>
                  <a:cubicBezTo>
                    <a:pt x="52604" y="69738"/>
                    <a:pt x="53505" y="66431"/>
                    <a:pt x="53505" y="62223"/>
                  </a:cubicBezTo>
                  <a:lnTo>
                    <a:pt x="53505" y="38476"/>
                  </a:lnTo>
                  <a:cubicBezTo>
                    <a:pt x="53505" y="34869"/>
                    <a:pt x="52604" y="31863"/>
                    <a:pt x="50500" y="29759"/>
                  </a:cubicBezTo>
                  <a:cubicBezTo>
                    <a:pt x="48395" y="27655"/>
                    <a:pt x="45690" y="26753"/>
                    <a:pt x="42083" y="26753"/>
                  </a:cubicBezTo>
                  <a:cubicBezTo>
                    <a:pt x="39377" y="26753"/>
                    <a:pt x="37273" y="27354"/>
                    <a:pt x="35470" y="28256"/>
                  </a:cubicBezTo>
                  <a:cubicBezTo>
                    <a:pt x="33666" y="29158"/>
                    <a:pt x="32163" y="30661"/>
                    <a:pt x="31261" y="32464"/>
                  </a:cubicBezTo>
                  <a:cubicBezTo>
                    <a:pt x="30359" y="34268"/>
                    <a:pt x="29758" y="36372"/>
                    <a:pt x="29758" y="38776"/>
                  </a:cubicBezTo>
                  <a:lnTo>
                    <a:pt x="29758" y="52303"/>
                  </a:lnTo>
                  <a:lnTo>
                    <a:pt x="2405" y="52303"/>
                  </a:lnTo>
                  <a:lnTo>
                    <a:pt x="2405" y="38476"/>
                  </a:lnTo>
                  <a:cubicBezTo>
                    <a:pt x="2405" y="30360"/>
                    <a:pt x="3908" y="23446"/>
                    <a:pt x="7214" y="17735"/>
                  </a:cubicBezTo>
                  <a:cubicBezTo>
                    <a:pt x="10521" y="12024"/>
                    <a:pt x="15030" y="7515"/>
                    <a:pt x="21041" y="4509"/>
                  </a:cubicBezTo>
                  <a:cubicBezTo>
                    <a:pt x="27053" y="1503"/>
                    <a:pt x="34267" y="0"/>
                    <a:pt x="42985" y="0"/>
                  </a:cubicBezTo>
                  <a:cubicBezTo>
                    <a:pt x="55008" y="0"/>
                    <a:pt x="64326" y="3307"/>
                    <a:pt x="70939" y="10220"/>
                  </a:cubicBezTo>
                  <a:cubicBezTo>
                    <a:pt x="77553" y="16833"/>
                    <a:pt x="80859" y="26452"/>
                    <a:pt x="80859" y="38776"/>
                  </a:cubicBezTo>
                  <a:lnTo>
                    <a:pt x="80859" y="63726"/>
                  </a:lnTo>
                  <a:cubicBezTo>
                    <a:pt x="80859" y="68235"/>
                    <a:pt x="79356" y="72743"/>
                    <a:pt x="76651" y="76952"/>
                  </a:cubicBezTo>
                  <a:cubicBezTo>
                    <a:pt x="73945" y="81160"/>
                    <a:pt x="69737" y="85368"/>
                    <a:pt x="64627" y="88675"/>
                  </a:cubicBezTo>
                  <a:cubicBezTo>
                    <a:pt x="70639" y="90779"/>
                    <a:pt x="75448" y="94686"/>
                    <a:pt x="79056" y="99496"/>
                  </a:cubicBezTo>
                  <a:cubicBezTo>
                    <a:pt x="82362" y="104606"/>
                    <a:pt x="84166" y="110618"/>
                    <a:pt x="84166" y="117532"/>
                  </a:cubicBezTo>
                  <a:lnTo>
                    <a:pt x="84166" y="143984"/>
                  </a:lnTo>
                  <a:cubicBezTo>
                    <a:pt x="84166" y="152701"/>
                    <a:pt x="82663" y="160216"/>
                    <a:pt x="79356" y="166227"/>
                  </a:cubicBezTo>
                  <a:cubicBezTo>
                    <a:pt x="76050" y="172239"/>
                    <a:pt x="71240" y="177049"/>
                    <a:pt x="64927" y="180355"/>
                  </a:cubicBezTo>
                  <a:cubicBezTo>
                    <a:pt x="58615" y="183662"/>
                    <a:pt x="51101" y="185165"/>
                    <a:pt x="42383" y="185165"/>
                  </a:cubicBezTo>
                  <a:cubicBezTo>
                    <a:pt x="33666" y="185766"/>
                    <a:pt x="25850" y="184263"/>
                    <a:pt x="19538" y="180956"/>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48" name="任意多边形: 形状 47">
            <a:extLst>
              <a:ext uri="{FF2B5EF4-FFF2-40B4-BE49-F238E27FC236}">
                <a16:creationId xmlns:a16="http://schemas.microsoft.com/office/drawing/2014/main" id="{4A50468D-FDEC-C3F3-2AE7-6A930AE7EE60}"/>
              </a:ext>
            </a:extLst>
          </p:cNvPr>
          <p:cNvSpPr/>
          <p:nvPr/>
        </p:nvSpPr>
        <p:spPr>
          <a:xfrm>
            <a:off x="8821440"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7F8FA9"/>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任意多边形: 形状 48">
            <a:extLst>
              <a:ext uri="{FF2B5EF4-FFF2-40B4-BE49-F238E27FC236}">
                <a16:creationId xmlns:a16="http://schemas.microsoft.com/office/drawing/2014/main" id="{3C5C0657-3AA7-AEB2-CF26-185CB830C287}"/>
              </a:ext>
            </a:extLst>
          </p:cNvPr>
          <p:cNvSpPr/>
          <p:nvPr/>
        </p:nvSpPr>
        <p:spPr>
          <a:xfrm>
            <a:off x="9083614"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任意多边形: 形状 49">
            <a:extLst>
              <a:ext uri="{FF2B5EF4-FFF2-40B4-BE49-F238E27FC236}">
                <a16:creationId xmlns:a16="http://schemas.microsoft.com/office/drawing/2014/main" id="{BFA50F1D-E4C2-FC92-6EB7-D8EB894AD95B}"/>
              </a:ext>
            </a:extLst>
          </p:cNvPr>
          <p:cNvSpPr/>
          <p:nvPr/>
        </p:nvSpPr>
        <p:spPr>
          <a:xfrm>
            <a:off x="9390127"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任意多边形: 形状 50">
            <a:extLst>
              <a:ext uri="{FF2B5EF4-FFF2-40B4-BE49-F238E27FC236}">
                <a16:creationId xmlns:a16="http://schemas.microsoft.com/office/drawing/2014/main" id="{E1C12BB0-40CF-4995-393E-E571899C1508}"/>
              </a:ext>
            </a:extLst>
          </p:cNvPr>
          <p:cNvSpPr/>
          <p:nvPr/>
        </p:nvSpPr>
        <p:spPr>
          <a:xfrm>
            <a:off x="9455895"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任意多边形: 形状 51">
            <a:extLst>
              <a:ext uri="{FF2B5EF4-FFF2-40B4-BE49-F238E27FC236}">
                <a16:creationId xmlns:a16="http://schemas.microsoft.com/office/drawing/2014/main" id="{D4075602-0980-162E-02F2-E1DD514F7301}"/>
              </a:ext>
            </a:extLst>
          </p:cNvPr>
          <p:cNvSpPr/>
          <p:nvPr/>
        </p:nvSpPr>
        <p:spPr>
          <a:xfrm>
            <a:off x="9526123"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任意多边形: 形状 52">
            <a:extLst>
              <a:ext uri="{FF2B5EF4-FFF2-40B4-BE49-F238E27FC236}">
                <a16:creationId xmlns:a16="http://schemas.microsoft.com/office/drawing/2014/main" id="{08FF6167-2480-5A16-12AC-0FCE134EB88C}"/>
              </a:ext>
            </a:extLst>
          </p:cNvPr>
          <p:cNvSpPr/>
          <p:nvPr/>
        </p:nvSpPr>
        <p:spPr>
          <a:xfrm>
            <a:off x="9543085"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4" name="任意多边形: 形状 53">
            <a:extLst>
              <a:ext uri="{FF2B5EF4-FFF2-40B4-BE49-F238E27FC236}">
                <a16:creationId xmlns:a16="http://schemas.microsoft.com/office/drawing/2014/main" id="{B15F6710-84EA-DB81-CDD9-A345F018242B}"/>
              </a:ext>
            </a:extLst>
          </p:cNvPr>
          <p:cNvSpPr/>
          <p:nvPr/>
        </p:nvSpPr>
        <p:spPr>
          <a:xfrm>
            <a:off x="9882930"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5" name="任意多边形: 形状 54">
            <a:extLst>
              <a:ext uri="{FF2B5EF4-FFF2-40B4-BE49-F238E27FC236}">
                <a16:creationId xmlns:a16="http://schemas.microsoft.com/office/drawing/2014/main" id="{C26A8EC6-6F49-FB46-A7E5-C1739670142C}"/>
              </a:ext>
            </a:extLst>
          </p:cNvPr>
          <p:cNvSpPr/>
          <p:nvPr/>
        </p:nvSpPr>
        <p:spPr>
          <a:xfrm>
            <a:off x="9932329"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6" name="任意多边形: 形状 55">
            <a:extLst>
              <a:ext uri="{FF2B5EF4-FFF2-40B4-BE49-F238E27FC236}">
                <a16:creationId xmlns:a16="http://schemas.microsoft.com/office/drawing/2014/main" id="{08D08CC0-3202-6BCA-D09F-4E5EF177D8D7}"/>
              </a:ext>
            </a:extLst>
          </p:cNvPr>
          <p:cNvSpPr/>
          <p:nvPr/>
        </p:nvSpPr>
        <p:spPr>
          <a:xfrm>
            <a:off x="9953160"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7" name="任意多边形: 形状 56">
            <a:extLst>
              <a:ext uri="{FF2B5EF4-FFF2-40B4-BE49-F238E27FC236}">
                <a16:creationId xmlns:a16="http://schemas.microsoft.com/office/drawing/2014/main" id="{0E55F7B2-8D0F-C62B-4EF4-5D8FB248B650}"/>
              </a:ext>
            </a:extLst>
          </p:cNvPr>
          <p:cNvSpPr/>
          <p:nvPr/>
        </p:nvSpPr>
        <p:spPr>
          <a:xfrm>
            <a:off x="9932329"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8" name="任意多边形: 形状 57">
            <a:extLst>
              <a:ext uri="{FF2B5EF4-FFF2-40B4-BE49-F238E27FC236}">
                <a16:creationId xmlns:a16="http://schemas.microsoft.com/office/drawing/2014/main" id="{42C29D4D-0C44-444F-8806-0A911803E7A5}"/>
              </a:ext>
            </a:extLst>
          </p:cNvPr>
          <p:cNvSpPr/>
          <p:nvPr/>
        </p:nvSpPr>
        <p:spPr>
          <a:xfrm>
            <a:off x="9953160"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任意多边形: 形状 58">
            <a:extLst>
              <a:ext uri="{FF2B5EF4-FFF2-40B4-BE49-F238E27FC236}">
                <a16:creationId xmlns:a16="http://schemas.microsoft.com/office/drawing/2014/main" id="{91C691F6-95E0-DC9F-2381-6D0D888B2EDA}"/>
              </a:ext>
            </a:extLst>
          </p:cNvPr>
          <p:cNvSpPr/>
          <p:nvPr/>
        </p:nvSpPr>
        <p:spPr>
          <a:xfrm>
            <a:off x="1018468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60" name="组合 59">
            <a:extLst>
              <a:ext uri="{FF2B5EF4-FFF2-40B4-BE49-F238E27FC236}">
                <a16:creationId xmlns:a16="http://schemas.microsoft.com/office/drawing/2014/main" id="{0CE25E42-D1DF-770A-691E-EF88C07377E2}"/>
              </a:ext>
            </a:extLst>
          </p:cNvPr>
          <p:cNvGrpSpPr/>
          <p:nvPr/>
        </p:nvGrpSpPr>
        <p:grpSpPr>
          <a:xfrm>
            <a:off x="10091834" y="4318144"/>
            <a:ext cx="197003" cy="183609"/>
            <a:chOff x="10091983" y="4278794"/>
            <a:chExt cx="197003" cy="183609"/>
          </a:xfrm>
          <a:solidFill>
            <a:srgbClr val="7F8FA9"/>
          </a:solidFill>
        </p:grpSpPr>
        <p:sp>
          <p:nvSpPr>
            <p:cNvPr id="61" name="任意多边形: 形状 60">
              <a:extLst>
                <a:ext uri="{FF2B5EF4-FFF2-40B4-BE49-F238E27FC236}">
                  <a16:creationId xmlns:a16="http://schemas.microsoft.com/office/drawing/2014/main" id="{258DC2E9-778E-474C-48B5-B3EDA755C312}"/>
                </a:ext>
              </a:extLst>
            </p:cNvPr>
            <p:cNvSpPr/>
            <p:nvPr/>
          </p:nvSpPr>
          <p:spPr>
            <a:xfrm>
              <a:off x="10091983" y="4278794"/>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973"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任意多边形: 形状 61">
              <a:extLst>
                <a:ext uri="{FF2B5EF4-FFF2-40B4-BE49-F238E27FC236}">
                  <a16:creationId xmlns:a16="http://schemas.microsoft.com/office/drawing/2014/main" id="{0B1266D5-AF12-F89F-50D2-34421EE1177D}"/>
                </a:ext>
              </a:extLst>
            </p:cNvPr>
            <p:cNvSpPr/>
            <p:nvPr/>
          </p:nvSpPr>
          <p:spPr>
            <a:xfrm>
              <a:off x="10194057" y="4280877"/>
              <a:ext cx="94929" cy="179741"/>
            </a:xfrm>
            <a:custGeom>
              <a:avLst/>
              <a:gdLst>
                <a:gd name="connsiteX0" fmla="*/ 300 w 95888"/>
                <a:gd name="connsiteY0" fmla="*/ 128653 h 181557"/>
                <a:gd name="connsiteX1" fmla="*/ 38776 w 95888"/>
                <a:gd name="connsiteY1" fmla="*/ 0 h 181557"/>
                <a:gd name="connsiteX2" fmla="*/ 67332 w 95888"/>
                <a:gd name="connsiteY2" fmla="*/ 0 h 181557"/>
                <a:gd name="connsiteX3" fmla="*/ 30359 w 95888"/>
                <a:gd name="connsiteY3" fmla="*/ 127150 h 181557"/>
                <a:gd name="connsiteX4" fmla="*/ 95888 w 95888"/>
                <a:gd name="connsiteY4" fmla="*/ 127150 h 181557"/>
                <a:gd name="connsiteX5" fmla="*/ 95888 w 95888"/>
                <a:gd name="connsiteY5" fmla="*/ 153602 h 181557"/>
                <a:gd name="connsiteX6" fmla="*/ 0 w 95888"/>
                <a:gd name="connsiteY6" fmla="*/ 153602 h 181557"/>
                <a:gd name="connsiteX7" fmla="*/ 0 w 95888"/>
                <a:gd name="connsiteY7" fmla="*/ 128653 h 181557"/>
                <a:gd name="connsiteX8" fmla="*/ 57413 w 95888"/>
                <a:gd name="connsiteY8" fmla="*/ 78154 h 181557"/>
                <a:gd name="connsiteX9" fmla="*/ 84166 w 95888"/>
                <a:gd name="connsiteY9" fmla="*/ 78154 h 181557"/>
                <a:gd name="connsiteX10" fmla="*/ 84166 w 95888"/>
                <a:gd name="connsiteY10" fmla="*/ 181557 h 181557"/>
                <a:gd name="connsiteX11" fmla="*/ 57413 w 95888"/>
                <a:gd name="connsiteY11" fmla="*/ 181557 h 181557"/>
                <a:gd name="connsiteX12" fmla="*/ 57413 w 95888"/>
                <a:gd name="connsiteY12" fmla="*/ 78154 h 18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888" h="181557">
                  <a:moveTo>
                    <a:pt x="300" y="128653"/>
                  </a:moveTo>
                  <a:lnTo>
                    <a:pt x="38776" y="0"/>
                  </a:lnTo>
                  <a:lnTo>
                    <a:pt x="67332" y="0"/>
                  </a:lnTo>
                  <a:lnTo>
                    <a:pt x="30359" y="127150"/>
                  </a:lnTo>
                  <a:lnTo>
                    <a:pt x="95888" y="127150"/>
                  </a:lnTo>
                  <a:lnTo>
                    <a:pt x="95888" y="153602"/>
                  </a:lnTo>
                  <a:lnTo>
                    <a:pt x="0" y="153602"/>
                  </a:lnTo>
                  <a:lnTo>
                    <a:pt x="0" y="128653"/>
                  </a:lnTo>
                  <a:close/>
                  <a:moveTo>
                    <a:pt x="57413" y="78154"/>
                  </a:moveTo>
                  <a:lnTo>
                    <a:pt x="84166" y="78154"/>
                  </a:lnTo>
                  <a:lnTo>
                    <a:pt x="84166" y="181557"/>
                  </a:lnTo>
                  <a:lnTo>
                    <a:pt x="57413" y="181557"/>
                  </a:lnTo>
                  <a:lnTo>
                    <a:pt x="57413" y="7815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Tree>
    <p:extLst>
      <p:ext uri="{BB962C8B-B14F-4D97-AF65-F5344CB8AC3E}">
        <p14:creationId xmlns:p14="http://schemas.microsoft.com/office/powerpoint/2010/main" val="1848410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6535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18814179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5902561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1355172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39414235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10892088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42777678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5294255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37447245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41461011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DA860E43-ED1B-00AC-09F7-33B5922AF3D9}"/>
              </a:ext>
            </a:extLst>
          </p:cNvPr>
          <p:cNvSpPr/>
          <p:nvPr/>
        </p:nvSpPr>
        <p:spPr>
          <a:xfrm>
            <a:off x="643783"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4A66AC"/>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 name="任意多边形: 形状 4">
            <a:extLst>
              <a:ext uri="{FF2B5EF4-FFF2-40B4-BE49-F238E27FC236}">
                <a16:creationId xmlns:a16="http://schemas.microsoft.com/office/drawing/2014/main" id="{7D12B520-2826-BB4F-561F-129162B2E170}"/>
              </a:ext>
            </a:extLst>
          </p:cNvPr>
          <p:cNvSpPr/>
          <p:nvPr/>
        </p:nvSpPr>
        <p:spPr>
          <a:xfrm>
            <a:off x="905957"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6"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任意多边形: 形状 5">
            <a:extLst>
              <a:ext uri="{FF2B5EF4-FFF2-40B4-BE49-F238E27FC236}">
                <a16:creationId xmlns:a16="http://schemas.microsoft.com/office/drawing/2014/main" id="{DEFC6D69-7F05-C197-585C-14BDD85A7225}"/>
              </a:ext>
            </a:extLst>
          </p:cNvPr>
          <p:cNvSpPr/>
          <p:nvPr/>
        </p:nvSpPr>
        <p:spPr>
          <a:xfrm>
            <a:off x="1212469" y="1835203"/>
            <a:ext cx="1588512" cy="1588512"/>
          </a:xfrm>
          <a:custGeom>
            <a:avLst/>
            <a:gdLst>
              <a:gd name="connsiteX0" fmla="*/ 1604559 w 1604558"/>
              <a:gd name="connsiteY0" fmla="*/ 802279 h 1604558"/>
              <a:gd name="connsiteX1" fmla="*/ 1541434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4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7" y="1015699"/>
                  <a:pt x="1541434"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4" y="394376"/>
                  <a:pt x="1541434" y="489965"/>
                </a:cubicBezTo>
                <a:cubicBezTo>
                  <a:pt x="1583517" y="588859"/>
                  <a:pt x="1604559" y="693766"/>
                  <a:pt x="1604559" y="802279"/>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任意多边形: 形状 6">
            <a:extLst>
              <a:ext uri="{FF2B5EF4-FFF2-40B4-BE49-F238E27FC236}">
                <a16:creationId xmlns:a16="http://schemas.microsoft.com/office/drawing/2014/main" id="{73233544-E976-4A04-CC6D-21218A20525B}"/>
              </a:ext>
            </a:extLst>
          </p:cNvPr>
          <p:cNvSpPr/>
          <p:nvPr/>
        </p:nvSpPr>
        <p:spPr>
          <a:xfrm>
            <a:off x="1278236"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任意多边形: 形状 7">
            <a:extLst>
              <a:ext uri="{FF2B5EF4-FFF2-40B4-BE49-F238E27FC236}">
                <a16:creationId xmlns:a16="http://schemas.microsoft.com/office/drawing/2014/main" id="{85C9BFD3-4439-442F-8F2C-EEB5822766BB}"/>
              </a:ext>
            </a:extLst>
          </p:cNvPr>
          <p:cNvSpPr/>
          <p:nvPr/>
        </p:nvSpPr>
        <p:spPr>
          <a:xfrm>
            <a:off x="1348466"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4" y="1330419"/>
                  <a:pt x="665209" y="1330419"/>
                </a:cubicBezTo>
                <a:cubicBezTo>
                  <a:pt x="297824" y="1330419"/>
                  <a:pt x="0" y="1032594"/>
                  <a:pt x="0" y="665209"/>
                </a:cubicBezTo>
                <a:cubicBezTo>
                  <a:pt x="0" y="297824"/>
                  <a:pt x="297825" y="0"/>
                  <a:pt x="665209" y="0"/>
                </a:cubicBezTo>
                <a:cubicBezTo>
                  <a:pt x="1032595" y="0"/>
                  <a:pt x="1330419" y="297825"/>
                  <a:pt x="1330419" y="665209"/>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 name="任意多边形: 形状 8">
            <a:extLst>
              <a:ext uri="{FF2B5EF4-FFF2-40B4-BE49-F238E27FC236}">
                <a16:creationId xmlns:a16="http://schemas.microsoft.com/office/drawing/2014/main" id="{31373D56-0DB8-6CB4-8E04-A5A9BF9742C0}"/>
              </a:ext>
            </a:extLst>
          </p:cNvPr>
          <p:cNvSpPr/>
          <p:nvPr/>
        </p:nvSpPr>
        <p:spPr>
          <a:xfrm>
            <a:off x="1705271"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8" y="459905"/>
                  <a:pt x="24047" y="423534"/>
                </a:cubicBezTo>
                <a:cubicBezTo>
                  <a:pt x="8116" y="385960"/>
                  <a:pt x="0" y="345981"/>
                  <a:pt x="0" y="304800"/>
                </a:cubicBezTo>
                <a:cubicBezTo>
                  <a:pt x="0" y="263619"/>
                  <a:pt x="8116" y="223640"/>
                  <a:pt x="24047" y="186066"/>
                </a:cubicBezTo>
                <a:cubicBezTo>
                  <a:pt x="39378"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 name="任意多边形: 形状 9">
            <a:extLst>
              <a:ext uri="{FF2B5EF4-FFF2-40B4-BE49-F238E27FC236}">
                <a16:creationId xmlns:a16="http://schemas.microsoft.com/office/drawing/2014/main" id="{02EBCBDC-81A1-6843-2890-9E5C85206EA8}"/>
              </a:ext>
            </a:extLst>
          </p:cNvPr>
          <p:cNvSpPr/>
          <p:nvPr/>
        </p:nvSpPr>
        <p:spPr>
          <a:xfrm>
            <a:off x="1754671" y="4156969"/>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8" y="125347"/>
                  <a:pt x="489664" y="155707"/>
                </a:cubicBezTo>
                <a:cubicBezTo>
                  <a:pt x="502890" y="187269"/>
                  <a:pt x="509803" y="2206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1" name="任意多边形: 形状 10">
            <a:extLst>
              <a:ext uri="{FF2B5EF4-FFF2-40B4-BE49-F238E27FC236}">
                <a16:creationId xmlns:a16="http://schemas.microsoft.com/office/drawing/2014/main" id="{DA90FDF1-941A-EB7F-9940-700B4CFF5211}"/>
              </a:ext>
            </a:extLst>
          </p:cNvPr>
          <p:cNvSpPr/>
          <p:nvPr/>
        </p:nvSpPr>
        <p:spPr>
          <a:xfrm>
            <a:off x="1775503"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任意多边形: 形状 11">
            <a:extLst>
              <a:ext uri="{FF2B5EF4-FFF2-40B4-BE49-F238E27FC236}">
                <a16:creationId xmlns:a16="http://schemas.microsoft.com/office/drawing/2014/main" id="{1C8FC0D6-8B8E-7B31-BC07-8485F6D3A0FC}"/>
              </a:ext>
            </a:extLst>
          </p:cNvPr>
          <p:cNvSpPr/>
          <p:nvPr/>
        </p:nvSpPr>
        <p:spPr>
          <a:xfrm>
            <a:off x="1754671" y="2377107"/>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1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702"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702"/>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102" y="98294"/>
                  <a:pt x="476738" y="125347"/>
                  <a:pt x="489664" y="155706"/>
                </a:cubicBezTo>
                <a:cubicBezTo>
                  <a:pt x="502890" y="186968"/>
                  <a:pt x="509803" y="2203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任意多边形: 形状 12">
            <a:extLst>
              <a:ext uri="{FF2B5EF4-FFF2-40B4-BE49-F238E27FC236}">
                <a16:creationId xmlns:a16="http://schemas.microsoft.com/office/drawing/2014/main" id="{BD789A7F-7A61-413E-0559-AAC5FC27D680}"/>
              </a:ext>
            </a:extLst>
          </p:cNvPr>
          <p:cNvSpPr/>
          <p:nvPr/>
        </p:nvSpPr>
        <p:spPr>
          <a:xfrm>
            <a:off x="1775503"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任意多边形: 形状 13">
            <a:extLst>
              <a:ext uri="{FF2B5EF4-FFF2-40B4-BE49-F238E27FC236}">
                <a16:creationId xmlns:a16="http://schemas.microsoft.com/office/drawing/2014/main" id="{19603979-132A-72BF-8E58-614097E2CFDB}"/>
              </a:ext>
            </a:extLst>
          </p:cNvPr>
          <p:cNvSpPr/>
          <p:nvPr/>
        </p:nvSpPr>
        <p:spPr>
          <a:xfrm>
            <a:off x="200702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15" name="组合 14">
            <a:extLst>
              <a:ext uri="{FF2B5EF4-FFF2-40B4-BE49-F238E27FC236}">
                <a16:creationId xmlns:a16="http://schemas.microsoft.com/office/drawing/2014/main" id="{086D8103-DA63-0A6B-FB4D-69AE3078790E}"/>
              </a:ext>
            </a:extLst>
          </p:cNvPr>
          <p:cNvGrpSpPr/>
          <p:nvPr/>
        </p:nvGrpSpPr>
        <p:grpSpPr>
          <a:xfrm>
            <a:off x="1928909" y="4303381"/>
            <a:ext cx="150281" cy="183609"/>
            <a:chOff x="1934918" y="4278943"/>
            <a:chExt cx="150281" cy="183609"/>
          </a:xfrm>
          <a:solidFill>
            <a:srgbClr val="4A66AC"/>
          </a:solidFill>
        </p:grpSpPr>
        <p:sp>
          <p:nvSpPr>
            <p:cNvPr id="16" name="任意多边形: 形状 15">
              <a:extLst>
                <a:ext uri="{FF2B5EF4-FFF2-40B4-BE49-F238E27FC236}">
                  <a16:creationId xmlns:a16="http://schemas.microsoft.com/office/drawing/2014/main" id="{3DD5FD44-075E-1AE7-8660-768993B5112B}"/>
                </a:ext>
              </a:extLst>
            </p:cNvPr>
            <p:cNvSpPr/>
            <p:nvPr/>
          </p:nvSpPr>
          <p:spPr>
            <a:xfrm>
              <a:off x="1934918" y="4278943"/>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504 h 185464"/>
                <a:gd name="connsiteX12" fmla="*/ 55309 w 82362"/>
                <a:gd name="connsiteY12" fmla="*/ 142480 h 185464"/>
                <a:gd name="connsiteX13" fmla="*/ 55309 w 82362"/>
                <a:gd name="connsiteY13" fmla="*/ 42684 h 185464"/>
                <a:gd name="connsiteX14" fmla="*/ 51702 w 82362"/>
                <a:gd name="connsiteY14" fmla="*/ 30660 h 185464"/>
                <a:gd name="connsiteX15" fmla="*/ 41482 w 82362"/>
                <a:gd name="connsiteY15" fmla="*/ 26452 h 185464"/>
                <a:gd name="connsiteX16" fmla="*/ 31261 w 82362"/>
                <a:gd name="connsiteY16" fmla="*/ 30660 h 185464"/>
                <a:gd name="connsiteX17" fmla="*/ 27654 w 82362"/>
                <a:gd name="connsiteY17" fmla="*/ 42684 h 185464"/>
                <a:gd name="connsiteX18" fmla="*/ 27654 w 82362"/>
                <a:gd name="connsiteY18" fmla="*/ 142480 h 185464"/>
                <a:gd name="connsiteX19" fmla="*/ 31261 w 82362"/>
                <a:gd name="connsiteY19" fmla="*/ 154504 h 185464"/>
                <a:gd name="connsiteX20" fmla="*/ 41482 w 82362"/>
                <a:gd name="connsiteY20" fmla="*/ 158712 h 185464"/>
                <a:gd name="connsiteX21" fmla="*/ 51702 w 82362"/>
                <a:gd name="connsiteY21" fmla="*/ 154504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504"/>
                  </a:moveTo>
                  <a:cubicBezTo>
                    <a:pt x="54107" y="151799"/>
                    <a:pt x="55309" y="147590"/>
                    <a:pt x="55309" y="142480"/>
                  </a:cubicBezTo>
                  <a:lnTo>
                    <a:pt x="55309" y="42684"/>
                  </a:lnTo>
                  <a:cubicBezTo>
                    <a:pt x="55309" y="37574"/>
                    <a:pt x="54107" y="33666"/>
                    <a:pt x="51702" y="30660"/>
                  </a:cubicBezTo>
                  <a:cubicBezTo>
                    <a:pt x="49297" y="27654"/>
                    <a:pt x="45990" y="26452"/>
                    <a:pt x="41482" y="26452"/>
                  </a:cubicBezTo>
                  <a:cubicBezTo>
                    <a:pt x="37273" y="26452"/>
                    <a:pt x="33666" y="27955"/>
                    <a:pt x="31261" y="30660"/>
                  </a:cubicBezTo>
                  <a:cubicBezTo>
                    <a:pt x="28857" y="33366"/>
                    <a:pt x="27654" y="37574"/>
                    <a:pt x="27654" y="42684"/>
                  </a:cubicBezTo>
                  <a:lnTo>
                    <a:pt x="27654" y="142480"/>
                  </a:lnTo>
                  <a:cubicBezTo>
                    <a:pt x="27654" y="147590"/>
                    <a:pt x="28857" y="151498"/>
                    <a:pt x="31261" y="154504"/>
                  </a:cubicBezTo>
                  <a:cubicBezTo>
                    <a:pt x="33666" y="157209"/>
                    <a:pt x="36973" y="158712"/>
                    <a:pt x="41482" y="158712"/>
                  </a:cubicBezTo>
                  <a:cubicBezTo>
                    <a:pt x="45690" y="159013"/>
                    <a:pt x="49297" y="157510"/>
                    <a:pt x="51702" y="154504"/>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任意多边形: 形状 16">
              <a:extLst>
                <a:ext uri="{FF2B5EF4-FFF2-40B4-BE49-F238E27FC236}">
                  <a16:creationId xmlns:a16="http://schemas.microsoft.com/office/drawing/2014/main" id="{225C3615-D927-8449-4793-6FF8292DC0DD}"/>
                </a:ext>
              </a:extLst>
            </p:cNvPr>
            <p:cNvSpPr/>
            <p:nvPr/>
          </p:nvSpPr>
          <p:spPr>
            <a:xfrm>
              <a:off x="2032824" y="4281027"/>
              <a:ext cx="52375" cy="179443"/>
            </a:xfrm>
            <a:custGeom>
              <a:avLst/>
              <a:gdLst>
                <a:gd name="connsiteX0" fmla="*/ 52604 w 52904"/>
                <a:gd name="connsiteY0" fmla="*/ 181257 h 181256"/>
                <a:gd name="connsiteX1" fmla="*/ 25250 w 52904"/>
                <a:gd name="connsiteY1" fmla="*/ 181257 h 181256"/>
                <a:gd name="connsiteX2" fmla="*/ 25250 w 52904"/>
                <a:gd name="connsiteY2" fmla="*/ 29759 h 181256"/>
                <a:gd name="connsiteX3" fmla="*/ 0 w 52904"/>
                <a:gd name="connsiteY3" fmla="*/ 43886 h 181256"/>
                <a:gd name="connsiteX4" fmla="*/ 0 w 52904"/>
                <a:gd name="connsiteY4" fmla="*/ 14729 h 181256"/>
                <a:gd name="connsiteX5" fmla="*/ 24047 w 52904"/>
                <a:gd name="connsiteY5" fmla="*/ 0 h 181256"/>
                <a:gd name="connsiteX6" fmla="*/ 52904 w 52904"/>
                <a:gd name="connsiteY6" fmla="*/ 0 h 181256"/>
                <a:gd name="connsiteX7" fmla="*/ 52604 w 52904"/>
                <a:gd name="connsiteY7" fmla="*/ 181257 h 1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04" h="181256">
                  <a:moveTo>
                    <a:pt x="52604" y="181257"/>
                  </a:moveTo>
                  <a:lnTo>
                    <a:pt x="25250" y="181257"/>
                  </a:lnTo>
                  <a:lnTo>
                    <a:pt x="25250" y="29759"/>
                  </a:lnTo>
                  <a:lnTo>
                    <a:pt x="0" y="43886"/>
                  </a:lnTo>
                  <a:lnTo>
                    <a:pt x="0" y="14729"/>
                  </a:lnTo>
                  <a:lnTo>
                    <a:pt x="24047" y="0"/>
                  </a:lnTo>
                  <a:lnTo>
                    <a:pt x="52904" y="0"/>
                  </a:lnTo>
                  <a:lnTo>
                    <a:pt x="52604" y="181257"/>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18" name="任意多边形: 形状 17">
            <a:extLst>
              <a:ext uri="{FF2B5EF4-FFF2-40B4-BE49-F238E27FC236}">
                <a16:creationId xmlns:a16="http://schemas.microsoft.com/office/drawing/2014/main" id="{67D73C5D-CB7E-1358-906F-337C7EAC1EB4}"/>
              </a:ext>
            </a:extLst>
          </p:cNvPr>
          <p:cNvSpPr/>
          <p:nvPr/>
        </p:nvSpPr>
        <p:spPr>
          <a:xfrm>
            <a:off x="3369669"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629DD1"/>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9" name="任意多边形: 形状 18">
            <a:extLst>
              <a:ext uri="{FF2B5EF4-FFF2-40B4-BE49-F238E27FC236}">
                <a16:creationId xmlns:a16="http://schemas.microsoft.com/office/drawing/2014/main" id="{EDCB7D54-0AC6-F481-B609-D4B29F768289}"/>
              </a:ext>
            </a:extLst>
          </p:cNvPr>
          <p:cNvSpPr/>
          <p:nvPr/>
        </p:nvSpPr>
        <p:spPr>
          <a:xfrm>
            <a:off x="3631842" y="1528394"/>
            <a:ext cx="2202135" cy="2202135"/>
          </a:xfrm>
          <a:custGeom>
            <a:avLst/>
            <a:gdLst>
              <a:gd name="connsiteX0" fmla="*/ 1112189 w 2224378"/>
              <a:gd name="connsiteY0" fmla="*/ 2224379 h 2224378"/>
              <a:gd name="connsiteX1" fmla="*/ 679337 w 2224378"/>
              <a:gd name="connsiteY1" fmla="*/ 2136907 h 2224378"/>
              <a:gd name="connsiteX2" fmla="*/ 325842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2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2"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2"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7"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0" name="任意多边形: 形状 19">
            <a:extLst>
              <a:ext uri="{FF2B5EF4-FFF2-40B4-BE49-F238E27FC236}">
                <a16:creationId xmlns:a16="http://schemas.microsoft.com/office/drawing/2014/main" id="{9E6E2F26-F7D1-3767-1004-D03D3563A168}"/>
              </a:ext>
            </a:extLst>
          </p:cNvPr>
          <p:cNvSpPr/>
          <p:nvPr/>
        </p:nvSpPr>
        <p:spPr>
          <a:xfrm>
            <a:off x="3938356"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1" name="任意多边形: 形状 20">
            <a:extLst>
              <a:ext uri="{FF2B5EF4-FFF2-40B4-BE49-F238E27FC236}">
                <a16:creationId xmlns:a16="http://schemas.microsoft.com/office/drawing/2014/main" id="{0E4279DA-57FD-B4BC-B7ED-EFF893C6F486}"/>
              </a:ext>
            </a:extLst>
          </p:cNvPr>
          <p:cNvSpPr/>
          <p:nvPr/>
        </p:nvSpPr>
        <p:spPr>
          <a:xfrm>
            <a:off x="4004121"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2" name="任意多边形: 形状 21">
            <a:extLst>
              <a:ext uri="{FF2B5EF4-FFF2-40B4-BE49-F238E27FC236}">
                <a16:creationId xmlns:a16="http://schemas.microsoft.com/office/drawing/2014/main" id="{5973DB5B-1C83-FFE5-2044-4233AE3FE185}"/>
              </a:ext>
            </a:extLst>
          </p:cNvPr>
          <p:cNvSpPr/>
          <p:nvPr/>
        </p:nvSpPr>
        <p:spPr>
          <a:xfrm>
            <a:off x="4074352"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5" y="1330419"/>
                  <a:pt x="0" y="1032594"/>
                  <a:pt x="0" y="665209"/>
                </a:cubicBezTo>
                <a:cubicBezTo>
                  <a:pt x="0" y="297824"/>
                  <a:pt x="297824" y="0"/>
                  <a:pt x="665209" y="0"/>
                </a:cubicBezTo>
                <a:cubicBezTo>
                  <a:pt x="1032594"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3" name="任意多边形: 形状 22">
            <a:extLst>
              <a:ext uri="{FF2B5EF4-FFF2-40B4-BE49-F238E27FC236}">
                <a16:creationId xmlns:a16="http://schemas.microsoft.com/office/drawing/2014/main" id="{72C275AC-068D-4D86-E259-2E8E04E18603}"/>
              </a:ext>
            </a:extLst>
          </p:cNvPr>
          <p:cNvSpPr/>
          <p:nvPr/>
        </p:nvSpPr>
        <p:spPr>
          <a:xfrm>
            <a:off x="4091314" y="1987865"/>
            <a:ext cx="1283189" cy="1283189"/>
          </a:xfrm>
          <a:custGeom>
            <a:avLst/>
            <a:gdLst>
              <a:gd name="connsiteX0" fmla="*/ 1296151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1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1" y="648076"/>
                </a:moveTo>
                <a:cubicBezTo>
                  <a:pt x="1296151" y="1005998"/>
                  <a:pt x="1005998" y="1296151"/>
                  <a:pt x="648076" y="1296151"/>
                </a:cubicBezTo>
                <a:cubicBezTo>
                  <a:pt x="290153" y="1296151"/>
                  <a:pt x="0" y="1005998"/>
                  <a:pt x="0" y="648076"/>
                </a:cubicBezTo>
                <a:cubicBezTo>
                  <a:pt x="0" y="290153"/>
                  <a:pt x="290154" y="0"/>
                  <a:pt x="648076" y="0"/>
                </a:cubicBezTo>
                <a:cubicBezTo>
                  <a:pt x="1005998" y="0"/>
                  <a:pt x="1296151" y="290153"/>
                  <a:pt x="1296151"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4" name="任意多边形: 形状 23">
            <a:extLst>
              <a:ext uri="{FF2B5EF4-FFF2-40B4-BE49-F238E27FC236}">
                <a16:creationId xmlns:a16="http://schemas.microsoft.com/office/drawing/2014/main" id="{E6FCCA08-EBDA-920F-3B8B-1886B6556D65}"/>
              </a:ext>
            </a:extLst>
          </p:cNvPr>
          <p:cNvSpPr/>
          <p:nvPr/>
        </p:nvSpPr>
        <p:spPr>
          <a:xfrm>
            <a:off x="4431157"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7" y="459905"/>
                  <a:pt x="24047" y="423534"/>
                </a:cubicBezTo>
                <a:cubicBezTo>
                  <a:pt x="8116" y="385960"/>
                  <a:pt x="0" y="345981"/>
                  <a:pt x="0" y="304800"/>
                </a:cubicBezTo>
                <a:cubicBezTo>
                  <a:pt x="0" y="263619"/>
                  <a:pt x="8116" y="223640"/>
                  <a:pt x="24047" y="186066"/>
                </a:cubicBezTo>
                <a:cubicBezTo>
                  <a:pt x="39377"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任意多边形: 形状 24">
            <a:extLst>
              <a:ext uri="{FF2B5EF4-FFF2-40B4-BE49-F238E27FC236}">
                <a16:creationId xmlns:a16="http://schemas.microsoft.com/office/drawing/2014/main" id="{6A713E04-BEC7-A3DC-FDED-A400C1A34437}"/>
              </a:ext>
            </a:extLst>
          </p:cNvPr>
          <p:cNvSpPr/>
          <p:nvPr/>
        </p:nvSpPr>
        <p:spPr>
          <a:xfrm>
            <a:off x="4480557"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任意多边形: 形状 25">
            <a:extLst>
              <a:ext uri="{FF2B5EF4-FFF2-40B4-BE49-F238E27FC236}">
                <a16:creationId xmlns:a16="http://schemas.microsoft.com/office/drawing/2014/main" id="{4A424E5F-DA4E-C65F-D723-1B79C965BB48}"/>
              </a:ext>
            </a:extLst>
          </p:cNvPr>
          <p:cNvSpPr/>
          <p:nvPr/>
        </p:nvSpPr>
        <p:spPr>
          <a:xfrm>
            <a:off x="4523706" y="4200118"/>
            <a:ext cx="418405" cy="418405"/>
          </a:xfrm>
          <a:custGeom>
            <a:avLst/>
            <a:gdLst>
              <a:gd name="connsiteX0" fmla="*/ 422632 w 422631"/>
              <a:gd name="connsiteY0" fmla="*/ 211316 h 422631"/>
              <a:gd name="connsiteX1" fmla="*/ 211316 w 422631"/>
              <a:gd name="connsiteY1" fmla="*/ 422632 h 422631"/>
              <a:gd name="connsiteX2" fmla="*/ 0 w 422631"/>
              <a:gd name="connsiteY2" fmla="*/ 211316 h 422631"/>
              <a:gd name="connsiteX3" fmla="*/ 211316 w 422631"/>
              <a:gd name="connsiteY3" fmla="*/ 0 h 422631"/>
              <a:gd name="connsiteX4" fmla="*/ 422632 w 422631"/>
              <a:gd name="connsiteY4" fmla="*/ 211316 h 422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31" h="422631">
                <a:moveTo>
                  <a:pt x="422632" y="211316"/>
                </a:moveTo>
                <a:cubicBezTo>
                  <a:pt x="422632" y="328023"/>
                  <a:pt x="328023" y="422632"/>
                  <a:pt x="211316" y="422632"/>
                </a:cubicBezTo>
                <a:cubicBezTo>
                  <a:pt x="94610" y="422632"/>
                  <a:pt x="0" y="328023"/>
                  <a:pt x="0" y="211316"/>
                </a:cubicBezTo>
                <a:cubicBezTo>
                  <a:pt x="0" y="94610"/>
                  <a:pt x="94609" y="0"/>
                  <a:pt x="211316" y="0"/>
                </a:cubicBezTo>
                <a:cubicBezTo>
                  <a:pt x="328022" y="0"/>
                  <a:pt x="422632" y="94609"/>
                  <a:pt x="422632" y="21131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任意多边形: 形状 26">
            <a:extLst>
              <a:ext uri="{FF2B5EF4-FFF2-40B4-BE49-F238E27FC236}">
                <a16:creationId xmlns:a16="http://schemas.microsoft.com/office/drawing/2014/main" id="{9232D63A-61C6-796A-3331-3C0799AF34A7}"/>
              </a:ext>
            </a:extLst>
          </p:cNvPr>
          <p:cNvSpPr/>
          <p:nvPr/>
        </p:nvSpPr>
        <p:spPr>
          <a:xfrm>
            <a:off x="4480557"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6"/>
                </a:cubicBezTo>
                <a:cubicBezTo>
                  <a:pt x="502890" y="186968"/>
                  <a:pt x="509804" y="2203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任意多边形: 形状 27">
            <a:extLst>
              <a:ext uri="{FF2B5EF4-FFF2-40B4-BE49-F238E27FC236}">
                <a16:creationId xmlns:a16="http://schemas.microsoft.com/office/drawing/2014/main" id="{30F4E02F-6049-0242-1BFD-3EA924704079}"/>
              </a:ext>
            </a:extLst>
          </p:cNvPr>
          <p:cNvSpPr/>
          <p:nvPr/>
        </p:nvSpPr>
        <p:spPr>
          <a:xfrm>
            <a:off x="4501388"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任意多边形: 形状 28">
            <a:extLst>
              <a:ext uri="{FF2B5EF4-FFF2-40B4-BE49-F238E27FC236}">
                <a16:creationId xmlns:a16="http://schemas.microsoft.com/office/drawing/2014/main" id="{BF6190C8-ED85-68BB-E9CB-FF590004463B}"/>
              </a:ext>
            </a:extLst>
          </p:cNvPr>
          <p:cNvSpPr/>
          <p:nvPr/>
        </p:nvSpPr>
        <p:spPr>
          <a:xfrm>
            <a:off x="4732909"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30" name="组合 29">
            <a:extLst>
              <a:ext uri="{FF2B5EF4-FFF2-40B4-BE49-F238E27FC236}">
                <a16:creationId xmlns:a16="http://schemas.microsoft.com/office/drawing/2014/main" id="{E2FC2D28-E7C9-3B9E-AEA7-4A0386164E56}"/>
              </a:ext>
            </a:extLst>
          </p:cNvPr>
          <p:cNvGrpSpPr/>
          <p:nvPr/>
        </p:nvGrpSpPr>
        <p:grpSpPr>
          <a:xfrm>
            <a:off x="4639765" y="4303380"/>
            <a:ext cx="185693" cy="183909"/>
            <a:chOff x="4644122" y="4278641"/>
            <a:chExt cx="185693" cy="183909"/>
          </a:xfrm>
          <a:solidFill>
            <a:srgbClr val="629DD1"/>
          </a:solidFill>
        </p:grpSpPr>
        <p:sp>
          <p:nvSpPr>
            <p:cNvPr id="31" name="任意多边形: 形状 30">
              <a:extLst>
                <a:ext uri="{FF2B5EF4-FFF2-40B4-BE49-F238E27FC236}">
                  <a16:creationId xmlns:a16="http://schemas.microsoft.com/office/drawing/2014/main" id="{B995F5EE-2DAA-6510-65AF-F9233E780A96}"/>
                </a:ext>
              </a:extLst>
            </p:cNvPr>
            <p:cNvSpPr/>
            <p:nvPr/>
          </p:nvSpPr>
          <p:spPr>
            <a:xfrm>
              <a:off x="4644122" y="4278941"/>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805 h 185464"/>
                <a:gd name="connsiteX12" fmla="*/ 55309 w 82362"/>
                <a:gd name="connsiteY12" fmla="*/ 142781 h 185464"/>
                <a:gd name="connsiteX13" fmla="*/ 55309 w 82362"/>
                <a:gd name="connsiteY13" fmla="*/ 42984 h 185464"/>
                <a:gd name="connsiteX14" fmla="*/ 51702 w 82362"/>
                <a:gd name="connsiteY14" fmla="*/ 30961 h 185464"/>
                <a:gd name="connsiteX15" fmla="*/ 41482 w 82362"/>
                <a:gd name="connsiteY15" fmla="*/ 26752 h 185464"/>
                <a:gd name="connsiteX16" fmla="*/ 31262 w 82362"/>
                <a:gd name="connsiteY16" fmla="*/ 30961 h 185464"/>
                <a:gd name="connsiteX17" fmla="*/ 27655 w 82362"/>
                <a:gd name="connsiteY17" fmla="*/ 42984 h 185464"/>
                <a:gd name="connsiteX18" fmla="*/ 27655 w 82362"/>
                <a:gd name="connsiteY18" fmla="*/ 142781 h 185464"/>
                <a:gd name="connsiteX19" fmla="*/ 31262 w 82362"/>
                <a:gd name="connsiteY19" fmla="*/ 154805 h 185464"/>
                <a:gd name="connsiteX20" fmla="*/ 41482 w 82362"/>
                <a:gd name="connsiteY20" fmla="*/ 159013 h 185464"/>
                <a:gd name="connsiteX21" fmla="*/ 51702 w 82362"/>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805"/>
                  </a:moveTo>
                  <a:cubicBezTo>
                    <a:pt x="54107" y="152099"/>
                    <a:pt x="55309" y="147891"/>
                    <a:pt x="55309" y="142781"/>
                  </a:cubicBezTo>
                  <a:lnTo>
                    <a:pt x="55309" y="42984"/>
                  </a:lnTo>
                  <a:cubicBezTo>
                    <a:pt x="55309" y="37874"/>
                    <a:pt x="54107" y="33967"/>
                    <a:pt x="51702" y="30961"/>
                  </a:cubicBezTo>
                  <a:cubicBezTo>
                    <a:pt x="49297" y="28255"/>
                    <a:pt x="45991" y="26752"/>
                    <a:pt x="41482" y="26752"/>
                  </a:cubicBezTo>
                  <a:cubicBezTo>
                    <a:pt x="37273" y="26752"/>
                    <a:pt x="33666" y="28255"/>
                    <a:pt x="31262" y="30961"/>
                  </a:cubicBezTo>
                  <a:cubicBezTo>
                    <a:pt x="28857" y="33666"/>
                    <a:pt x="27655" y="37874"/>
                    <a:pt x="27655" y="42984"/>
                  </a:cubicBezTo>
                  <a:lnTo>
                    <a:pt x="27655" y="142781"/>
                  </a:lnTo>
                  <a:cubicBezTo>
                    <a:pt x="27655" y="147891"/>
                    <a:pt x="28857" y="151799"/>
                    <a:pt x="31262" y="154805"/>
                  </a:cubicBezTo>
                  <a:cubicBezTo>
                    <a:pt x="33666" y="157510"/>
                    <a:pt x="36973" y="159013"/>
                    <a:pt x="41482" y="159013"/>
                  </a:cubicBezTo>
                  <a:cubicBezTo>
                    <a:pt x="45690" y="159013"/>
                    <a:pt x="49297" y="157510"/>
                    <a:pt x="51702"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2" name="任意多边形: 形状 31">
              <a:extLst>
                <a:ext uri="{FF2B5EF4-FFF2-40B4-BE49-F238E27FC236}">
                  <a16:creationId xmlns:a16="http://schemas.microsoft.com/office/drawing/2014/main" id="{49B4A910-DFE2-6410-D7DB-CC03029F7E8B}"/>
                </a:ext>
              </a:extLst>
            </p:cNvPr>
            <p:cNvSpPr/>
            <p:nvPr/>
          </p:nvSpPr>
          <p:spPr>
            <a:xfrm>
              <a:off x="4746789" y="4278641"/>
              <a:ext cx="83026" cy="180931"/>
            </a:xfrm>
            <a:custGeom>
              <a:avLst/>
              <a:gdLst>
                <a:gd name="connsiteX0" fmla="*/ 902 w 83865"/>
                <a:gd name="connsiteY0" fmla="*/ 159314 h 182759"/>
                <a:gd name="connsiteX1" fmla="*/ 39678 w 83865"/>
                <a:gd name="connsiteY1" fmla="*/ 91380 h 182759"/>
                <a:gd name="connsiteX2" fmla="*/ 52003 w 83865"/>
                <a:gd name="connsiteY2" fmla="*/ 65529 h 182759"/>
                <a:gd name="connsiteX3" fmla="*/ 55910 w 83865"/>
                <a:gd name="connsiteY3" fmla="*/ 45089 h 182759"/>
                <a:gd name="connsiteX4" fmla="*/ 55910 w 83865"/>
                <a:gd name="connsiteY4" fmla="*/ 43887 h 182759"/>
                <a:gd name="connsiteX5" fmla="*/ 52604 w 83865"/>
                <a:gd name="connsiteY5" fmla="*/ 31262 h 182759"/>
                <a:gd name="connsiteX6" fmla="*/ 42985 w 83865"/>
                <a:gd name="connsiteY6" fmla="*/ 27053 h 182759"/>
                <a:gd name="connsiteX7" fmla="*/ 31562 w 83865"/>
                <a:gd name="connsiteY7" fmla="*/ 32464 h 182759"/>
                <a:gd name="connsiteX8" fmla="*/ 27955 w 83865"/>
                <a:gd name="connsiteY8" fmla="*/ 49297 h 182759"/>
                <a:gd name="connsiteX9" fmla="*/ 27955 w 83865"/>
                <a:gd name="connsiteY9" fmla="*/ 52904 h 182759"/>
                <a:gd name="connsiteX10" fmla="*/ 0 w 83865"/>
                <a:gd name="connsiteY10" fmla="*/ 52904 h 182759"/>
                <a:gd name="connsiteX11" fmla="*/ 0 w 83865"/>
                <a:gd name="connsiteY11" fmla="*/ 49297 h 182759"/>
                <a:gd name="connsiteX12" fmla="*/ 4809 w 83865"/>
                <a:gd name="connsiteY12" fmla="*/ 21943 h 182759"/>
                <a:gd name="connsiteX13" fmla="*/ 18637 w 83865"/>
                <a:gd name="connsiteY13" fmla="*/ 5411 h 182759"/>
                <a:gd name="connsiteX14" fmla="*/ 41782 w 83865"/>
                <a:gd name="connsiteY14" fmla="*/ 0 h 182759"/>
                <a:gd name="connsiteX15" fmla="*/ 64928 w 83865"/>
                <a:gd name="connsiteY15" fmla="*/ 4810 h 182759"/>
                <a:gd name="connsiteX16" fmla="*/ 79056 w 83865"/>
                <a:gd name="connsiteY16" fmla="*/ 19238 h 182759"/>
                <a:gd name="connsiteX17" fmla="*/ 83865 w 83865"/>
                <a:gd name="connsiteY17" fmla="*/ 43285 h 182759"/>
                <a:gd name="connsiteX18" fmla="*/ 83865 w 83865"/>
                <a:gd name="connsiteY18" fmla="*/ 44488 h 182759"/>
                <a:gd name="connsiteX19" fmla="*/ 79356 w 83865"/>
                <a:gd name="connsiteY19" fmla="*/ 68235 h 182759"/>
                <a:gd name="connsiteX20" fmla="*/ 66130 w 83865"/>
                <a:gd name="connsiteY20" fmla="*/ 97692 h 182759"/>
                <a:gd name="connsiteX21" fmla="*/ 34568 w 83865"/>
                <a:gd name="connsiteY21" fmla="*/ 156308 h 182759"/>
                <a:gd name="connsiteX22" fmla="*/ 83264 w 83865"/>
                <a:gd name="connsiteY22" fmla="*/ 156308 h 182759"/>
                <a:gd name="connsiteX23" fmla="*/ 83264 w 83865"/>
                <a:gd name="connsiteY23" fmla="*/ 182760 h 182759"/>
                <a:gd name="connsiteX24" fmla="*/ 601 w 83865"/>
                <a:gd name="connsiteY24" fmla="*/ 182760 h 182759"/>
                <a:gd name="connsiteX25" fmla="*/ 902 w 83865"/>
                <a:gd name="connsiteY25" fmla="*/ 159314 h 182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865" h="182759">
                  <a:moveTo>
                    <a:pt x="902" y="159314"/>
                  </a:moveTo>
                  <a:lnTo>
                    <a:pt x="39678" y="91380"/>
                  </a:lnTo>
                  <a:cubicBezTo>
                    <a:pt x="45089" y="81761"/>
                    <a:pt x="49297" y="73344"/>
                    <a:pt x="52003" y="65529"/>
                  </a:cubicBezTo>
                  <a:cubicBezTo>
                    <a:pt x="54708" y="57714"/>
                    <a:pt x="55910" y="51101"/>
                    <a:pt x="55910" y="45089"/>
                  </a:cubicBezTo>
                  <a:lnTo>
                    <a:pt x="55910" y="43887"/>
                  </a:lnTo>
                  <a:cubicBezTo>
                    <a:pt x="55910" y="38175"/>
                    <a:pt x="54708" y="34268"/>
                    <a:pt x="52604" y="31262"/>
                  </a:cubicBezTo>
                  <a:cubicBezTo>
                    <a:pt x="50500" y="28256"/>
                    <a:pt x="47193" y="27053"/>
                    <a:pt x="42985" y="27053"/>
                  </a:cubicBezTo>
                  <a:cubicBezTo>
                    <a:pt x="37874" y="27053"/>
                    <a:pt x="33967" y="28857"/>
                    <a:pt x="31562" y="32464"/>
                  </a:cubicBezTo>
                  <a:cubicBezTo>
                    <a:pt x="29158" y="36071"/>
                    <a:pt x="27955" y="41782"/>
                    <a:pt x="27955" y="49297"/>
                  </a:cubicBezTo>
                  <a:lnTo>
                    <a:pt x="27955" y="52904"/>
                  </a:lnTo>
                  <a:lnTo>
                    <a:pt x="0" y="52904"/>
                  </a:lnTo>
                  <a:lnTo>
                    <a:pt x="0" y="49297"/>
                  </a:lnTo>
                  <a:cubicBezTo>
                    <a:pt x="0" y="38175"/>
                    <a:pt x="1803" y="29158"/>
                    <a:pt x="4809" y="21943"/>
                  </a:cubicBezTo>
                  <a:cubicBezTo>
                    <a:pt x="7815" y="14729"/>
                    <a:pt x="12625" y="9319"/>
                    <a:pt x="18637" y="5411"/>
                  </a:cubicBezTo>
                  <a:cubicBezTo>
                    <a:pt x="24949" y="1804"/>
                    <a:pt x="32464" y="0"/>
                    <a:pt x="41782" y="0"/>
                  </a:cubicBezTo>
                  <a:cubicBezTo>
                    <a:pt x="51101" y="0"/>
                    <a:pt x="58916" y="1503"/>
                    <a:pt x="64928" y="4810"/>
                  </a:cubicBezTo>
                  <a:cubicBezTo>
                    <a:pt x="71240" y="8116"/>
                    <a:pt x="75749" y="12926"/>
                    <a:pt x="79056" y="19238"/>
                  </a:cubicBezTo>
                  <a:cubicBezTo>
                    <a:pt x="82062" y="25550"/>
                    <a:pt x="83865" y="33666"/>
                    <a:pt x="83865" y="43285"/>
                  </a:cubicBezTo>
                  <a:lnTo>
                    <a:pt x="83865" y="44488"/>
                  </a:lnTo>
                  <a:cubicBezTo>
                    <a:pt x="83865" y="51401"/>
                    <a:pt x="82362" y="59517"/>
                    <a:pt x="79356" y="68235"/>
                  </a:cubicBezTo>
                  <a:cubicBezTo>
                    <a:pt x="76350" y="77252"/>
                    <a:pt x="72142" y="86871"/>
                    <a:pt x="66130" y="97692"/>
                  </a:cubicBezTo>
                  <a:lnTo>
                    <a:pt x="34568" y="156308"/>
                  </a:lnTo>
                  <a:lnTo>
                    <a:pt x="83264" y="156308"/>
                  </a:lnTo>
                  <a:lnTo>
                    <a:pt x="83264" y="182760"/>
                  </a:lnTo>
                  <a:lnTo>
                    <a:pt x="601" y="182760"/>
                  </a:lnTo>
                  <a:lnTo>
                    <a:pt x="902" y="15931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33" name="任意多边形: 形状 32">
            <a:extLst>
              <a:ext uri="{FF2B5EF4-FFF2-40B4-BE49-F238E27FC236}">
                <a16:creationId xmlns:a16="http://schemas.microsoft.com/office/drawing/2014/main" id="{FFEB4AD7-9D2F-E682-0590-87785EDDD71C}"/>
              </a:ext>
            </a:extLst>
          </p:cNvPr>
          <p:cNvSpPr/>
          <p:nvPr/>
        </p:nvSpPr>
        <p:spPr>
          <a:xfrm>
            <a:off x="6095555"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297FD5"/>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4" name="任意多边形: 形状 33">
            <a:extLst>
              <a:ext uri="{FF2B5EF4-FFF2-40B4-BE49-F238E27FC236}">
                <a16:creationId xmlns:a16="http://schemas.microsoft.com/office/drawing/2014/main" id="{8C18EA7A-C350-C4E1-72F4-F6FCA46B881C}"/>
              </a:ext>
            </a:extLst>
          </p:cNvPr>
          <p:cNvSpPr/>
          <p:nvPr/>
        </p:nvSpPr>
        <p:spPr>
          <a:xfrm>
            <a:off x="6357728"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任意多边形: 形状 34">
            <a:extLst>
              <a:ext uri="{FF2B5EF4-FFF2-40B4-BE49-F238E27FC236}">
                <a16:creationId xmlns:a16="http://schemas.microsoft.com/office/drawing/2014/main" id="{BB14EFAC-9602-2D20-3904-353DA35B85EC}"/>
              </a:ext>
            </a:extLst>
          </p:cNvPr>
          <p:cNvSpPr/>
          <p:nvPr/>
        </p:nvSpPr>
        <p:spPr>
          <a:xfrm>
            <a:off x="6664242"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6" name="任意多边形: 形状 35">
            <a:extLst>
              <a:ext uri="{FF2B5EF4-FFF2-40B4-BE49-F238E27FC236}">
                <a16:creationId xmlns:a16="http://schemas.microsoft.com/office/drawing/2014/main" id="{84DA30B7-0FD0-C036-52B2-B1EFF8CDD1E3}"/>
              </a:ext>
            </a:extLst>
          </p:cNvPr>
          <p:cNvSpPr/>
          <p:nvPr/>
        </p:nvSpPr>
        <p:spPr>
          <a:xfrm>
            <a:off x="6730008"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任意多边形: 形状 36">
            <a:extLst>
              <a:ext uri="{FF2B5EF4-FFF2-40B4-BE49-F238E27FC236}">
                <a16:creationId xmlns:a16="http://schemas.microsoft.com/office/drawing/2014/main" id="{EE0B83AC-A0BC-9F4D-3AAE-57CE1D4D0708}"/>
              </a:ext>
            </a:extLst>
          </p:cNvPr>
          <p:cNvSpPr/>
          <p:nvPr/>
        </p:nvSpPr>
        <p:spPr>
          <a:xfrm>
            <a:off x="6800237"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8" name="任意多边形: 形状 37">
            <a:extLst>
              <a:ext uri="{FF2B5EF4-FFF2-40B4-BE49-F238E27FC236}">
                <a16:creationId xmlns:a16="http://schemas.microsoft.com/office/drawing/2014/main" id="{63957C6C-6DBA-CCD0-DA3D-B37EB41C020C}"/>
              </a:ext>
            </a:extLst>
          </p:cNvPr>
          <p:cNvSpPr/>
          <p:nvPr/>
        </p:nvSpPr>
        <p:spPr>
          <a:xfrm>
            <a:off x="6817201"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9" name="任意多边形: 形状 38">
            <a:extLst>
              <a:ext uri="{FF2B5EF4-FFF2-40B4-BE49-F238E27FC236}">
                <a16:creationId xmlns:a16="http://schemas.microsoft.com/office/drawing/2014/main" id="{D8E07ACB-D96A-B1E4-6BF9-DD19E46A0E52}"/>
              </a:ext>
            </a:extLst>
          </p:cNvPr>
          <p:cNvSpPr/>
          <p:nvPr/>
        </p:nvSpPr>
        <p:spPr>
          <a:xfrm>
            <a:off x="7157044"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0" name="任意多边形: 形状 39">
            <a:extLst>
              <a:ext uri="{FF2B5EF4-FFF2-40B4-BE49-F238E27FC236}">
                <a16:creationId xmlns:a16="http://schemas.microsoft.com/office/drawing/2014/main" id="{68752FFC-A739-8248-C055-3A9E5C659191}"/>
              </a:ext>
            </a:extLst>
          </p:cNvPr>
          <p:cNvSpPr/>
          <p:nvPr/>
        </p:nvSpPr>
        <p:spPr>
          <a:xfrm>
            <a:off x="7206442"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任意多边形: 形状 40">
            <a:extLst>
              <a:ext uri="{FF2B5EF4-FFF2-40B4-BE49-F238E27FC236}">
                <a16:creationId xmlns:a16="http://schemas.microsoft.com/office/drawing/2014/main" id="{5DF35972-D486-96B1-5988-F75506BD57B0}"/>
              </a:ext>
            </a:extLst>
          </p:cNvPr>
          <p:cNvSpPr/>
          <p:nvPr/>
        </p:nvSpPr>
        <p:spPr>
          <a:xfrm>
            <a:off x="7227274"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任意多边形: 形状 41">
            <a:extLst>
              <a:ext uri="{FF2B5EF4-FFF2-40B4-BE49-F238E27FC236}">
                <a16:creationId xmlns:a16="http://schemas.microsoft.com/office/drawing/2014/main" id="{5125F069-1DA9-CE63-79EB-80965A6F726E}"/>
              </a:ext>
            </a:extLst>
          </p:cNvPr>
          <p:cNvSpPr/>
          <p:nvPr/>
        </p:nvSpPr>
        <p:spPr>
          <a:xfrm>
            <a:off x="7206442"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任意多边形: 形状 42">
            <a:extLst>
              <a:ext uri="{FF2B5EF4-FFF2-40B4-BE49-F238E27FC236}">
                <a16:creationId xmlns:a16="http://schemas.microsoft.com/office/drawing/2014/main" id="{8DB8CDD4-3E02-A6D2-A786-B163901EB5A0}"/>
              </a:ext>
            </a:extLst>
          </p:cNvPr>
          <p:cNvSpPr/>
          <p:nvPr/>
        </p:nvSpPr>
        <p:spPr>
          <a:xfrm>
            <a:off x="7227274"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任意多边形: 形状 43">
            <a:extLst>
              <a:ext uri="{FF2B5EF4-FFF2-40B4-BE49-F238E27FC236}">
                <a16:creationId xmlns:a16="http://schemas.microsoft.com/office/drawing/2014/main" id="{EDFCFD1C-03E8-53EB-B836-2EDCD956A2B8}"/>
              </a:ext>
            </a:extLst>
          </p:cNvPr>
          <p:cNvSpPr/>
          <p:nvPr/>
        </p:nvSpPr>
        <p:spPr>
          <a:xfrm>
            <a:off x="7458796"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5" name="组合 44">
            <a:extLst>
              <a:ext uri="{FF2B5EF4-FFF2-40B4-BE49-F238E27FC236}">
                <a16:creationId xmlns:a16="http://schemas.microsoft.com/office/drawing/2014/main" id="{733EB9D8-BD03-6BA3-4034-3482AFC98CC2}"/>
              </a:ext>
            </a:extLst>
          </p:cNvPr>
          <p:cNvGrpSpPr/>
          <p:nvPr/>
        </p:nvGrpSpPr>
        <p:grpSpPr>
          <a:xfrm>
            <a:off x="7366989" y="4315582"/>
            <a:ext cx="183015" cy="183907"/>
            <a:chOff x="7370595" y="4278520"/>
            <a:chExt cx="183015" cy="183907"/>
          </a:xfrm>
          <a:solidFill>
            <a:srgbClr val="297FD5"/>
          </a:solidFill>
        </p:grpSpPr>
        <p:sp>
          <p:nvSpPr>
            <p:cNvPr id="46" name="任意多边形: 形状 45">
              <a:extLst>
                <a:ext uri="{FF2B5EF4-FFF2-40B4-BE49-F238E27FC236}">
                  <a16:creationId xmlns:a16="http://schemas.microsoft.com/office/drawing/2014/main" id="{659D9263-7041-B6CE-6B34-6CC7C6B83BB2}"/>
                </a:ext>
              </a:extLst>
            </p:cNvPr>
            <p:cNvSpPr/>
            <p:nvPr/>
          </p:nvSpPr>
          <p:spPr>
            <a:xfrm>
              <a:off x="7370595" y="4278818"/>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672"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任意多边形: 形状 46">
              <a:extLst>
                <a:ext uri="{FF2B5EF4-FFF2-40B4-BE49-F238E27FC236}">
                  <a16:creationId xmlns:a16="http://schemas.microsoft.com/office/drawing/2014/main" id="{4CBA26CC-56DD-A1D2-5B30-9B22A844C40A}"/>
                </a:ext>
              </a:extLst>
            </p:cNvPr>
            <p:cNvSpPr/>
            <p:nvPr/>
          </p:nvSpPr>
          <p:spPr>
            <a:xfrm>
              <a:off x="7470287" y="4278520"/>
              <a:ext cx="83323" cy="183441"/>
            </a:xfrm>
            <a:custGeom>
              <a:avLst/>
              <a:gdLst>
                <a:gd name="connsiteX0" fmla="*/ 19538 w 84165"/>
                <a:gd name="connsiteY0" fmla="*/ 180956 h 185294"/>
                <a:gd name="connsiteX1" fmla="*/ 5110 w 84165"/>
                <a:gd name="connsiteY1" fmla="*/ 167730 h 185294"/>
                <a:gd name="connsiteX2" fmla="*/ 0 w 84165"/>
                <a:gd name="connsiteY2" fmla="*/ 146689 h 185294"/>
                <a:gd name="connsiteX3" fmla="*/ 0 w 84165"/>
                <a:gd name="connsiteY3" fmla="*/ 133463 h 185294"/>
                <a:gd name="connsiteX4" fmla="*/ 27353 w 84165"/>
                <a:gd name="connsiteY4" fmla="*/ 133463 h 185294"/>
                <a:gd name="connsiteX5" fmla="*/ 27353 w 84165"/>
                <a:gd name="connsiteY5" fmla="*/ 145186 h 185294"/>
                <a:gd name="connsiteX6" fmla="*/ 29157 w 84165"/>
                <a:gd name="connsiteY6" fmla="*/ 152400 h 185294"/>
                <a:gd name="connsiteX7" fmla="*/ 34267 w 84165"/>
                <a:gd name="connsiteY7" fmla="*/ 156909 h 185294"/>
                <a:gd name="connsiteX8" fmla="*/ 42383 w 84165"/>
                <a:gd name="connsiteY8" fmla="*/ 158412 h 185294"/>
                <a:gd name="connsiteX9" fmla="*/ 52904 w 84165"/>
                <a:gd name="connsiteY9" fmla="*/ 154504 h 185294"/>
                <a:gd name="connsiteX10" fmla="*/ 56511 w 84165"/>
                <a:gd name="connsiteY10" fmla="*/ 143683 h 185294"/>
                <a:gd name="connsiteX11" fmla="*/ 56511 w 84165"/>
                <a:gd name="connsiteY11" fmla="*/ 118133 h 185294"/>
                <a:gd name="connsiteX12" fmla="*/ 53205 w 84165"/>
                <a:gd name="connsiteY12" fmla="*/ 106410 h 185294"/>
                <a:gd name="connsiteX13" fmla="*/ 43285 w 84165"/>
                <a:gd name="connsiteY13" fmla="*/ 102201 h 185294"/>
                <a:gd name="connsiteX14" fmla="*/ 31862 w 84165"/>
                <a:gd name="connsiteY14" fmla="*/ 102201 h 185294"/>
                <a:gd name="connsiteX15" fmla="*/ 31862 w 84165"/>
                <a:gd name="connsiteY15" fmla="*/ 75749 h 185294"/>
                <a:gd name="connsiteX16" fmla="*/ 43285 w 84165"/>
                <a:gd name="connsiteY16" fmla="*/ 75749 h 185294"/>
                <a:gd name="connsiteX17" fmla="*/ 50800 w 84165"/>
                <a:gd name="connsiteY17" fmla="*/ 72142 h 185294"/>
                <a:gd name="connsiteX18" fmla="*/ 53505 w 84165"/>
                <a:gd name="connsiteY18" fmla="*/ 62223 h 185294"/>
                <a:gd name="connsiteX19" fmla="*/ 53505 w 84165"/>
                <a:gd name="connsiteY19" fmla="*/ 38476 h 185294"/>
                <a:gd name="connsiteX20" fmla="*/ 50500 w 84165"/>
                <a:gd name="connsiteY20" fmla="*/ 29759 h 185294"/>
                <a:gd name="connsiteX21" fmla="*/ 42083 w 84165"/>
                <a:gd name="connsiteY21" fmla="*/ 26753 h 185294"/>
                <a:gd name="connsiteX22" fmla="*/ 35470 w 84165"/>
                <a:gd name="connsiteY22" fmla="*/ 28256 h 185294"/>
                <a:gd name="connsiteX23" fmla="*/ 31261 w 84165"/>
                <a:gd name="connsiteY23" fmla="*/ 32464 h 185294"/>
                <a:gd name="connsiteX24" fmla="*/ 29758 w 84165"/>
                <a:gd name="connsiteY24" fmla="*/ 38776 h 185294"/>
                <a:gd name="connsiteX25" fmla="*/ 29758 w 84165"/>
                <a:gd name="connsiteY25" fmla="*/ 52303 h 185294"/>
                <a:gd name="connsiteX26" fmla="*/ 2405 w 84165"/>
                <a:gd name="connsiteY26" fmla="*/ 52303 h 185294"/>
                <a:gd name="connsiteX27" fmla="*/ 2405 w 84165"/>
                <a:gd name="connsiteY27" fmla="*/ 38476 h 185294"/>
                <a:gd name="connsiteX28" fmla="*/ 7214 w 84165"/>
                <a:gd name="connsiteY28" fmla="*/ 17735 h 185294"/>
                <a:gd name="connsiteX29" fmla="*/ 21041 w 84165"/>
                <a:gd name="connsiteY29" fmla="*/ 4509 h 185294"/>
                <a:gd name="connsiteX30" fmla="*/ 42985 w 84165"/>
                <a:gd name="connsiteY30" fmla="*/ 0 h 185294"/>
                <a:gd name="connsiteX31" fmla="*/ 70939 w 84165"/>
                <a:gd name="connsiteY31" fmla="*/ 10220 h 185294"/>
                <a:gd name="connsiteX32" fmla="*/ 80859 w 84165"/>
                <a:gd name="connsiteY32" fmla="*/ 38776 h 185294"/>
                <a:gd name="connsiteX33" fmla="*/ 80859 w 84165"/>
                <a:gd name="connsiteY33" fmla="*/ 63726 h 185294"/>
                <a:gd name="connsiteX34" fmla="*/ 76651 w 84165"/>
                <a:gd name="connsiteY34" fmla="*/ 76952 h 185294"/>
                <a:gd name="connsiteX35" fmla="*/ 64627 w 84165"/>
                <a:gd name="connsiteY35" fmla="*/ 88675 h 185294"/>
                <a:gd name="connsiteX36" fmla="*/ 79056 w 84165"/>
                <a:gd name="connsiteY36" fmla="*/ 99496 h 185294"/>
                <a:gd name="connsiteX37" fmla="*/ 84166 w 84165"/>
                <a:gd name="connsiteY37" fmla="*/ 117532 h 185294"/>
                <a:gd name="connsiteX38" fmla="*/ 84166 w 84165"/>
                <a:gd name="connsiteY38" fmla="*/ 143984 h 185294"/>
                <a:gd name="connsiteX39" fmla="*/ 79356 w 84165"/>
                <a:gd name="connsiteY39" fmla="*/ 166227 h 185294"/>
                <a:gd name="connsiteX40" fmla="*/ 64927 w 84165"/>
                <a:gd name="connsiteY40" fmla="*/ 180355 h 185294"/>
                <a:gd name="connsiteX41" fmla="*/ 42383 w 84165"/>
                <a:gd name="connsiteY41" fmla="*/ 185165 h 185294"/>
                <a:gd name="connsiteX42" fmla="*/ 19538 w 84165"/>
                <a:gd name="connsiteY42" fmla="*/ 180956 h 18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4165" h="185294">
                  <a:moveTo>
                    <a:pt x="19538" y="180956"/>
                  </a:moveTo>
                  <a:cubicBezTo>
                    <a:pt x="13226" y="177951"/>
                    <a:pt x="8417" y="173442"/>
                    <a:pt x="5110" y="167730"/>
                  </a:cubicBezTo>
                  <a:cubicBezTo>
                    <a:pt x="1803" y="161719"/>
                    <a:pt x="0" y="154805"/>
                    <a:pt x="0" y="146689"/>
                  </a:cubicBezTo>
                  <a:lnTo>
                    <a:pt x="0" y="133463"/>
                  </a:lnTo>
                  <a:lnTo>
                    <a:pt x="27353" y="133463"/>
                  </a:lnTo>
                  <a:lnTo>
                    <a:pt x="27353" y="145186"/>
                  </a:lnTo>
                  <a:cubicBezTo>
                    <a:pt x="27353" y="147891"/>
                    <a:pt x="27955" y="150296"/>
                    <a:pt x="29157" y="152400"/>
                  </a:cubicBezTo>
                  <a:cubicBezTo>
                    <a:pt x="30359" y="154504"/>
                    <a:pt x="32163" y="156007"/>
                    <a:pt x="34267" y="156909"/>
                  </a:cubicBezTo>
                  <a:cubicBezTo>
                    <a:pt x="36371" y="158112"/>
                    <a:pt x="39077" y="158412"/>
                    <a:pt x="42383" y="158412"/>
                  </a:cubicBezTo>
                  <a:cubicBezTo>
                    <a:pt x="46892" y="158412"/>
                    <a:pt x="50500" y="157210"/>
                    <a:pt x="52904" y="154504"/>
                  </a:cubicBezTo>
                  <a:cubicBezTo>
                    <a:pt x="55309" y="151799"/>
                    <a:pt x="56511" y="148192"/>
                    <a:pt x="56511" y="143683"/>
                  </a:cubicBezTo>
                  <a:lnTo>
                    <a:pt x="56511" y="118133"/>
                  </a:lnTo>
                  <a:cubicBezTo>
                    <a:pt x="56511" y="113023"/>
                    <a:pt x="55309" y="109115"/>
                    <a:pt x="53205" y="106410"/>
                  </a:cubicBezTo>
                  <a:cubicBezTo>
                    <a:pt x="51101" y="103704"/>
                    <a:pt x="47794" y="102201"/>
                    <a:pt x="43285" y="102201"/>
                  </a:cubicBezTo>
                  <a:lnTo>
                    <a:pt x="31862" y="102201"/>
                  </a:lnTo>
                  <a:lnTo>
                    <a:pt x="31862" y="75749"/>
                  </a:lnTo>
                  <a:lnTo>
                    <a:pt x="43285" y="75749"/>
                  </a:lnTo>
                  <a:cubicBezTo>
                    <a:pt x="46592" y="75749"/>
                    <a:pt x="48997" y="74547"/>
                    <a:pt x="50800" y="72142"/>
                  </a:cubicBezTo>
                  <a:cubicBezTo>
                    <a:pt x="52604" y="69738"/>
                    <a:pt x="53505" y="66431"/>
                    <a:pt x="53505" y="62223"/>
                  </a:cubicBezTo>
                  <a:lnTo>
                    <a:pt x="53505" y="38476"/>
                  </a:lnTo>
                  <a:cubicBezTo>
                    <a:pt x="53505" y="34869"/>
                    <a:pt x="52604" y="31863"/>
                    <a:pt x="50500" y="29759"/>
                  </a:cubicBezTo>
                  <a:cubicBezTo>
                    <a:pt x="48395" y="27655"/>
                    <a:pt x="45690" y="26753"/>
                    <a:pt x="42083" y="26753"/>
                  </a:cubicBezTo>
                  <a:cubicBezTo>
                    <a:pt x="39377" y="26753"/>
                    <a:pt x="37273" y="27354"/>
                    <a:pt x="35470" y="28256"/>
                  </a:cubicBezTo>
                  <a:cubicBezTo>
                    <a:pt x="33666" y="29158"/>
                    <a:pt x="32163" y="30661"/>
                    <a:pt x="31261" y="32464"/>
                  </a:cubicBezTo>
                  <a:cubicBezTo>
                    <a:pt x="30359" y="34268"/>
                    <a:pt x="29758" y="36372"/>
                    <a:pt x="29758" y="38776"/>
                  </a:cubicBezTo>
                  <a:lnTo>
                    <a:pt x="29758" y="52303"/>
                  </a:lnTo>
                  <a:lnTo>
                    <a:pt x="2405" y="52303"/>
                  </a:lnTo>
                  <a:lnTo>
                    <a:pt x="2405" y="38476"/>
                  </a:lnTo>
                  <a:cubicBezTo>
                    <a:pt x="2405" y="30360"/>
                    <a:pt x="3908" y="23446"/>
                    <a:pt x="7214" y="17735"/>
                  </a:cubicBezTo>
                  <a:cubicBezTo>
                    <a:pt x="10521" y="12024"/>
                    <a:pt x="15030" y="7515"/>
                    <a:pt x="21041" y="4509"/>
                  </a:cubicBezTo>
                  <a:cubicBezTo>
                    <a:pt x="27053" y="1503"/>
                    <a:pt x="34267" y="0"/>
                    <a:pt x="42985" y="0"/>
                  </a:cubicBezTo>
                  <a:cubicBezTo>
                    <a:pt x="55008" y="0"/>
                    <a:pt x="64326" y="3307"/>
                    <a:pt x="70939" y="10220"/>
                  </a:cubicBezTo>
                  <a:cubicBezTo>
                    <a:pt x="77553" y="16833"/>
                    <a:pt x="80859" y="26452"/>
                    <a:pt x="80859" y="38776"/>
                  </a:cubicBezTo>
                  <a:lnTo>
                    <a:pt x="80859" y="63726"/>
                  </a:lnTo>
                  <a:cubicBezTo>
                    <a:pt x="80859" y="68235"/>
                    <a:pt x="79356" y="72743"/>
                    <a:pt x="76651" y="76952"/>
                  </a:cubicBezTo>
                  <a:cubicBezTo>
                    <a:pt x="73945" y="81160"/>
                    <a:pt x="69737" y="85368"/>
                    <a:pt x="64627" y="88675"/>
                  </a:cubicBezTo>
                  <a:cubicBezTo>
                    <a:pt x="70639" y="90779"/>
                    <a:pt x="75448" y="94686"/>
                    <a:pt x="79056" y="99496"/>
                  </a:cubicBezTo>
                  <a:cubicBezTo>
                    <a:pt x="82362" y="104606"/>
                    <a:pt x="84166" y="110618"/>
                    <a:pt x="84166" y="117532"/>
                  </a:cubicBezTo>
                  <a:lnTo>
                    <a:pt x="84166" y="143984"/>
                  </a:lnTo>
                  <a:cubicBezTo>
                    <a:pt x="84166" y="152701"/>
                    <a:pt x="82663" y="160216"/>
                    <a:pt x="79356" y="166227"/>
                  </a:cubicBezTo>
                  <a:cubicBezTo>
                    <a:pt x="76050" y="172239"/>
                    <a:pt x="71240" y="177049"/>
                    <a:pt x="64927" y="180355"/>
                  </a:cubicBezTo>
                  <a:cubicBezTo>
                    <a:pt x="58615" y="183662"/>
                    <a:pt x="51101" y="185165"/>
                    <a:pt x="42383" y="185165"/>
                  </a:cubicBezTo>
                  <a:cubicBezTo>
                    <a:pt x="33666" y="185766"/>
                    <a:pt x="25850" y="184263"/>
                    <a:pt x="19538" y="180956"/>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48" name="任意多边形: 形状 47">
            <a:extLst>
              <a:ext uri="{FF2B5EF4-FFF2-40B4-BE49-F238E27FC236}">
                <a16:creationId xmlns:a16="http://schemas.microsoft.com/office/drawing/2014/main" id="{4A50468D-FDEC-C3F3-2AE7-6A930AE7EE60}"/>
              </a:ext>
            </a:extLst>
          </p:cNvPr>
          <p:cNvSpPr/>
          <p:nvPr/>
        </p:nvSpPr>
        <p:spPr>
          <a:xfrm>
            <a:off x="8821440"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7F8FA9"/>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任意多边形: 形状 48">
            <a:extLst>
              <a:ext uri="{FF2B5EF4-FFF2-40B4-BE49-F238E27FC236}">
                <a16:creationId xmlns:a16="http://schemas.microsoft.com/office/drawing/2014/main" id="{3C5C0657-3AA7-AEB2-CF26-185CB830C287}"/>
              </a:ext>
            </a:extLst>
          </p:cNvPr>
          <p:cNvSpPr/>
          <p:nvPr/>
        </p:nvSpPr>
        <p:spPr>
          <a:xfrm>
            <a:off x="9083614"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任意多边形: 形状 49">
            <a:extLst>
              <a:ext uri="{FF2B5EF4-FFF2-40B4-BE49-F238E27FC236}">
                <a16:creationId xmlns:a16="http://schemas.microsoft.com/office/drawing/2014/main" id="{BFA50F1D-E4C2-FC92-6EB7-D8EB894AD95B}"/>
              </a:ext>
            </a:extLst>
          </p:cNvPr>
          <p:cNvSpPr/>
          <p:nvPr/>
        </p:nvSpPr>
        <p:spPr>
          <a:xfrm>
            <a:off x="9390127"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任意多边形: 形状 50">
            <a:extLst>
              <a:ext uri="{FF2B5EF4-FFF2-40B4-BE49-F238E27FC236}">
                <a16:creationId xmlns:a16="http://schemas.microsoft.com/office/drawing/2014/main" id="{E1C12BB0-40CF-4995-393E-E571899C1508}"/>
              </a:ext>
            </a:extLst>
          </p:cNvPr>
          <p:cNvSpPr/>
          <p:nvPr/>
        </p:nvSpPr>
        <p:spPr>
          <a:xfrm>
            <a:off x="9455895"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任意多边形: 形状 51">
            <a:extLst>
              <a:ext uri="{FF2B5EF4-FFF2-40B4-BE49-F238E27FC236}">
                <a16:creationId xmlns:a16="http://schemas.microsoft.com/office/drawing/2014/main" id="{D4075602-0980-162E-02F2-E1DD514F7301}"/>
              </a:ext>
            </a:extLst>
          </p:cNvPr>
          <p:cNvSpPr/>
          <p:nvPr/>
        </p:nvSpPr>
        <p:spPr>
          <a:xfrm>
            <a:off x="9526123"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任意多边形: 形状 52">
            <a:extLst>
              <a:ext uri="{FF2B5EF4-FFF2-40B4-BE49-F238E27FC236}">
                <a16:creationId xmlns:a16="http://schemas.microsoft.com/office/drawing/2014/main" id="{08FF6167-2480-5A16-12AC-0FCE134EB88C}"/>
              </a:ext>
            </a:extLst>
          </p:cNvPr>
          <p:cNvSpPr/>
          <p:nvPr/>
        </p:nvSpPr>
        <p:spPr>
          <a:xfrm>
            <a:off x="9543085"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4" name="任意多边形: 形状 53">
            <a:extLst>
              <a:ext uri="{FF2B5EF4-FFF2-40B4-BE49-F238E27FC236}">
                <a16:creationId xmlns:a16="http://schemas.microsoft.com/office/drawing/2014/main" id="{B15F6710-84EA-DB81-CDD9-A345F018242B}"/>
              </a:ext>
            </a:extLst>
          </p:cNvPr>
          <p:cNvSpPr/>
          <p:nvPr/>
        </p:nvSpPr>
        <p:spPr>
          <a:xfrm>
            <a:off x="9882930"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5" name="任意多边形: 形状 54">
            <a:extLst>
              <a:ext uri="{FF2B5EF4-FFF2-40B4-BE49-F238E27FC236}">
                <a16:creationId xmlns:a16="http://schemas.microsoft.com/office/drawing/2014/main" id="{C26A8EC6-6F49-FB46-A7E5-C1739670142C}"/>
              </a:ext>
            </a:extLst>
          </p:cNvPr>
          <p:cNvSpPr/>
          <p:nvPr/>
        </p:nvSpPr>
        <p:spPr>
          <a:xfrm>
            <a:off x="9932329"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6" name="任意多边形: 形状 55">
            <a:extLst>
              <a:ext uri="{FF2B5EF4-FFF2-40B4-BE49-F238E27FC236}">
                <a16:creationId xmlns:a16="http://schemas.microsoft.com/office/drawing/2014/main" id="{08D08CC0-3202-6BCA-D09F-4E5EF177D8D7}"/>
              </a:ext>
            </a:extLst>
          </p:cNvPr>
          <p:cNvSpPr/>
          <p:nvPr/>
        </p:nvSpPr>
        <p:spPr>
          <a:xfrm>
            <a:off x="9953160"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7" name="任意多边形: 形状 56">
            <a:extLst>
              <a:ext uri="{FF2B5EF4-FFF2-40B4-BE49-F238E27FC236}">
                <a16:creationId xmlns:a16="http://schemas.microsoft.com/office/drawing/2014/main" id="{0E55F7B2-8D0F-C62B-4EF4-5D8FB248B650}"/>
              </a:ext>
            </a:extLst>
          </p:cNvPr>
          <p:cNvSpPr/>
          <p:nvPr/>
        </p:nvSpPr>
        <p:spPr>
          <a:xfrm>
            <a:off x="9932329"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8" name="任意多边形: 形状 57">
            <a:extLst>
              <a:ext uri="{FF2B5EF4-FFF2-40B4-BE49-F238E27FC236}">
                <a16:creationId xmlns:a16="http://schemas.microsoft.com/office/drawing/2014/main" id="{42C29D4D-0C44-444F-8806-0A911803E7A5}"/>
              </a:ext>
            </a:extLst>
          </p:cNvPr>
          <p:cNvSpPr/>
          <p:nvPr/>
        </p:nvSpPr>
        <p:spPr>
          <a:xfrm>
            <a:off x="9953160"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任意多边形: 形状 58">
            <a:extLst>
              <a:ext uri="{FF2B5EF4-FFF2-40B4-BE49-F238E27FC236}">
                <a16:creationId xmlns:a16="http://schemas.microsoft.com/office/drawing/2014/main" id="{91C691F6-95E0-DC9F-2381-6D0D888B2EDA}"/>
              </a:ext>
            </a:extLst>
          </p:cNvPr>
          <p:cNvSpPr/>
          <p:nvPr/>
        </p:nvSpPr>
        <p:spPr>
          <a:xfrm>
            <a:off x="1018468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60" name="组合 59">
            <a:extLst>
              <a:ext uri="{FF2B5EF4-FFF2-40B4-BE49-F238E27FC236}">
                <a16:creationId xmlns:a16="http://schemas.microsoft.com/office/drawing/2014/main" id="{0CE25E42-D1DF-770A-691E-EF88C07377E2}"/>
              </a:ext>
            </a:extLst>
          </p:cNvPr>
          <p:cNvGrpSpPr/>
          <p:nvPr/>
        </p:nvGrpSpPr>
        <p:grpSpPr>
          <a:xfrm>
            <a:off x="10091834" y="4318144"/>
            <a:ext cx="197003" cy="183609"/>
            <a:chOff x="10091983" y="4278794"/>
            <a:chExt cx="197003" cy="183609"/>
          </a:xfrm>
          <a:solidFill>
            <a:srgbClr val="7F8FA9"/>
          </a:solidFill>
        </p:grpSpPr>
        <p:sp>
          <p:nvSpPr>
            <p:cNvPr id="61" name="任意多边形: 形状 60">
              <a:extLst>
                <a:ext uri="{FF2B5EF4-FFF2-40B4-BE49-F238E27FC236}">
                  <a16:creationId xmlns:a16="http://schemas.microsoft.com/office/drawing/2014/main" id="{258DC2E9-778E-474C-48B5-B3EDA755C312}"/>
                </a:ext>
              </a:extLst>
            </p:cNvPr>
            <p:cNvSpPr/>
            <p:nvPr/>
          </p:nvSpPr>
          <p:spPr>
            <a:xfrm>
              <a:off x="10091983" y="4278794"/>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973"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任意多边形: 形状 61">
              <a:extLst>
                <a:ext uri="{FF2B5EF4-FFF2-40B4-BE49-F238E27FC236}">
                  <a16:creationId xmlns:a16="http://schemas.microsoft.com/office/drawing/2014/main" id="{0B1266D5-AF12-F89F-50D2-34421EE1177D}"/>
                </a:ext>
              </a:extLst>
            </p:cNvPr>
            <p:cNvSpPr/>
            <p:nvPr/>
          </p:nvSpPr>
          <p:spPr>
            <a:xfrm>
              <a:off x="10194057" y="4280877"/>
              <a:ext cx="94929" cy="179741"/>
            </a:xfrm>
            <a:custGeom>
              <a:avLst/>
              <a:gdLst>
                <a:gd name="connsiteX0" fmla="*/ 300 w 95888"/>
                <a:gd name="connsiteY0" fmla="*/ 128653 h 181557"/>
                <a:gd name="connsiteX1" fmla="*/ 38776 w 95888"/>
                <a:gd name="connsiteY1" fmla="*/ 0 h 181557"/>
                <a:gd name="connsiteX2" fmla="*/ 67332 w 95888"/>
                <a:gd name="connsiteY2" fmla="*/ 0 h 181557"/>
                <a:gd name="connsiteX3" fmla="*/ 30359 w 95888"/>
                <a:gd name="connsiteY3" fmla="*/ 127150 h 181557"/>
                <a:gd name="connsiteX4" fmla="*/ 95888 w 95888"/>
                <a:gd name="connsiteY4" fmla="*/ 127150 h 181557"/>
                <a:gd name="connsiteX5" fmla="*/ 95888 w 95888"/>
                <a:gd name="connsiteY5" fmla="*/ 153602 h 181557"/>
                <a:gd name="connsiteX6" fmla="*/ 0 w 95888"/>
                <a:gd name="connsiteY6" fmla="*/ 153602 h 181557"/>
                <a:gd name="connsiteX7" fmla="*/ 0 w 95888"/>
                <a:gd name="connsiteY7" fmla="*/ 128653 h 181557"/>
                <a:gd name="connsiteX8" fmla="*/ 57413 w 95888"/>
                <a:gd name="connsiteY8" fmla="*/ 78154 h 181557"/>
                <a:gd name="connsiteX9" fmla="*/ 84166 w 95888"/>
                <a:gd name="connsiteY9" fmla="*/ 78154 h 181557"/>
                <a:gd name="connsiteX10" fmla="*/ 84166 w 95888"/>
                <a:gd name="connsiteY10" fmla="*/ 181557 h 181557"/>
                <a:gd name="connsiteX11" fmla="*/ 57413 w 95888"/>
                <a:gd name="connsiteY11" fmla="*/ 181557 h 181557"/>
                <a:gd name="connsiteX12" fmla="*/ 57413 w 95888"/>
                <a:gd name="connsiteY12" fmla="*/ 78154 h 18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888" h="181557">
                  <a:moveTo>
                    <a:pt x="300" y="128653"/>
                  </a:moveTo>
                  <a:lnTo>
                    <a:pt x="38776" y="0"/>
                  </a:lnTo>
                  <a:lnTo>
                    <a:pt x="67332" y="0"/>
                  </a:lnTo>
                  <a:lnTo>
                    <a:pt x="30359" y="127150"/>
                  </a:lnTo>
                  <a:lnTo>
                    <a:pt x="95888" y="127150"/>
                  </a:lnTo>
                  <a:lnTo>
                    <a:pt x="95888" y="153602"/>
                  </a:lnTo>
                  <a:lnTo>
                    <a:pt x="0" y="153602"/>
                  </a:lnTo>
                  <a:lnTo>
                    <a:pt x="0" y="128653"/>
                  </a:lnTo>
                  <a:close/>
                  <a:moveTo>
                    <a:pt x="57413" y="78154"/>
                  </a:moveTo>
                  <a:lnTo>
                    <a:pt x="84166" y="78154"/>
                  </a:lnTo>
                  <a:lnTo>
                    <a:pt x="84166" y="181557"/>
                  </a:lnTo>
                  <a:lnTo>
                    <a:pt x="57413" y="181557"/>
                  </a:lnTo>
                  <a:lnTo>
                    <a:pt x="57413" y="7815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Tree>
    <p:extLst>
      <p:ext uri="{BB962C8B-B14F-4D97-AF65-F5344CB8AC3E}">
        <p14:creationId xmlns:p14="http://schemas.microsoft.com/office/powerpoint/2010/main" val="34128782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
        <p:nvSpPr>
          <p:cNvPr id="36" name="矩形 1"/>
          <p:cNvSpPr/>
          <p:nvPr/>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28888587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2_标题幻灯片">
    <p:spTree>
      <p:nvGrpSpPr>
        <p:cNvPr id="1" name=""/>
        <p:cNvGrpSpPr/>
        <p:nvPr/>
      </p:nvGrpSpPr>
      <p:grpSpPr>
        <a:xfrm>
          <a:off x="0" y="0"/>
          <a:ext cx="0" cy="0"/>
          <a:chOff x="0" y="0"/>
          <a:chExt cx="0" cy="0"/>
        </a:xfrm>
      </p:grpSpPr>
      <p:sp>
        <p:nvSpPr>
          <p:cNvPr id="28" name="矩形: 圆角 27"/>
          <p:cNvSpPr/>
          <p:nvPr/>
        </p:nvSpPr>
        <p:spPr>
          <a:xfrm>
            <a:off x="1804988" y="1238249"/>
            <a:ext cx="8582025" cy="4381502"/>
          </a:xfrm>
          <a:prstGeom prst="roundRect">
            <a:avLst>
              <a:gd name="adj" fmla="val 10270"/>
            </a:avLst>
          </a:prstGeom>
          <a:solidFill>
            <a:srgbClr val="083B5E"/>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17425888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grpSp>
        <p:nvGrpSpPr>
          <p:cNvPr id="11" name="组合 10"/>
          <p:cNvGrpSpPr/>
          <p:nvPr/>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7253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cxnSp>
        <p:nvCxnSpPr>
          <p:cNvPr id="3" name="Connector 16">
            <a:extLst>
              <a:ext uri="{FF2B5EF4-FFF2-40B4-BE49-F238E27FC236}">
                <a16:creationId xmlns:a16="http://schemas.microsoft.com/office/drawing/2014/main" id="{2BA872FF-D57A-E66F-A590-0DD2972C1AD3}"/>
              </a:ext>
            </a:extLst>
          </p:cNvPr>
          <p:cNvCxnSpPr/>
          <p:nvPr/>
        </p:nvCxnSpPr>
        <p:spPr>
          <a:xfrm rot="10739157">
            <a:off x="25018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cxnSp>
        <p:nvCxnSpPr>
          <p:cNvPr id="4" name="Connector 17">
            <a:extLst>
              <a:ext uri="{FF2B5EF4-FFF2-40B4-BE49-F238E27FC236}">
                <a16:creationId xmlns:a16="http://schemas.microsoft.com/office/drawing/2014/main" id="{B72F5999-8D01-F5EB-4497-20EED7FFC857}"/>
              </a:ext>
            </a:extLst>
          </p:cNvPr>
          <p:cNvCxnSpPr/>
          <p:nvPr/>
        </p:nvCxnSpPr>
        <p:spPr>
          <a:xfrm rot="10739157">
            <a:off x="82803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5" name="AutoShape 18">
            <a:extLst>
              <a:ext uri="{FF2B5EF4-FFF2-40B4-BE49-F238E27FC236}">
                <a16:creationId xmlns:a16="http://schemas.microsoft.com/office/drawing/2014/main" id="{DB27A922-6DC8-7216-5DBF-0CE92AB2F1D4}"/>
              </a:ext>
            </a:extLst>
          </p:cNvPr>
          <p:cNvSpPr/>
          <p:nvPr/>
        </p:nvSpPr>
        <p:spPr>
          <a:xfrm>
            <a:off x="2794000" y="2616200"/>
            <a:ext cx="6604000" cy="11049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endParaRPr lang="en-US" sz="1100" dirty="0"/>
          </a:p>
        </p:txBody>
      </p:sp>
      <p:sp>
        <p:nvSpPr>
          <p:cNvPr id="6" name="AutoShape 19">
            <a:extLst>
              <a:ext uri="{FF2B5EF4-FFF2-40B4-BE49-F238E27FC236}">
                <a16:creationId xmlns:a16="http://schemas.microsoft.com/office/drawing/2014/main" id="{00902952-820D-3028-5E3B-6BA7398D1C82}"/>
              </a:ext>
            </a:extLst>
          </p:cNvPr>
          <p:cNvSpPr/>
          <p:nvPr/>
        </p:nvSpPr>
        <p:spPr>
          <a:xfrm>
            <a:off x="5168900" y="3810000"/>
            <a:ext cx="18415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a:solidFill>
                  <a:srgbClr val="26476A"/>
                </a:solidFill>
                <a:latin typeface="Noto Sans SC"/>
                <a:ea typeface="Noto Sans SC"/>
                <a:cs typeface="Noto Sans SC"/>
                <a:sym typeface="Noto Sans SC"/>
              </a:rPr>
              <a:t>THANKS</a:t>
            </a:r>
            <a:endParaRPr lang="en-US" sz="1100"/>
          </a:p>
        </p:txBody>
      </p:sp>
      <p:sp>
        <p:nvSpPr>
          <p:cNvPr id="7" name="AutoShape 20">
            <a:extLst>
              <a:ext uri="{FF2B5EF4-FFF2-40B4-BE49-F238E27FC236}">
                <a16:creationId xmlns:a16="http://schemas.microsoft.com/office/drawing/2014/main" id="{EAB3F337-91A1-1454-6295-E0EFC812B30E}"/>
              </a:ext>
            </a:extLst>
          </p:cNvPr>
          <p:cNvSpPr/>
          <p:nvPr/>
        </p:nvSpPr>
        <p:spPr>
          <a:xfrm>
            <a:off x="4330700" y="4635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21">
            <a:extLst>
              <a:ext uri="{FF2B5EF4-FFF2-40B4-BE49-F238E27FC236}">
                <a16:creationId xmlns:a16="http://schemas.microsoft.com/office/drawing/2014/main" id="{A376A097-1993-C3DF-435B-74D640349EF8}"/>
              </a:ext>
            </a:extLst>
          </p:cNvPr>
          <p:cNvSpPr/>
          <p:nvPr/>
        </p:nvSpPr>
        <p:spPr>
          <a:xfrm>
            <a:off x="4648200" y="4584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9" name="AutoShape 22">
            <a:extLst>
              <a:ext uri="{FF2B5EF4-FFF2-40B4-BE49-F238E27FC236}">
                <a16:creationId xmlns:a16="http://schemas.microsoft.com/office/drawing/2014/main" id="{87165766-B8A9-85BE-BC61-27AE8BE9000D}"/>
              </a:ext>
            </a:extLst>
          </p:cNvPr>
          <p:cNvSpPr/>
          <p:nvPr/>
        </p:nvSpPr>
        <p:spPr>
          <a:xfrm>
            <a:off x="4330700" y="50800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23">
            <a:extLst>
              <a:ext uri="{FF2B5EF4-FFF2-40B4-BE49-F238E27FC236}">
                <a16:creationId xmlns:a16="http://schemas.microsoft.com/office/drawing/2014/main" id="{ECAE423B-7C55-6B5A-1BD9-8BA7DBCAA443}"/>
              </a:ext>
            </a:extLst>
          </p:cNvPr>
          <p:cNvSpPr/>
          <p:nvPr/>
        </p:nvSpPr>
        <p:spPr>
          <a:xfrm>
            <a:off x="4648200" y="5029200"/>
            <a:ext cx="4064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1" name="AutoShape 24">
            <a:extLst>
              <a:ext uri="{FF2B5EF4-FFF2-40B4-BE49-F238E27FC236}">
                <a16:creationId xmlns:a16="http://schemas.microsoft.com/office/drawing/2014/main" id="{E34DD8FC-1247-63F1-7FF1-941D322F8D15}"/>
              </a:ext>
            </a:extLst>
          </p:cNvPr>
          <p:cNvSpPr/>
          <p:nvPr/>
        </p:nvSpPr>
        <p:spPr>
          <a:xfrm>
            <a:off x="4330700" y="5524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5">
            <a:extLst>
              <a:ext uri="{FF2B5EF4-FFF2-40B4-BE49-F238E27FC236}">
                <a16:creationId xmlns:a16="http://schemas.microsoft.com/office/drawing/2014/main" id="{8CEA0E75-24CC-3010-F5C4-BC9963791E7F}"/>
              </a:ext>
            </a:extLst>
          </p:cNvPr>
          <p:cNvSpPr/>
          <p:nvPr/>
        </p:nvSpPr>
        <p:spPr>
          <a:xfrm>
            <a:off x="4648200" y="5473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Tree>
    <p:extLst>
      <p:ext uri="{BB962C8B-B14F-4D97-AF65-F5344CB8AC3E}">
        <p14:creationId xmlns:p14="http://schemas.microsoft.com/office/powerpoint/2010/main" val="35951615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55358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03969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6402589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375561449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21786630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246066343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39306350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372175694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104106607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102747031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251930629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DA860E43-ED1B-00AC-09F7-33B5922AF3D9}"/>
              </a:ext>
            </a:extLst>
          </p:cNvPr>
          <p:cNvSpPr/>
          <p:nvPr/>
        </p:nvSpPr>
        <p:spPr>
          <a:xfrm>
            <a:off x="643783"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4A66AC"/>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 name="任意多边形: 形状 4">
            <a:extLst>
              <a:ext uri="{FF2B5EF4-FFF2-40B4-BE49-F238E27FC236}">
                <a16:creationId xmlns:a16="http://schemas.microsoft.com/office/drawing/2014/main" id="{7D12B520-2826-BB4F-561F-129162B2E170}"/>
              </a:ext>
            </a:extLst>
          </p:cNvPr>
          <p:cNvSpPr/>
          <p:nvPr/>
        </p:nvSpPr>
        <p:spPr>
          <a:xfrm>
            <a:off x="905957"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6"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任意多边形: 形状 5">
            <a:extLst>
              <a:ext uri="{FF2B5EF4-FFF2-40B4-BE49-F238E27FC236}">
                <a16:creationId xmlns:a16="http://schemas.microsoft.com/office/drawing/2014/main" id="{DEFC6D69-7F05-C197-585C-14BDD85A7225}"/>
              </a:ext>
            </a:extLst>
          </p:cNvPr>
          <p:cNvSpPr/>
          <p:nvPr/>
        </p:nvSpPr>
        <p:spPr>
          <a:xfrm>
            <a:off x="1212469" y="1835203"/>
            <a:ext cx="1588512" cy="1588512"/>
          </a:xfrm>
          <a:custGeom>
            <a:avLst/>
            <a:gdLst>
              <a:gd name="connsiteX0" fmla="*/ 1604559 w 1604558"/>
              <a:gd name="connsiteY0" fmla="*/ 802279 h 1604558"/>
              <a:gd name="connsiteX1" fmla="*/ 1541434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4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7" y="1015699"/>
                  <a:pt x="1541434"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4" y="394376"/>
                  <a:pt x="1541434" y="489965"/>
                </a:cubicBezTo>
                <a:cubicBezTo>
                  <a:pt x="1583517" y="588859"/>
                  <a:pt x="1604559" y="693766"/>
                  <a:pt x="1604559" y="802279"/>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任意多边形: 形状 6">
            <a:extLst>
              <a:ext uri="{FF2B5EF4-FFF2-40B4-BE49-F238E27FC236}">
                <a16:creationId xmlns:a16="http://schemas.microsoft.com/office/drawing/2014/main" id="{73233544-E976-4A04-CC6D-21218A20525B}"/>
              </a:ext>
            </a:extLst>
          </p:cNvPr>
          <p:cNvSpPr/>
          <p:nvPr/>
        </p:nvSpPr>
        <p:spPr>
          <a:xfrm>
            <a:off x="1278236"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任意多边形: 形状 7">
            <a:extLst>
              <a:ext uri="{FF2B5EF4-FFF2-40B4-BE49-F238E27FC236}">
                <a16:creationId xmlns:a16="http://schemas.microsoft.com/office/drawing/2014/main" id="{85C9BFD3-4439-442F-8F2C-EEB5822766BB}"/>
              </a:ext>
            </a:extLst>
          </p:cNvPr>
          <p:cNvSpPr/>
          <p:nvPr/>
        </p:nvSpPr>
        <p:spPr>
          <a:xfrm>
            <a:off x="1348466"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4" y="1330419"/>
                  <a:pt x="665209" y="1330419"/>
                </a:cubicBezTo>
                <a:cubicBezTo>
                  <a:pt x="297824" y="1330419"/>
                  <a:pt x="0" y="1032594"/>
                  <a:pt x="0" y="665209"/>
                </a:cubicBezTo>
                <a:cubicBezTo>
                  <a:pt x="0" y="297824"/>
                  <a:pt x="297825" y="0"/>
                  <a:pt x="665209" y="0"/>
                </a:cubicBezTo>
                <a:cubicBezTo>
                  <a:pt x="1032595" y="0"/>
                  <a:pt x="1330419" y="297825"/>
                  <a:pt x="1330419" y="665209"/>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 name="任意多边形: 形状 8">
            <a:extLst>
              <a:ext uri="{FF2B5EF4-FFF2-40B4-BE49-F238E27FC236}">
                <a16:creationId xmlns:a16="http://schemas.microsoft.com/office/drawing/2014/main" id="{31373D56-0DB8-6CB4-8E04-A5A9BF9742C0}"/>
              </a:ext>
            </a:extLst>
          </p:cNvPr>
          <p:cNvSpPr/>
          <p:nvPr/>
        </p:nvSpPr>
        <p:spPr>
          <a:xfrm>
            <a:off x="1705271"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8" y="459905"/>
                  <a:pt x="24047" y="423534"/>
                </a:cubicBezTo>
                <a:cubicBezTo>
                  <a:pt x="8116" y="385960"/>
                  <a:pt x="0" y="345981"/>
                  <a:pt x="0" y="304800"/>
                </a:cubicBezTo>
                <a:cubicBezTo>
                  <a:pt x="0" y="263619"/>
                  <a:pt x="8116" y="223640"/>
                  <a:pt x="24047" y="186066"/>
                </a:cubicBezTo>
                <a:cubicBezTo>
                  <a:pt x="39378"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 name="任意多边形: 形状 9">
            <a:extLst>
              <a:ext uri="{FF2B5EF4-FFF2-40B4-BE49-F238E27FC236}">
                <a16:creationId xmlns:a16="http://schemas.microsoft.com/office/drawing/2014/main" id="{02EBCBDC-81A1-6843-2890-9E5C85206EA8}"/>
              </a:ext>
            </a:extLst>
          </p:cNvPr>
          <p:cNvSpPr/>
          <p:nvPr/>
        </p:nvSpPr>
        <p:spPr>
          <a:xfrm>
            <a:off x="1754671" y="4156969"/>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8" y="125347"/>
                  <a:pt x="489664" y="155707"/>
                </a:cubicBezTo>
                <a:cubicBezTo>
                  <a:pt x="502890" y="187269"/>
                  <a:pt x="509803" y="2206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1" name="任意多边形: 形状 10">
            <a:extLst>
              <a:ext uri="{FF2B5EF4-FFF2-40B4-BE49-F238E27FC236}">
                <a16:creationId xmlns:a16="http://schemas.microsoft.com/office/drawing/2014/main" id="{DA90FDF1-941A-EB7F-9940-700B4CFF5211}"/>
              </a:ext>
            </a:extLst>
          </p:cNvPr>
          <p:cNvSpPr/>
          <p:nvPr/>
        </p:nvSpPr>
        <p:spPr>
          <a:xfrm>
            <a:off x="1775503"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任意多边形: 形状 11">
            <a:extLst>
              <a:ext uri="{FF2B5EF4-FFF2-40B4-BE49-F238E27FC236}">
                <a16:creationId xmlns:a16="http://schemas.microsoft.com/office/drawing/2014/main" id="{1C8FC0D6-8B8E-7B31-BC07-8485F6D3A0FC}"/>
              </a:ext>
            </a:extLst>
          </p:cNvPr>
          <p:cNvSpPr/>
          <p:nvPr/>
        </p:nvSpPr>
        <p:spPr>
          <a:xfrm>
            <a:off x="1754671" y="2377107"/>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1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702"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702"/>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102" y="98294"/>
                  <a:pt x="476738" y="125347"/>
                  <a:pt x="489664" y="155706"/>
                </a:cubicBezTo>
                <a:cubicBezTo>
                  <a:pt x="502890" y="186968"/>
                  <a:pt x="509803" y="2203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任意多边形: 形状 12">
            <a:extLst>
              <a:ext uri="{FF2B5EF4-FFF2-40B4-BE49-F238E27FC236}">
                <a16:creationId xmlns:a16="http://schemas.microsoft.com/office/drawing/2014/main" id="{BD789A7F-7A61-413E-0559-AAC5FC27D680}"/>
              </a:ext>
            </a:extLst>
          </p:cNvPr>
          <p:cNvSpPr/>
          <p:nvPr/>
        </p:nvSpPr>
        <p:spPr>
          <a:xfrm>
            <a:off x="1775503"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任意多边形: 形状 13">
            <a:extLst>
              <a:ext uri="{FF2B5EF4-FFF2-40B4-BE49-F238E27FC236}">
                <a16:creationId xmlns:a16="http://schemas.microsoft.com/office/drawing/2014/main" id="{19603979-132A-72BF-8E58-614097E2CFDB}"/>
              </a:ext>
            </a:extLst>
          </p:cNvPr>
          <p:cNvSpPr/>
          <p:nvPr/>
        </p:nvSpPr>
        <p:spPr>
          <a:xfrm>
            <a:off x="200702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15" name="组合 14">
            <a:extLst>
              <a:ext uri="{FF2B5EF4-FFF2-40B4-BE49-F238E27FC236}">
                <a16:creationId xmlns:a16="http://schemas.microsoft.com/office/drawing/2014/main" id="{086D8103-DA63-0A6B-FB4D-69AE3078790E}"/>
              </a:ext>
            </a:extLst>
          </p:cNvPr>
          <p:cNvGrpSpPr/>
          <p:nvPr/>
        </p:nvGrpSpPr>
        <p:grpSpPr>
          <a:xfrm>
            <a:off x="1928909" y="4303381"/>
            <a:ext cx="150281" cy="183609"/>
            <a:chOff x="1934918" y="4278943"/>
            <a:chExt cx="150281" cy="183609"/>
          </a:xfrm>
          <a:solidFill>
            <a:srgbClr val="4A66AC"/>
          </a:solidFill>
        </p:grpSpPr>
        <p:sp>
          <p:nvSpPr>
            <p:cNvPr id="16" name="任意多边形: 形状 15">
              <a:extLst>
                <a:ext uri="{FF2B5EF4-FFF2-40B4-BE49-F238E27FC236}">
                  <a16:creationId xmlns:a16="http://schemas.microsoft.com/office/drawing/2014/main" id="{3DD5FD44-075E-1AE7-8660-768993B5112B}"/>
                </a:ext>
              </a:extLst>
            </p:cNvPr>
            <p:cNvSpPr/>
            <p:nvPr/>
          </p:nvSpPr>
          <p:spPr>
            <a:xfrm>
              <a:off x="1934918" y="4278943"/>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504 h 185464"/>
                <a:gd name="connsiteX12" fmla="*/ 55309 w 82362"/>
                <a:gd name="connsiteY12" fmla="*/ 142480 h 185464"/>
                <a:gd name="connsiteX13" fmla="*/ 55309 w 82362"/>
                <a:gd name="connsiteY13" fmla="*/ 42684 h 185464"/>
                <a:gd name="connsiteX14" fmla="*/ 51702 w 82362"/>
                <a:gd name="connsiteY14" fmla="*/ 30660 h 185464"/>
                <a:gd name="connsiteX15" fmla="*/ 41482 w 82362"/>
                <a:gd name="connsiteY15" fmla="*/ 26452 h 185464"/>
                <a:gd name="connsiteX16" fmla="*/ 31261 w 82362"/>
                <a:gd name="connsiteY16" fmla="*/ 30660 h 185464"/>
                <a:gd name="connsiteX17" fmla="*/ 27654 w 82362"/>
                <a:gd name="connsiteY17" fmla="*/ 42684 h 185464"/>
                <a:gd name="connsiteX18" fmla="*/ 27654 w 82362"/>
                <a:gd name="connsiteY18" fmla="*/ 142480 h 185464"/>
                <a:gd name="connsiteX19" fmla="*/ 31261 w 82362"/>
                <a:gd name="connsiteY19" fmla="*/ 154504 h 185464"/>
                <a:gd name="connsiteX20" fmla="*/ 41482 w 82362"/>
                <a:gd name="connsiteY20" fmla="*/ 158712 h 185464"/>
                <a:gd name="connsiteX21" fmla="*/ 51702 w 82362"/>
                <a:gd name="connsiteY21" fmla="*/ 154504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504"/>
                  </a:moveTo>
                  <a:cubicBezTo>
                    <a:pt x="54107" y="151799"/>
                    <a:pt x="55309" y="147590"/>
                    <a:pt x="55309" y="142480"/>
                  </a:cubicBezTo>
                  <a:lnTo>
                    <a:pt x="55309" y="42684"/>
                  </a:lnTo>
                  <a:cubicBezTo>
                    <a:pt x="55309" y="37574"/>
                    <a:pt x="54107" y="33666"/>
                    <a:pt x="51702" y="30660"/>
                  </a:cubicBezTo>
                  <a:cubicBezTo>
                    <a:pt x="49297" y="27654"/>
                    <a:pt x="45990" y="26452"/>
                    <a:pt x="41482" y="26452"/>
                  </a:cubicBezTo>
                  <a:cubicBezTo>
                    <a:pt x="37273" y="26452"/>
                    <a:pt x="33666" y="27955"/>
                    <a:pt x="31261" y="30660"/>
                  </a:cubicBezTo>
                  <a:cubicBezTo>
                    <a:pt x="28857" y="33366"/>
                    <a:pt x="27654" y="37574"/>
                    <a:pt x="27654" y="42684"/>
                  </a:cubicBezTo>
                  <a:lnTo>
                    <a:pt x="27654" y="142480"/>
                  </a:lnTo>
                  <a:cubicBezTo>
                    <a:pt x="27654" y="147590"/>
                    <a:pt x="28857" y="151498"/>
                    <a:pt x="31261" y="154504"/>
                  </a:cubicBezTo>
                  <a:cubicBezTo>
                    <a:pt x="33666" y="157209"/>
                    <a:pt x="36973" y="158712"/>
                    <a:pt x="41482" y="158712"/>
                  </a:cubicBezTo>
                  <a:cubicBezTo>
                    <a:pt x="45690" y="159013"/>
                    <a:pt x="49297" y="157510"/>
                    <a:pt x="51702" y="154504"/>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任意多边形: 形状 16">
              <a:extLst>
                <a:ext uri="{FF2B5EF4-FFF2-40B4-BE49-F238E27FC236}">
                  <a16:creationId xmlns:a16="http://schemas.microsoft.com/office/drawing/2014/main" id="{225C3615-D927-8449-4793-6FF8292DC0DD}"/>
                </a:ext>
              </a:extLst>
            </p:cNvPr>
            <p:cNvSpPr/>
            <p:nvPr/>
          </p:nvSpPr>
          <p:spPr>
            <a:xfrm>
              <a:off x="2032824" y="4281027"/>
              <a:ext cx="52375" cy="179443"/>
            </a:xfrm>
            <a:custGeom>
              <a:avLst/>
              <a:gdLst>
                <a:gd name="connsiteX0" fmla="*/ 52604 w 52904"/>
                <a:gd name="connsiteY0" fmla="*/ 181257 h 181256"/>
                <a:gd name="connsiteX1" fmla="*/ 25250 w 52904"/>
                <a:gd name="connsiteY1" fmla="*/ 181257 h 181256"/>
                <a:gd name="connsiteX2" fmla="*/ 25250 w 52904"/>
                <a:gd name="connsiteY2" fmla="*/ 29759 h 181256"/>
                <a:gd name="connsiteX3" fmla="*/ 0 w 52904"/>
                <a:gd name="connsiteY3" fmla="*/ 43886 h 181256"/>
                <a:gd name="connsiteX4" fmla="*/ 0 w 52904"/>
                <a:gd name="connsiteY4" fmla="*/ 14729 h 181256"/>
                <a:gd name="connsiteX5" fmla="*/ 24047 w 52904"/>
                <a:gd name="connsiteY5" fmla="*/ 0 h 181256"/>
                <a:gd name="connsiteX6" fmla="*/ 52904 w 52904"/>
                <a:gd name="connsiteY6" fmla="*/ 0 h 181256"/>
                <a:gd name="connsiteX7" fmla="*/ 52604 w 52904"/>
                <a:gd name="connsiteY7" fmla="*/ 181257 h 1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04" h="181256">
                  <a:moveTo>
                    <a:pt x="52604" y="181257"/>
                  </a:moveTo>
                  <a:lnTo>
                    <a:pt x="25250" y="181257"/>
                  </a:lnTo>
                  <a:lnTo>
                    <a:pt x="25250" y="29759"/>
                  </a:lnTo>
                  <a:lnTo>
                    <a:pt x="0" y="43886"/>
                  </a:lnTo>
                  <a:lnTo>
                    <a:pt x="0" y="14729"/>
                  </a:lnTo>
                  <a:lnTo>
                    <a:pt x="24047" y="0"/>
                  </a:lnTo>
                  <a:lnTo>
                    <a:pt x="52904" y="0"/>
                  </a:lnTo>
                  <a:lnTo>
                    <a:pt x="52604" y="181257"/>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18" name="任意多边形: 形状 17">
            <a:extLst>
              <a:ext uri="{FF2B5EF4-FFF2-40B4-BE49-F238E27FC236}">
                <a16:creationId xmlns:a16="http://schemas.microsoft.com/office/drawing/2014/main" id="{67D73C5D-CB7E-1358-906F-337C7EAC1EB4}"/>
              </a:ext>
            </a:extLst>
          </p:cNvPr>
          <p:cNvSpPr/>
          <p:nvPr/>
        </p:nvSpPr>
        <p:spPr>
          <a:xfrm>
            <a:off x="3369669"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629DD1"/>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9" name="任意多边形: 形状 18">
            <a:extLst>
              <a:ext uri="{FF2B5EF4-FFF2-40B4-BE49-F238E27FC236}">
                <a16:creationId xmlns:a16="http://schemas.microsoft.com/office/drawing/2014/main" id="{EDCB7D54-0AC6-F481-B609-D4B29F768289}"/>
              </a:ext>
            </a:extLst>
          </p:cNvPr>
          <p:cNvSpPr/>
          <p:nvPr/>
        </p:nvSpPr>
        <p:spPr>
          <a:xfrm>
            <a:off x="3631842" y="1528394"/>
            <a:ext cx="2202135" cy="2202135"/>
          </a:xfrm>
          <a:custGeom>
            <a:avLst/>
            <a:gdLst>
              <a:gd name="connsiteX0" fmla="*/ 1112189 w 2224378"/>
              <a:gd name="connsiteY0" fmla="*/ 2224379 h 2224378"/>
              <a:gd name="connsiteX1" fmla="*/ 679337 w 2224378"/>
              <a:gd name="connsiteY1" fmla="*/ 2136907 h 2224378"/>
              <a:gd name="connsiteX2" fmla="*/ 325842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2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2"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2"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7"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0" name="任意多边形: 形状 19">
            <a:extLst>
              <a:ext uri="{FF2B5EF4-FFF2-40B4-BE49-F238E27FC236}">
                <a16:creationId xmlns:a16="http://schemas.microsoft.com/office/drawing/2014/main" id="{9E6E2F26-F7D1-3767-1004-D03D3563A168}"/>
              </a:ext>
            </a:extLst>
          </p:cNvPr>
          <p:cNvSpPr/>
          <p:nvPr/>
        </p:nvSpPr>
        <p:spPr>
          <a:xfrm>
            <a:off x="3938356"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1" name="任意多边形: 形状 20">
            <a:extLst>
              <a:ext uri="{FF2B5EF4-FFF2-40B4-BE49-F238E27FC236}">
                <a16:creationId xmlns:a16="http://schemas.microsoft.com/office/drawing/2014/main" id="{0E4279DA-57FD-B4BC-B7ED-EFF893C6F486}"/>
              </a:ext>
            </a:extLst>
          </p:cNvPr>
          <p:cNvSpPr/>
          <p:nvPr/>
        </p:nvSpPr>
        <p:spPr>
          <a:xfrm>
            <a:off x="4004121"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2" name="任意多边形: 形状 21">
            <a:extLst>
              <a:ext uri="{FF2B5EF4-FFF2-40B4-BE49-F238E27FC236}">
                <a16:creationId xmlns:a16="http://schemas.microsoft.com/office/drawing/2014/main" id="{5973DB5B-1C83-FFE5-2044-4233AE3FE185}"/>
              </a:ext>
            </a:extLst>
          </p:cNvPr>
          <p:cNvSpPr/>
          <p:nvPr/>
        </p:nvSpPr>
        <p:spPr>
          <a:xfrm>
            <a:off x="4074352"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5" y="1330419"/>
                  <a:pt x="0" y="1032594"/>
                  <a:pt x="0" y="665209"/>
                </a:cubicBezTo>
                <a:cubicBezTo>
                  <a:pt x="0" y="297824"/>
                  <a:pt x="297824" y="0"/>
                  <a:pt x="665209" y="0"/>
                </a:cubicBezTo>
                <a:cubicBezTo>
                  <a:pt x="1032594"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3" name="任意多边形: 形状 22">
            <a:extLst>
              <a:ext uri="{FF2B5EF4-FFF2-40B4-BE49-F238E27FC236}">
                <a16:creationId xmlns:a16="http://schemas.microsoft.com/office/drawing/2014/main" id="{72C275AC-068D-4D86-E259-2E8E04E18603}"/>
              </a:ext>
            </a:extLst>
          </p:cNvPr>
          <p:cNvSpPr/>
          <p:nvPr/>
        </p:nvSpPr>
        <p:spPr>
          <a:xfrm>
            <a:off x="4091314" y="1987865"/>
            <a:ext cx="1283189" cy="1283189"/>
          </a:xfrm>
          <a:custGeom>
            <a:avLst/>
            <a:gdLst>
              <a:gd name="connsiteX0" fmla="*/ 1296151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1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1" y="648076"/>
                </a:moveTo>
                <a:cubicBezTo>
                  <a:pt x="1296151" y="1005998"/>
                  <a:pt x="1005998" y="1296151"/>
                  <a:pt x="648076" y="1296151"/>
                </a:cubicBezTo>
                <a:cubicBezTo>
                  <a:pt x="290153" y="1296151"/>
                  <a:pt x="0" y="1005998"/>
                  <a:pt x="0" y="648076"/>
                </a:cubicBezTo>
                <a:cubicBezTo>
                  <a:pt x="0" y="290153"/>
                  <a:pt x="290154" y="0"/>
                  <a:pt x="648076" y="0"/>
                </a:cubicBezTo>
                <a:cubicBezTo>
                  <a:pt x="1005998" y="0"/>
                  <a:pt x="1296151" y="290153"/>
                  <a:pt x="1296151"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4" name="任意多边形: 形状 23">
            <a:extLst>
              <a:ext uri="{FF2B5EF4-FFF2-40B4-BE49-F238E27FC236}">
                <a16:creationId xmlns:a16="http://schemas.microsoft.com/office/drawing/2014/main" id="{E6FCCA08-EBDA-920F-3B8B-1886B6556D65}"/>
              </a:ext>
            </a:extLst>
          </p:cNvPr>
          <p:cNvSpPr/>
          <p:nvPr/>
        </p:nvSpPr>
        <p:spPr>
          <a:xfrm>
            <a:off x="4431157"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7" y="459905"/>
                  <a:pt x="24047" y="423534"/>
                </a:cubicBezTo>
                <a:cubicBezTo>
                  <a:pt x="8116" y="385960"/>
                  <a:pt x="0" y="345981"/>
                  <a:pt x="0" y="304800"/>
                </a:cubicBezTo>
                <a:cubicBezTo>
                  <a:pt x="0" y="263619"/>
                  <a:pt x="8116" y="223640"/>
                  <a:pt x="24047" y="186066"/>
                </a:cubicBezTo>
                <a:cubicBezTo>
                  <a:pt x="39377"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任意多边形: 形状 24">
            <a:extLst>
              <a:ext uri="{FF2B5EF4-FFF2-40B4-BE49-F238E27FC236}">
                <a16:creationId xmlns:a16="http://schemas.microsoft.com/office/drawing/2014/main" id="{6A713E04-BEC7-A3DC-FDED-A400C1A34437}"/>
              </a:ext>
            </a:extLst>
          </p:cNvPr>
          <p:cNvSpPr/>
          <p:nvPr/>
        </p:nvSpPr>
        <p:spPr>
          <a:xfrm>
            <a:off x="4480557"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任意多边形: 形状 25">
            <a:extLst>
              <a:ext uri="{FF2B5EF4-FFF2-40B4-BE49-F238E27FC236}">
                <a16:creationId xmlns:a16="http://schemas.microsoft.com/office/drawing/2014/main" id="{4A424E5F-DA4E-C65F-D723-1B79C965BB48}"/>
              </a:ext>
            </a:extLst>
          </p:cNvPr>
          <p:cNvSpPr/>
          <p:nvPr/>
        </p:nvSpPr>
        <p:spPr>
          <a:xfrm>
            <a:off x="4523706" y="4200118"/>
            <a:ext cx="418405" cy="418405"/>
          </a:xfrm>
          <a:custGeom>
            <a:avLst/>
            <a:gdLst>
              <a:gd name="connsiteX0" fmla="*/ 422632 w 422631"/>
              <a:gd name="connsiteY0" fmla="*/ 211316 h 422631"/>
              <a:gd name="connsiteX1" fmla="*/ 211316 w 422631"/>
              <a:gd name="connsiteY1" fmla="*/ 422632 h 422631"/>
              <a:gd name="connsiteX2" fmla="*/ 0 w 422631"/>
              <a:gd name="connsiteY2" fmla="*/ 211316 h 422631"/>
              <a:gd name="connsiteX3" fmla="*/ 211316 w 422631"/>
              <a:gd name="connsiteY3" fmla="*/ 0 h 422631"/>
              <a:gd name="connsiteX4" fmla="*/ 422632 w 422631"/>
              <a:gd name="connsiteY4" fmla="*/ 211316 h 422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31" h="422631">
                <a:moveTo>
                  <a:pt x="422632" y="211316"/>
                </a:moveTo>
                <a:cubicBezTo>
                  <a:pt x="422632" y="328023"/>
                  <a:pt x="328023" y="422632"/>
                  <a:pt x="211316" y="422632"/>
                </a:cubicBezTo>
                <a:cubicBezTo>
                  <a:pt x="94610" y="422632"/>
                  <a:pt x="0" y="328023"/>
                  <a:pt x="0" y="211316"/>
                </a:cubicBezTo>
                <a:cubicBezTo>
                  <a:pt x="0" y="94610"/>
                  <a:pt x="94609" y="0"/>
                  <a:pt x="211316" y="0"/>
                </a:cubicBezTo>
                <a:cubicBezTo>
                  <a:pt x="328022" y="0"/>
                  <a:pt x="422632" y="94609"/>
                  <a:pt x="422632" y="21131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任意多边形: 形状 26">
            <a:extLst>
              <a:ext uri="{FF2B5EF4-FFF2-40B4-BE49-F238E27FC236}">
                <a16:creationId xmlns:a16="http://schemas.microsoft.com/office/drawing/2014/main" id="{9232D63A-61C6-796A-3331-3C0799AF34A7}"/>
              </a:ext>
            </a:extLst>
          </p:cNvPr>
          <p:cNvSpPr/>
          <p:nvPr/>
        </p:nvSpPr>
        <p:spPr>
          <a:xfrm>
            <a:off x="4480557"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6"/>
                </a:cubicBezTo>
                <a:cubicBezTo>
                  <a:pt x="502890" y="186968"/>
                  <a:pt x="509804" y="2203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任意多边形: 形状 27">
            <a:extLst>
              <a:ext uri="{FF2B5EF4-FFF2-40B4-BE49-F238E27FC236}">
                <a16:creationId xmlns:a16="http://schemas.microsoft.com/office/drawing/2014/main" id="{30F4E02F-6049-0242-1BFD-3EA924704079}"/>
              </a:ext>
            </a:extLst>
          </p:cNvPr>
          <p:cNvSpPr/>
          <p:nvPr/>
        </p:nvSpPr>
        <p:spPr>
          <a:xfrm>
            <a:off x="4501388"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任意多边形: 形状 28">
            <a:extLst>
              <a:ext uri="{FF2B5EF4-FFF2-40B4-BE49-F238E27FC236}">
                <a16:creationId xmlns:a16="http://schemas.microsoft.com/office/drawing/2014/main" id="{BF6190C8-ED85-68BB-E9CB-FF590004463B}"/>
              </a:ext>
            </a:extLst>
          </p:cNvPr>
          <p:cNvSpPr/>
          <p:nvPr/>
        </p:nvSpPr>
        <p:spPr>
          <a:xfrm>
            <a:off x="4732909"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30" name="组合 29">
            <a:extLst>
              <a:ext uri="{FF2B5EF4-FFF2-40B4-BE49-F238E27FC236}">
                <a16:creationId xmlns:a16="http://schemas.microsoft.com/office/drawing/2014/main" id="{E2FC2D28-E7C9-3B9E-AEA7-4A0386164E56}"/>
              </a:ext>
            </a:extLst>
          </p:cNvPr>
          <p:cNvGrpSpPr/>
          <p:nvPr/>
        </p:nvGrpSpPr>
        <p:grpSpPr>
          <a:xfrm>
            <a:off x="4639765" y="4303380"/>
            <a:ext cx="185693" cy="183909"/>
            <a:chOff x="4644122" y="4278641"/>
            <a:chExt cx="185693" cy="183909"/>
          </a:xfrm>
          <a:solidFill>
            <a:srgbClr val="629DD1"/>
          </a:solidFill>
        </p:grpSpPr>
        <p:sp>
          <p:nvSpPr>
            <p:cNvPr id="31" name="任意多边形: 形状 30">
              <a:extLst>
                <a:ext uri="{FF2B5EF4-FFF2-40B4-BE49-F238E27FC236}">
                  <a16:creationId xmlns:a16="http://schemas.microsoft.com/office/drawing/2014/main" id="{B995F5EE-2DAA-6510-65AF-F9233E780A96}"/>
                </a:ext>
              </a:extLst>
            </p:cNvPr>
            <p:cNvSpPr/>
            <p:nvPr/>
          </p:nvSpPr>
          <p:spPr>
            <a:xfrm>
              <a:off x="4644122" y="4278941"/>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805 h 185464"/>
                <a:gd name="connsiteX12" fmla="*/ 55309 w 82362"/>
                <a:gd name="connsiteY12" fmla="*/ 142781 h 185464"/>
                <a:gd name="connsiteX13" fmla="*/ 55309 w 82362"/>
                <a:gd name="connsiteY13" fmla="*/ 42984 h 185464"/>
                <a:gd name="connsiteX14" fmla="*/ 51702 w 82362"/>
                <a:gd name="connsiteY14" fmla="*/ 30961 h 185464"/>
                <a:gd name="connsiteX15" fmla="*/ 41482 w 82362"/>
                <a:gd name="connsiteY15" fmla="*/ 26752 h 185464"/>
                <a:gd name="connsiteX16" fmla="*/ 31262 w 82362"/>
                <a:gd name="connsiteY16" fmla="*/ 30961 h 185464"/>
                <a:gd name="connsiteX17" fmla="*/ 27655 w 82362"/>
                <a:gd name="connsiteY17" fmla="*/ 42984 h 185464"/>
                <a:gd name="connsiteX18" fmla="*/ 27655 w 82362"/>
                <a:gd name="connsiteY18" fmla="*/ 142781 h 185464"/>
                <a:gd name="connsiteX19" fmla="*/ 31262 w 82362"/>
                <a:gd name="connsiteY19" fmla="*/ 154805 h 185464"/>
                <a:gd name="connsiteX20" fmla="*/ 41482 w 82362"/>
                <a:gd name="connsiteY20" fmla="*/ 159013 h 185464"/>
                <a:gd name="connsiteX21" fmla="*/ 51702 w 82362"/>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805"/>
                  </a:moveTo>
                  <a:cubicBezTo>
                    <a:pt x="54107" y="152099"/>
                    <a:pt x="55309" y="147891"/>
                    <a:pt x="55309" y="142781"/>
                  </a:cubicBezTo>
                  <a:lnTo>
                    <a:pt x="55309" y="42984"/>
                  </a:lnTo>
                  <a:cubicBezTo>
                    <a:pt x="55309" y="37874"/>
                    <a:pt x="54107" y="33967"/>
                    <a:pt x="51702" y="30961"/>
                  </a:cubicBezTo>
                  <a:cubicBezTo>
                    <a:pt x="49297" y="28255"/>
                    <a:pt x="45991" y="26752"/>
                    <a:pt x="41482" y="26752"/>
                  </a:cubicBezTo>
                  <a:cubicBezTo>
                    <a:pt x="37273" y="26752"/>
                    <a:pt x="33666" y="28255"/>
                    <a:pt x="31262" y="30961"/>
                  </a:cubicBezTo>
                  <a:cubicBezTo>
                    <a:pt x="28857" y="33666"/>
                    <a:pt x="27655" y="37874"/>
                    <a:pt x="27655" y="42984"/>
                  </a:cubicBezTo>
                  <a:lnTo>
                    <a:pt x="27655" y="142781"/>
                  </a:lnTo>
                  <a:cubicBezTo>
                    <a:pt x="27655" y="147891"/>
                    <a:pt x="28857" y="151799"/>
                    <a:pt x="31262" y="154805"/>
                  </a:cubicBezTo>
                  <a:cubicBezTo>
                    <a:pt x="33666" y="157510"/>
                    <a:pt x="36973" y="159013"/>
                    <a:pt x="41482" y="159013"/>
                  </a:cubicBezTo>
                  <a:cubicBezTo>
                    <a:pt x="45690" y="159013"/>
                    <a:pt x="49297" y="157510"/>
                    <a:pt x="51702"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2" name="任意多边形: 形状 31">
              <a:extLst>
                <a:ext uri="{FF2B5EF4-FFF2-40B4-BE49-F238E27FC236}">
                  <a16:creationId xmlns:a16="http://schemas.microsoft.com/office/drawing/2014/main" id="{49B4A910-DFE2-6410-D7DB-CC03029F7E8B}"/>
                </a:ext>
              </a:extLst>
            </p:cNvPr>
            <p:cNvSpPr/>
            <p:nvPr/>
          </p:nvSpPr>
          <p:spPr>
            <a:xfrm>
              <a:off x="4746789" y="4278641"/>
              <a:ext cx="83026" cy="180931"/>
            </a:xfrm>
            <a:custGeom>
              <a:avLst/>
              <a:gdLst>
                <a:gd name="connsiteX0" fmla="*/ 902 w 83865"/>
                <a:gd name="connsiteY0" fmla="*/ 159314 h 182759"/>
                <a:gd name="connsiteX1" fmla="*/ 39678 w 83865"/>
                <a:gd name="connsiteY1" fmla="*/ 91380 h 182759"/>
                <a:gd name="connsiteX2" fmla="*/ 52003 w 83865"/>
                <a:gd name="connsiteY2" fmla="*/ 65529 h 182759"/>
                <a:gd name="connsiteX3" fmla="*/ 55910 w 83865"/>
                <a:gd name="connsiteY3" fmla="*/ 45089 h 182759"/>
                <a:gd name="connsiteX4" fmla="*/ 55910 w 83865"/>
                <a:gd name="connsiteY4" fmla="*/ 43887 h 182759"/>
                <a:gd name="connsiteX5" fmla="*/ 52604 w 83865"/>
                <a:gd name="connsiteY5" fmla="*/ 31262 h 182759"/>
                <a:gd name="connsiteX6" fmla="*/ 42985 w 83865"/>
                <a:gd name="connsiteY6" fmla="*/ 27053 h 182759"/>
                <a:gd name="connsiteX7" fmla="*/ 31562 w 83865"/>
                <a:gd name="connsiteY7" fmla="*/ 32464 h 182759"/>
                <a:gd name="connsiteX8" fmla="*/ 27955 w 83865"/>
                <a:gd name="connsiteY8" fmla="*/ 49297 h 182759"/>
                <a:gd name="connsiteX9" fmla="*/ 27955 w 83865"/>
                <a:gd name="connsiteY9" fmla="*/ 52904 h 182759"/>
                <a:gd name="connsiteX10" fmla="*/ 0 w 83865"/>
                <a:gd name="connsiteY10" fmla="*/ 52904 h 182759"/>
                <a:gd name="connsiteX11" fmla="*/ 0 w 83865"/>
                <a:gd name="connsiteY11" fmla="*/ 49297 h 182759"/>
                <a:gd name="connsiteX12" fmla="*/ 4809 w 83865"/>
                <a:gd name="connsiteY12" fmla="*/ 21943 h 182759"/>
                <a:gd name="connsiteX13" fmla="*/ 18637 w 83865"/>
                <a:gd name="connsiteY13" fmla="*/ 5411 h 182759"/>
                <a:gd name="connsiteX14" fmla="*/ 41782 w 83865"/>
                <a:gd name="connsiteY14" fmla="*/ 0 h 182759"/>
                <a:gd name="connsiteX15" fmla="*/ 64928 w 83865"/>
                <a:gd name="connsiteY15" fmla="*/ 4810 h 182759"/>
                <a:gd name="connsiteX16" fmla="*/ 79056 w 83865"/>
                <a:gd name="connsiteY16" fmla="*/ 19238 h 182759"/>
                <a:gd name="connsiteX17" fmla="*/ 83865 w 83865"/>
                <a:gd name="connsiteY17" fmla="*/ 43285 h 182759"/>
                <a:gd name="connsiteX18" fmla="*/ 83865 w 83865"/>
                <a:gd name="connsiteY18" fmla="*/ 44488 h 182759"/>
                <a:gd name="connsiteX19" fmla="*/ 79356 w 83865"/>
                <a:gd name="connsiteY19" fmla="*/ 68235 h 182759"/>
                <a:gd name="connsiteX20" fmla="*/ 66130 w 83865"/>
                <a:gd name="connsiteY20" fmla="*/ 97692 h 182759"/>
                <a:gd name="connsiteX21" fmla="*/ 34568 w 83865"/>
                <a:gd name="connsiteY21" fmla="*/ 156308 h 182759"/>
                <a:gd name="connsiteX22" fmla="*/ 83264 w 83865"/>
                <a:gd name="connsiteY22" fmla="*/ 156308 h 182759"/>
                <a:gd name="connsiteX23" fmla="*/ 83264 w 83865"/>
                <a:gd name="connsiteY23" fmla="*/ 182760 h 182759"/>
                <a:gd name="connsiteX24" fmla="*/ 601 w 83865"/>
                <a:gd name="connsiteY24" fmla="*/ 182760 h 182759"/>
                <a:gd name="connsiteX25" fmla="*/ 902 w 83865"/>
                <a:gd name="connsiteY25" fmla="*/ 159314 h 182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865" h="182759">
                  <a:moveTo>
                    <a:pt x="902" y="159314"/>
                  </a:moveTo>
                  <a:lnTo>
                    <a:pt x="39678" y="91380"/>
                  </a:lnTo>
                  <a:cubicBezTo>
                    <a:pt x="45089" y="81761"/>
                    <a:pt x="49297" y="73344"/>
                    <a:pt x="52003" y="65529"/>
                  </a:cubicBezTo>
                  <a:cubicBezTo>
                    <a:pt x="54708" y="57714"/>
                    <a:pt x="55910" y="51101"/>
                    <a:pt x="55910" y="45089"/>
                  </a:cubicBezTo>
                  <a:lnTo>
                    <a:pt x="55910" y="43887"/>
                  </a:lnTo>
                  <a:cubicBezTo>
                    <a:pt x="55910" y="38175"/>
                    <a:pt x="54708" y="34268"/>
                    <a:pt x="52604" y="31262"/>
                  </a:cubicBezTo>
                  <a:cubicBezTo>
                    <a:pt x="50500" y="28256"/>
                    <a:pt x="47193" y="27053"/>
                    <a:pt x="42985" y="27053"/>
                  </a:cubicBezTo>
                  <a:cubicBezTo>
                    <a:pt x="37874" y="27053"/>
                    <a:pt x="33967" y="28857"/>
                    <a:pt x="31562" y="32464"/>
                  </a:cubicBezTo>
                  <a:cubicBezTo>
                    <a:pt x="29158" y="36071"/>
                    <a:pt x="27955" y="41782"/>
                    <a:pt x="27955" y="49297"/>
                  </a:cubicBezTo>
                  <a:lnTo>
                    <a:pt x="27955" y="52904"/>
                  </a:lnTo>
                  <a:lnTo>
                    <a:pt x="0" y="52904"/>
                  </a:lnTo>
                  <a:lnTo>
                    <a:pt x="0" y="49297"/>
                  </a:lnTo>
                  <a:cubicBezTo>
                    <a:pt x="0" y="38175"/>
                    <a:pt x="1803" y="29158"/>
                    <a:pt x="4809" y="21943"/>
                  </a:cubicBezTo>
                  <a:cubicBezTo>
                    <a:pt x="7815" y="14729"/>
                    <a:pt x="12625" y="9319"/>
                    <a:pt x="18637" y="5411"/>
                  </a:cubicBezTo>
                  <a:cubicBezTo>
                    <a:pt x="24949" y="1804"/>
                    <a:pt x="32464" y="0"/>
                    <a:pt x="41782" y="0"/>
                  </a:cubicBezTo>
                  <a:cubicBezTo>
                    <a:pt x="51101" y="0"/>
                    <a:pt x="58916" y="1503"/>
                    <a:pt x="64928" y="4810"/>
                  </a:cubicBezTo>
                  <a:cubicBezTo>
                    <a:pt x="71240" y="8116"/>
                    <a:pt x="75749" y="12926"/>
                    <a:pt x="79056" y="19238"/>
                  </a:cubicBezTo>
                  <a:cubicBezTo>
                    <a:pt x="82062" y="25550"/>
                    <a:pt x="83865" y="33666"/>
                    <a:pt x="83865" y="43285"/>
                  </a:cubicBezTo>
                  <a:lnTo>
                    <a:pt x="83865" y="44488"/>
                  </a:lnTo>
                  <a:cubicBezTo>
                    <a:pt x="83865" y="51401"/>
                    <a:pt x="82362" y="59517"/>
                    <a:pt x="79356" y="68235"/>
                  </a:cubicBezTo>
                  <a:cubicBezTo>
                    <a:pt x="76350" y="77252"/>
                    <a:pt x="72142" y="86871"/>
                    <a:pt x="66130" y="97692"/>
                  </a:cubicBezTo>
                  <a:lnTo>
                    <a:pt x="34568" y="156308"/>
                  </a:lnTo>
                  <a:lnTo>
                    <a:pt x="83264" y="156308"/>
                  </a:lnTo>
                  <a:lnTo>
                    <a:pt x="83264" y="182760"/>
                  </a:lnTo>
                  <a:lnTo>
                    <a:pt x="601" y="182760"/>
                  </a:lnTo>
                  <a:lnTo>
                    <a:pt x="902" y="15931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33" name="任意多边形: 形状 32">
            <a:extLst>
              <a:ext uri="{FF2B5EF4-FFF2-40B4-BE49-F238E27FC236}">
                <a16:creationId xmlns:a16="http://schemas.microsoft.com/office/drawing/2014/main" id="{FFEB4AD7-9D2F-E682-0590-87785EDDD71C}"/>
              </a:ext>
            </a:extLst>
          </p:cNvPr>
          <p:cNvSpPr/>
          <p:nvPr/>
        </p:nvSpPr>
        <p:spPr>
          <a:xfrm>
            <a:off x="6095555"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297FD5"/>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4" name="任意多边形: 形状 33">
            <a:extLst>
              <a:ext uri="{FF2B5EF4-FFF2-40B4-BE49-F238E27FC236}">
                <a16:creationId xmlns:a16="http://schemas.microsoft.com/office/drawing/2014/main" id="{8C18EA7A-C350-C4E1-72F4-F6FCA46B881C}"/>
              </a:ext>
            </a:extLst>
          </p:cNvPr>
          <p:cNvSpPr/>
          <p:nvPr/>
        </p:nvSpPr>
        <p:spPr>
          <a:xfrm>
            <a:off x="6357728"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任意多边形: 形状 34">
            <a:extLst>
              <a:ext uri="{FF2B5EF4-FFF2-40B4-BE49-F238E27FC236}">
                <a16:creationId xmlns:a16="http://schemas.microsoft.com/office/drawing/2014/main" id="{BB14EFAC-9602-2D20-3904-353DA35B85EC}"/>
              </a:ext>
            </a:extLst>
          </p:cNvPr>
          <p:cNvSpPr/>
          <p:nvPr/>
        </p:nvSpPr>
        <p:spPr>
          <a:xfrm>
            <a:off x="6664242"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6" name="任意多边形: 形状 35">
            <a:extLst>
              <a:ext uri="{FF2B5EF4-FFF2-40B4-BE49-F238E27FC236}">
                <a16:creationId xmlns:a16="http://schemas.microsoft.com/office/drawing/2014/main" id="{84DA30B7-0FD0-C036-52B2-B1EFF8CDD1E3}"/>
              </a:ext>
            </a:extLst>
          </p:cNvPr>
          <p:cNvSpPr/>
          <p:nvPr/>
        </p:nvSpPr>
        <p:spPr>
          <a:xfrm>
            <a:off x="6730008"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任意多边形: 形状 36">
            <a:extLst>
              <a:ext uri="{FF2B5EF4-FFF2-40B4-BE49-F238E27FC236}">
                <a16:creationId xmlns:a16="http://schemas.microsoft.com/office/drawing/2014/main" id="{EE0B83AC-A0BC-9F4D-3AAE-57CE1D4D0708}"/>
              </a:ext>
            </a:extLst>
          </p:cNvPr>
          <p:cNvSpPr/>
          <p:nvPr/>
        </p:nvSpPr>
        <p:spPr>
          <a:xfrm>
            <a:off x="6800237"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8" name="任意多边形: 形状 37">
            <a:extLst>
              <a:ext uri="{FF2B5EF4-FFF2-40B4-BE49-F238E27FC236}">
                <a16:creationId xmlns:a16="http://schemas.microsoft.com/office/drawing/2014/main" id="{63957C6C-6DBA-CCD0-DA3D-B37EB41C020C}"/>
              </a:ext>
            </a:extLst>
          </p:cNvPr>
          <p:cNvSpPr/>
          <p:nvPr/>
        </p:nvSpPr>
        <p:spPr>
          <a:xfrm>
            <a:off x="6817201"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9" name="任意多边形: 形状 38">
            <a:extLst>
              <a:ext uri="{FF2B5EF4-FFF2-40B4-BE49-F238E27FC236}">
                <a16:creationId xmlns:a16="http://schemas.microsoft.com/office/drawing/2014/main" id="{D8E07ACB-D96A-B1E4-6BF9-DD19E46A0E52}"/>
              </a:ext>
            </a:extLst>
          </p:cNvPr>
          <p:cNvSpPr/>
          <p:nvPr/>
        </p:nvSpPr>
        <p:spPr>
          <a:xfrm>
            <a:off x="7157044"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0" name="任意多边形: 形状 39">
            <a:extLst>
              <a:ext uri="{FF2B5EF4-FFF2-40B4-BE49-F238E27FC236}">
                <a16:creationId xmlns:a16="http://schemas.microsoft.com/office/drawing/2014/main" id="{68752FFC-A739-8248-C055-3A9E5C659191}"/>
              </a:ext>
            </a:extLst>
          </p:cNvPr>
          <p:cNvSpPr/>
          <p:nvPr/>
        </p:nvSpPr>
        <p:spPr>
          <a:xfrm>
            <a:off x="7206442"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任意多边形: 形状 40">
            <a:extLst>
              <a:ext uri="{FF2B5EF4-FFF2-40B4-BE49-F238E27FC236}">
                <a16:creationId xmlns:a16="http://schemas.microsoft.com/office/drawing/2014/main" id="{5DF35972-D486-96B1-5988-F75506BD57B0}"/>
              </a:ext>
            </a:extLst>
          </p:cNvPr>
          <p:cNvSpPr/>
          <p:nvPr/>
        </p:nvSpPr>
        <p:spPr>
          <a:xfrm>
            <a:off x="7227274"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任意多边形: 形状 41">
            <a:extLst>
              <a:ext uri="{FF2B5EF4-FFF2-40B4-BE49-F238E27FC236}">
                <a16:creationId xmlns:a16="http://schemas.microsoft.com/office/drawing/2014/main" id="{5125F069-1DA9-CE63-79EB-80965A6F726E}"/>
              </a:ext>
            </a:extLst>
          </p:cNvPr>
          <p:cNvSpPr/>
          <p:nvPr/>
        </p:nvSpPr>
        <p:spPr>
          <a:xfrm>
            <a:off x="7206442"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任意多边形: 形状 42">
            <a:extLst>
              <a:ext uri="{FF2B5EF4-FFF2-40B4-BE49-F238E27FC236}">
                <a16:creationId xmlns:a16="http://schemas.microsoft.com/office/drawing/2014/main" id="{8DB8CDD4-3E02-A6D2-A786-B163901EB5A0}"/>
              </a:ext>
            </a:extLst>
          </p:cNvPr>
          <p:cNvSpPr/>
          <p:nvPr/>
        </p:nvSpPr>
        <p:spPr>
          <a:xfrm>
            <a:off x="7227274"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任意多边形: 形状 43">
            <a:extLst>
              <a:ext uri="{FF2B5EF4-FFF2-40B4-BE49-F238E27FC236}">
                <a16:creationId xmlns:a16="http://schemas.microsoft.com/office/drawing/2014/main" id="{EDFCFD1C-03E8-53EB-B836-2EDCD956A2B8}"/>
              </a:ext>
            </a:extLst>
          </p:cNvPr>
          <p:cNvSpPr/>
          <p:nvPr/>
        </p:nvSpPr>
        <p:spPr>
          <a:xfrm>
            <a:off x="7458796"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5" name="组合 44">
            <a:extLst>
              <a:ext uri="{FF2B5EF4-FFF2-40B4-BE49-F238E27FC236}">
                <a16:creationId xmlns:a16="http://schemas.microsoft.com/office/drawing/2014/main" id="{733EB9D8-BD03-6BA3-4034-3482AFC98CC2}"/>
              </a:ext>
            </a:extLst>
          </p:cNvPr>
          <p:cNvGrpSpPr/>
          <p:nvPr/>
        </p:nvGrpSpPr>
        <p:grpSpPr>
          <a:xfrm>
            <a:off x="7366989" y="4315582"/>
            <a:ext cx="183015" cy="183907"/>
            <a:chOff x="7370595" y="4278520"/>
            <a:chExt cx="183015" cy="183907"/>
          </a:xfrm>
          <a:solidFill>
            <a:srgbClr val="297FD5"/>
          </a:solidFill>
        </p:grpSpPr>
        <p:sp>
          <p:nvSpPr>
            <p:cNvPr id="46" name="任意多边形: 形状 45">
              <a:extLst>
                <a:ext uri="{FF2B5EF4-FFF2-40B4-BE49-F238E27FC236}">
                  <a16:creationId xmlns:a16="http://schemas.microsoft.com/office/drawing/2014/main" id="{659D9263-7041-B6CE-6B34-6CC7C6B83BB2}"/>
                </a:ext>
              </a:extLst>
            </p:cNvPr>
            <p:cNvSpPr/>
            <p:nvPr/>
          </p:nvSpPr>
          <p:spPr>
            <a:xfrm>
              <a:off x="7370595" y="4278818"/>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672"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任意多边形: 形状 46">
              <a:extLst>
                <a:ext uri="{FF2B5EF4-FFF2-40B4-BE49-F238E27FC236}">
                  <a16:creationId xmlns:a16="http://schemas.microsoft.com/office/drawing/2014/main" id="{4CBA26CC-56DD-A1D2-5B30-9B22A844C40A}"/>
                </a:ext>
              </a:extLst>
            </p:cNvPr>
            <p:cNvSpPr/>
            <p:nvPr/>
          </p:nvSpPr>
          <p:spPr>
            <a:xfrm>
              <a:off x="7470287" y="4278520"/>
              <a:ext cx="83323" cy="183441"/>
            </a:xfrm>
            <a:custGeom>
              <a:avLst/>
              <a:gdLst>
                <a:gd name="connsiteX0" fmla="*/ 19538 w 84165"/>
                <a:gd name="connsiteY0" fmla="*/ 180956 h 185294"/>
                <a:gd name="connsiteX1" fmla="*/ 5110 w 84165"/>
                <a:gd name="connsiteY1" fmla="*/ 167730 h 185294"/>
                <a:gd name="connsiteX2" fmla="*/ 0 w 84165"/>
                <a:gd name="connsiteY2" fmla="*/ 146689 h 185294"/>
                <a:gd name="connsiteX3" fmla="*/ 0 w 84165"/>
                <a:gd name="connsiteY3" fmla="*/ 133463 h 185294"/>
                <a:gd name="connsiteX4" fmla="*/ 27353 w 84165"/>
                <a:gd name="connsiteY4" fmla="*/ 133463 h 185294"/>
                <a:gd name="connsiteX5" fmla="*/ 27353 w 84165"/>
                <a:gd name="connsiteY5" fmla="*/ 145186 h 185294"/>
                <a:gd name="connsiteX6" fmla="*/ 29157 w 84165"/>
                <a:gd name="connsiteY6" fmla="*/ 152400 h 185294"/>
                <a:gd name="connsiteX7" fmla="*/ 34267 w 84165"/>
                <a:gd name="connsiteY7" fmla="*/ 156909 h 185294"/>
                <a:gd name="connsiteX8" fmla="*/ 42383 w 84165"/>
                <a:gd name="connsiteY8" fmla="*/ 158412 h 185294"/>
                <a:gd name="connsiteX9" fmla="*/ 52904 w 84165"/>
                <a:gd name="connsiteY9" fmla="*/ 154504 h 185294"/>
                <a:gd name="connsiteX10" fmla="*/ 56511 w 84165"/>
                <a:gd name="connsiteY10" fmla="*/ 143683 h 185294"/>
                <a:gd name="connsiteX11" fmla="*/ 56511 w 84165"/>
                <a:gd name="connsiteY11" fmla="*/ 118133 h 185294"/>
                <a:gd name="connsiteX12" fmla="*/ 53205 w 84165"/>
                <a:gd name="connsiteY12" fmla="*/ 106410 h 185294"/>
                <a:gd name="connsiteX13" fmla="*/ 43285 w 84165"/>
                <a:gd name="connsiteY13" fmla="*/ 102201 h 185294"/>
                <a:gd name="connsiteX14" fmla="*/ 31862 w 84165"/>
                <a:gd name="connsiteY14" fmla="*/ 102201 h 185294"/>
                <a:gd name="connsiteX15" fmla="*/ 31862 w 84165"/>
                <a:gd name="connsiteY15" fmla="*/ 75749 h 185294"/>
                <a:gd name="connsiteX16" fmla="*/ 43285 w 84165"/>
                <a:gd name="connsiteY16" fmla="*/ 75749 h 185294"/>
                <a:gd name="connsiteX17" fmla="*/ 50800 w 84165"/>
                <a:gd name="connsiteY17" fmla="*/ 72142 h 185294"/>
                <a:gd name="connsiteX18" fmla="*/ 53505 w 84165"/>
                <a:gd name="connsiteY18" fmla="*/ 62223 h 185294"/>
                <a:gd name="connsiteX19" fmla="*/ 53505 w 84165"/>
                <a:gd name="connsiteY19" fmla="*/ 38476 h 185294"/>
                <a:gd name="connsiteX20" fmla="*/ 50500 w 84165"/>
                <a:gd name="connsiteY20" fmla="*/ 29759 h 185294"/>
                <a:gd name="connsiteX21" fmla="*/ 42083 w 84165"/>
                <a:gd name="connsiteY21" fmla="*/ 26753 h 185294"/>
                <a:gd name="connsiteX22" fmla="*/ 35470 w 84165"/>
                <a:gd name="connsiteY22" fmla="*/ 28256 h 185294"/>
                <a:gd name="connsiteX23" fmla="*/ 31261 w 84165"/>
                <a:gd name="connsiteY23" fmla="*/ 32464 h 185294"/>
                <a:gd name="connsiteX24" fmla="*/ 29758 w 84165"/>
                <a:gd name="connsiteY24" fmla="*/ 38776 h 185294"/>
                <a:gd name="connsiteX25" fmla="*/ 29758 w 84165"/>
                <a:gd name="connsiteY25" fmla="*/ 52303 h 185294"/>
                <a:gd name="connsiteX26" fmla="*/ 2405 w 84165"/>
                <a:gd name="connsiteY26" fmla="*/ 52303 h 185294"/>
                <a:gd name="connsiteX27" fmla="*/ 2405 w 84165"/>
                <a:gd name="connsiteY27" fmla="*/ 38476 h 185294"/>
                <a:gd name="connsiteX28" fmla="*/ 7214 w 84165"/>
                <a:gd name="connsiteY28" fmla="*/ 17735 h 185294"/>
                <a:gd name="connsiteX29" fmla="*/ 21041 w 84165"/>
                <a:gd name="connsiteY29" fmla="*/ 4509 h 185294"/>
                <a:gd name="connsiteX30" fmla="*/ 42985 w 84165"/>
                <a:gd name="connsiteY30" fmla="*/ 0 h 185294"/>
                <a:gd name="connsiteX31" fmla="*/ 70939 w 84165"/>
                <a:gd name="connsiteY31" fmla="*/ 10220 h 185294"/>
                <a:gd name="connsiteX32" fmla="*/ 80859 w 84165"/>
                <a:gd name="connsiteY32" fmla="*/ 38776 h 185294"/>
                <a:gd name="connsiteX33" fmla="*/ 80859 w 84165"/>
                <a:gd name="connsiteY33" fmla="*/ 63726 h 185294"/>
                <a:gd name="connsiteX34" fmla="*/ 76651 w 84165"/>
                <a:gd name="connsiteY34" fmla="*/ 76952 h 185294"/>
                <a:gd name="connsiteX35" fmla="*/ 64627 w 84165"/>
                <a:gd name="connsiteY35" fmla="*/ 88675 h 185294"/>
                <a:gd name="connsiteX36" fmla="*/ 79056 w 84165"/>
                <a:gd name="connsiteY36" fmla="*/ 99496 h 185294"/>
                <a:gd name="connsiteX37" fmla="*/ 84166 w 84165"/>
                <a:gd name="connsiteY37" fmla="*/ 117532 h 185294"/>
                <a:gd name="connsiteX38" fmla="*/ 84166 w 84165"/>
                <a:gd name="connsiteY38" fmla="*/ 143984 h 185294"/>
                <a:gd name="connsiteX39" fmla="*/ 79356 w 84165"/>
                <a:gd name="connsiteY39" fmla="*/ 166227 h 185294"/>
                <a:gd name="connsiteX40" fmla="*/ 64927 w 84165"/>
                <a:gd name="connsiteY40" fmla="*/ 180355 h 185294"/>
                <a:gd name="connsiteX41" fmla="*/ 42383 w 84165"/>
                <a:gd name="connsiteY41" fmla="*/ 185165 h 185294"/>
                <a:gd name="connsiteX42" fmla="*/ 19538 w 84165"/>
                <a:gd name="connsiteY42" fmla="*/ 180956 h 18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4165" h="185294">
                  <a:moveTo>
                    <a:pt x="19538" y="180956"/>
                  </a:moveTo>
                  <a:cubicBezTo>
                    <a:pt x="13226" y="177951"/>
                    <a:pt x="8417" y="173442"/>
                    <a:pt x="5110" y="167730"/>
                  </a:cubicBezTo>
                  <a:cubicBezTo>
                    <a:pt x="1803" y="161719"/>
                    <a:pt x="0" y="154805"/>
                    <a:pt x="0" y="146689"/>
                  </a:cubicBezTo>
                  <a:lnTo>
                    <a:pt x="0" y="133463"/>
                  </a:lnTo>
                  <a:lnTo>
                    <a:pt x="27353" y="133463"/>
                  </a:lnTo>
                  <a:lnTo>
                    <a:pt x="27353" y="145186"/>
                  </a:lnTo>
                  <a:cubicBezTo>
                    <a:pt x="27353" y="147891"/>
                    <a:pt x="27955" y="150296"/>
                    <a:pt x="29157" y="152400"/>
                  </a:cubicBezTo>
                  <a:cubicBezTo>
                    <a:pt x="30359" y="154504"/>
                    <a:pt x="32163" y="156007"/>
                    <a:pt x="34267" y="156909"/>
                  </a:cubicBezTo>
                  <a:cubicBezTo>
                    <a:pt x="36371" y="158112"/>
                    <a:pt x="39077" y="158412"/>
                    <a:pt x="42383" y="158412"/>
                  </a:cubicBezTo>
                  <a:cubicBezTo>
                    <a:pt x="46892" y="158412"/>
                    <a:pt x="50500" y="157210"/>
                    <a:pt x="52904" y="154504"/>
                  </a:cubicBezTo>
                  <a:cubicBezTo>
                    <a:pt x="55309" y="151799"/>
                    <a:pt x="56511" y="148192"/>
                    <a:pt x="56511" y="143683"/>
                  </a:cubicBezTo>
                  <a:lnTo>
                    <a:pt x="56511" y="118133"/>
                  </a:lnTo>
                  <a:cubicBezTo>
                    <a:pt x="56511" y="113023"/>
                    <a:pt x="55309" y="109115"/>
                    <a:pt x="53205" y="106410"/>
                  </a:cubicBezTo>
                  <a:cubicBezTo>
                    <a:pt x="51101" y="103704"/>
                    <a:pt x="47794" y="102201"/>
                    <a:pt x="43285" y="102201"/>
                  </a:cubicBezTo>
                  <a:lnTo>
                    <a:pt x="31862" y="102201"/>
                  </a:lnTo>
                  <a:lnTo>
                    <a:pt x="31862" y="75749"/>
                  </a:lnTo>
                  <a:lnTo>
                    <a:pt x="43285" y="75749"/>
                  </a:lnTo>
                  <a:cubicBezTo>
                    <a:pt x="46592" y="75749"/>
                    <a:pt x="48997" y="74547"/>
                    <a:pt x="50800" y="72142"/>
                  </a:cubicBezTo>
                  <a:cubicBezTo>
                    <a:pt x="52604" y="69738"/>
                    <a:pt x="53505" y="66431"/>
                    <a:pt x="53505" y="62223"/>
                  </a:cubicBezTo>
                  <a:lnTo>
                    <a:pt x="53505" y="38476"/>
                  </a:lnTo>
                  <a:cubicBezTo>
                    <a:pt x="53505" y="34869"/>
                    <a:pt x="52604" y="31863"/>
                    <a:pt x="50500" y="29759"/>
                  </a:cubicBezTo>
                  <a:cubicBezTo>
                    <a:pt x="48395" y="27655"/>
                    <a:pt x="45690" y="26753"/>
                    <a:pt x="42083" y="26753"/>
                  </a:cubicBezTo>
                  <a:cubicBezTo>
                    <a:pt x="39377" y="26753"/>
                    <a:pt x="37273" y="27354"/>
                    <a:pt x="35470" y="28256"/>
                  </a:cubicBezTo>
                  <a:cubicBezTo>
                    <a:pt x="33666" y="29158"/>
                    <a:pt x="32163" y="30661"/>
                    <a:pt x="31261" y="32464"/>
                  </a:cubicBezTo>
                  <a:cubicBezTo>
                    <a:pt x="30359" y="34268"/>
                    <a:pt x="29758" y="36372"/>
                    <a:pt x="29758" y="38776"/>
                  </a:cubicBezTo>
                  <a:lnTo>
                    <a:pt x="29758" y="52303"/>
                  </a:lnTo>
                  <a:lnTo>
                    <a:pt x="2405" y="52303"/>
                  </a:lnTo>
                  <a:lnTo>
                    <a:pt x="2405" y="38476"/>
                  </a:lnTo>
                  <a:cubicBezTo>
                    <a:pt x="2405" y="30360"/>
                    <a:pt x="3908" y="23446"/>
                    <a:pt x="7214" y="17735"/>
                  </a:cubicBezTo>
                  <a:cubicBezTo>
                    <a:pt x="10521" y="12024"/>
                    <a:pt x="15030" y="7515"/>
                    <a:pt x="21041" y="4509"/>
                  </a:cubicBezTo>
                  <a:cubicBezTo>
                    <a:pt x="27053" y="1503"/>
                    <a:pt x="34267" y="0"/>
                    <a:pt x="42985" y="0"/>
                  </a:cubicBezTo>
                  <a:cubicBezTo>
                    <a:pt x="55008" y="0"/>
                    <a:pt x="64326" y="3307"/>
                    <a:pt x="70939" y="10220"/>
                  </a:cubicBezTo>
                  <a:cubicBezTo>
                    <a:pt x="77553" y="16833"/>
                    <a:pt x="80859" y="26452"/>
                    <a:pt x="80859" y="38776"/>
                  </a:cubicBezTo>
                  <a:lnTo>
                    <a:pt x="80859" y="63726"/>
                  </a:lnTo>
                  <a:cubicBezTo>
                    <a:pt x="80859" y="68235"/>
                    <a:pt x="79356" y="72743"/>
                    <a:pt x="76651" y="76952"/>
                  </a:cubicBezTo>
                  <a:cubicBezTo>
                    <a:pt x="73945" y="81160"/>
                    <a:pt x="69737" y="85368"/>
                    <a:pt x="64627" y="88675"/>
                  </a:cubicBezTo>
                  <a:cubicBezTo>
                    <a:pt x="70639" y="90779"/>
                    <a:pt x="75448" y="94686"/>
                    <a:pt x="79056" y="99496"/>
                  </a:cubicBezTo>
                  <a:cubicBezTo>
                    <a:pt x="82362" y="104606"/>
                    <a:pt x="84166" y="110618"/>
                    <a:pt x="84166" y="117532"/>
                  </a:cubicBezTo>
                  <a:lnTo>
                    <a:pt x="84166" y="143984"/>
                  </a:lnTo>
                  <a:cubicBezTo>
                    <a:pt x="84166" y="152701"/>
                    <a:pt x="82663" y="160216"/>
                    <a:pt x="79356" y="166227"/>
                  </a:cubicBezTo>
                  <a:cubicBezTo>
                    <a:pt x="76050" y="172239"/>
                    <a:pt x="71240" y="177049"/>
                    <a:pt x="64927" y="180355"/>
                  </a:cubicBezTo>
                  <a:cubicBezTo>
                    <a:pt x="58615" y="183662"/>
                    <a:pt x="51101" y="185165"/>
                    <a:pt x="42383" y="185165"/>
                  </a:cubicBezTo>
                  <a:cubicBezTo>
                    <a:pt x="33666" y="185766"/>
                    <a:pt x="25850" y="184263"/>
                    <a:pt x="19538" y="180956"/>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48" name="任意多边形: 形状 47">
            <a:extLst>
              <a:ext uri="{FF2B5EF4-FFF2-40B4-BE49-F238E27FC236}">
                <a16:creationId xmlns:a16="http://schemas.microsoft.com/office/drawing/2014/main" id="{4A50468D-FDEC-C3F3-2AE7-6A930AE7EE60}"/>
              </a:ext>
            </a:extLst>
          </p:cNvPr>
          <p:cNvSpPr/>
          <p:nvPr/>
        </p:nvSpPr>
        <p:spPr>
          <a:xfrm>
            <a:off x="8821440"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7F8FA9"/>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任意多边形: 形状 48">
            <a:extLst>
              <a:ext uri="{FF2B5EF4-FFF2-40B4-BE49-F238E27FC236}">
                <a16:creationId xmlns:a16="http://schemas.microsoft.com/office/drawing/2014/main" id="{3C5C0657-3AA7-AEB2-CF26-185CB830C287}"/>
              </a:ext>
            </a:extLst>
          </p:cNvPr>
          <p:cNvSpPr/>
          <p:nvPr/>
        </p:nvSpPr>
        <p:spPr>
          <a:xfrm>
            <a:off x="9083614"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任意多边形: 形状 49">
            <a:extLst>
              <a:ext uri="{FF2B5EF4-FFF2-40B4-BE49-F238E27FC236}">
                <a16:creationId xmlns:a16="http://schemas.microsoft.com/office/drawing/2014/main" id="{BFA50F1D-E4C2-FC92-6EB7-D8EB894AD95B}"/>
              </a:ext>
            </a:extLst>
          </p:cNvPr>
          <p:cNvSpPr/>
          <p:nvPr/>
        </p:nvSpPr>
        <p:spPr>
          <a:xfrm>
            <a:off x="9390127"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任意多边形: 形状 50">
            <a:extLst>
              <a:ext uri="{FF2B5EF4-FFF2-40B4-BE49-F238E27FC236}">
                <a16:creationId xmlns:a16="http://schemas.microsoft.com/office/drawing/2014/main" id="{E1C12BB0-40CF-4995-393E-E571899C1508}"/>
              </a:ext>
            </a:extLst>
          </p:cNvPr>
          <p:cNvSpPr/>
          <p:nvPr/>
        </p:nvSpPr>
        <p:spPr>
          <a:xfrm>
            <a:off x="9455895"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任意多边形: 形状 51">
            <a:extLst>
              <a:ext uri="{FF2B5EF4-FFF2-40B4-BE49-F238E27FC236}">
                <a16:creationId xmlns:a16="http://schemas.microsoft.com/office/drawing/2014/main" id="{D4075602-0980-162E-02F2-E1DD514F7301}"/>
              </a:ext>
            </a:extLst>
          </p:cNvPr>
          <p:cNvSpPr/>
          <p:nvPr/>
        </p:nvSpPr>
        <p:spPr>
          <a:xfrm>
            <a:off x="9526123"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任意多边形: 形状 52">
            <a:extLst>
              <a:ext uri="{FF2B5EF4-FFF2-40B4-BE49-F238E27FC236}">
                <a16:creationId xmlns:a16="http://schemas.microsoft.com/office/drawing/2014/main" id="{08FF6167-2480-5A16-12AC-0FCE134EB88C}"/>
              </a:ext>
            </a:extLst>
          </p:cNvPr>
          <p:cNvSpPr/>
          <p:nvPr/>
        </p:nvSpPr>
        <p:spPr>
          <a:xfrm>
            <a:off x="9543085"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4" name="任意多边形: 形状 53">
            <a:extLst>
              <a:ext uri="{FF2B5EF4-FFF2-40B4-BE49-F238E27FC236}">
                <a16:creationId xmlns:a16="http://schemas.microsoft.com/office/drawing/2014/main" id="{B15F6710-84EA-DB81-CDD9-A345F018242B}"/>
              </a:ext>
            </a:extLst>
          </p:cNvPr>
          <p:cNvSpPr/>
          <p:nvPr/>
        </p:nvSpPr>
        <p:spPr>
          <a:xfrm>
            <a:off x="9882930"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5" name="任意多边形: 形状 54">
            <a:extLst>
              <a:ext uri="{FF2B5EF4-FFF2-40B4-BE49-F238E27FC236}">
                <a16:creationId xmlns:a16="http://schemas.microsoft.com/office/drawing/2014/main" id="{C26A8EC6-6F49-FB46-A7E5-C1739670142C}"/>
              </a:ext>
            </a:extLst>
          </p:cNvPr>
          <p:cNvSpPr/>
          <p:nvPr/>
        </p:nvSpPr>
        <p:spPr>
          <a:xfrm>
            <a:off x="9932329"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6" name="任意多边形: 形状 55">
            <a:extLst>
              <a:ext uri="{FF2B5EF4-FFF2-40B4-BE49-F238E27FC236}">
                <a16:creationId xmlns:a16="http://schemas.microsoft.com/office/drawing/2014/main" id="{08D08CC0-3202-6BCA-D09F-4E5EF177D8D7}"/>
              </a:ext>
            </a:extLst>
          </p:cNvPr>
          <p:cNvSpPr/>
          <p:nvPr/>
        </p:nvSpPr>
        <p:spPr>
          <a:xfrm>
            <a:off x="9953160"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7" name="任意多边形: 形状 56">
            <a:extLst>
              <a:ext uri="{FF2B5EF4-FFF2-40B4-BE49-F238E27FC236}">
                <a16:creationId xmlns:a16="http://schemas.microsoft.com/office/drawing/2014/main" id="{0E55F7B2-8D0F-C62B-4EF4-5D8FB248B650}"/>
              </a:ext>
            </a:extLst>
          </p:cNvPr>
          <p:cNvSpPr/>
          <p:nvPr/>
        </p:nvSpPr>
        <p:spPr>
          <a:xfrm>
            <a:off x="9932329"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8" name="任意多边形: 形状 57">
            <a:extLst>
              <a:ext uri="{FF2B5EF4-FFF2-40B4-BE49-F238E27FC236}">
                <a16:creationId xmlns:a16="http://schemas.microsoft.com/office/drawing/2014/main" id="{42C29D4D-0C44-444F-8806-0A911803E7A5}"/>
              </a:ext>
            </a:extLst>
          </p:cNvPr>
          <p:cNvSpPr/>
          <p:nvPr/>
        </p:nvSpPr>
        <p:spPr>
          <a:xfrm>
            <a:off x="9953160"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任意多边形: 形状 58">
            <a:extLst>
              <a:ext uri="{FF2B5EF4-FFF2-40B4-BE49-F238E27FC236}">
                <a16:creationId xmlns:a16="http://schemas.microsoft.com/office/drawing/2014/main" id="{91C691F6-95E0-DC9F-2381-6D0D888B2EDA}"/>
              </a:ext>
            </a:extLst>
          </p:cNvPr>
          <p:cNvSpPr/>
          <p:nvPr/>
        </p:nvSpPr>
        <p:spPr>
          <a:xfrm>
            <a:off x="1018468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60" name="组合 59">
            <a:extLst>
              <a:ext uri="{FF2B5EF4-FFF2-40B4-BE49-F238E27FC236}">
                <a16:creationId xmlns:a16="http://schemas.microsoft.com/office/drawing/2014/main" id="{0CE25E42-D1DF-770A-691E-EF88C07377E2}"/>
              </a:ext>
            </a:extLst>
          </p:cNvPr>
          <p:cNvGrpSpPr/>
          <p:nvPr/>
        </p:nvGrpSpPr>
        <p:grpSpPr>
          <a:xfrm>
            <a:off x="10091834" y="4318144"/>
            <a:ext cx="197003" cy="183609"/>
            <a:chOff x="10091983" y="4278794"/>
            <a:chExt cx="197003" cy="183609"/>
          </a:xfrm>
          <a:solidFill>
            <a:srgbClr val="7F8FA9"/>
          </a:solidFill>
        </p:grpSpPr>
        <p:sp>
          <p:nvSpPr>
            <p:cNvPr id="61" name="任意多边形: 形状 60">
              <a:extLst>
                <a:ext uri="{FF2B5EF4-FFF2-40B4-BE49-F238E27FC236}">
                  <a16:creationId xmlns:a16="http://schemas.microsoft.com/office/drawing/2014/main" id="{258DC2E9-778E-474C-48B5-B3EDA755C312}"/>
                </a:ext>
              </a:extLst>
            </p:cNvPr>
            <p:cNvSpPr/>
            <p:nvPr/>
          </p:nvSpPr>
          <p:spPr>
            <a:xfrm>
              <a:off x="10091983" y="4278794"/>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973"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任意多边形: 形状 61">
              <a:extLst>
                <a:ext uri="{FF2B5EF4-FFF2-40B4-BE49-F238E27FC236}">
                  <a16:creationId xmlns:a16="http://schemas.microsoft.com/office/drawing/2014/main" id="{0B1266D5-AF12-F89F-50D2-34421EE1177D}"/>
                </a:ext>
              </a:extLst>
            </p:cNvPr>
            <p:cNvSpPr/>
            <p:nvPr/>
          </p:nvSpPr>
          <p:spPr>
            <a:xfrm>
              <a:off x="10194057" y="4280877"/>
              <a:ext cx="94929" cy="179741"/>
            </a:xfrm>
            <a:custGeom>
              <a:avLst/>
              <a:gdLst>
                <a:gd name="connsiteX0" fmla="*/ 300 w 95888"/>
                <a:gd name="connsiteY0" fmla="*/ 128653 h 181557"/>
                <a:gd name="connsiteX1" fmla="*/ 38776 w 95888"/>
                <a:gd name="connsiteY1" fmla="*/ 0 h 181557"/>
                <a:gd name="connsiteX2" fmla="*/ 67332 w 95888"/>
                <a:gd name="connsiteY2" fmla="*/ 0 h 181557"/>
                <a:gd name="connsiteX3" fmla="*/ 30359 w 95888"/>
                <a:gd name="connsiteY3" fmla="*/ 127150 h 181557"/>
                <a:gd name="connsiteX4" fmla="*/ 95888 w 95888"/>
                <a:gd name="connsiteY4" fmla="*/ 127150 h 181557"/>
                <a:gd name="connsiteX5" fmla="*/ 95888 w 95888"/>
                <a:gd name="connsiteY5" fmla="*/ 153602 h 181557"/>
                <a:gd name="connsiteX6" fmla="*/ 0 w 95888"/>
                <a:gd name="connsiteY6" fmla="*/ 153602 h 181557"/>
                <a:gd name="connsiteX7" fmla="*/ 0 w 95888"/>
                <a:gd name="connsiteY7" fmla="*/ 128653 h 181557"/>
                <a:gd name="connsiteX8" fmla="*/ 57413 w 95888"/>
                <a:gd name="connsiteY8" fmla="*/ 78154 h 181557"/>
                <a:gd name="connsiteX9" fmla="*/ 84166 w 95888"/>
                <a:gd name="connsiteY9" fmla="*/ 78154 h 181557"/>
                <a:gd name="connsiteX10" fmla="*/ 84166 w 95888"/>
                <a:gd name="connsiteY10" fmla="*/ 181557 h 181557"/>
                <a:gd name="connsiteX11" fmla="*/ 57413 w 95888"/>
                <a:gd name="connsiteY11" fmla="*/ 181557 h 181557"/>
                <a:gd name="connsiteX12" fmla="*/ 57413 w 95888"/>
                <a:gd name="connsiteY12" fmla="*/ 78154 h 18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888" h="181557">
                  <a:moveTo>
                    <a:pt x="300" y="128653"/>
                  </a:moveTo>
                  <a:lnTo>
                    <a:pt x="38776" y="0"/>
                  </a:lnTo>
                  <a:lnTo>
                    <a:pt x="67332" y="0"/>
                  </a:lnTo>
                  <a:lnTo>
                    <a:pt x="30359" y="127150"/>
                  </a:lnTo>
                  <a:lnTo>
                    <a:pt x="95888" y="127150"/>
                  </a:lnTo>
                  <a:lnTo>
                    <a:pt x="95888" y="153602"/>
                  </a:lnTo>
                  <a:lnTo>
                    <a:pt x="0" y="153602"/>
                  </a:lnTo>
                  <a:lnTo>
                    <a:pt x="0" y="128653"/>
                  </a:lnTo>
                  <a:close/>
                  <a:moveTo>
                    <a:pt x="57413" y="78154"/>
                  </a:moveTo>
                  <a:lnTo>
                    <a:pt x="84166" y="78154"/>
                  </a:lnTo>
                  <a:lnTo>
                    <a:pt x="84166" y="181557"/>
                  </a:lnTo>
                  <a:lnTo>
                    <a:pt x="57413" y="181557"/>
                  </a:lnTo>
                  <a:lnTo>
                    <a:pt x="57413" y="7815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Tree>
    <p:extLst>
      <p:ext uri="{BB962C8B-B14F-4D97-AF65-F5344CB8AC3E}">
        <p14:creationId xmlns:p14="http://schemas.microsoft.com/office/powerpoint/2010/main" val="210932031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8_自定义版式">
    <p:spTree>
      <p:nvGrpSpPr>
        <p:cNvPr id="1" name=""/>
        <p:cNvGrpSpPr/>
        <p:nvPr/>
      </p:nvGrpSpPr>
      <p:grpSpPr>
        <a:xfrm>
          <a:off x="0" y="0"/>
          <a:ext cx="0" cy="0"/>
          <a:chOff x="0" y="0"/>
          <a:chExt cx="0" cy="0"/>
        </a:xfrm>
      </p:grpSpPr>
      <p:sp>
        <p:nvSpPr>
          <p:cNvPr id="3" name="Freeform 12">
            <a:extLst>
              <a:ext uri="{FF2B5EF4-FFF2-40B4-BE49-F238E27FC236}">
                <a16:creationId xmlns:a16="http://schemas.microsoft.com/office/drawing/2014/main" id="{CF592A97-D7AB-C8C5-D43A-AA0C8FD11C32}"/>
              </a:ext>
            </a:extLst>
          </p:cNvPr>
          <p:cNvSpPr/>
          <p:nvPr/>
        </p:nvSpPr>
        <p:spPr>
          <a:xfrm flipV="1">
            <a:off x="2247900" y="2692400"/>
            <a:ext cx="1988643" cy="1584650"/>
          </a:xfrm>
          <a:custGeom>
            <a:avLst/>
            <a:gdLst/>
            <a:ahLst/>
            <a:cxnLst/>
            <a:rect l="l" t="t" r="r" b="b"/>
            <a:pathLst>
              <a:path w="1988643" h="1584650">
                <a:moveTo>
                  <a:pt x="0" y="0"/>
                </a:moveTo>
                <a:lnTo>
                  <a:pt x="15612" y="0"/>
                </a:lnTo>
                <a:lnTo>
                  <a:pt x="206530" y="69957"/>
                </a:lnTo>
                <a:cubicBezTo>
                  <a:pt x="403556" y="135701"/>
                  <a:pt x="608761" y="191383"/>
                  <a:pt x="820205" y="235353"/>
                </a:cubicBezTo>
                <a:cubicBezTo>
                  <a:pt x="1137374" y="301309"/>
                  <a:pt x="1446066" y="336232"/>
                  <a:pt x="1738956" y="342803"/>
                </a:cubicBezTo>
                <a:lnTo>
                  <a:pt x="1988643" y="340389"/>
                </a:lnTo>
                <a:lnTo>
                  <a:pt x="1988643" y="1244262"/>
                </a:lnTo>
                <a:lnTo>
                  <a:pt x="1738956" y="1241847"/>
                </a:lnTo>
                <a:cubicBezTo>
                  <a:pt x="1446066" y="1248419"/>
                  <a:pt x="1137374" y="1283343"/>
                  <a:pt x="820205" y="1349298"/>
                </a:cubicBezTo>
                <a:cubicBezTo>
                  <a:pt x="608761" y="1393269"/>
                  <a:pt x="403556" y="1448951"/>
                  <a:pt x="206530" y="1514695"/>
                </a:cubicBezTo>
                <a:lnTo>
                  <a:pt x="15615" y="1584650"/>
                </a:lnTo>
                <a:lnTo>
                  <a:pt x="0" y="1584650"/>
                </a:lnTo>
                <a:close/>
              </a:path>
            </a:pathLst>
          </a:custGeom>
          <a:gradFill rotWithShape="1">
            <a:gsLst>
              <a:gs pos="14000">
                <a:srgbClr val="009DD9">
                  <a:alpha val="0"/>
                </a:srgbClr>
              </a:gs>
              <a:gs pos="100000">
                <a:srgbClr val="009DD9">
                  <a:alpha val="18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Freeform 13">
            <a:extLst>
              <a:ext uri="{FF2B5EF4-FFF2-40B4-BE49-F238E27FC236}">
                <a16:creationId xmlns:a16="http://schemas.microsoft.com/office/drawing/2014/main" id="{09662440-0A5B-AB07-961D-01EBEC144AFD}"/>
              </a:ext>
            </a:extLst>
          </p:cNvPr>
          <p:cNvSpPr/>
          <p:nvPr/>
        </p:nvSpPr>
        <p:spPr>
          <a:xfrm flipV="1">
            <a:off x="2768600" y="3937000"/>
            <a:ext cx="1237097" cy="180144"/>
          </a:xfrm>
          <a:custGeom>
            <a:avLst/>
            <a:gdLst/>
            <a:ahLst/>
            <a:cxnLst/>
            <a:rect l="l" t="t" r="r" b="b"/>
            <a:pathLst>
              <a:path w="1237097" h="180144">
                <a:moveTo>
                  <a:pt x="0" y="0"/>
                </a:moveTo>
                <a:lnTo>
                  <a:pt x="304538" y="72694"/>
                </a:lnTo>
                <a:cubicBezTo>
                  <a:pt x="621707" y="138650"/>
                  <a:pt x="930399" y="173572"/>
                  <a:pt x="1223289" y="180144"/>
                </a:cubicBezTo>
                <a:lnTo>
                  <a:pt x="1237097" y="180011"/>
                </a:lnTo>
              </a:path>
            </a:pathLst>
          </a:custGeom>
          <a:noFill/>
          <a:ln w="12700" cap="flat" cmpd="sng">
            <a:gradFill rotWithShape="1">
              <a:gsLst>
                <a:gs pos="0">
                  <a:srgbClr val="26476A">
                    <a:alpha val="0"/>
                  </a:srgbClr>
                </a:gs>
                <a:gs pos="100000">
                  <a:srgbClr val="009DD9">
                    <a:alpha val="100000"/>
                  </a:srgbClr>
                </a:gs>
              </a:gsLst>
              <a:lin ang="0"/>
            </a:gradFill>
            <a:prstDash val="solid"/>
            <a:miter lim="10000000"/>
          </a:ln>
        </p:spPr>
        <p:txBody>
          <a:bodyPr vert="horz" wrap="square" lIns="63500" tIns="63500" rIns="63500" bIns="63500" rtlCol="0" anchor="ctr"/>
          <a:lstStyle/>
          <a:p>
            <a:pPr algn="ctr">
              <a:defRPr/>
            </a:pPr>
            <a:endParaRPr/>
          </a:p>
        </p:txBody>
      </p:sp>
      <p:sp>
        <p:nvSpPr>
          <p:cNvPr id="5" name="AutoShape 14">
            <a:extLst>
              <a:ext uri="{FF2B5EF4-FFF2-40B4-BE49-F238E27FC236}">
                <a16:creationId xmlns:a16="http://schemas.microsoft.com/office/drawing/2014/main" id="{9CBA84F5-8704-3E5B-E294-7E5E6203A430}"/>
              </a:ext>
            </a:extLst>
          </p:cNvPr>
          <p:cNvSpPr/>
          <p:nvPr/>
        </p:nvSpPr>
        <p:spPr>
          <a:xfrm flipV="1">
            <a:off x="3949700" y="3937000"/>
            <a:ext cx="50800" cy="25400"/>
          </a:xfrm>
          <a:prstGeom prst="rtTriangl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5">
            <a:extLst>
              <a:ext uri="{FF2B5EF4-FFF2-40B4-BE49-F238E27FC236}">
                <a16:creationId xmlns:a16="http://schemas.microsoft.com/office/drawing/2014/main" id="{8229EA79-F253-68E1-2784-A711E6727F64}"/>
              </a:ext>
            </a:extLst>
          </p:cNvPr>
          <p:cNvSpPr/>
          <p:nvPr/>
        </p:nvSpPr>
        <p:spPr>
          <a:xfrm>
            <a:off x="2768600" y="2857500"/>
            <a:ext cx="1237097" cy="180144"/>
          </a:xfrm>
          <a:custGeom>
            <a:avLst/>
            <a:gdLst/>
            <a:ahLst/>
            <a:cxnLst/>
            <a:rect l="l" t="t" r="r" b="b"/>
            <a:pathLst>
              <a:path w="1237097" h="180144">
                <a:moveTo>
                  <a:pt x="0" y="0"/>
                </a:moveTo>
                <a:lnTo>
                  <a:pt x="304538" y="72694"/>
                </a:lnTo>
                <a:cubicBezTo>
                  <a:pt x="621707" y="138650"/>
                  <a:pt x="930399" y="173572"/>
                  <a:pt x="1223289" y="180144"/>
                </a:cubicBezTo>
                <a:lnTo>
                  <a:pt x="1237097" y="180011"/>
                </a:lnTo>
              </a:path>
            </a:pathLst>
          </a:custGeom>
          <a:noFill/>
          <a:ln w="12700" cap="flat" cmpd="sng">
            <a:gradFill rotWithShape="1">
              <a:gsLst>
                <a:gs pos="0">
                  <a:srgbClr val="26476A">
                    <a:alpha val="0"/>
                  </a:srgbClr>
                </a:gs>
                <a:gs pos="100000">
                  <a:srgbClr val="009DD9">
                    <a:alpha val="100000"/>
                  </a:srgbClr>
                </a:gs>
              </a:gsLst>
              <a:lin ang="0"/>
            </a:gradFill>
            <a:prstDash val="solid"/>
            <a:miter lim="10000000"/>
          </a:ln>
        </p:spPr>
        <p:txBody>
          <a:bodyPr vert="horz" wrap="square" lIns="63500" tIns="63500" rIns="63500" bIns="63500" rtlCol="0" anchor="ctr"/>
          <a:lstStyle/>
          <a:p>
            <a:pPr algn="ctr">
              <a:defRPr/>
            </a:pPr>
            <a:endParaRPr/>
          </a:p>
        </p:txBody>
      </p:sp>
      <p:sp>
        <p:nvSpPr>
          <p:cNvPr id="7" name="AutoShape 16">
            <a:extLst>
              <a:ext uri="{FF2B5EF4-FFF2-40B4-BE49-F238E27FC236}">
                <a16:creationId xmlns:a16="http://schemas.microsoft.com/office/drawing/2014/main" id="{E30811D6-CE8A-4FED-9B6A-53BA68A83E1A}"/>
              </a:ext>
            </a:extLst>
          </p:cNvPr>
          <p:cNvSpPr/>
          <p:nvPr/>
        </p:nvSpPr>
        <p:spPr>
          <a:xfrm>
            <a:off x="3949700" y="2997200"/>
            <a:ext cx="50800" cy="25400"/>
          </a:xfrm>
          <a:prstGeom prst="rtTriangl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7">
            <a:extLst>
              <a:ext uri="{FF2B5EF4-FFF2-40B4-BE49-F238E27FC236}">
                <a16:creationId xmlns:a16="http://schemas.microsoft.com/office/drawing/2014/main" id="{E4957663-A4AE-AF4C-276E-9A9711191270}"/>
              </a:ext>
            </a:extLst>
          </p:cNvPr>
          <p:cNvSpPr/>
          <p:nvPr/>
        </p:nvSpPr>
        <p:spPr>
          <a:xfrm>
            <a:off x="1104900" y="2622717"/>
            <a:ext cx="1663700" cy="1663700"/>
          </a:xfrm>
          <a:prstGeom prst="ellipse">
            <a:avLst/>
          </a:prstGeom>
          <a:solidFill>
            <a:srgbClr val="26476A">
              <a:alpha val="99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8">
            <a:extLst>
              <a:ext uri="{FF2B5EF4-FFF2-40B4-BE49-F238E27FC236}">
                <a16:creationId xmlns:a16="http://schemas.microsoft.com/office/drawing/2014/main" id="{22F6AB51-8E2E-6B02-14C8-CB9971561DCF}"/>
              </a:ext>
            </a:extLst>
          </p:cNvPr>
          <p:cNvCxnSpPr/>
          <p:nvPr/>
        </p:nvCxnSpPr>
        <p:spPr>
          <a:xfrm rot="3">
            <a:off x="2857500" y="3479801"/>
            <a:ext cx="965284"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sp>
        <p:nvSpPr>
          <p:cNvPr id="10" name="AutoShape 19">
            <a:extLst>
              <a:ext uri="{FF2B5EF4-FFF2-40B4-BE49-F238E27FC236}">
                <a16:creationId xmlns:a16="http://schemas.microsoft.com/office/drawing/2014/main" id="{4B8764D4-8F75-DE49-ABA5-27FC02CBDAFE}"/>
              </a:ext>
            </a:extLst>
          </p:cNvPr>
          <p:cNvSpPr/>
          <p:nvPr/>
        </p:nvSpPr>
        <p:spPr>
          <a:xfrm>
            <a:off x="3924300" y="2971800"/>
            <a:ext cx="1028700" cy="1028700"/>
          </a:xfrm>
          <a:prstGeom prst="ellipse">
            <a:avLst/>
          </a:prstGeom>
          <a:solidFill>
            <a:srgbClr val="26476A">
              <a:alpha val="99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1" name="Connector 20">
            <a:extLst>
              <a:ext uri="{FF2B5EF4-FFF2-40B4-BE49-F238E27FC236}">
                <a16:creationId xmlns:a16="http://schemas.microsoft.com/office/drawing/2014/main" id="{1E9472CD-A1B0-8AA2-B603-253C322A9E74}"/>
              </a:ext>
            </a:extLst>
          </p:cNvPr>
          <p:cNvCxnSpPr/>
          <p:nvPr/>
        </p:nvCxnSpPr>
        <p:spPr>
          <a:xfrm rot="2686695">
            <a:off x="4910715" y="4019580"/>
            <a:ext cx="960929"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cxnSp>
        <p:nvCxnSpPr>
          <p:cNvPr id="12" name="Connector 21">
            <a:extLst>
              <a:ext uri="{FF2B5EF4-FFF2-40B4-BE49-F238E27FC236}">
                <a16:creationId xmlns:a16="http://schemas.microsoft.com/office/drawing/2014/main" id="{8E8F842B-AE6F-B5D0-F146-6D69B9414423}"/>
              </a:ext>
            </a:extLst>
          </p:cNvPr>
          <p:cNvCxnSpPr/>
          <p:nvPr/>
        </p:nvCxnSpPr>
        <p:spPr>
          <a:xfrm rot="-2777559">
            <a:off x="4910715" y="2952720"/>
            <a:ext cx="960929"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cxnSp>
        <p:nvCxnSpPr>
          <p:cNvPr id="13" name="Connector 22">
            <a:extLst>
              <a:ext uri="{FF2B5EF4-FFF2-40B4-BE49-F238E27FC236}">
                <a16:creationId xmlns:a16="http://schemas.microsoft.com/office/drawing/2014/main" id="{D82605B7-70EA-0A5E-E02D-09395ED82F3D}"/>
              </a:ext>
            </a:extLst>
          </p:cNvPr>
          <p:cNvCxnSpPr/>
          <p:nvPr/>
        </p:nvCxnSpPr>
        <p:spPr>
          <a:xfrm rot="3">
            <a:off x="4914900" y="3479801"/>
            <a:ext cx="965284"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sp>
        <p:nvSpPr>
          <p:cNvPr id="14" name="Freeform 23">
            <a:extLst>
              <a:ext uri="{FF2B5EF4-FFF2-40B4-BE49-F238E27FC236}">
                <a16:creationId xmlns:a16="http://schemas.microsoft.com/office/drawing/2014/main" id="{99D7602F-7C29-2E5D-6EC9-DFD1CFA12DE6}"/>
              </a:ext>
            </a:extLst>
          </p:cNvPr>
          <p:cNvSpPr/>
          <p:nvPr/>
        </p:nvSpPr>
        <p:spPr>
          <a:xfrm>
            <a:off x="1511300" y="3352800"/>
            <a:ext cx="826714" cy="474627"/>
          </a:xfrm>
          <a:custGeom>
            <a:avLst/>
            <a:gdLst/>
            <a:ahLst/>
            <a:cxnLst/>
            <a:rect l="l" t="t" r="r" b="b"/>
            <a:pathLst>
              <a:path w="826714" h="474627">
                <a:moveTo>
                  <a:pt x="724886" y="70763"/>
                </a:moveTo>
                <a:lnTo>
                  <a:pt x="414219" y="291680"/>
                </a:lnTo>
                <a:lnTo>
                  <a:pt x="101829" y="70763"/>
                </a:lnTo>
                <a:lnTo>
                  <a:pt x="0" y="0"/>
                </a:lnTo>
                <a:lnTo>
                  <a:pt x="0" y="474627"/>
                </a:lnTo>
                <a:lnTo>
                  <a:pt x="826714" y="474627"/>
                </a:lnTo>
                <a:lnTo>
                  <a:pt x="826714" y="0"/>
                </a:lnTo>
                <a:lnTo>
                  <a:pt x="724886" y="70763"/>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Freeform 24">
            <a:extLst>
              <a:ext uri="{FF2B5EF4-FFF2-40B4-BE49-F238E27FC236}">
                <a16:creationId xmlns:a16="http://schemas.microsoft.com/office/drawing/2014/main" id="{056E914F-9C96-5CFB-6446-F94D55A16602}"/>
              </a:ext>
            </a:extLst>
          </p:cNvPr>
          <p:cNvSpPr/>
          <p:nvPr/>
        </p:nvSpPr>
        <p:spPr>
          <a:xfrm>
            <a:off x="1600200" y="3136900"/>
            <a:ext cx="671382" cy="476353"/>
          </a:xfrm>
          <a:custGeom>
            <a:avLst/>
            <a:gdLst/>
            <a:ahLst/>
            <a:cxnLst/>
            <a:rect l="l" t="t" r="r" b="b"/>
            <a:pathLst>
              <a:path w="671382" h="476353">
                <a:moveTo>
                  <a:pt x="8952" y="248662"/>
                </a:moveTo>
                <a:cubicBezTo>
                  <a:pt x="322264" y="470361"/>
                  <a:pt x="322264" y="470361"/>
                  <a:pt x="322264" y="470361"/>
                </a:cubicBezTo>
                <a:cubicBezTo>
                  <a:pt x="325247" y="473357"/>
                  <a:pt x="331215" y="476353"/>
                  <a:pt x="337182" y="476353"/>
                </a:cubicBezTo>
                <a:cubicBezTo>
                  <a:pt x="340167" y="476353"/>
                  <a:pt x="346135" y="473357"/>
                  <a:pt x="349119" y="470361"/>
                </a:cubicBezTo>
                <a:cubicBezTo>
                  <a:pt x="662431" y="248662"/>
                  <a:pt x="662431" y="248662"/>
                  <a:pt x="662431" y="248662"/>
                </a:cubicBezTo>
                <a:cubicBezTo>
                  <a:pt x="668398" y="242670"/>
                  <a:pt x="671382" y="236678"/>
                  <a:pt x="671382" y="227691"/>
                </a:cubicBezTo>
                <a:cubicBezTo>
                  <a:pt x="671382" y="23967"/>
                  <a:pt x="671382" y="23967"/>
                  <a:pt x="671382" y="23967"/>
                </a:cubicBezTo>
                <a:cubicBezTo>
                  <a:pt x="671382" y="8988"/>
                  <a:pt x="659446" y="0"/>
                  <a:pt x="647511" y="0"/>
                </a:cubicBezTo>
                <a:cubicBezTo>
                  <a:pt x="23871" y="0"/>
                  <a:pt x="23871" y="0"/>
                  <a:pt x="23871" y="0"/>
                </a:cubicBezTo>
                <a:cubicBezTo>
                  <a:pt x="11935" y="0"/>
                  <a:pt x="0" y="8988"/>
                  <a:pt x="0" y="23967"/>
                </a:cubicBezTo>
                <a:cubicBezTo>
                  <a:pt x="0" y="227691"/>
                  <a:pt x="0" y="227691"/>
                  <a:pt x="0" y="227691"/>
                </a:cubicBezTo>
                <a:cubicBezTo>
                  <a:pt x="0" y="236678"/>
                  <a:pt x="2984" y="242670"/>
                  <a:pt x="8952" y="248662"/>
                </a:cubicBezTo>
                <a:close/>
                <a:moveTo>
                  <a:pt x="47743" y="47935"/>
                </a:moveTo>
                <a:cubicBezTo>
                  <a:pt x="623640" y="47935"/>
                  <a:pt x="623640" y="47935"/>
                  <a:pt x="623640" y="47935"/>
                </a:cubicBezTo>
                <a:cubicBezTo>
                  <a:pt x="623640" y="215707"/>
                  <a:pt x="623640" y="215707"/>
                  <a:pt x="623640" y="215707"/>
                </a:cubicBezTo>
                <a:cubicBezTo>
                  <a:pt x="337182" y="422426"/>
                  <a:pt x="337182" y="422426"/>
                  <a:pt x="337182" y="422426"/>
                </a:cubicBezTo>
                <a:cubicBezTo>
                  <a:pt x="47743" y="215707"/>
                  <a:pt x="47743" y="215707"/>
                  <a:pt x="47743" y="215707"/>
                </a:cubicBezTo>
                <a:lnTo>
                  <a:pt x="47743" y="4793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Freeform 25">
            <a:extLst>
              <a:ext uri="{FF2B5EF4-FFF2-40B4-BE49-F238E27FC236}">
                <a16:creationId xmlns:a16="http://schemas.microsoft.com/office/drawing/2014/main" id="{C4E73E7B-3582-FC1F-14B0-1F02E9BE5F52}"/>
              </a:ext>
            </a:extLst>
          </p:cNvPr>
          <p:cNvSpPr/>
          <p:nvPr/>
        </p:nvSpPr>
        <p:spPr>
          <a:xfrm>
            <a:off x="1714500" y="3238500"/>
            <a:ext cx="417671" cy="55228"/>
          </a:xfrm>
          <a:custGeom>
            <a:avLst/>
            <a:gdLst/>
            <a:ahLst/>
            <a:cxnLst/>
            <a:rect l="l" t="t" r="r" b="b"/>
            <a:pathLst>
              <a:path w="417671" h="55228">
                <a:moveTo>
                  <a:pt x="26850" y="55228"/>
                </a:moveTo>
                <a:cubicBezTo>
                  <a:pt x="390821" y="55228"/>
                  <a:pt x="390821" y="55228"/>
                  <a:pt x="390821" y="55228"/>
                </a:cubicBezTo>
                <a:cubicBezTo>
                  <a:pt x="405737" y="55228"/>
                  <a:pt x="417671" y="42956"/>
                  <a:pt x="417671" y="27615"/>
                </a:cubicBezTo>
                <a:cubicBezTo>
                  <a:pt x="417671" y="12273"/>
                  <a:pt x="405737" y="0"/>
                  <a:pt x="390821" y="0"/>
                </a:cubicBezTo>
                <a:cubicBezTo>
                  <a:pt x="26850" y="0"/>
                  <a:pt x="26850" y="0"/>
                  <a:pt x="26850" y="0"/>
                </a:cubicBezTo>
                <a:cubicBezTo>
                  <a:pt x="11933" y="0"/>
                  <a:pt x="0" y="12273"/>
                  <a:pt x="0" y="27615"/>
                </a:cubicBezTo>
                <a:cubicBezTo>
                  <a:pt x="0" y="42956"/>
                  <a:pt x="11933" y="55228"/>
                  <a:pt x="26850" y="552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Freeform 26">
            <a:extLst>
              <a:ext uri="{FF2B5EF4-FFF2-40B4-BE49-F238E27FC236}">
                <a16:creationId xmlns:a16="http://schemas.microsoft.com/office/drawing/2014/main" id="{7D4FAC02-FEAB-31EE-CAC3-64A1B99A9115}"/>
              </a:ext>
            </a:extLst>
          </p:cNvPr>
          <p:cNvSpPr/>
          <p:nvPr/>
        </p:nvSpPr>
        <p:spPr>
          <a:xfrm>
            <a:off x="1714500" y="3327400"/>
            <a:ext cx="417671" cy="53504"/>
          </a:xfrm>
          <a:custGeom>
            <a:avLst/>
            <a:gdLst/>
            <a:ahLst/>
            <a:cxnLst/>
            <a:rect l="l" t="t" r="r" b="b"/>
            <a:pathLst>
              <a:path w="417671" h="53504">
                <a:moveTo>
                  <a:pt x="417671" y="26753"/>
                </a:moveTo>
                <a:cubicBezTo>
                  <a:pt x="417671" y="11890"/>
                  <a:pt x="405737" y="0"/>
                  <a:pt x="390821" y="0"/>
                </a:cubicBezTo>
                <a:cubicBezTo>
                  <a:pt x="26850" y="0"/>
                  <a:pt x="26850" y="0"/>
                  <a:pt x="26850" y="0"/>
                </a:cubicBezTo>
                <a:cubicBezTo>
                  <a:pt x="11933" y="0"/>
                  <a:pt x="0" y="11890"/>
                  <a:pt x="0" y="26753"/>
                </a:cubicBezTo>
                <a:cubicBezTo>
                  <a:pt x="0" y="41614"/>
                  <a:pt x="11933" y="53504"/>
                  <a:pt x="26850" y="53504"/>
                </a:cubicBezTo>
                <a:cubicBezTo>
                  <a:pt x="390821" y="53504"/>
                  <a:pt x="390821" y="53504"/>
                  <a:pt x="390821" y="53504"/>
                </a:cubicBezTo>
                <a:cubicBezTo>
                  <a:pt x="405737" y="53504"/>
                  <a:pt x="417671" y="41614"/>
                  <a:pt x="417671" y="2675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Freeform 27">
            <a:extLst>
              <a:ext uri="{FF2B5EF4-FFF2-40B4-BE49-F238E27FC236}">
                <a16:creationId xmlns:a16="http://schemas.microsoft.com/office/drawing/2014/main" id="{FB3EA725-74B5-2254-4A32-9188761D2340}"/>
              </a:ext>
            </a:extLst>
          </p:cNvPr>
          <p:cNvSpPr/>
          <p:nvPr/>
        </p:nvSpPr>
        <p:spPr>
          <a:xfrm>
            <a:off x="4254500" y="3289300"/>
            <a:ext cx="366394" cy="389293"/>
          </a:xfrm>
          <a:custGeom>
            <a:avLst/>
            <a:gdLst/>
            <a:ahLst/>
            <a:cxnLst/>
            <a:rect l="l" t="t" r="r" b="b"/>
            <a:pathLst>
              <a:path w="366394" h="389293">
                <a:moveTo>
                  <a:pt x="308755" y="90150"/>
                </a:moveTo>
                <a:cubicBezTo>
                  <a:pt x="341696" y="118843"/>
                  <a:pt x="366394" y="163918"/>
                  <a:pt x="366394" y="217193"/>
                </a:cubicBezTo>
                <a:cubicBezTo>
                  <a:pt x="366394" y="258159"/>
                  <a:pt x="349923" y="299143"/>
                  <a:pt x="321104" y="327817"/>
                </a:cubicBezTo>
                <a:cubicBezTo>
                  <a:pt x="193493" y="217193"/>
                  <a:pt x="193493" y="217193"/>
                  <a:pt x="193493" y="217193"/>
                </a:cubicBezTo>
                <a:cubicBezTo>
                  <a:pt x="308755" y="90150"/>
                  <a:pt x="308755" y="90150"/>
                  <a:pt x="308755" y="90150"/>
                </a:cubicBezTo>
                <a:close/>
                <a:moveTo>
                  <a:pt x="312877" y="340126"/>
                </a:moveTo>
                <a:cubicBezTo>
                  <a:pt x="304650" y="348309"/>
                  <a:pt x="296407" y="356509"/>
                  <a:pt x="284057" y="360601"/>
                </a:cubicBezTo>
                <a:cubicBezTo>
                  <a:pt x="304650" y="331926"/>
                  <a:pt x="304650" y="331926"/>
                  <a:pt x="304650" y="331926"/>
                </a:cubicBezTo>
                <a:cubicBezTo>
                  <a:pt x="312877" y="340126"/>
                  <a:pt x="312877" y="340126"/>
                  <a:pt x="312877" y="340126"/>
                </a:cubicBezTo>
                <a:close/>
                <a:moveTo>
                  <a:pt x="263482" y="377002"/>
                </a:moveTo>
                <a:cubicBezTo>
                  <a:pt x="296407" y="323726"/>
                  <a:pt x="296407" y="323726"/>
                  <a:pt x="296407" y="323726"/>
                </a:cubicBezTo>
                <a:cubicBezTo>
                  <a:pt x="288180" y="315525"/>
                  <a:pt x="288180" y="315525"/>
                  <a:pt x="288180" y="315525"/>
                </a:cubicBezTo>
                <a:cubicBezTo>
                  <a:pt x="247011" y="385202"/>
                  <a:pt x="247011" y="385202"/>
                  <a:pt x="247011" y="385202"/>
                </a:cubicBezTo>
                <a:cubicBezTo>
                  <a:pt x="251116" y="381093"/>
                  <a:pt x="259359" y="377002"/>
                  <a:pt x="263482" y="377002"/>
                </a:cubicBezTo>
                <a:close/>
                <a:moveTo>
                  <a:pt x="238766" y="372910"/>
                </a:moveTo>
                <a:cubicBezTo>
                  <a:pt x="275830" y="307344"/>
                  <a:pt x="275830" y="307344"/>
                  <a:pt x="275830" y="307344"/>
                </a:cubicBezTo>
                <a:cubicBezTo>
                  <a:pt x="267586" y="303234"/>
                  <a:pt x="267586" y="303234"/>
                  <a:pt x="267586" y="303234"/>
                </a:cubicBezTo>
                <a:cubicBezTo>
                  <a:pt x="234662" y="360601"/>
                  <a:pt x="234662" y="360601"/>
                  <a:pt x="234662" y="360601"/>
                </a:cubicBezTo>
                <a:cubicBezTo>
                  <a:pt x="238766" y="372910"/>
                  <a:pt x="238766" y="372910"/>
                  <a:pt x="238766" y="372910"/>
                </a:cubicBezTo>
                <a:close/>
                <a:moveTo>
                  <a:pt x="230539" y="344218"/>
                </a:moveTo>
                <a:cubicBezTo>
                  <a:pt x="259359" y="295051"/>
                  <a:pt x="259359" y="295051"/>
                  <a:pt x="259359" y="295051"/>
                </a:cubicBezTo>
                <a:cubicBezTo>
                  <a:pt x="251116" y="286851"/>
                  <a:pt x="251116" y="286851"/>
                  <a:pt x="251116" y="286851"/>
                </a:cubicBezTo>
                <a:cubicBezTo>
                  <a:pt x="226418" y="331926"/>
                  <a:pt x="226418" y="331926"/>
                  <a:pt x="226418" y="331926"/>
                </a:cubicBezTo>
                <a:cubicBezTo>
                  <a:pt x="230539" y="344218"/>
                  <a:pt x="230539" y="344218"/>
                  <a:pt x="230539" y="344218"/>
                </a:cubicBezTo>
                <a:close/>
                <a:moveTo>
                  <a:pt x="218191" y="319635"/>
                </a:moveTo>
                <a:cubicBezTo>
                  <a:pt x="242889" y="278651"/>
                  <a:pt x="242889" y="278651"/>
                  <a:pt x="242889" y="278651"/>
                </a:cubicBezTo>
                <a:cubicBezTo>
                  <a:pt x="234662" y="270450"/>
                  <a:pt x="234662" y="270450"/>
                  <a:pt x="234662" y="270450"/>
                </a:cubicBezTo>
                <a:cubicBezTo>
                  <a:pt x="214069" y="307344"/>
                  <a:pt x="214069" y="307344"/>
                  <a:pt x="214069" y="307344"/>
                </a:cubicBezTo>
                <a:cubicBezTo>
                  <a:pt x="218191" y="319635"/>
                  <a:pt x="218191" y="319635"/>
                  <a:pt x="218191" y="319635"/>
                </a:cubicBezTo>
                <a:close/>
                <a:moveTo>
                  <a:pt x="209964" y="290943"/>
                </a:moveTo>
                <a:cubicBezTo>
                  <a:pt x="226418" y="262268"/>
                  <a:pt x="226418" y="262268"/>
                  <a:pt x="226418" y="262268"/>
                </a:cubicBezTo>
                <a:cubicBezTo>
                  <a:pt x="218191" y="254067"/>
                  <a:pt x="218191" y="254067"/>
                  <a:pt x="218191" y="254067"/>
                </a:cubicBezTo>
                <a:cubicBezTo>
                  <a:pt x="205842" y="278651"/>
                  <a:pt x="205842" y="278651"/>
                  <a:pt x="205842" y="278651"/>
                </a:cubicBezTo>
                <a:cubicBezTo>
                  <a:pt x="209964" y="290943"/>
                  <a:pt x="209964" y="290943"/>
                  <a:pt x="209964" y="290943"/>
                </a:cubicBezTo>
                <a:close/>
                <a:moveTo>
                  <a:pt x="197598" y="266360"/>
                </a:moveTo>
                <a:cubicBezTo>
                  <a:pt x="209964" y="249959"/>
                  <a:pt x="209964" y="249959"/>
                  <a:pt x="209964" y="249959"/>
                </a:cubicBezTo>
                <a:cubicBezTo>
                  <a:pt x="201720" y="241776"/>
                  <a:pt x="201720" y="241776"/>
                  <a:pt x="201720" y="241776"/>
                </a:cubicBezTo>
                <a:cubicBezTo>
                  <a:pt x="193493" y="249959"/>
                  <a:pt x="193493" y="249959"/>
                  <a:pt x="193493" y="249959"/>
                </a:cubicBezTo>
                <a:cubicBezTo>
                  <a:pt x="197598" y="266360"/>
                  <a:pt x="197598" y="266360"/>
                  <a:pt x="197598" y="266360"/>
                </a:cubicBezTo>
                <a:close/>
                <a:moveTo>
                  <a:pt x="189371" y="237667"/>
                </a:moveTo>
                <a:cubicBezTo>
                  <a:pt x="185250" y="225375"/>
                  <a:pt x="185250" y="225375"/>
                  <a:pt x="185250" y="225375"/>
                </a:cubicBezTo>
                <a:cubicBezTo>
                  <a:pt x="193493" y="233576"/>
                  <a:pt x="193493" y="233576"/>
                  <a:pt x="193493" y="233576"/>
                </a:cubicBezTo>
                <a:cubicBezTo>
                  <a:pt x="189371" y="237667"/>
                  <a:pt x="189371" y="237667"/>
                  <a:pt x="189371" y="237667"/>
                </a:cubicBezTo>
                <a:close/>
                <a:moveTo>
                  <a:pt x="242889" y="69658"/>
                </a:moveTo>
                <a:cubicBezTo>
                  <a:pt x="168796" y="221285"/>
                  <a:pt x="168796" y="221285"/>
                  <a:pt x="168796" y="221285"/>
                </a:cubicBezTo>
                <a:cubicBezTo>
                  <a:pt x="168796" y="221285"/>
                  <a:pt x="156430" y="114733"/>
                  <a:pt x="148203" y="53275"/>
                </a:cubicBezTo>
                <a:cubicBezTo>
                  <a:pt x="65866" y="61476"/>
                  <a:pt x="0" y="135226"/>
                  <a:pt x="0" y="221285"/>
                </a:cubicBezTo>
                <a:cubicBezTo>
                  <a:pt x="0" y="315525"/>
                  <a:pt x="74110" y="389293"/>
                  <a:pt x="168796" y="389293"/>
                </a:cubicBezTo>
                <a:cubicBezTo>
                  <a:pt x="189371" y="389293"/>
                  <a:pt x="209964" y="385202"/>
                  <a:pt x="226418" y="381093"/>
                </a:cubicBezTo>
                <a:cubicBezTo>
                  <a:pt x="168796" y="221285"/>
                  <a:pt x="168796" y="221285"/>
                  <a:pt x="168796" y="221285"/>
                </a:cubicBezTo>
                <a:cubicBezTo>
                  <a:pt x="279935" y="94242"/>
                  <a:pt x="279935" y="94242"/>
                  <a:pt x="279935" y="94242"/>
                </a:cubicBezTo>
                <a:cubicBezTo>
                  <a:pt x="271709" y="81949"/>
                  <a:pt x="259359" y="73768"/>
                  <a:pt x="242889" y="69658"/>
                </a:cubicBezTo>
                <a:close/>
                <a:moveTo>
                  <a:pt x="177023" y="0"/>
                </a:moveTo>
                <a:cubicBezTo>
                  <a:pt x="168796" y="0"/>
                  <a:pt x="164673" y="0"/>
                  <a:pt x="156430" y="0"/>
                </a:cubicBezTo>
                <a:cubicBezTo>
                  <a:pt x="164673" y="61476"/>
                  <a:pt x="177023" y="168008"/>
                  <a:pt x="177023" y="168008"/>
                </a:cubicBezTo>
                <a:cubicBezTo>
                  <a:pt x="251116" y="16383"/>
                  <a:pt x="251116" y="16383"/>
                  <a:pt x="251116" y="16383"/>
                </a:cubicBezTo>
                <a:cubicBezTo>
                  <a:pt x="230539" y="4091"/>
                  <a:pt x="201720" y="0"/>
                  <a:pt x="177023"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8162527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
        <p:nvSpPr>
          <p:cNvPr id="36" name="矩形 1"/>
          <p:cNvSpPr/>
          <p:nvPr/>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346763123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2_标题幻灯片">
    <p:spTree>
      <p:nvGrpSpPr>
        <p:cNvPr id="1" name=""/>
        <p:cNvGrpSpPr/>
        <p:nvPr/>
      </p:nvGrpSpPr>
      <p:grpSpPr>
        <a:xfrm>
          <a:off x="0" y="0"/>
          <a:ext cx="0" cy="0"/>
          <a:chOff x="0" y="0"/>
          <a:chExt cx="0" cy="0"/>
        </a:xfrm>
      </p:grpSpPr>
      <p:sp>
        <p:nvSpPr>
          <p:cNvPr id="28" name="矩形: 圆角 27"/>
          <p:cNvSpPr/>
          <p:nvPr/>
        </p:nvSpPr>
        <p:spPr>
          <a:xfrm>
            <a:off x="1804988" y="1238249"/>
            <a:ext cx="8582025" cy="4381502"/>
          </a:xfrm>
          <a:prstGeom prst="roundRect">
            <a:avLst>
              <a:gd name="adj" fmla="val 10270"/>
            </a:avLst>
          </a:prstGeom>
          <a:solidFill>
            <a:srgbClr val="083B5E"/>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362933422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grpSp>
        <p:nvGrpSpPr>
          <p:cNvPr id="11" name="组合 10"/>
          <p:cNvGrpSpPr/>
          <p:nvPr/>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990119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cxnSp>
        <p:nvCxnSpPr>
          <p:cNvPr id="3" name="Connector 16">
            <a:extLst>
              <a:ext uri="{FF2B5EF4-FFF2-40B4-BE49-F238E27FC236}">
                <a16:creationId xmlns:a16="http://schemas.microsoft.com/office/drawing/2014/main" id="{2BA872FF-D57A-E66F-A590-0DD2972C1AD3}"/>
              </a:ext>
            </a:extLst>
          </p:cNvPr>
          <p:cNvCxnSpPr/>
          <p:nvPr/>
        </p:nvCxnSpPr>
        <p:spPr>
          <a:xfrm rot="10739157">
            <a:off x="25018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cxnSp>
        <p:nvCxnSpPr>
          <p:cNvPr id="4" name="Connector 17">
            <a:extLst>
              <a:ext uri="{FF2B5EF4-FFF2-40B4-BE49-F238E27FC236}">
                <a16:creationId xmlns:a16="http://schemas.microsoft.com/office/drawing/2014/main" id="{B72F5999-8D01-F5EB-4497-20EED7FFC857}"/>
              </a:ext>
            </a:extLst>
          </p:cNvPr>
          <p:cNvCxnSpPr/>
          <p:nvPr/>
        </p:nvCxnSpPr>
        <p:spPr>
          <a:xfrm rot="10739157">
            <a:off x="82803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5" name="AutoShape 18">
            <a:extLst>
              <a:ext uri="{FF2B5EF4-FFF2-40B4-BE49-F238E27FC236}">
                <a16:creationId xmlns:a16="http://schemas.microsoft.com/office/drawing/2014/main" id="{DB27A922-6DC8-7216-5DBF-0CE92AB2F1D4}"/>
              </a:ext>
            </a:extLst>
          </p:cNvPr>
          <p:cNvSpPr/>
          <p:nvPr/>
        </p:nvSpPr>
        <p:spPr>
          <a:xfrm>
            <a:off x="2794000" y="2616200"/>
            <a:ext cx="6604000" cy="11049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endParaRPr lang="en-US" sz="1100" dirty="0"/>
          </a:p>
        </p:txBody>
      </p:sp>
      <p:sp>
        <p:nvSpPr>
          <p:cNvPr id="8" name="AutoShape 21">
            <a:extLst>
              <a:ext uri="{FF2B5EF4-FFF2-40B4-BE49-F238E27FC236}">
                <a16:creationId xmlns:a16="http://schemas.microsoft.com/office/drawing/2014/main" id="{A376A097-1993-C3DF-435B-74D640349EF8}"/>
              </a:ext>
            </a:extLst>
          </p:cNvPr>
          <p:cNvSpPr/>
          <p:nvPr/>
        </p:nvSpPr>
        <p:spPr>
          <a:xfrm>
            <a:off x="4648200" y="4584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0" name="AutoShape 23">
            <a:extLst>
              <a:ext uri="{FF2B5EF4-FFF2-40B4-BE49-F238E27FC236}">
                <a16:creationId xmlns:a16="http://schemas.microsoft.com/office/drawing/2014/main" id="{ECAE423B-7C55-6B5A-1BD9-8BA7DBCAA443}"/>
              </a:ext>
            </a:extLst>
          </p:cNvPr>
          <p:cNvSpPr/>
          <p:nvPr/>
        </p:nvSpPr>
        <p:spPr>
          <a:xfrm>
            <a:off x="4648200" y="5029200"/>
            <a:ext cx="4064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2" name="AutoShape 25">
            <a:extLst>
              <a:ext uri="{FF2B5EF4-FFF2-40B4-BE49-F238E27FC236}">
                <a16:creationId xmlns:a16="http://schemas.microsoft.com/office/drawing/2014/main" id="{8CEA0E75-24CC-3010-F5C4-BC9963791E7F}"/>
              </a:ext>
            </a:extLst>
          </p:cNvPr>
          <p:cNvSpPr/>
          <p:nvPr/>
        </p:nvSpPr>
        <p:spPr>
          <a:xfrm>
            <a:off x="4648200" y="5473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Tree>
    <p:extLst>
      <p:ext uri="{BB962C8B-B14F-4D97-AF65-F5344CB8AC3E}">
        <p14:creationId xmlns:p14="http://schemas.microsoft.com/office/powerpoint/2010/main" val="31184208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10670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782103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428349810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279109707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5520929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406827759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394984660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96820394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124758003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298345144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24552542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DA860E43-ED1B-00AC-09F7-33B5922AF3D9}"/>
              </a:ext>
            </a:extLst>
          </p:cNvPr>
          <p:cNvSpPr/>
          <p:nvPr/>
        </p:nvSpPr>
        <p:spPr>
          <a:xfrm>
            <a:off x="643783"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4A66AC"/>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 name="任意多边形: 形状 4">
            <a:extLst>
              <a:ext uri="{FF2B5EF4-FFF2-40B4-BE49-F238E27FC236}">
                <a16:creationId xmlns:a16="http://schemas.microsoft.com/office/drawing/2014/main" id="{7D12B520-2826-BB4F-561F-129162B2E170}"/>
              </a:ext>
            </a:extLst>
          </p:cNvPr>
          <p:cNvSpPr/>
          <p:nvPr/>
        </p:nvSpPr>
        <p:spPr>
          <a:xfrm>
            <a:off x="905957"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6"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任意多边形: 形状 5">
            <a:extLst>
              <a:ext uri="{FF2B5EF4-FFF2-40B4-BE49-F238E27FC236}">
                <a16:creationId xmlns:a16="http://schemas.microsoft.com/office/drawing/2014/main" id="{DEFC6D69-7F05-C197-585C-14BDD85A7225}"/>
              </a:ext>
            </a:extLst>
          </p:cNvPr>
          <p:cNvSpPr/>
          <p:nvPr/>
        </p:nvSpPr>
        <p:spPr>
          <a:xfrm>
            <a:off x="1212469" y="1835203"/>
            <a:ext cx="1588512" cy="1588512"/>
          </a:xfrm>
          <a:custGeom>
            <a:avLst/>
            <a:gdLst>
              <a:gd name="connsiteX0" fmla="*/ 1604559 w 1604558"/>
              <a:gd name="connsiteY0" fmla="*/ 802279 h 1604558"/>
              <a:gd name="connsiteX1" fmla="*/ 1541434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4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7" y="1015699"/>
                  <a:pt x="1541434"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4" y="394376"/>
                  <a:pt x="1541434" y="489965"/>
                </a:cubicBezTo>
                <a:cubicBezTo>
                  <a:pt x="1583517" y="588859"/>
                  <a:pt x="1604559" y="693766"/>
                  <a:pt x="1604559" y="802279"/>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任意多边形: 形状 6">
            <a:extLst>
              <a:ext uri="{FF2B5EF4-FFF2-40B4-BE49-F238E27FC236}">
                <a16:creationId xmlns:a16="http://schemas.microsoft.com/office/drawing/2014/main" id="{73233544-E976-4A04-CC6D-21218A20525B}"/>
              </a:ext>
            </a:extLst>
          </p:cNvPr>
          <p:cNvSpPr/>
          <p:nvPr/>
        </p:nvSpPr>
        <p:spPr>
          <a:xfrm>
            <a:off x="1278236"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任意多边形: 形状 7">
            <a:extLst>
              <a:ext uri="{FF2B5EF4-FFF2-40B4-BE49-F238E27FC236}">
                <a16:creationId xmlns:a16="http://schemas.microsoft.com/office/drawing/2014/main" id="{85C9BFD3-4439-442F-8F2C-EEB5822766BB}"/>
              </a:ext>
            </a:extLst>
          </p:cNvPr>
          <p:cNvSpPr/>
          <p:nvPr/>
        </p:nvSpPr>
        <p:spPr>
          <a:xfrm>
            <a:off x="1348466"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4" y="1330419"/>
                  <a:pt x="665209" y="1330419"/>
                </a:cubicBezTo>
                <a:cubicBezTo>
                  <a:pt x="297824" y="1330419"/>
                  <a:pt x="0" y="1032594"/>
                  <a:pt x="0" y="665209"/>
                </a:cubicBezTo>
                <a:cubicBezTo>
                  <a:pt x="0" y="297824"/>
                  <a:pt x="297825" y="0"/>
                  <a:pt x="665209" y="0"/>
                </a:cubicBezTo>
                <a:cubicBezTo>
                  <a:pt x="1032595" y="0"/>
                  <a:pt x="1330419" y="297825"/>
                  <a:pt x="1330419" y="665209"/>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 name="任意多边形: 形状 8">
            <a:extLst>
              <a:ext uri="{FF2B5EF4-FFF2-40B4-BE49-F238E27FC236}">
                <a16:creationId xmlns:a16="http://schemas.microsoft.com/office/drawing/2014/main" id="{31373D56-0DB8-6CB4-8E04-A5A9BF9742C0}"/>
              </a:ext>
            </a:extLst>
          </p:cNvPr>
          <p:cNvSpPr/>
          <p:nvPr/>
        </p:nvSpPr>
        <p:spPr>
          <a:xfrm>
            <a:off x="1705271"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8" y="459905"/>
                  <a:pt x="24047" y="423534"/>
                </a:cubicBezTo>
                <a:cubicBezTo>
                  <a:pt x="8116" y="385960"/>
                  <a:pt x="0" y="345981"/>
                  <a:pt x="0" y="304800"/>
                </a:cubicBezTo>
                <a:cubicBezTo>
                  <a:pt x="0" y="263619"/>
                  <a:pt x="8116" y="223640"/>
                  <a:pt x="24047" y="186066"/>
                </a:cubicBezTo>
                <a:cubicBezTo>
                  <a:pt x="39378"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 name="任意多边形: 形状 9">
            <a:extLst>
              <a:ext uri="{FF2B5EF4-FFF2-40B4-BE49-F238E27FC236}">
                <a16:creationId xmlns:a16="http://schemas.microsoft.com/office/drawing/2014/main" id="{02EBCBDC-81A1-6843-2890-9E5C85206EA8}"/>
              </a:ext>
            </a:extLst>
          </p:cNvPr>
          <p:cNvSpPr/>
          <p:nvPr/>
        </p:nvSpPr>
        <p:spPr>
          <a:xfrm>
            <a:off x="1754671" y="4156969"/>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8" y="125347"/>
                  <a:pt x="489664" y="155707"/>
                </a:cubicBezTo>
                <a:cubicBezTo>
                  <a:pt x="502890" y="187269"/>
                  <a:pt x="509803" y="2206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1" name="任意多边形: 形状 10">
            <a:extLst>
              <a:ext uri="{FF2B5EF4-FFF2-40B4-BE49-F238E27FC236}">
                <a16:creationId xmlns:a16="http://schemas.microsoft.com/office/drawing/2014/main" id="{DA90FDF1-941A-EB7F-9940-700B4CFF5211}"/>
              </a:ext>
            </a:extLst>
          </p:cNvPr>
          <p:cNvSpPr/>
          <p:nvPr/>
        </p:nvSpPr>
        <p:spPr>
          <a:xfrm>
            <a:off x="1775503"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任意多边形: 形状 11">
            <a:extLst>
              <a:ext uri="{FF2B5EF4-FFF2-40B4-BE49-F238E27FC236}">
                <a16:creationId xmlns:a16="http://schemas.microsoft.com/office/drawing/2014/main" id="{1C8FC0D6-8B8E-7B31-BC07-8485F6D3A0FC}"/>
              </a:ext>
            </a:extLst>
          </p:cNvPr>
          <p:cNvSpPr/>
          <p:nvPr/>
        </p:nvSpPr>
        <p:spPr>
          <a:xfrm>
            <a:off x="1754671" y="2377107"/>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1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702"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702"/>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102" y="98294"/>
                  <a:pt x="476738" y="125347"/>
                  <a:pt x="489664" y="155706"/>
                </a:cubicBezTo>
                <a:cubicBezTo>
                  <a:pt x="502890" y="186968"/>
                  <a:pt x="509803" y="2203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任意多边形: 形状 12">
            <a:extLst>
              <a:ext uri="{FF2B5EF4-FFF2-40B4-BE49-F238E27FC236}">
                <a16:creationId xmlns:a16="http://schemas.microsoft.com/office/drawing/2014/main" id="{BD789A7F-7A61-413E-0559-AAC5FC27D680}"/>
              </a:ext>
            </a:extLst>
          </p:cNvPr>
          <p:cNvSpPr/>
          <p:nvPr/>
        </p:nvSpPr>
        <p:spPr>
          <a:xfrm>
            <a:off x="1775503"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任意多边形: 形状 13">
            <a:extLst>
              <a:ext uri="{FF2B5EF4-FFF2-40B4-BE49-F238E27FC236}">
                <a16:creationId xmlns:a16="http://schemas.microsoft.com/office/drawing/2014/main" id="{19603979-132A-72BF-8E58-614097E2CFDB}"/>
              </a:ext>
            </a:extLst>
          </p:cNvPr>
          <p:cNvSpPr/>
          <p:nvPr/>
        </p:nvSpPr>
        <p:spPr>
          <a:xfrm>
            <a:off x="200702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15" name="组合 14">
            <a:extLst>
              <a:ext uri="{FF2B5EF4-FFF2-40B4-BE49-F238E27FC236}">
                <a16:creationId xmlns:a16="http://schemas.microsoft.com/office/drawing/2014/main" id="{086D8103-DA63-0A6B-FB4D-69AE3078790E}"/>
              </a:ext>
            </a:extLst>
          </p:cNvPr>
          <p:cNvGrpSpPr/>
          <p:nvPr/>
        </p:nvGrpSpPr>
        <p:grpSpPr>
          <a:xfrm>
            <a:off x="1928909" y="4303381"/>
            <a:ext cx="150281" cy="183609"/>
            <a:chOff x="1934918" y="4278943"/>
            <a:chExt cx="150281" cy="183609"/>
          </a:xfrm>
          <a:solidFill>
            <a:srgbClr val="4A66AC"/>
          </a:solidFill>
        </p:grpSpPr>
        <p:sp>
          <p:nvSpPr>
            <p:cNvPr id="16" name="任意多边形: 形状 15">
              <a:extLst>
                <a:ext uri="{FF2B5EF4-FFF2-40B4-BE49-F238E27FC236}">
                  <a16:creationId xmlns:a16="http://schemas.microsoft.com/office/drawing/2014/main" id="{3DD5FD44-075E-1AE7-8660-768993B5112B}"/>
                </a:ext>
              </a:extLst>
            </p:cNvPr>
            <p:cNvSpPr/>
            <p:nvPr/>
          </p:nvSpPr>
          <p:spPr>
            <a:xfrm>
              <a:off x="1934918" y="4278943"/>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504 h 185464"/>
                <a:gd name="connsiteX12" fmla="*/ 55309 w 82362"/>
                <a:gd name="connsiteY12" fmla="*/ 142480 h 185464"/>
                <a:gd name="connsiteX13" fmla="*/ 55309 w 82362"/>
                <a:gd name="connsiteY13" fmla="*/ 42684 h 185464"/>
                <a:gd name="connsiteX14" fmla="*/ 51702 w 82362"/>
                <a:gd name="connsiteY14" fmla="*/ 30660 h 185464"/>
                <a:gd name="connsiteX15" fmla="*/ 41482 w 82362"/>
                <a:gd name="connsiteY15" fmla="*/ 26452 h 185464"/>
                <a:gd name="connsiteX16" fmla="*/ 31261 w 82362"/>
                <a:gd name="connsiteY16" fmla="*/ 30660 h 185464"/>
                <a:gd name="connsiteX17" fmla="*/ 27654 w 82362"/>
                <a:gd name="connsiteY17" fmla="*/ 42684 h 185464"/>
                <a:gd name="connsiteX18" fmla="*/ 27654 w 82362"/>
                <a:gd name="connsiteY18" fmla="*/ 142480 h 185464"/>
                <a:gd name="connsiteX19" fmla="*/ 31261 w 82362"/>
                <a:gd name="connsiteY19" fmla="*/ 154504 h 185464"/>
                <a:gd name="connsiteX20" fmla="*/ 41482 w 82362"/>
                <a:gd name="connsiteY20" fmla="*/ 158712 h 185464"/>
                <a:gd name="connsiteX21" fmla="*/ 51702 w 82362"/>
                <a:gd name="connsiteY21" fmla="*/ 154504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504"/>
                  </a:moveTo>
                  <a:cubicBezTo>
                    <a:pt x="54107" y="151799"/>
                    <a:pt x="55309" y="147590"/>
                    <a:pt x="55309" y="142480"/>
                  </a:cubicBezTo>
                  <a:lnTo>
                    <a:pt x="55309" y="42684"/>
                  </a:lnTo>
                  <a:cubicBezTo>
                    <a:pt x="55309" y="37574"/>
                    <a:pt x="54107" y="33666"/>
                    <a:pt x="51702" y="30660"/>
                  </a:cubicBezTo>
                  <a:cubicBezTo>
                    <a:pt x="49297" y="27654"/>
                    <a:pt x="45990" y="26452"/>
                    <a:pt x="41482" y="26452"/>
                  </a:cubicBezTo>
                  <a:cubicBezTo>
                    <a:pt x="37273" y="26452"/>
                    <a:pt x="33666" y="27955"/>
                    <a:pt x="31261" y="30660"/>
                  </a:cubicBezTo>
                  <a:cubicBezTo>
                    <a:pt x="28857" y="33366"/>
                    <a:pt x="27654" y="37574"/>
                    <a:pt x="27654" y="42684"/>
                  </a:cubicBezTo>
                  <a:lnTo>
                    <a:pt x="27654" y="142480"/>
                  </a:lnTo>
                  <a:cubicBezTo>
                    <a:pt x="27654" y="147590"/>
                    <a:pt x="28857" y="151498"/>
                    <a:pt x="31261" y="154504"/>
                  </a:cubicBezTo>
                  <a:cubicBezTo>
                    <a:pt x="33666" y="157209"/>
                    <a:pt x="36973" y="158712"/>
                    <a:pt x="41482" y="158712"/>
                  </a:cubicBezTo>
                  <a:cubicBezTo>
                    <a:pt x="45690" y="159013"/>
                    <a:pt x="49297" y="157510"/>
                    <a:pt x="51702" y="154504"/>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任意多边形: 形状 16">
              <a:extLst>
                <a:ext uri="{FF2B5EF4-FFF2-40B4-BE49-F238E27FC236}">
                  <a16:creationId xmlns:a16="http://schemas.microsoft.com/office/drawing/2014/main" id="{225C3615-D927-8449-4793-6FF8292DC0DD}"/>
                </a:ext>
              </a:extLst>
            </p:cNvPr>
            <p:cNvSpPr/>
            <p:nvPr/>
          </p:nvSpPr>
          <p:spPr>
            <a:xfrm>
              <a:off x="2032824" y="4281027"/>
              <a:ext cx="52375" cy="179443"/>
            </a:xfrm>
            <a:custGeom>
              <a:avLst/>
              <a:gdLst>
                <a:gd name="connsiteX0" fmla="*/ 52604 w 52904"/>
                <a:gd name="connsiteY0" fmla="*/ 181257 h 181256"/>
                <a:gd name="connsiteX1" fmla="*/ 25250 w 52904"/>
                <a:gd name="connsiteY1" fmla="*/ 181257 h 181256"/>
                <a:gd name="connsiteX2" fmla="*/ 25250 w 52904"/>
                <a:gd name="connsiteY2" fmla="*/ 29759 h 181256"/>
                <a:gd name="connsiteX3" fmla="*/ 0 w 52904"/>
                <a:gd name="connsiteY3" fmla="*/ 43886 h 181256"/>
                <a:gd name="connsiteX4" fmla="*/ 0 w 52904"/>
                <a:gd name="connsiteY4" fmla="*/ 14729 h 181256"/>
                <a:gd name="connsiteX5" fmla="*/ 24047 w 52904"/>
                <a:gd name="connsiteY5" fmla="*/ 0 h 181256"/>
                <a:gd name="connsiteX6" fmla="*/ 52904 w 52904"/>
                <a:gd name="connsiteY6" fmla="*/ 0 h 181256"/>
                <a:gd name="connsiteX7" fmla="*/ 52604 w 52904"/>
                <a:gd name="connsiteY7" fmla="*/ 181257 h 1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04" h="181256">
                  <a:moveTo>
                    <a:pt x="52604" y="181257"/>
                  </a:moveTo>
                  <a:lnTo>
                    <a:pt x="25250" y="181257"/>
                  </a:lnTo>
                  <a:lnTo>
                    <a:pt x="25250" y="29759"/>
                  </a:lnTo>
                  <a:lnTo>
                    <a:pt x="0" y="43886"/>
                  </a:lnTo>
                  <a:lnTo>
                    <a:pt x="0" y="14729"/>
                  </a:lnTo>
                  <a:lnTo>
                    <a:pt x="24047" y="0"/>
                  </a:lnTo>
                  <a:lnTo>
                    <a:pt x="52904" y="0"/>
                  </a:lnTo>
                  <a:lnTo>
                    <a:pt x="52604" y="181257"/>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18" name="任意多边形: 形状 17">
            <a:extLst>
              <a:ext uri="{FF2B5EF4-FFF2-40B4-BE49-F238E27FC236}">
                <a16:creationId xmlns:a16="http://schemas.microsoft.com/office/drawing/2014/main" id="{67D73C5D-CB7E-1358-906F-337C7EAC1EB4}"/>
              </a:ext>
            </a:extLst>
          </p:cNvPr>
          <p:cNvSpPr/>
          <p:nvPr/>
        </p:nvSpPr>
        <p:spPr>
          <a:xfrm>
            <a:off x="3369669"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629DD1"/>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9" name="任意多边形: 形状 18">
            <a:extLst>
              <a:ext uri="{FF2B5EF4-FFF2-40B4-BE49-F238E27FC236}">
                <a16:creationId xmlns:a16="http://schemas.microsoft.com/office/drawing/2014/main" id="{EDCB7D54-0AC6-F481-B609-D4B29F768289}"/>
              </a:ext>
            </a:extLst>
          </p:cNvPr>
          <p:cNvSpPr/>
          <p:nvPr/>
        </p:nvSpPr>
        <p:spPr>
          <a:xfrm>
            <a:off x="3631842" y="1528394"/>
            <a:ext cx="2202135" cy="2202135"/>
          </a:xfrm>
          <a:custGeom>
            <a:avLst/>
            <a:gdLst>
              <a:gd name="connsiteX0" fmla="*/ 1112189 w 2224378"/>
              <a:gd name="connsiteY0" fmla="*/ 2224379 h 2224378"/>
              <a:gd name="connsiteX1" fmla="*/ 679337 w 2224378"/>
              <a:gd name="connsiteY1" fmla="*/ 2136907 h 2224378"/>
              <a:gd name="connsiteX2" fmla="*/ 325842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2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2"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2"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7"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0" name="任意多边形: 形状 19">
            <a:extLst>
              <a:ext uri="{FF2B5EF4-FFF2-40B4-BE49-F238E27FC236}">
                <a16:creationId xmlns:a16="http://schemas.microsoft.com/office/drawing/2014/main" id="{9E6E2F26-F7D1-3767-1004-D03D3563A168}"/>
              </a:ext>
            </a:extLst>
          </p:cNvPr>
          <p:cNvSpPr/>
          <p:nvPr/>
        </p:nvSpPr>
        <p:spPr>
          <a:xfrm>
            <a:off x="3938356"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1" name="任意多边形: 形状 20">
            <a:extLst>
              <a:ext uri="{FF2B5EF4-FFF2-40B4-BE49-F238E27FC236}">
                <a16:creationId xmlns:a16="http://schemas.microsoft.com/office/drawing/2014/main" id="{0E4279DA-57FD-B4BC-B7ED-EFF893C6F486}"/>
              </a:ext>
            </a:extLst>
          </p:cNvPr>
          <p:cNvSpPr/>
          <p:nvPr/>
        </p:nvSpPr>
        <p:spPr>
          <a:xfrm>
            <a:off x="4004121"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2" name="任意多边形: 形状 21">
            <a:extLst>
              <a:ext uri="{FF2B5EF4-FFF2-40B4-BE49-F238E27FC236}">
                <a16:creationId xmlns:a16="http://schemas.microsoft.com/office/drawing/2014/main" id="{5973DB5B-1C83-FFE5-2044-4233AE3FE185}"/>
              </a:ext>
            </a:extLst>
          </p:cNvPr>
          <p:cNvSpPr/>
          <p:nvPr/>
        </p:nvSpPr>
        <p:spPr>
          <a:xfrm>
            <a:off x="4074352"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5" y="1330419"/>
                  <a:pt x="0" y="1032594"/>
                  <a:pt x="0" y="665209"/>
                </a:cubicBezTo>
                <a:cubicBezTo>
                  <a:pt x="0" y="297824"/>
                  <a:pt x="297824" y="0"/>
                  <a:pt x="665209" y="0"/>
                </a:cubicBezTo>
                <a:cubicBezTo>
                  <a:pt x="1032594"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3" name="任意多边形: 形状 22">
            <a:extLst>
              <a:ext uri="{FF2B5EF4-FFF2-40B4-BE49-F238E27FC236}">
                <a16:creationId xmlns:a16="http://schemas.microsoft.com/office/drawing/2014/main" id="{72C275AC-068D-4D86-E259-2E8E04E18603}"/>
              </a:ext>
            </a:extLst>
          </p:cNvPr>
          <p:cNvSpPr/>
          <p:nvPr/>
        </p:nvSpPr>
        <p:spPr>
          <a:xfrm>
            <a:off x="4091314" y="1987865"/>
            <a:ext cx="1283189" cy="1283189"/>
          </a:xfrm>
          <a:custGeom>
            <a:avLst/>
            <a:gdLst>
              <a:gd name="connsiteX0" fmla="*/ 1296151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1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1" y="648076"/>
                </a:moveTo>
                <a:cubicBezTo>
                  <a:pt x="1296151" y="1005998"/>
                  <a:pt x="1005998" y="1296151"/>
                  <a:pt x="648076" y="1296151"/>
                </a:cubicBezTo>
                <a:cubicBezTo>
                  <a:pt x="290153" y="1296151"/>
                  <a:pt x="0" y="1005998"/>
                  <a:pt x="0" y="648076"/>
                </a:cubicBezTo>
                <a:cubicBezTo>
                  <a:pt x="0" y="290153"/>
                  <a:pt x="290154" y="0"/>
                  <a:pt x="648076" y="0"/>
                </a:cubicBezTo>
                <a:cubicBezTo>
                  <a:pt x="1005998" y="0"/>
                  <a:pt x="1296151" y="290153"/>
                  <a:pt x="1296151"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4" name="任意多边形: 形状 23">
            <a:extLst>
              <a:ext uri="{FF2B5EF4-FFF2-40B4-BE49-F238E27FC236}">
                <a16:creationId xmlns:a16="http://schemas.microsoft.com/office/drawing/2014/main" id="{E6FCCA08-EBDA-920F-3B8B-1886B6556D65}"/>
              </a:ext>
            </a:extLst>
          </p:cNvPr>
          <p:cNvSpPr/>
          <p:nvPr/>
        </p:nvSpPr>
        <p:spPr>
          <a:xfrm>
            <a:off x="4431157"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7" y="459905"/>
                  <a:pt x="24047" y="423534"/>
                </a:cubicBezTo>
                <a:cubicBezTo>
                  <a:pt x="8116" y="385960"/>
                  <a:pt x="0" y="345981"/>
                  <a:pt x="0" y="304800"/>
                </a:cubicBezTo>
                <a:cubicBezTo>
                  <a:pt x="0" y="263619"/>
                  <a:pt x="8116" y="223640"/>
                  <a:pt x="24047" y="186066"/>
                </a:cubicBezTo>
                <a:cubicBezTo>
                  <a:pt x="39377"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任意多边形: 形状 24">
            <a:extLst>
              <a:ext uri="{FF2B5EF4-FFF2-40B4-BE49-F238E27FC236}">
                <a16:creationId xmlns:a16="http://schemas.microsoft.com/office/drawing/2014/main" id="{6A713E04-BEC7-A3DC-FDED-A400C1A34437}"/>
              </a:ext>
            </a:extLst>
          </p:cNvPr>
          <p:cNvSpPr/>
          <p:nvPr/>
        </p:nvSpPr>
        <p:spPr>
          <a:xfrm>
            <a:off x="4480557"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任意多边形: 形状 25">
            <a:extLst>
              <a:ext uri="{FF2B5EF4-FFF2-40B4-BE49-F238E27FC236}">
                <a16:creationId xmlns:a16="http://schemas.microsoft.com/office/drawing/2014/main" id="{4A424E5F-DA4E-C65F-D723-1B79C965BB48}"/>
              </a:ext>
            </a:extLst>
          </p:cNvPr>
          <p:cNvSpPr/>
          <p:nvPr/>
        </p:nvSpPr>
        <p:spPr>
          <a:xfrm>
            <a:off x="4523706" y="4200118"/>
            <a:ext cx="418405" cy="418405"/>
          </a:xfrm>
          <a:custGeom>
            <a:avLst/>
            <a:gdLst>
              <a:gd name="connsiteX0" fmla="*/ 422632 w 422631"/>
              <a:gd name="connsiteY0" fmla="*/ 211316 h 422631"/>
              <a:gd name="connsiteX1" fmla="*/ 211316 w 422631"/>
              <a:gd name="connsiteY1" fmla="*/ 422632 h 422631"/>
              <a:gd name="connsiteX2" fmla="*/ 0 w 422631"/>
              <a:gd name="connsiteY2" fmla="*/ 211316 h 422631"/>
              <a:gd name="connsiteX3" fmla="*/ 211316 w 422631"/>
              <a:gd name="connsiteY3" fmla="*/ 0 h 422631"/>
              <a:gd name="connsiteX4" fmla="*/ 422632 w 422631"/>
              <a:gd name="connsiteY4" fmla="*/ 211316 h 422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31" h="422631">
                <a:moveTo>
                  <a:pt x="422632" y="211316"/>
                </a:moveTo>
                <a:cubicBezTo>
                  <a:pt x="422632" y="328023"/>
                  <a:pt x="328023" y="422632"/>
                  <a:pt x="211316" y="422632"/>
                </a:cubicBezTo>
                <a:cubicBezTo>
                  <a:pt x="94610" y="422632"/>
                  <a:pt x="0" y="328023"/>
                  <a:pt x="0" y="211316"/>
                </a:cubicBezTo>
                <a:cubicBezTo>
                  <a:pt x="0" y="94610"/>
                  <a:pt x="94609" y="0"/>
                  <a:pt x="211316" y="0"/>
                </a:cubicBezTo>
                <a:cubicBezTo>
                  <a:pt x="328022" y="0"/>
                  <a:pt x="422632" y="94609"/>
                  <a:pt x="422632" y="21131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任意多边形: 形状 26">
            <a:extLst>
              <a:ext uri="{FF2B5EF4-FFF2-40B4-BE49-F238E27FC236}">
                <a16:creationId xmlns:a16="http://schemas.microsoft.com/office/drawing/2014/main" id="{9232D63A-61C6-796A-3331-3C0799AF34A7}"/>
              </a:ext>
            </a:extLst>
          </p:cNvPr>
          <p:cNvSpPr/>
          <p:nvPr/>
        </p:nvSpPr>
        <p:spPr>
          <a:xfrm>
            <a:off x="4480557"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6"/>
                </a:cubicBezTo>
                <a:cubicBezTo>
                  <a:pt x="502890" y="186968"/>
                  <a:pt x="509804" y="2203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任意多边形: 形状 27">
            <a:extLst>
              <a:ext uri="{FF2B5EF4-FFF2-40B4-BE49-F238E27FC236}">
                <a16:creationId xmlns:a16="http://schemas.microsoft.com/office/drawing/2014/main" id="{30F4E02F-6049-0242-1BFD-3EA924704079}"/>
              </a:ext>
            </a:extLst>
          </p:cNvPr>
          <p:cNvSpPr/>
          <p:nvPr/>
        </p:nvSpPr>
        <p:spPr>
          <a:xfrm>
            <a:off x="4501388"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任意多边形: 形状 28">
            <a:extLst>
              <a:ext uri="{FF2B5EF4-FFF2-40B4-BE49-F238E27FC236}">
                <a16:creationId xmlns:a16="http://schemas.microsoft.com/office/drawing/2014/main" id="{BF6190C8-ED85-68BB-E9CB-FF590004463B}"/>
              </a:ext>
            </a:extLst>
          </p:cNvPr>
          <p:cNvSpPr/>
          <p:nvPr/>
        </p:nvSpPr>
        <p:spPr>
          <a:xfrm>
            <a:off x="4732909"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30" name="组合 29">
            <a:extLst>
              <a:ext uri="{FF2B5EF4-FFF2-40B4-BE49-F238E27FC236}">
                <a16:creationId xmlns:a16="http://schemas.microsoft.com/office/drawing/2014/main" id="{E2FC2D28-E7C9-3B9E-AEA7-4A0386164E56}"/>
              </a:ext>
            </a:extLst>
          </p:cNvPr>
          <p:cNvGrpSpPr/>
          <p:nvPr/>
        </p:nvGrpSpPr>
        <p:grpSpPr>
          <a:xfrm>
            <a:off x="4639765" y="4303380"/>
            <a:ext cx="185693" cy="183909"/>
            <a:chOff x="4644122" y="4278641"/>
            <a:chExt cx="185693" cy="183909"/>
          </a:xfrm>
          <a:solidFill>
            <a:srgbClr val="629DD1"/>
          </a:solidFill>
        </p:grpSpPr>
        <p:sp>
          <p:nvSpPr>
            <p:cNvPr id="31" name="任意多边形: 形状 30">
              <a:extLst>
                <a:ext uri="{FF2B5EF4-FFF2-40B4-BE49-F238E27FC236}">
                  <a16:creationId xmlns:a16="http://schemas.microsoft.com/office/drawing/2014/main" id="{B995F5EE-2DAA-6510-65AF-F9233E780A96}"/>
                </a:ext>
              </a:extLst>
            </p:cNvPr>
            <p:cNvSpPr/>
            <p:nvPr/>
          </p:nvSpPr>
          <p:spPr>
            <a:xfrm>
              <a:off x="4644122" y="4278941"/>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805 h 185464"/>
                <a:gd name="connsiteX12" fmla="*/ 55309 w 82362"/>
                <a:gd name="connsiteY12" fmla="*/ 142781 h 185464"/>
                <a:gd name="connsiteX13" fmla="*/ 55309 w 82362"/>
                <a:gd name="connsiteY13" fmla="*/ 42984 h 185464"/>
                <a:gd name="connsiteX14" fmla="*/ 51702 w 82362"/>
                <a:gd name="connsiteY14" fmla="*/ 30961 h 185464"/>
                <a:gd name="connsiteX15" fmla="*/ 41482 w 82362"/>
                <a:gd name="connsiteY15" fmla="*/ 26752 h 185464"/>
                <a:gd name="connsiteX16" fmla="*/ 31262 w 82362"/>
                <a:gd name="connsiteY16" fmla="*/ 30961 h 185464"/>
                <a:gd name="connsiteX17" fmla="*/ 27655 w 82362"/>
                <a:gd name="connsiteY17" fmla="*/ 42984 h 185464"/>
                <a:gd name="connsiteX18" fmla="*/ 27655 w 82362"/>
                <a:gd name="connsiteY18" fmla="*/ 142781 h 185464"/>
                <a:gd name="connsiteX19" fmla="*/ 31262 w 82362"/>
                <a:gd name="connsiteY19" fmla="*/ 154805 h 185464"/>
                <a:gd name="connsiteX20" fmla="*/ 41482 w 82362"/>
                <a:gd name="connsiteY20" fmla="*/ 159013 h 185464"/>
                <a:gd name="connsiteX21" fmla="*/ 51702 w 82362"/>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805"/>
                  </a:moveTo>
                  <a:cubicBezTo>
                    <a:pt x="54107" y="152099"/>
                    <a:pt x="55309" y="147891"/>
                    <a:pt x="55309" y="142781"/>
                  </a:cubicBezTo>
                  <a:lnTo>
                    <a:pt x="55309" y="42984"/>
                  </a:lnTo>
                  <a:cubicBezTo>
                    <a:pt x="55309" y="37874"/>
                    <a:pt x="54107" y="33967"/>
                    <a:pt x="51702" y="30961"/>
                  </a:cubicBezTo>
                  <a:cubicBezTo>
                    <a:pt x="49297" y="28255"/>
                    <a:pt x="45991" y="26752"/>
                    <a:pt x="41482" y="26752"/>
                  </a:cubicBezTo>
                  <a:cubicBezTo>
                    <a:pt x="37273" y="26752"/>
                    <a:pt x="33666" y="28255"/>
                    <a:pt x="31262" y="30961"/>
                  </a:cubicBezTo>
                  <a:cubicBezTo>
                    <a:pt x="28857" y="33666"/>
                    <a:pt x="27655" y="37874"/>
                    <a:pt x="27655" y="42984"/>
                  </a:cubicBezTo>
                  <a:lnTo>
                    <a:pt x="27655" y="142781"/>
                  </a:lnTo>
                  <a:cubicBezTo>
                    <a:pt x="27655" y="147891"/>
                    <a:pt x="28857" y="151799"/>
                    <a:pt x="31262" y="154805"/>
                  </a:cubicBezTo>
                  <a:cubicBezTo>
                    <a:pt x="33666" y="157510"/>
                    <a:pt x="36973" y="159013"/>
                    <a:pt x="41482" y="159013"/>
                  </a:cubicBezTo>
                  <a:cubicBezTo>
                    <a:pt x="45690" y="159013"/>
                    <a:pt x="49297" y="157510"/>
                    <a:pt x="51702"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2" name="任意多边形: 形状 31">
              <a:extLst>
                <a:ext uri="{FF2B5EF4-FFF2-40B4-BE49-F238E27FC236}">
                  <a16:creationId xmlns:a16="http://schemas.microsoft.com/office/drawing/2014/main" id="{49B4A910-DFE2-6410-D7DB-CC03029F7E8B}"/>
                </a:ext>
              </a:extLst>
            </p:cNvPr>
            <p:cNvSpPr/>
            <p:nvPr/>
          </p:nvSpPr>
          <p:spPr>
            <a:xfrm>
              <a:off x="4746789" y="4278641"/>
              <a:ext cx="83026" cy="180931"/>
            </a:xfrm>
            <a:custGeom>
              <a:avLst/>
              <a:gdLst>
                <a:gd name="connsiteX0" fmla="*/ 902 w 83865"/>
                <a:gd name="connsiteY0" fmla="*/ 159314 h 182759"/>
                <a:gd name="connsiteX1" fmla="*/ 39678 w 83865"/>
                <a:gd name="connsiteY1" fmla="*/ 91380 h 182759"/>
                <a:gd name="connsiteX2" fmla="*/ 52003 w 83865"/>
                <a:gd name="connsiteY2" fmla="*/ 65529 h 182759"/>
                <a:gd name="connsiteX3" fmla="*/ 55910 w 83865"/>
                <a:gd name="connsiteY3" fmla="*/ 45089 h 182759"/>
                <a:gd name="connsiteX4" fmla="*/ 55910 w 83865"/>
                <a:gd name="connsiteY4" fmla="*/ 43887 h 182759"/>
                <a:gd name="connsiteX5" fmla="*/ 52604 w 83865"/>
                <a:gd name="connsiteY5" fmla="*/ 31262 h 182759"/>
                <a:gd name="connsiteX6" fmla="*/ 42985 w 83865"/>
                <a:gd name="connsiteY6" fmla="*/ 27053 h 182759"/>
                <a:gd name="connsiteX7" fmla="*/ 31562 w 83865"/>
                <a:gd name="connsiteY7" fmla="*/ 32464 h 182759"/>
                <a:gd name="connsiteX8" fmla="*/ 27955 w 83865"/>
                <a:gd name="connsiteY8" fmla="*/ 49297 h 182759"/>
                <a:gd name="connsiteX9" fmla="*/ 27955 w 83865"/>
                <a:gd name="connsiteY9" fmla="*/ 52904 h 182759"/>
                <a:gd name="connsiteX10" fmla="*/ 0 w 83865"/>
                <a:gd name="connsiteY10" fmla="*/ 52904 h 182759"/>
                <a:gd name="connsiteX11" fmla="*/ 0 w 83865"/>
                <a:gd name="connsiteY11" fmla="*/ 49297 h 182759"/>
                <a:gd name="connsiteX12" fmla="*/ 4809 w 83865"/>
                <a:gd name="connsiteY12" fmla="*/ 21943 h 182759"/>
                <a:gd name="connsiteX13" fmla="*/ 18637 w 83865"/>
                <a:gd name="connsiteY13" fmla="*/ 5411 h 182759"/>
                <a:gd name="connsiteX14" fmla="*/ 41782 w 83865"/>
                <a:gd name="connsiteY14" fmla="*/ 0 h 182759"/>
                <a:gd name="connsiteX15" fmla="*/ 64928 w 83865"/>
                <a:gd name="connsiteY15" fmla="*/ 4810 h 182759"/>
                <a:gd name="connsiteX16" fmla="*/ 79056 w 83865"/>
                <a:gd name="connsiteY16" fmla="*/ 19238 h 182759"/>
                <a:gd name="connsiteX17" fmla="*/ 83865 w 83865"/>
                <a:gd name="connsiteY17" fmla="*/ 43285 h 182759"/>
                <a:gd name="connsiteX18" fmla="*/ 83865 w 83865"/>
                <a:gd name="connsiteY18" fmla="*/ 44488 h 182759"/>
                <a:gd name="connsiteX19" fmla="*/ 79356 w 83865"/>
                <a:gd name="connsiteY19" fmla="*/ 68235 h 182759"/>
                <a:gd name="connsiteX20" fmla="*/ 66130 w 83865"/>
                <a:gd name="connsiteY20" fmla="*/ 97692 h 182759"/>
                <a:gd name="connsiteX21" fmla="*/ 34568 w 83865"/>
                <a:gd name="connsiteY21" fmla="*/ 156308 h 182759"/>
                <a:gd name="connsiteX22" fmla="*/ 83264 w 83865"/>
                <a:gd name="connsiteY22" fmla="*/ 156308 h 182759"/>
                <a:gd name="connsiteX23" fmla="*/ 83264 w 83865"/>
                <a:gd name="connsiteY23" fmla="*/ 182760 h 182759"/>
                <a:gd name="connsiteX24" fmla="*/ 601 w 83865"/>
                <a:gd name="connsiteY24" fmla="*/ 182760 h 182759"/>
                <a:gd name="connsiteX25" fmla="*/ 902 w 83865"/>
                <a:gd name="connsiteY25" fmla="*/ 159314 h 182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865" h="182759">
                  <a:moveTo>
                    <a:pt x="902" y="159314"/>
                  </a:moveTo>
                  <a:lnTo>
                    <a:pt x="39678" y="91380"/>
                  </a:lnTo>
                  <a:cubicBezTo>
                    <a:pt x="45089" y="81761"/>
                    <a:pt x="49297" y="73344"/>
                    <a:pt x="52003" y="65529"/>
                  </a:cubicBezTo>
                  <a:cubicBezTo>
                    <a:pt x="54708" y="57714"/>
                    <a:pt x="55910" y="51101"/>
                    <a:pt x="55910" y="45089"/>
                  </a:cubicBezTo>
                  <a:lnTo>
                    <a:pt x="55910" y="43887"/>
                  </a:lnTo>
                  <a:cubicBezTo>
                    <a:pt x="55910" y="38175"/>
                    <a:pt x="54708" y="34268"/>
                    <a:pt x="52604" y="31262"/>
                  </a:cubicBezTo>
                  <a:cubicBezTo>
                    <a:pt x="50500" y="28256"/>
                    <a:pt x="47193" y="27053"/>
                    <a:pt x="42985" y="27053"/>
                  </a:cubicBezTo>
                  <a:cubicBezTo>
                    <a:pt x="37874" y="27053"/>
                    <a:pt x="33967" y="28857"/>
                    <a:pt x="31562" y="32464"/>
                  </a:cubicBezTo>
                  <a:cubicBezTo>
                    <a:pt x="29158" y="36071"/>
                    <a:pt x="27955" y="41782"/>
                    <a:pt x="27955" y="49297"/>
                  </a:cubicBezTo>
                  <a:lnTo>
                    <a:pt x="27955" y="52904"/>
                  </a:lnTo>
                  <a:lnTo>
                    <a:pt x="0" y="52904"/>
                  </a:lnTo>
                  <a:lnTo>
                    <a:pt x="0" y="49297"/>
                  </a:lnTo>
                  <a:cubicBezTo>
                    <a:pt x="0" y="38175"/>
                    <a:pt x="1803" y="29158"/>
                    <a:pt x="4809" y="21943"/>
                  </a:cubicBezTo>
                  <a:cubicBezTo>
                    <a:pt x="7815" y="14729"/>
                    <a:pt x="12625" y="9319"/>
                    <a:pt x="18637" y="5411"/>
                  </a:cubicBezTo>
                  <a:cubicBezTo>
                    <a:pt x="24949" y="1804"/>
                    <a:pt x="32464" y="0"/>
                    <a:pt x="41782" y="0"/>
                  </a:cubicBezTo>
                  <a:cubicBezTo>
                    <a:pt x="51101" y="0"/>
                    <a:pt x="58916" y="1503"/>
                    <a:pt x="64928" y="4810"/>
                  </a:cubicBezTo>
                  <a:cubicBezTo>
                    <a:pt x="71240" y="8116"/>
                    <a:pt x="75749" y="12926"/>
                    <a:pt x="79056" y="19238"/>
                  </a:cubicBezTo>
                  <a:cubicBezTo>
                    <a:pt x="82062" y="25550"/>
                    <a:pt x="83865" y="33666"/>
                    <a:pt x="83865" y="43285"/>
                  </a:cubicBezTo>
                  <a:lnTo>
                    <a:pt x="83865" y="44488"/>
                  </a:lnTo>
                  <a:cubicBezTo>
                    <a:pt x="83865" y="51401"/>
                    <a:pt x="82362" y="59517"/>
                    <a:pt x="79356" y="68235"/>
                  </a:cubicBezTo>
                  <a:cubicBezTo>
                    <a:pt x="76350" y="77252"/>
                    <a:pt x="72142" y="86871"/>
                    <a:pt x="66130" y="97692"/>
                  </a:cubicBezTo>
                  <a:lnTo>
                    <a:pt x="34568" y="156308"/>
                  </a:lnTo>
                  <a:lnTo>
                    <a:pt x="83264" y="156308"/>
                  </a:lnTo>
                  <a:lnTo>
                    <a:pt x="83264" y="182760"/>
                  </a:lnTo>
                  <a:lnTo>
                    <a:pt x="601" y="182760"/>
                  </a:lnTo>
                  <a:lnTo>
                    <a:pt x="902" y="15931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33" name="任意多边形: 形状 32">
            <a:extLst>
              <a:ext uri="{FF2B5EF4-FFF2-40B4-BE49-F238E27FC236}">
                <a16:creationId xmlns:a16="http://schemas.microsoft.com/office/drawing/2014/main" id="{FFEB4AD7-9D2F-E682-0590-87785EDDD71C}"/>
              </a:ext>
            </a:extLst>
          </p:cNvPr>
          <p:cNvSpPr/>
          <p:nvPr/>
        </p:nvSpPr>
        <p:spPr>
          <a:xfrm>
            <a:off x="6095555"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297FD5"/>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4" name="任意多边形: 形状 33">
            <a:extLst>
              <a:ext uri="{FF2B5EF4-FFF2-40B4-BE49-F238E27FC236}">
                <a16:creationId xmlns:a16="http://schemas.microsoft.com/office/drawing/2014/main" id="{8C18EA7A-C350-C4E1-72F4-F6FCA46B881C}"/>
              </a:ext>
            </a:extLst>
          </p:cNvPr>
          <p:cNvSpPr/>
          <p:nvPr/>
        </p:nvSpPr>
        <p:spPr>
          <a:xfrm>
            <a:off x="6357728"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任意多边形: 形状 34">
            <a:extLst>
              <a:ext uri="{FF2B5EF4-FFF2-40B4-BE49-F238E27FC236}">
                <a16:creationId xmlns:a16="http://schemas.microsoft.com/office/drawing/2014/main" id="{BB14EFAC-9602-2D20-3904-353DA35B85EC}"/>
              </a:ext>
            </a:extLst>
          </p:cNvPr>
          <p:cNvSpPr/>
          <p:nvPr/>
        </p:nvSpPr>
        <p:spPr>
          <a:xfrm>
            <a:off x="6664242"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6" name="任意多边形: 形状 35">
            <a:extLst>
              <a:ext uri="{FF2B5EF4-FFF2-40B4-BE49-F238E27FC236}">
                <a16:creationId xmlns:a16="http://schemas.microsoft.com/office/drawing/2014/main" id="{84DA30B7-0FD0-C036-52B2-B1EFF8CDD1E3}"/>
              </a:ext>
            </a:extLst>
          </p:cNvPr>
          <p:cNvSpPr/>
          <p:nvPr/>
        </p:nvSpPr>
        <p:spPr>
          <a:xfrm>
            <a:off x="6730008"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任意多边形: 形状 36">
            <a:extLst>
              <a:ext uri="{FF2B5EF4-FFF2-40B4-BE49-F238E27FC236}">
                <a16:creationId xmlns:a16="http://schemas.microsoft.com/office/drawing/2014/main" id="{EE0B83AC-A0BC-9F4D-3AAE-57CE1D4D0708}"/>
              </a:ext>
            </a:extLst>
          </p:cNvPr>
          <p:cNvSpPr/>
          <p:nvPr/>
        </p:nvSpPr>
        <p:spPr>
          <a:xfrm>
            <a:off x="6800237"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8" name="任意多边形: 形状 37">
            <a:extLst>
              <a:ext uri="{FF2B5EF4-FFF2-40B4-BE49-F238E27FC236}">
                <a16:creationId xmlns:a16="http://schemas.microsoft.com/office/drawing/2014/main" id="{63957C6C-6DBA-CCD0-DA3D-B37EB41C020C}"/>
              </a:ext>
            </a:extLst>
          </p:cNvPr>
          <p:cNvSpPr/>
          <p:nvPr/>
        </p:nvSpPr>
        <p:spPr>
          <a:xfrm>
            <a:off x="6817201"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9" name="任意多边形: 形状 38">
            <a:extLst>
              <a:ext uri="{FF2B5EF4-FFF2-40B4-BE49-F238E27FC236}">
                <a16:creationId xmlns:a16="http://schemas.microsoft.com/office/drawing/2014/main" id="{D8E07ACB-D96A-B1E4-6BF9-DD19E46A0E52}"/>
              </a:ext>
            </a:extLst>
          </p:cNvPr>
          <p:cNvSpPr/>
          <p:nvPr/>
        </p:nvSpPr>
        <p:spPr>
          <a:xfrm>
            <a:off x="7157044"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0" name="任意多边形: 形状 39">
            <a:extLst>
              <a:ext uri="{FF2B5EF4-FFF2-40B4-BE49-F238E27FC236}">
                <a16:creationId xmlns:a16="http://schemas.microsoft.com/office/drawing/2014/main" id="{68752FFC-A739-8248-C055-3A9E5C659191}"/>
              </a:ext>
            </a:extLst>
          </p:cNvPr>
          <p:cNvSpPr/>
          <p:nvPr/>
        </p:nvSpPr>
        <p:spPr>
          <a:xfrm>
            <a:off x="7206442"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任意多边形: 形状 40">
            <a:extLst>
              <a:ext uri="{FF2B5EF4-FFF2-40B4-BE49-F238E27FC236}">
                <a16:creationId xmlns:a16="http://schemas.microsoft.com/office/drawing/2014/main" id="{5DF35972-D486-96B1-5988-F75506BD57B0}"/>
              </a:ext>
            </a:extLst>
          </p:cNvPr>
          <p:cNvSpPr/>
          <p:nvPr/>
        </p:nvSpPr>
        <p:spPr>
          <a:xfrm>
            <a:off x="7227274"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任意多边形: 形状 41">
            <a:extLst>
              <a:ext uri="{FF2B5EF4-FFF2-40B4-BE49-F238E27FC236}">
                <a16:creationId xmlns:a16="http://schemas.microsoft.com/office/drawing/2014/main" id="{5125F069-1DA9-CE63-79EB-80965A6F726E}"/>
              </a:ext>
            </a:extLst>
          </p:cNvPr>
          <p:cNvSpPr/>
          <p:nvPr/>
        </p:nvSpPr>
        <p:spPr>
          <a:xfrm>
            <a:off x="7206442"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任意多边形: 形状 42">
            <a:extLst>
              <a:ext uri="{FF2B5EF4-FFF2-40B4-BE49-F238E27FC236}">
                <a16:creationId xmlns:a16="http://schemas.microsoft.com/office/drawing/2014/main" id="{8DB8CDD4-3E02-A6D2-A786-B163901EB5A0}"/>
              </a:ext>
            </a:extLst>
          </p:cNvPr>
          <p:cNvSpPr/>
          <p:nvPr/>
        </p:nvSpPr>
        <p:spPr>
          <a:xfrm>
            <a:off x="7227274"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任意多边形: 形状 43">
            <a:extLst>
              <a:ext uri="{FF2B5EF4-FFF2-40B4-BE49-F238E27FC236}">
                <a16:creationId xmlns:a16="http://schemas.microsoft.com/office/drawing/2014/main" id="{EDFCFD1C-03E8-53EB-B836-2EDCD956A2B8}"/>
              </a:ext>
            </a:extLst>
          </p:cNvPr>
          <p:cNvSpPr/>
          <p:nvPr/>
        </p:nvSpPr>
        <p:spPr>
          <a:xfrm>
            <a:off x="7458796"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5" name="组合 44">
            <a:extLst>
              <a:ext uri="{FF2B5EF4-FFF2-40B4-BE49-F238E27FC236}">
                <a16:creationId xmlns:a16="http://schemas.microsoft.com/office/drawing/2014/main" id="{733EB9D8-BD03-6BA3-4034-3482AFC98CC2}"/>
              </a:ext>
            </a:extLst>
          </p:cNvPr>
          <p:cNvGrpSpPr/>
          <p:nvPr/>
        </p:nvGrpSpPr>
        <p:grpSpPr>
          <a:xfrm>
            <a:off x="7366989" y="4315582"/>
            <a:ext cx="183015" cy="183907"/>
            <a:chOff x="7370595" y="4278520"/>
            <a:chExt cx="183015" cy="183907"/>
          </a:xfrm>
          <a:solidFill>
            <a:srgbClr val="297FD5"/>
          </a:solidFill>
        </p:grpSpPr>
        <p:sp>
          <p:nvSpPr>
            <p:cNvPr id="46" name="任意多边形: 形状 45">
              <a:extLst>
                <a:ext uri="{FF2B5EF4-FFF2-40B4-BE49-F238E27FC236}">
                  <a16:creationId xmlns:a16="http://schemas.microsoft.com/office/drawing/2014/main" id="{659D9263-7041-B6CE-6B34-6CC7C6B83BB2}"/>
                </a:ext>
              </a:extLst>
            </p:cNvPr>
            <p:cNvSpPr/>
            <p:nvPr/>
          </p:nvSpPr>
          <p:spPr>
            <a:xfrm>
              <a:off x="7370595" y="4278818"/>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672"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任意多边形: 形状 46">
              <a:extLst>
                <a:ext uri="{FF2B5EF4-FFF2-40B4-BE49-F238E27FC236}">
                  <a16:creationId xmlns:a16="http://schemas.microsoft.com/office/drawing/2014/main" id="{4CBA26CC-56DD-A1D2-5B30-9B22A844C40A}"/>
                </a:ext>
              </a:extLst>
            </p:cNvPr>
            <p:cNvSpPr/>
            <p:nvPr/>
          </p:nvSpPr>
          <p:spPr>
            <a:xfrm>
              <a:off x="7470287" y="4278520"/>
              <a:ext cx="83323" cy="183441"/>
            </a:xfrm>
            <a:custGeom>
              <a:avLst/>
              <a:gdLst>
                <a:gd name="connsiteX0" fmla="*/ 19538 w 84165"/>
                <a:gd name="connsiteY0" fmla="*/ 180956 h 185294"/>
                <a:gd name="connsiteX1" fmla="*/ 5110 w 84165"/>
                <a:gd name="connsiteY1" fmla="*/ 167730 h 185294"/>
                <a:gd name="connsiteX2" fmla="*/ 0 w 84165"/>
                <a:gd name="connsiteY2" fmla="*/ 146689 h 185294"/>
                <a:gd name="connsiteX3" fmla="*/ 0 w 84165"/>
                <a:gd name="connsiteY3" fmla="*/ 133463 h 185294"/>
                <a:gd name="connsiteX4" fmla="*/ 27353 w 84165"/>
                <a:gd name="connsiteY4" fmla="*/ 133463 h 185294"/>
                <a:gd name="connsiteX5" fmla="*/ 27353 w 84165"/>
                <a:gd name="connsiteY5" fmla="*/ 145186 h 185294"/>
                <a:gd name="connsiteX6" fmla="*/ 29157 w 84165"/>
                <a:gd name="connsiteY6" fmla="*/ 152400 h 185294"/>
                <a:gd name="connsiteX7" fmla="*/ 34267 w 84165"/>
                <a:gd name="connsiteY7" fmla="*/ 156909 h 185294"/>
                <a:gd name="connsiteX8" fmla="*/ 42383 w 84165"/>
                <a:gd name="connsiteY8" fmla="*/ 158412 h 185294"/>
                <a:gd name="connsiteX9" fmla="*/ 52904 w 84165"/>
                <a:gd name="connsiteY9" fmla="*/ 154504 h 185294"/>
                <a:gd name="connsiteX10" fmla="*/ 56511 w 84165"/>
                <a:gd name="connsiteY10" fmla="*/ 143683 h 185294"/>
                <a:gd name="connsiteX11" fmla="*/ 56511 w 84165"/>
                <a:gd name="connsiteY11" fmla="*/ 118133 h 185294"/>
                <a:gd name="connsiteX12" fmla="*/ 53205 w 84165"/>
                <a:gd name="connsiteY12" fmla="*/ 106410 h 185294"/>
                <a:gd name="connsiteX13" fmla="*/ 43285 w 84165"/>
                <a:gd name="connsiteY13" fmla="*/ 102201 h 185294"/>
                <a:gd name="connsiteX14" fmla="*/ 31862 w 84165"/>
                <a:gd name="connsiteY14" fmla="*/ 102201 h 185294"/>
                <a:gd name="connsiteX15" fmla="*/ 31862 w 84165"/>
                <a:gd name="connsiteY15" fmla="*/ 75749 h 185294"/>
                <a:gd name="connsiteX16" fmla="*/ 43285 w 84165"/>
                <a:gd name="connsiteY16" fmla="*/ 75749 h 185294"/>
                <a:gd name="connsiteX17" fmla="*/ 50800 w 84165"/>
                <a:gd name="connsiteY17" fmla="*/ 72142 h 185294"/>
                <a:gd name="connsiteX18" fmla="*/ 53505 w 84165"/>
                <a:gd name="connsiteY18" fmla="*/ 62223 h 185294"/>
                <a:gd name="connsiteX19" fmla="*/ 53505 w 84165"/>
                <a:gd name="connsiteY19" fmla="*/ 38476 h 185294"/>
                <a:gd name="connsiteX20" fmla="*/ 50500 w 84165"/>
                <a:gd name="connsiteY20" fmla="*/ 29759 h 185294"/>
                <a:gd name="connsiteX21" fmla="*/ 42083 w 84165"/>
                <a:gd name="connsiteY21" fmla="*/ 26753 h 185294"/>
                <a:gd name="connsiteX22" fmla="*/ 35470 w 84165"/>
                <a:gd name="connsiteY22" fmla="*/ 28256 h 185294"/>
                <a:gd name="connsiteX23" fmla="*/ 31261 w 84165"/>
                <a:gd name="connsiteY23" fmla="*/ 32464 h 185294"/>
                <a:gd name="connsiteX24" fmla="*/ 29758 w 84165"/>
                <a:gd name="connsiteY24" fmla="*/ 38776 h 185294"/>
                <a:gd name="connsiteX25" fmla="*/ 29758 w 84165"/>
                <a:gd name="connsiteY25" fmla="*/ 52303 h 185294"/>
                <a:gd name="connsiteX26" fmla="*/ 2405 w 84165"/>
                <a:gd name="connsiteY26" fmla="*/ 52303 h 185294"/>
                <a:gd name="connsiteX27" fmla="*/ 2405 w 84165"/>
                <a:gd name="connsiteY27" fmla="*/ 38476 h 185294"/>
                <a:gd name="connsiteX28" fmla="*/ 7214 w 84165"/>
                <a:gd name="connsiteY28" fmla="*/ 17735 h 185294"/>
                <a:gd name="connsiteX29" fmla="*/ 21041 w 84165"/>
                <a:gd name="connsiteY29" fmla="*/ 4509 h 185294"/>
                <a:gd name="connsiteX30" fmla="*/ 42985 w 84165"/>
                <a:gd name="connsiteY30" fmla="*/ 0 h 185294"/>
                <a:gd name="connsiteX31" fmla="*/ 70939 w 84165"/>
                <a:gd name="connsiteY31" fmla="*/ 10220 h 185294"/>
                <a:gd name="connsiteX32" fmla="*/ 80859 w 84165"/>
                <a:gd name="connsiteY32" fmla="*/ 38776 h 185294"/>
                <a:gd name="connsiteX33" fmla="*/ 80859 w 84165"/>
                <a:gd name="connsiteY33" fmla="*/ 63726 h 185294"/>
                <a:gd name="connsiteX34" fmla="*/ 76651 w 84165"/>
                <a:gd name="connsiteY34" fmla="*/ 76952 h 185294"/>
                <a:gd name="connsiteX35" fmla="*/ 64627 w 84165"/>
                <a:gd name="connsiteY35" fmla="*/ 88675 h 185294"/>
                <a:gd name="connsiteX36" fmla="*/ 79056 w 84165"/>
                <a:gd name="connsiteY36" fmla="*/ 99496 h 185294"/>
                <a:gd name="connsiteX37" fmla="*/ 84166 w 84165"/>
                <a:gd name="connsiteY37" fmla="*/ 117532 h 185294"/>
                <a:gd name="connsiteX38" fmla="*/ 84166 w 84165"/>
                <a:gd name="connsiteY38" fmla="*/ 143984 h 185294"/>
                <a:gd name="connsiteX39" fmla="*/ 79356 w 84165"/>
                <a:gd name="connsiteY39" fmla="*/ 166227 h 185294"/>
                <a:gd name="connsiteX40" fmla="*/ 64927 w 84165"/>
                <a:gd name="connsiteY40" fmla="*/ 180355 h 185294"/>
                <a:gd name="connsiteX41" fmla="*/ 42383 w 84165"/>
                <a:gd name="connsiteY41" fmla="*/ 185165 h 185294"/>
                <a:gd name="connsiteX42" fmla="*/ 19538 w 84165"/>
                <a:gd name="connsiteY42" fmla="*/ 180956 h 18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4165" h="185294">
                  <a:moveTo>
                    <a:pt x="19538" y="180956"/>
                  </a:moveTo>
                  <a:cubicBezTo>
                    <a:pt x="13226" y="177951"/>
                    <a:pt x="8417" y="173442"/>
                    <a:pt x="5110" y="167730"/>
                  </a:cubicBezTo>
                  <a:cubicBezTo>
                    <a:pt x="1803" y="161719"/>
                    <a:pt x="0" y="154805"/>
                    <a:pt x="0" y="146689"/>
                  </a:cubicBezTo>
                  <a:lnTo>
                    <a:pt x="0" y="133463"/>
                  </a:lnTo>
                  <a:lnTo>
                    <a:pt x="27353" y="133463"/>
                  </a:lnTo>
                  <a:lnTo>
                    <a:pt x="27353" y="145186"/>
                  </a:lnTo>
                  <a:cubicBezTo>
                    <a:pt x="27353" y="147891"/>
                    <a:pt x="27955" y="150296"/>
                    <a:pt x="29157" y="152400"/>
                  </a:cubicBezTo>
                  <a:cubicBezTo>
                    <a:pt x="30359" y="154504"/>
                    <a:pt x="32163" y="156007"/>
                    <a:pt x="34267" y="156909"/>
                  </a:cubicBezTo>
                  <a:cubicBezTo>
                    <a:pt x="36371" y="158112"/>
                    <a:pt x="39077" y="158412"/>
                    <a:pt x="42383" y="158412"/>
                  </a:cubicBezTo>
                  <a:cubicBezTo>
                    <a:pt x="46892" y="158412"/>
                    <a:pt x="50500" y="157210"/>
                    <a:pt x="52904" y="154504"/>
                  </a:cubicBezTo>
                  <a:cubicBezTo>
                    <a:pt x="55309" y="151799"/>
                    <a:pt x="56511" y="148192"/>
                    <a:pt x="56511" y="143683"/>
                  </a:cubicBezTo>
                  <a:lnTo>
                    <a:pt x="56511" y="118133"/>
                  </a:lnTo>
                  <a:cubicBezTo>
                    <a:pt x="56511" y="113023"/>
                    <a:pt x="55309" y="109115"/>
                    <a:pt x="53205" y="106410"/>
                  </a:cubicBezTo>
                  <a:cubicBezTo>
                    <a:pt x="51101" y="103704"/>
                    <a:pt x="47794" y="102201"/>
                    <a:pt x="43285" y="102201"/>
                  </a:cubicBezTo>
                  <a:lnTo>
                    <a:pt x="31862" y="102201"/>
                  </a:lnTo>
                  <a:lnTo>
                    <a:pt x="31862" y="75749"/>
                  </a:lnTo>
                  <a:lnTo>
                    <a:pt x="43285" y="75749"/>
                  </a:lnTo>
                  <a:cubicBezTo>
                    <a:pt x="46592" y="75749"/>
                    <a:pt x="48997" y="74547"/>
                    <a:pt x="50800" y="72142"/>
                  </a:cubicBezTo>
                  <a:cubicBezTo>
                    <a:pt x="52604" y="69738"/>
                    <a:pt x="53505" y="66431"/>
                    <a:pt x="53505" y="62223"/>
                  </a:cubicBezTo>
                  <a:lnTo>
                    <a:pt x="53505" y="38476"/>
                  </a:lnTo>
                  <a:cubicBezTo>
                    <a:pt x="53505" y="34869"/>
                    <a:pt x="52604" y="31863"/>
                    <a:pt x="50500" y="29759"/>
                  </a:cubicBezTo>
                  <a:cubicBezTo>
                    <a:pt x="48395" y="27655"/>
                    <a:pt x="45690" y="26753"/>
                    <a:pt x="42083" y="26753"/>
                  </a:cubicBezTo>
                  <a:cubicBezTo>
                    <a:pt x="39377" y="26753"/>
                    <a:pt x="37273" y="27354"/>
                    <a:pt x="35470" y="28256"/>
                  </a:cubicBezTo>
                  <a:cubicBezTo>
                    <a:pt x="33666" y="29158"/>
                    <a:pt x="32163" y="30661"/>
                    <a:pt x="31261" y="32464"/>
                  </a:cubicBezTo>
                  <a:cubicBezTo>
                    <a:pt x="30359" y="34268"/>
                    <a:pt x="29758" y="36372"/>
                    <a:pt x="29758" y="38776"/>
                  </a:cubicBezTo>
                  <a:lnTo>
                    <a:pt x="29758" y="52303"/>
                  </a:lnTo>
                  <a:lnTo>
                    <a:pt x="2405" y="52303"/>
                  </a:lnTo>
                  <a:lnTo>
                    <a:pt x="2405" y="38476"/>
                  </a:lnTo>
                  <a:cubicBezTo>
                    <a:pt x="2405" y="30360"/>
                    <a:pt x="3908" y="23446"/>
                    <a:pt x="7214" y="17735"/>
                  </a:cubicBezTo>
                  <a:cubicBezTo>
                    <a:pt x="10521" y="12024"/>
                    <a:pt x="15030" y="7515"/>
                    <a:pt x="21041" y="4509"/>
                  </a:cubicBezTo>
                  <a:cubicBezTo>
                    <a:pt x="27053" y="1503"/>
                    <a:pt x="34267" y="0"/>
                    <a:pt x="42985" y="0"/>
                  </a:cubicBezTo>
                  <a:cubicBezTo>
                    <a:pt x="55008" y="0"/>
                    <a:pt x="64326" y="3307"/>
                    <a:pt x="70939" y="10220"/>
                  </a:cubicBezTo>
                  <a:cubicBezTo>
                    <a:pt x="77553" y="16833"/>
                    <a:pt x="80859" y="26452"/>
                    <a:pt x="80859" y="38776"/>
                  </a:cubicBezTo>
                  <a:lnTo>
                    <a:pt x="80859" y="63726"/>
                  </a:lnTo>
                  <a:cubicBezTo>
                    <a:pt x="80859" y="68235"/>
                    <a:pt x="79356" y="72743"/>
                    <a:pt x="76651" y="76952"/>
                  </a:cubicBezTo>
                  <a:cubicBezTo>
                    <a:pt x="73945" y="81160"/>
                    <a:pt x="69737" y="85368"/>
                    <a:pt x="64627" y="88675"/>
                  </a:cubicBezTo>
                  <a:cubicBezTo>
                    <a:pt x="70639" y="90779"/>
                    <a:pt x="75448" y="94686"/>
                    <a:pt x="79056" y="99496"/>
                  </a:cubicBezTo>
                  <a:cubicBezTo>
                    <a:pt x="82362" y="104606"/>
                    <a:pt x="84166" y="110618"/>
                    <a:pt x="84166" y="117532"/>
                  </a:cubicBezTo>
                  <a:lnTo>
                    <a:pt x="84166" y="143984"/>
                  </a:lnTo>
                  <a:cubicBezTo>
                    <a:pt x="84166" y="152701"/>
                    <a:pt x="82663" y="160216"/>
                    <a:pt x="79356" y="166227"/>
                  </a:cubicBezTo>
                  <a:cubicBezTo>
                    <a:pt x="76050" y="172239"/>
                    <a:pt x="71240" y="177049"/>
                    <a:pt x="64927" y="180355"/>
                  </a:cubicBezTo>
                  <a:cubicBezTo>
                    <a:pt x="58615" y="183662"/>
                    <a:pt x="51101" y="185165"/>
                    <a:pt x="42383" y="185165"/>
                  </a:cubicBezTo>
                  <a:cubicBezTo>
                    <a:pt x="33666" y="185766"/>
                    <a:pt x="25850" y="184263"/>
                    <a:pt x="19538" y="180956"/>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48" name="任意多边形: 形状 47">
            <a:extLst>
              <a:ext uri="{FF2B5EF4-FFF2-40B4-BE49-F238E27FC236}">
                <a16:creationId xmlns:a16="http://schemas.microsoft.com/office/drawing/2014/main" id="{4A50468D-FDEC-C3F3-2AE7-6A930AE7EE60}"/>
              </a:ext>
            </a:extLst>
          </p:cNvPr>
          <p:cNvSpPr/>
          <p:nvPr/>
        </p:nvSpPr>
        <p:spPr>
          <a:xfrm>
            <a:off x="8821440"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7F8FA9"/>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任意多边形: 形状 48">
            <a:extLst>
              <a:ext uri="{FF2B5EF4-FFF2-40B4-BE49-F238E27FC236}">
                <a16:creationId xmlns:a16="http://schemas.microsoft.com/office/drawing/2014/main" id="{3C5C0657-3AA7-AEB2-CF26-185CB830C287}"/>
              </a:ext>
            </a:extLst>
          </p:cNvPr>
          <p:cNvSpPr/>
          <p:nvPr/>
        </p:nvSpPr>
        <p:spPr>
          <a:xfrm>
            <a:off x="9083614"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任意多边形: 形状 49">
            <a:extLst>
              <a:ext uri="{FF2B5EF4-FFF2-40B4-BE49-F238E27FC236}">
                <a16:creationId xmlns:a16="http://schemas.microsoft.com/office/drawing/2014/main" id="{BFA50F1D-E4C2-FC92-6EB7-D8EB894AD95B}"/>
              </a:ext>
            </a:extLst>
          </p:cNvPr>
          <p:cNvSpPr/>
          <p:nvPr/>
        </p:nvSpPr>
        <p:spPr>
          <a:xfrm>
            <a:off x="9390127"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任意多边形: 形状 50">
            <a:extLst>
              <a:ext uri="{FF2B5EF4-FFF2-40B4-BE49-F238E27FC236}">
                <a16:creationId xmlns:a16="http://schemas.microsoft.com/office/drawing/2014/main" id="{E1C12BB0-40CF-4995-393E-E571899C1508}"/>
              </a:ext>
            </a:extLst>
          </p:cNvPr>
          <p:cNvSpPr/>
          <p:nvPr/>
        </p:nvSpPr>
        <p:spPr>
          <a:xfrm>
            <a:off x="9455895"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任意多边形: 形状 51">
            <a:extLst>
              <a:ext uri="{FF2B5EF4-FFF2-40B4-BE49-F238E27FC236}">
                <a16:creationId xmlns:a16="http://schemas.microsoft.com/office/drawing/2014/main" id="{D4075602-0980-162E-02F2-E1DD514F7301}"/>
              </a:ext>
            </a:extLst>
          </p:cNvPr>
          <p:cNvSpPr/>
          <p:nvPr/>
        </p:nvSpPr>
        <p:spPr>
          <a:xfrm>
            <a:off x="9526123"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任意多边形: 形状 52">
            <a:extLst>
              <a:ext uri="{FF2B5EF4-FFF2-40B4-BE49-F238E27FC236}">
                <a16:creationId xmlns:a16="http://schemas.microsoft.com/office/drawing/2014/main" id="{08FF6167-2480-5A16-12AC-0FCE134EB88C}"/>
              </a:ext>
            </a:extLst>
          </p:cNvPr>
          <p:cNvSpPr/>
          <p:nvPr/>
        </p:nvSpPr>
        <p:spPr>
          <a:xfrm>
            <a:off x="9543085"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4" name="任意多边形: 形状 53">
            <a:extLst>
              <a:ext uri="{FF2B5EF4-FFF2-40B4-BE49-F238E27FC236}">
                <a16:creationId xmlns:a16="http://schemas.microsoft.com/office/drawing/2014/main" id="{B15F6710-84EA-DB81-CDD9-A345F018242B}"/>
              </a:ext>
            </a:extLst>
          </p:cNvPr>
          <p:cNvSpPr/>
          <p:nvPr/>
        </p:nvSpPr>
        <p:spPr>
          <a:xfrm>
            <a:off x="9882930"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5" name="任意多边形: 形状 54">
            <a:extLst>
              <a:ext uri="{FF2B5EF4-FFF2-40B4-BE49-F238E27FC236}">
                <a16:creationId xmlns:a16="http://schemas.microsoft.com/office/drawing/2014/main" id="{C26A8EC6-6F49-FB46-A7E5-C1739670142C}"/>
              </a:ext>
            </a:extLst>
          </p:cNvPr>
          <p:cNvSpPr/>
          <p:nvPr/>
        </p:nvSpPr>
        <p:spPr>
          <a:xfrm>
            <a:off x="9932329"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6" name="任意多边形: 形状 55">
            <a:extLst>
              <a:ext uri="{FF2B5EF4-FFF2-40B4-BE49-F238E27FC236}">
                <a16:creationId xmlns:a16="http://schemas.microsoft.com/office/drawing/2014/main" id="{08D08CC0-3202-6BCA-D09F-4E5EF177D8D7}"/>
              </a:ext>
            </a:extLst>
          </p:cNvPr>
          <p:cNvSpPr/>
          <p:nvPr/>
        </p:nvSpPr>
        <p:spPr>
          <a:xfrm>
            <a:off x="9953160"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7" name="任意多边形: 形状 56">
            <a:extLst>
              <a:ext uri="{FF2B5EF4-FFF2-40B4-BE49-F238E27FC236}">
                <a16:creationId xmlns:a16="http://schemas.microsoft.com/office/drawing/2014/main" id="{0E55F7B2-8D0F-C62B-4EF4-5D8FB248B650}"/>
              </a:ext>
            </a:extLst>
          </p:cNvPr>
          <p:cNvSpPr/>
          <p:nvPr/>
        </p:nvSpPr>
        <p:spPr>
          <a:xfrm>
            <a:off x="9932329"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8" name="任意多边形: 形状 57">
            <a:extLst>
              <a:ext uri="{FF2B5EF4-FFF2-40B4-BE49-F238E27FC236}">
                <a16:creationId xmlns:a16="http://schemas.microsoft.com/office/drawing/2014/main" id="{42C29D4D-0C44-444F-8806-0A911803E7A5}"/>
              </a:ext>
            </a:extLst>
          </p:cNvPr>
          <p:cNvSpPr/>
          <p:nvPr/>
        </p:nvSpPr>
        <p:spPr>
          <a:xfrm>
            <a:off x="9953160"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任意多边形: 形状 58">
            <a:extLst>
              <a:ext uri="{FF2B5EF4-FFF2-40B4-BE49-F238E27FC236}">
                <a16:creationId xmlns:a16="http://schemas.microsoft.com/office/drawing/2014/main" id="{91C691F6-95E0-DC9F-2381-6D0D888B2EDA}"/>
              </a:ext>
            </a:extLst>
          </p:cNvPr>
          <p:cNvSpPr/>
          <p:nvPr/>
        </p:nvSpPr>
        <p:spPr>
          <a:xfrm>
            <a:off x="1018468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60" name="组合 59">
            <a:extLst>
              <a:ext uri="{FF2B5EF4-FFF2-40B4-BE49-F238E27FC236}">
                <a16:creationId xmlns:a16="http://schemas.microsoft.com/office/drawing/2014/main" id="{0CE25E42-D1DF-770A-691E-EF88C07377E2}"/>
              </a:ext>
            </a:extLst>
          </p:cNvPr>
          <p:cNvGrpSpPr/>
          <p:nvPr/>
        </p:nvGrpSpPr>
        <p:grpSpPr>
          <a:xfrm>
            <a:off x="10091834" y="4318144"/>
            <a:ext cx="197003" cy="183609"/>
            <a:chOff x="10091983" y="4278794"/>
            <a:chExt cx="197003" cy="183609"/>
          </a:xfrm>
          <a:solidFill>
            <a:srgbClr val="7F8FA9"/>
          </a:solidFill>
        </p:grpSpPr>
        <p:sp>
          <p:nvSpPr>
            <p:cNvPr id="61" name="任意多边形: 形状 60">
              <a:extLst>
                <a:ext uri="{FF2B5EF4-FFF2-40B4-BE49-F238E27FC236}">
                  <a16:creationId xmlns:a16="http://schemas.microsoft.com/office/drawing/2014/main" id="{258DC2E9-778E-474C-48B5-B3EDA755C312}"/>
                </a:ext>
              </a:extLst>
            </p:cNvPr>
            <p:cNvSpPr/>
            <p:nvPr/>
          </p:nvSpPr>
          <p:spPr>
            <a:xfrm>
              <a:off x="10091983" y="4278794"/>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973"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任意多边形: 形状 61">
              <a:extLst>
                <a:ext uri="{FF2B5EF4-FFF2-40B4-BE49-F238E27FC236}">
                  <a16:creationId xmlns:a16="http://schemas.microsoft.com/office/drawing/2014/main" id="{0B1266D5-AF12-F89F-50D2-34421EE1177D}"/>
                </a:ext>
              </a:extLst>
            </p:cNvPr>
            <p:cNvSpPr/>
            <p:nvPr/>
          </p:nvSpPr>
          <p:spPr>
            <a:xfrm>
              <a:off x="10194057" y="4280877"/>
              <a:ext cx="94929" cy="179741"/>
            </a:xfrm>
            <a:custGeom>
              <a:avLst/>
              <a:gdLst>
                <a:gd name="connsiteX0" fmla="*/ 300 w 95888"/>
                <a:gd name="connsiteY0" fmla="*/ 128653 h 181557"/>
                <a:gd name="connsiteX1" fmla="*/ 38776 w 95888"/>
                <a:gd name="connsiteY1" fmla="*/ 0 h 181557"/>
                <a:gd name="connsiteX2" fmla="*/ 67332 w 95888"/>
                <a:gd name="connsiteY2" fmla="*/ 0 h 181557"/>
                <a:gd name="connsiteX3" fmla="*/ 30359 w 95888"/>
                <a:gd name="connsiteY3" fmla="*/ 127150 h 181557"/>
                <a:gd name="connsiteX4" fmla="*/ 95888 w 95888"/>
                <a:gd name="connsiteY4" fmla="*/ 127150 h 181557"/>
                <a:gd name="connsiteX5" fmla="*/ 95888 w 95888"/>
                <a:gd name="connsiteY5" fmla="*/ 153602 h 181557"/>
                <a:gd name="connsiteX6" fmla="*/ 0 w 95888"/>
                <a:gd name="connsiteY6" fmla="*/ 153602 h 181557"/>
                <a:gd name="connsiteX7" fmla="*/ 0 w 95888"/>
                <a:gd name="connsiteY7" fmla="*/ 128653 h 181557"/>
                <a:gd name="connsiteX8" fmla="*/ 57413 w 95888"/>
                <a:gd name="connsiteY8" fmla="*/ 78154 h 181557"/>
                <a:gd name="connsiteX9" fmla="*/ 84166 w 95888"/>
                <a:gd name="connsiteY9" fmla="*/ 78154 h 181557"/>
                <a:gd name="connsiteX10" fmla="*/ 84166 w 95888"/>
                <a:gd name="connsiteY10" fmla="*/ 181557 h 181557"/>
                <a:gd name="connsiteX11" fmla="*/ 57413 w 95888"/>
                <a:gd name="connsiteY11" fmla="*/ 181557 h 181557"/>
                <a:gd name="connsiteX12" fmla="*/ 57413 w 95888"/>
                <a:gd name="connsiteY12" fmla="*/ 78154 h 18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888" h="181557">
                  <a:moveTo>
                    <a:pt x="300" y="128653"/>
                  </a:moveTo>
                  <a:lnTo>
                    <a:pt x="38776" y="0"/>
                  </a:lnTo>
                  <a:lnTo>
                    <a:pt x="67332" y="0"/>
                  </a:lnTo>
                  <a:lnTo>
                    <a:pt x="30359" y="127150"/>
                  </a:lnTo>
                  <a:lnTo>
                    <a:pt x="95888" y="127150"/>
                  </a:lnTo>
                  <a:lnTo>
                    <a:pt x="95888" y="153602"/>
                  </a:lnTo>
                  <a:lnTo>
                    <a:pt x="0" y="153602"/>
                  </a:lnTo>
                  <a:lnTo>
                    <a:pt x="0" y="128653"/>
                  </a:lnTo>
                  <a:close/>
                  <a:moveTo>
                    <a:pt x="57413" y="78154"/>
                  </a:moveTo>
                  <a:lnTo>
                    <a:pt x="84166" y="78154"/>
                  </a:lnTo>
                  <a:lnTo>
                    <a:pt x="84166" y="181557"/>
                  </a:lnTo>
                  <a:lnTo>
                    <a:pt x="57413" y="181557"/>
                  </a:lnTo>
                  <a:lnTo>
                    <a:pt x="57413" y="7815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Tree>
    <p:extLst>
      <p:ext uri="{BB962C8B-B14F-4D97-AF65-F5344CB8AC3E}">
        <p14:creationId xmlns:p14="http://schemas.microsoft.com/office/powerpoint/2010/main" val="27438315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8_自定义版式">
    <p:spTree>
      <p:nvGrpSpPr>
        <p:cNvPr id="1" name=""/>
        <p:cNvGrpSpPr/>
        <p:nvPr/>
      </p:nvGrpSpPr>
      <p:grpSpPr>
        <a:xfrm>
          <a:off x="0" y="0"/>
          <a:ext cx="0" cy="0"/>
          <a:chOff x="0" y="0"/>
          <a:chExt cx="0" cy="0"/>
        </a:xfrm>
      </p:grpSpPr>
      <p:sp>
        <p:nvSpPr>
          <p:cNvPr id="3" name="Freeform 12">
            <a:extLst>
              <a:ext uri="{FF2B5EF4-FFF2-40B4-BE49-F238E27FC236}">
                <a16:creationId xmlns:a16="http://schemas.microsoft.com/office/drawing/2014/main" id="{CF592A97-D7AB-C8C5-D43A-AA0C8FD11C32}"/>
              </a:ext>
            </a:extLst>
          </p:cNvPr>
          <p:cNvSpPr/>
          <p:nvPr/>
        </p:nvSpPr>
        <p:spPr>
          <a:xfrm flipV="1">
            <a:off x="2247900" y="2692400"/>
            <a:ext cx="1988643" cy="1584650"/>
          </a:xfrm>
          <a:custGeom>
            <a:avLst/>
            <a:gdLst/>
            <a:ahLst/>
            <a:cxnLst/>
            <a:rect l="l" t="t" r="r" b="b"/>
            <a:pathLst>
              <a:path w="1988643" h="1584650">
                <a:moveTo>
                  <a:pt x="0" y="0"/>
                </a:moveTo>
                <a:lnTo>
                  <a:pt x="15612" y="0"/>
                </a:lnTo>
                <a:lnTo>
                  <a:pt x="206530" y="69957"/>
                </a:lnTo>
                <a:cubicBezTo>
                  <a:pt x="403556" y="135701"/>
                  <a:pt x="608761" y="191383"/>
                  <a:pt x="820205" y="235353"/>
                </a:cubicBezTo>
                <a:cubicBezTo>
                  <a:pt x="1137374" y="301309"/>
                  <a:pt x="1446066" y="336232"/>
                  <a:pt x="1738956" y="342803"/>
                </a:cubicBezTo>
                <a:lnTo>
                  <a:pt x="1988643" y="340389"/>
                </a:lnTo>
                <a:lnTo>
                  <a:pt x="1988643" y="1244262"/>
                </a:lnTo>
                <a:lnTo>
                  <a:pt x="1738956" y="1241847"/>
                </a:lnTo>
                <a:cubicBezTo>
                  <a:pt x="1446066" y="1248419"/>
                  <a:pt x="1137374" y="1283343"/>
                  <a:pt x="820205" y="1349298"/>
                </a:cubicBezTo>
                <a:cubicBezTo>
                  <a:pt x="608761" y="1393269"/>
                  <a:pt x="403556" y="1448951"/>
                  <a:pt x="206530" y="1514695"/>
                </a:cubicBezTo>
                <a:lnTo>
                  <a:pt x="15615" y="1584650"/>
                </a:lnTo>
                <a:lnTo>
                  <a:pt x="0" y="1584650"/>
                </a:lnTo>
                <a:close/>
              </a:path>
            </a:pathLst>
          </a:custGeom>
          <a:gradFill rotWithShape="1">
            <a:gsLst>
              <a:gs pos="14000">
                <a:srgbClr val="009DD9">
                  <a:alpha val="0"/>
                </a:srgbClr>
              </a:gs>
              <a:gs pos="100000">
                <a:srgbClr val="009DD9">
                  <a:alpha val="18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Freeform 13">
            <a:extLst>
              <a:ext uri="{FF2B5EF4-FFF2-40B4-BE49-F238E27FC236}">
                <a16:creationId xmlns:a16="http://schemas.microsoft.com/office/drawing/2014/main" id="{09662440-0A5B-AB07-961D-01EBEC144AFD}"/>
              </a:ext>
            </a:extLst>
          </p:cNvPr>
          <p:cNvSpPr/>
          <p:nvPr/>
        </p:nvSpPr>
        <p:spPr>
          <a:xfrm flipV="1">
            <a:off x="2768600" y="3937000"/>
            <a:ext cx="1237097" cy="180144"/>
          </a:xfrm>
          <a:custGeom>
            <a:avLst/>
            <a:gdLst/>
            <a:ahLst/>
            <a:cxnLst/>
            <a:rect l="l" t="t" r="r" b="b"/>
            <a:pathLst>
              <a:path w="1237097" h="180144">
                <a:moveTo>
                  <a:pt x="0" y="0"/>
                </a:moveTo>
                <a:lnTo>
                  <a:pt x="304538" y="72694"/>
                </a:lnTo>
                <a:cubicBezTo>
                  <a:pt x="621707" y="138650"/>
                  <a:pt x="930399" y="173572"/>
                  <a:pt x="1223289" y="180144"/>
                </a:cubicBezTo>
                <a:lnTo>
                  <a:pt x="1237097" y="180011"/>
                </a:lnTo>
              </a:path>
            </a:pathLst>
          </a:custGeom>
          <a:noFill/>
          <a:ln w="12700" cap="flat" cmpd="sng">
            <a:gradFill rotWithShape="1">
              <a:gsLst>
                <a:gs pos="0">
                  <a:srgbClr val="26476A">
                    <a:alpha val="0"/>
                  </a:srgbClr>
                </a:gs>
                <a:gs pos="100000">
                  <a:srgbClr val="009DD9">
                    <a:alpha val="100000"/>
                  </a:srgbClr>
                </a:gs>
              </a:gsLst>
              <a:lin ang="0"/>
            </a:gradFill>
            <a:prstDash val="solid"/>
            <a:miter lim="10000000"/>
          </a:ln>
        </p:spPr>
        <p:txBody>
          <a:bodyPr vert="horz" wrap="square" lIns="63500" tIns="63500" rIns="63500" bIns="63500" rtlCol="0" anchor="ctr"/>
          <a:lstStyle/>
          <a:p>
            <a:pPr algn="ctr">
              <a:defRPr/>
            </a:pPr>
            <a:endParaRPr/>
          </a:p>
        </p:txBody>
      </p:sp>
      <p:sp>
        <p:nvSpPr>
          <p:cNvPr id="5" name="AutoShape 14">
            <a:extLst>
              <a:ext uri="{FF2B5EF4-FFF2-40B4-BE49-F238E27FC236}">
                <a16:creationId xmlns:a16="http://schemas.microsoft.com/office/drawing/2014/main" id="{9CBA84F5-8704-3E5B-E294-7E5E6203A430}"/>
              </a:ext>
            </a:extLst>
          </p:cNvPr>
          <p:cNvSpPr/>
          <p:nvPr/>
        </p:nvSpPr>
        <p:spPr>
          <a:xfrm flipV="1">
            <a:off x="3949700" y="3937000"/>
            <a:ext cx="50800" cy="25400"/>
          </a:xfrm>
          <a:prstGeom prst="rtTriangl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5">
            <a:extLst>
              <a:ext uri="{FF2B5EF4-FFF2-40B4-BE49-F238E27FC236}">
                <a16:creationId xmlns:a16="http://schemas.microsoft.com/office/drawing/2014/main" id="{8229EA79-F253-68E1-2784-A711E6727F64}"/>
              </a:ext>
            </a:extLst>
          </p:cNvPr>
          <p:cNvSpPr/>
          <p:nvPr/>
        </p:nvSpPr>
        <p:spPr>
          <a:xfrm>
            <a:off x="2768600" y="2857500"/>
            <a:ext cx="1237097" cy="180144"/>
          </a:xfrm>
          <a:custGeom>
            <a:avLst/>
            <a:gdLst/>
            <a:ahLst/>
            <a:cxnLst/>
            <a:rect l="l" t="t" r="r" b="b"/>
            <a:pathLst>
              <a:path w="1237097" h="180144">
                <a:moveTo>
                  <a:pt x="0" y="0"/>
                </a:moveTo>
                <a:lnTo>
                  <a:pt x="304538" y="72694"/>
                </a:lnTo>
                <a:cubicBezTo>
                  <a:pt x="621707" y="138650"/>
                  <a:pt x="930399" y="173572"/>
                  <a:pt x="1223289" y="180144"/>
                </a:cubicBezTo>
                <a:lnTo>
                  <a:pt x="1237097" y="180011"/>
                </a:lnTo>
              </a:path>
            </a:pathLst>
          </a:custGeom>
          <a:noFill/>
          <a:ln w="12700" cap="flat" cmpd="sng">
            <a:gradFill rotWithShape="1">
              <a:gsLst>
                <a:gs pos="0">
                  <a:srgbClr val="26476A">
                    <a:alpha val="0"/>
                  </a:srgbClr>
                </a:gs>
                <a:gs pos="100000">
                  <a:srgbClr val="009DD9">
                    <a:alpha val="100000"/>
                  </a:srgbClr>
                </a:gs>
              </a:gsLst>
              <a:lin ang="0"/>
            </a:gradFill>
            <a:prstDash val="solid"/>
            <a:miter lim="10000000"/>
          </a:ln>
        </p:spPr>
        <p:txBody>
          <a:bodyPr vert="horz" wrap="square" lIns="63500" tIns="63500" rIns="63500" bIns="63500" rtlCol="0" anchor="ctr"/>
          <a:lstStyle/>
          <a:p>
            <a:pPr algn="ctr">
              <a:defRPr/>
            </a:pPr>
            <a:endParaRPr/>
          </a:p>
        </p:txBody>
      </p:sp>
      <p:sp>
        <p:nvSpPr>
          <p:cNvPr id="7" name="AutoShape 16">
            <a:extLst>
              <a:ext uri="{FF2B5EF4-FFF2-40B4-BE49-F238E27FC236}">
                <a16:creationId xmlns:a16="http://schemas.microsoft.com/office/drawing/2014/main" id="{E30811D6-CE8A-4FED-9B6A-53BA68A83E1A}"/>
              </a:ext>
            </a:extLst>
          </p:cNvPr>
          <p:cNvSpPr/>
          <p:nvPr/>
        </p:nvSpPr>
        <p:spPr>
          <a:xfrm>
            <a:off x="3949700" y="2997200"/>
            <a:ext cx="50800" cy="25400"/>
          </a:xfrm>
          <a:prstGeom prst="rtTriangl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7">
            <a:extLst>
              <a:ext uri="{FF2B5EF4-FFF2-40B4-BE49-F238E27FC236}">
                <a16:creationId xmlns:a16="http://schemas.microsoft.com/office/drawing/2014/main" id="{E4957663-A4AE-AF4C-276E-9A9711191270}"/>
              </a:ext>
            </a:extLst>
          </p:cNvPr>
          <p:cNvSpPr/>
          <p:nvPr/>
        </p:nvSpPr>
        <p:spPr>
          <a:xfrm>
            <a:off x="1104900" y="2622717"/>
            <a:ext cx="1663700" cy="1663700"/>
          </a:xfrm>
          <a:prstGeom prst="ellipse">
            <a:avLst/>
          </a:prstGeom>
          <a:solidFill>
            <a:srgbClr val="26476A">
              <a:alpha val="99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8">
            <a:extLst>
              <a:ext uri="{FF2B5EF4-FFF2-40B4-BE49-F238E27FC236}">
                <a16:creationId xmlns:a16="http://schemas.microsoft.com/office/drawing/2014/main" id="{22F6AB51-8E2E-6B02-14C8-CB9971561DCF}"/>
              </a:ext>
            </a:extLst>
          </p:cNvPr>
          <p:cNvCxnSpPr/>
          <p:nvPr/>
        </p:nvCxnSpPr>
        <p:spPr>
          <a:xfrm rot="3">
            <a:off x="2857500" y="3479801"/>
            <a:ext cx="965284"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sp>
        <p:nvSpPr>
          <p:cNvPr id="10" name="AutoShape 19">
            <a:extLst>
              <a:ext uri="{FF2B5EF4-FFF2-40B4-BE49-F238E27FC236}">
                <a16:creationId xmlns:a16="http://schemas.microsoft.com/office/drawing/2014/main" id="{4B8764D4-8F75-DE49-ABA5-27FC02CBDAFE}"/>
              </a:ext>
            </a:extLst>
          </p:cNvPr>
          <p:cNvSpPr/>
          <p:nvPr/>
        </p:nvSpPr>
        <p:spPr>
          <a:xfrm>
            <a:off x="3924300" y="2971800"/>
            <a:ext cx="1028700" cy="1028700"/>
          </a:xfrm>
          <a:prstGeom prst="ellipse">
            <a:avLst/>
          </a:prstGeom>
          <a:solidFill>
            <a:srgbClr val="26476A">
              <a:alpha val="99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1" name="Connector 20">
            <a:extLst>
              <a:ext uri="{FF2B5EF4-FFF2-40B4-BE49-F238E27FC236}">
                <a16:creationId xmlns:a16="http://schemas.microsoft.com/office/drawing/2014/main" id="{1E9472CD-A1B0-8AA2-B603-253C322A9E74}"/>
              </a:ext>
            </a:extLst>
          </p:cNvPr>
          <p:cNvCxnSpPr/>
          <p:nvPr/>
        </p:nvCxnSpPr>
        <p:spPr>
          <a:xfrm rot="2686695">
            <a:off x="4910715" y="4019580"/>
            <a:ext cx="960929"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cxnSp>
        <p:nvCxnSpPr>
          <p:cNvPr id="12" name="Connector 21">
            <a:extLst>
              <a:ext uri="{FF2B5EF4-FFF2-40B4-BE49-F238E27FC236}">
                <a16:creationId xmlns:a16="http://schemas.microsoft.com/office/drawing/2014/main" id="{8E8F842B-AE6F-B5D0-F146-6D69B9414423}"/>
              </a:ext>
            </a:extLst>
          </p:cNvPr>
          <p:cNvCxnSpPr/>
          <p:nvPr/>
        </p:nvCxnSpPr>
        <p:spPr>
          <a:xfrm rot="-2777559">
            <a:off x="4910715" y="2952720"/>
            <a:ext cx="960929"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cxnSp>
        <p:nvCxnSpPr>
          <p:cNvPr id="13" name="Connector 22">
            <a:extLst>
              <a:ext uri="{FF2B5EF4-FFF2-40B4-BE49-F238E27FC236}">
                <a16:creationId xmlns:a16="http://schemas.microsoft.com/office/drawing/2014/main" id="{D82605B7-70EA-0A5E-E02D-09395ED82F3D}"/>
              </a:ext>
            </a:extLst>
          </p:cNvPr>
          <p:cNvCxnSpPr/>
          <p:nvPr/>
        </p:nvCxnSpPr>
        <p:spPr>
          <a:xfrm rot="3">
            <a:off x="4914900" y="3479801"/>
            <a:ext cx="965284"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sp>
        <p:nvSpPr>
          <p:cNvPr id="14" name="Freeform 23">
            <a:extLst>
              <a:ext uri="{FF2B5EF4-FFF2-40B4-BE49-F238E27FC236}">
                <a16:creationId xmlns:a16="http://schemas.microsoft.com/office/drawing/2014/main" id="{99D7602F-7C29-2E5D-6EC9-DFD1CFA12DE6}"/>
              </a:ext>
            </a:extLst>
          </p:cNvPr>
          <p:cNvSpPr/>
          <p:nvPr/>
        </p:nvSpPr>
        <p:spPr>
          <a:xfrm>
            <a:off x="1511300" y="3352800"/>
            <a:ext cx="826714" cy="474627"/>
          </a:xfrm>
          <a:custGeom>
            <a:avLst/>
            <a:gdLst/>
            <a:ahLst/>
            <a:cxnLst/>
            <a:rect l="l" t="t" r="r" b="b"/>
            <a:pathLst>
              <a:path w="826714" h="474627">
                <a:moveTo>
                  <a:pt x="724886" y="70763"/>
                </a:moveTo>
                <a:lnTo>
                  <a:pt x="414219" y="291680"/>
                </a:lnTo>
                <a:lnTo>
                  <a:pt x="101829" y="70763"/>
                </a:lnTo>
                <a:lnTo>
                  <a:pt x="0" y="0"/>
                </a:lnTo>
                <a:lnTo>
                  <a:pt x="0" y="474627"/>
                </a:lnTo>
                <a:lnTo>
                  <a:pt x="826714" y="474627"/>
                </a:lnTo>
                <a:lnTo>
                  <a:pt x="826714" y="0"/>
                </a:lnTo>
                <a:lnTo>
                  <a:pt x="724886" y="70763"/>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Freeform 24">
            <a:extLst>
              <a:ext uri="{FF2B5EF4-FFF2-40B4-BE49-F238E27FC236}">
                <a16:creationId xmlns:a16="http://schemas.microsoft.com/office/drawing/2014/main" id="{056E914F-9C96-5CFB-6446-F94D55A16602}"/>
              </a:ext>
            </a:extLst>
          </p:cNvPr>
          <p:cNvSpPr/>
          <p:nvPr/>
        </p:nvSpPr>
        <p:spPr>
          <a:xfrm>
            <a:off x="1600200" y="3136900"/>
            <a:ext cx="671382" cy="476353"/>
          </a:xfrm>
          <a:custGeom>
            <a:avLst/>
            <a:gdLst/>
            <a:ahLst/>
            <a:cxnLst/>
            <a:rect l="l" t="t" r="r" b="b"/>
            <a:pathLst>
              <a:path w="671382" h="476353">
                <a:moveTo>
                  <a:pt x="8952" y="248662"/>
                </a:moveTo>
                <a:cubicBezTo>
                  <a:pt x="322264" y="470361"/>
                  <a:pt x="322264" y="470361"/>
                  <a:pt x="322264" y="470361"/>
                </a:cubicBezTo>
                <a:cubicBezTo>
                  <a:pt x="325247" y="473357"/>
                  <a:pt x="331215" y="476353"/>
                  <a:pt x="337182" y="476353"/>
                </a:cubicBezTo>
                <a:cubicBezTo>
                  <a:pt x="340167" y="476353"/>
                  <a:pt x="346135" y="473357"/>
                  <a:pt x="349119" y="470361"/>
                </a:cubicBezTo>
                <a:cubicBezTo>
                  <a:pt x="662431" y="248662"/>
                  <a:pt x="662431" y="248662"/>
                  <a:pt x="662431" y="248662"/>
                </a:cubicBezTo>
                <a:cubicBezTo>
                  <a:pt x="668398" y="242670"/>
                  <a:pt x="671382" y="236678"/>
                  <a:pt x="671382" y="227691"/>
                </a:cubicBezTo>
                <a:cubicBezTo>
                  <a:pt x="671382" y="23967"/>
                  <a:pt x="671382" y="23967"/>
                  <a:pt x="671382" y="23967"/>
                </a:cubicBezTo>
                <a:cubicBezTo>
                  <a:pt x="671382" y="8988"/>
                  <a:pt x="659446" y="0"/>
                  <a:pt x="647511" y="0"/>
                </a:cubicBezTo>
                <a:cubicBezTo>
                  <a:pt x="23871" y="0"/>
                  <a:pt x="23871" y="0"/>
                  <a:pt x="23871" y="0"/>
                </a:cubicBezTo>
                <a:cubicBezTo>
                  <a:pt x="11935" y="0"/>
                  <a:pt x="0" y="8988"/>
                  <a:pt x="0" y="23967"/>
                </a:cubicBezTo>
                <a:cubicBezTo>
                  <a:pt x="0" y="227691"/>
                  <a:pt x="0" y="227691"/>
                  <a:pt x="0" y="227691"/>
                </a:cubicBezTo>
                <a:cubicBezTo>
                  <a:pt x="0" y="236678"/>
                  <a:pt x="2984" y="242670"/>
                  <a:pt x="8952" y="248662"/>
                </a:cubicBezTo>
                <a:close/>
                <a:moveTo>
                  <a:pt x="47743" y="47935"/>
                </a:moveTo>
                <a:cubicBezTo>
                  <a:pt x="623640" y="47935"/>
                  <a:pt x="623640" y="47935"/>
                  <a:pt x="623640" y="47935"/>
                </a:cubicBezTo>
                <a:cubicBezTo>
                  <a:pt x="623640" y="215707"/>
                  <a:pt x="623640" y="215707"/>
                  <a:pt x="623640" y="215707"/>
                </a:cubicBezTo>
                <a:cubicBezTo>
                  <a:pt x="337182" y="422426"/>
                  <a:pt x="337182" y="422426"/>
                  <a:pt x="337182" y="422426"/>
                </a:cubicBezTo>
                <a:cubicBezTo>
                  <a:pt x="47743" y="215707"/>
                  <a:pt x="47743" y="215707"/>
                  <a:pt x="47743" y="215707"/>
                </a:cubicBezTo>
                <a:lnTo>
                  <a:pt x="47743" y="4793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Freeform 25">
            <a:extLst>
              <a:ext uri="{FF2B5EF4-FFF2-40B4-BE49-F238E27FC236}">
                <a16:creationId xmlns:a16="http://schemas.microsoft.com/office/drawing/2014/main" id="{C4E73E7B-3582-FC1F-14B0-1F02E9BE5F52}"/>
              </a:ext>
            </a:extLst>
          </p:cNvPr>
          <p:cNvSpPr/>
          <p:nvPr/>
        </p:nvSpPr>
        <p:spPr>
          <a:xfrm>
            <a:off x="1714500" y="3238500"/>
            <a:ext cx="417671" cy="55228"/>
          </a:xfrm>
          <a:custGeom>
            <a:avLst/>
            <a:gdLst/>
            <a:ahLst/>
            <a:cxnLst/>
            <a:rect l="l" t="t" r="r" b="b"/>
            <a:pathLst>
              <a:path w="417671" h="55228">
                <a:moveTo>
                  <a:pt x="26850" y="55228"/>
                </a:moveTo>
                <a:cubicBezTo>
                  <a:pt x="390821" y="55228"/>
                  <a:pt x="390821" y="55228"/>
                  <a:pt x="390821" y="55228"/>
                </a:cubicBezTo>
                <a:cubicBezTo>
                  <a:pt x="405737" y="55228"/>
                  <a:pt x="417671" y="42956"/>
                  <a:pt x="417671" y="27615"/>
                </a:cubicBezTo>
                <a:cubicBezTo>
                  <a:pt x="417671" y="12273"/>
                  <a:pt x="405737" y="0"/>
                  <a:pt x="390821" y="0"/>
                </a:cubicBezTo>
                <a:cubicBezTo>
                  <a:pt x="26850" y="0"/>
                  <a:pt x="26850" y="0"/>
                  <a:pt x="26850" y="0"/>
                </a:cubicBezTo>
                <a:cubicBezTo>
                  <a:pt x="11933" y="0"/>
                  <a:pt x="0" y="12273"/>
                  <a:pt x="0" y="27615"/>
                </a:cubicBezTo>
                <a:cubicBezTo>
                  <a:pt x="0" y="42956"/>
                  <a:pt x="11933" y="55228"/>
                  <a:pt x="26850" y="552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Freeform 26">
            <a:extLst>
              <a:ext uri="{FF2B5EF4-FFF2-40B4-BE49-F238E27FC236}">
                <a16:creationId xmlns:a16="http://schemas.microsoft.com/office/drawing/2014/main" id="{7D4FAC02-FEAB-31EE-CAC3-64A1B99A9115}"/>
              </a:ext>
            </a:extLst>
          </p:cNvPr>
          <p:cNvSpPr/>
          <p:nvPr/>
        </p:nvSpPr>
        <p:spPr>
          <a:xfrm>
            <a:off x="1714500" y="3327400"/>
            <a:ext cx="417671" cy="53504"/>
          </a:xfrm>
          <a:custGeom>
            <a:avLst/>
            <a:gdLst/>
            <a:ahLst/>
            <a:cxnLst/>
            <a:rect l="l" t="t" r="r" b="b"/>
            <a:pathLst>
              <a:path w="417671" h="53504">
                <a:moveTo>
                  <a:pt x="417671" y="26753"/>
                </a:moveTo>
                <a:cubicBezTo>
                  <a:pt x="417671" y="11890"/>
                  <a:pt x="405737" y="0"/>
                  <a:pt x="390821" y="0"/>
                </a:cubicBezTo>
                <a:cubicBezTo>
                  <a:pt x="26850" y="0"/>
                  <a:pt x="26850" y="0"/>
                  <a:pt x="26850" y="0"/>
                </a:cubicBezTo>
                <a:cubicBezTo>
                  <a:pt x="11933" y="0"/>
                  <a:pt x="0" y="11890"/>
                  <a:pt x="0" y="26753"/>
                </a:cubicBezTo>
                <a:cubicBezTo>
                  <a:pt x="0" y="41614"/>
                  <a:pt x="11933" y="53504"/>
                  <a:pt x="26850" y="53504"/>
                </a:cubicBezTo>
                <a:cubicBezTo>
                  <a:pt x="390821" y="53504"/>
                  <a:pt x="390821" y="53504"/>
                  <a:pt x="390821" y="53504"/>
                </a:cubicBezTo>
                <a:cubicBezTo>
                  <a:pt x="405737" y="53504"/>
                  <a:pt x="417671" y="41614"/>
                  <a:pt x="417671" y="2675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Freeform 27">
            <a:extLst>
              <a:ext uri="{FF2B5EF4-FFF2-40B4-BE49-F238E27FC236}">
                <a16:creationId xmlns:a16="http://schemas.microsoft.com/office/drawing/2014/main" id="{FB3EA725-74B5-2254-4A32-9188761D2340}"/>
              </a:ext>
            </a:extLst>
          </p:cNvPr>
          <p:cNvSpPr/>
          <p:nvPr/>
        </p:nvSpPr>
        <p:spPr>
          <a:xfrm>
            <a:off x="4254500" y="3289300"/>
            <a:ext cx="366394" cy="389293"/>
          </a:xfrm>
          <a:custGeom>
            <a:avLst/>
            <a:gdLst/>
            <a:ahLst/>
            <a:cxnLst/>
            <a:rect l="l" t="t" r="r" b="b"/>
            <a:pathLst>
              <a:path w="366394" h="389293">
                <a:moveTo>
                  <a:pt x="308755" y="90150"/>
                </a:moveTo>
                <a:cubicBezTo>
                  <a:pt x="341696" y="118843"/>
                  <a:pt x="366394" y="163918"/>
                  <a:pt x="366394" y="217193"/>
                </a:cubicBezTo>
                <a:cubicBezTo>
                  <a:pt x="366394" y="258159"/>
                  <a:pt x="349923" y="299143"/>
                  <a:pt x="321104" y="327817"/>
                </a:cubicBezTo>
                <a:cubicBezTo>
                  <a:pt x="193493" y="217193"/>
                  <a:pt x="193493" y="217193"/>
                  <a:pt x="193493" y="217193"/>
                </a:cubicBezTo>
                <a:cubicBezTo>
                  <a:pt x="308755" y="90150"/>
                  <a:pt x="308755" y="90150"/>
                  <a:pt x="308755" y="90150"/>
                </a:cubicBezTo>
                <a:close/>
                <a:moveTo>
                  <a:pt x="312877" y="340126"/>
                </a:moveTo>
                <a:cubicBezTo>
                  <a:pt x="304650" y="348309"/>
                  <a:pt x="296407" y="356509"/>
                  <a:pt x="284057" y="360601"/>
                </a:cubicBezTo>
                <a:cubicBezTo>
                  <a:pt x="304650" y="331926"/>
                  <a:pt x="304650" y="331926"/>
                  <a:pt x="304650" y="331926"/>
                </a:cubicBezTo>
                <a:cubicBezTo>
                  <a:pt x="312877" y="340126"/>
                  <a:pt x="312877" y="340126"/>
                  <a:pt x="312877" y="340126"/>
                </a:cubicBezTo>
                <a:close/>
                <a:moveTo>
                  <a:pt x="263482" y="377002"/>
                </a:moveTo>
                <a:cubicBezTo>
                  <a:pt x="296407" y="323726"/>
                  <a:pt x="296407" y="323726"/>
                  <a:pt x="296407" y="323726"/>
                </a:cubicBezTo>
                <a:cubicBezTo>
                  <a:pt x="288180" y="315525"/>
                  <a:pt x="288180" y="315525"/>
                  <a:pt x="288180" y="315525"/>
                </a:cubicBezTo>
                <a:cubicBezTo>
                  <a:pt x="247011" y="385202"/>
                  <a:pt x="247011" y="385202"/>
                  <a:pt x="247011" y="385202"/>
                </a:cubicBezTo>
                <a:cubicBezTo>
                  <a:pt x="251116" y="381093"/>
                  <a:pt x="259359" y="377002"/>
                  <a:pt x="263482" y="377002"/>
                </a:cubicBezTo>
                <a:close/>
                <a:moveTo>
                  <a:pt x="238766" y="372910"/>
                </a:moveTo>
                <a:cubicBezTo>
                  <a:pt x="275830" y="307344"/>
                  <a:pt x="275830" y="307344"/>
                  <a:pt x="275830" y="307344"/>
                </a:cubicBezTo>
                <a:cubicBezTo>
                  <a:pt x="267586" y="303234"/>
                  <a:pt x="267586" y="303234"/>
                  <a:pt x="267586" y="303234"/>
                </a:cubicBezTo>
                <a:cubicBezTo>
                  <a:pt x="234662" y="360601"/>
                  <a:pt x="234662" y="360601"/>
                  <a:pt x="234662" y="360601"/>
                </a:cubicBezTo>
                <a:cubicBezTo>
                  <a:pt x="238766" y="372910"/>
                  <a:pt x="238766" y="372910"/>
                  <a:pt x="238766" y="372910"/>
                </a:cubicBezTo>
                <a:close/>
                <a:moveTo>
                  <a:pt x="230539" y="344218"/>
                </a:moveTo>
                <a:cubicBezTo>
                  <a:pt x="259359" y="295051"/>
                  <a:pt x="259359" y="295051"/>
                  <a:pt x="259359" y="295051"/>
                </a:cubicBezTo>
                <a:cubicBezTo>
                  <a:pt x="251116" y="286851"/>
                  <a:pt x="251116" y="286851"/>
                  <a:pt x="251116" y="286851"/>
                </a:cubicBezTo>
                <a:cubicBezTo>
                  <a:pt x="226418" y="331926"/>
                  <a:pt x="226418" y="331926"/>
                  <a:pt x="226418" y="331926"/>
                </a:cubicBezTo>
                <a:cubicBezTo>
                  <a:pt x="230539" y="344218"/>
                  <a:pt x="230539" y="344218"/>
                  <a:pt x="230539" y="344218"/>
                </a:cubicBezTo>
                <a:close/>
                <a:moveTo>
                  <a:pt x="218191" y="319635"/>
                </a:moveTo>
                <a:cubicBezTo>
                  <a:pt x="242889" y="278651"/>
                  <a:pt x="242889" y="278651"/>
                  <a:pt x="242889" y="278651"/>
                </a:cubicBezTo>
                <a:cubicBezTo>
                  <a:pt x="234662" y="270450"/>
                  <a:pt x="234662" y="270450"/>
                  <a:pt x="234662" y="270450"/>
                </a:cubicBezTo>
                <a:cubicBezTo>
                  <a:pt x="214069" y="307344"/>
                  <a:pt x="214069" y="307344"/>
                  <a:pt x="214069" y="307344"/>
                </a:cubicBezTo>
                <a:cubicBezTo>
                  <a:pt x="218191" y="319635"/>
                  <a:pt x="218191" y="319635"/>
                  <a:pt x="218191" y="319635"/>
                </a:cubicBezTo>
                <a:close/>
                <a:moveTo>
                  <a:pt x="209964" y="290943"/>
                </a:moveTo>
                <a:cubicBezTo>
                  <a:pt x="226418" y="262268"/>
                  <a:pt x="226418" y="262268"/>
                  <a:pt x="226418" y="262268"/>
                </a:cubicBezTo>
                <a:cubicBezTo>
                  <a:pt x="218191" y="254067"/>
                  <a:pt x="218191" y="254067"/>
                  <a:pt x="218191" y="254067"/>
                </a:cubicBezTo>
                <a:cubicBezTo>
                  <a:pt x="205842" y="278651"/>
                  <a:pt x="205842" y="278651"/>
                  <a:pt x="205842" y="278651"/>
                </a:cubicBezTo>
                <a:cubicBezTo>
                  <a:pt x="209964" y="290943"/>
                  <a:pt x="209964" y="290943"/>
                  <a:pt x="209964" y="290943"/>
                </a:cubicBezTo>
                <a:close/>
                <a:moveTo>
                  <a:pt x="197598" y="266360"/>
                </a:moveTo>
                <a:cubicBezTo>
                  <a:pt x="209964" y="249959"/>
                  <a:pt x="209964" y="249959"/>
                  <a:pt x="209964" y="249959"/>
                </a:cubicBezTo>
                <a:cubicBezTo>
                  <a:pt x="201720" y="241776"/>
                  <a:pt x="201720" y="241776"/>
                  <a:pt x="201720" y="241776"/>
                </a:cubicBezTo>
                <a:cubicBezTo>
                  <a:pt x="193493" y="249959"/>
                  <a:pt x="193493" y="249959"/>
                  <a:pt x="193493" y="249959"/>
                </a:cubicBezTo>
                <a:cubicBezTo>
                  <a:pt x="197598" y="266360"/>
                  <a:pt x="197598" y="266360"/>
                  <a:pt x="197598" y="266360"/>
                </a:cubicBezTo>
                <a:close/>
                <a:moveTo>
                  <a:pt x="189371" y="237667"/>
                </a:moveTo>
                <a:cubicBezTo>
                  <a:pt x="185250" y="225375"/>
                  <a:pt x="185250" y="225375"/>
                  <a:pt x="185250" y="225375"/>
                </a:cubicBezTo>
                <a:cubicBezTo>
                  <a:pt x="193493" y="233576"/>
                  <a:pt x="193493" y="233576"/>
                  <a:pt x="193493" y="233576"/>
                </a:cubicBezTo>
                <a:cubicBezTo>
                  <a:pt x="189371" y="237667"/>
                  <a:pt x="189371" y="237667"/>
                  <a:pt x="189371" y="237667"/>
                </a:cubicBezTo>
                <a:close/>
                <a:moveTo>
                  <a:pt x="242889" y="69658"/>
                </a:moveTo>
                <a:cubicBezTo>
                  <a:pt x="168796" y="221285"/>
                  <a:pt x="168796" y="221285"/>
                  <a:pt x="168796" y="221285"/>
                </a:cubicBezTo>
                <a:cubicBezTo>
                  <a:pt x="168796" y="221285"/>
                  <a:pt x="156430" y="114733"/>
                  <a:pt x="148203" y="53275"/>
                </a:cubicBezTo>
                <a:cubicBezTo>
                  <a:pt x="65866" y="61476"/>
                  <a:pt x="0" y="135226"/>
                  <a:pt x="0" y="221285"/>
                </a:cubicBezTo>
                <a:cubicBezTo>
                  <a:pt x="0" y="315525"/>
                  <a:pt x="74110" y="389293"/>
                  <a:pt x="168796" y="389293"/>
                </a:cubicBezTo>
                <a:cubicBezTo>
                  <a:pt x="189371" y="389293"/>
                  <a:pt x="209964" y="385202"/>
                  <a:pt x="226418" y="381093"/>
                </a:cubicBezTo>
                <a:cubicBezTo>
                  <a:pt x="168796" y="221285"/>
                  <a:pt x="168796" y="221285"/>
                  <a:pt x="168796" y="221285"/>
                </a:cubicBezTo>
                <a:cubicBezTo>
                  <a:pt x="279935" y="94242"/>
                  <a:pt x="279935" y="94242"/>
                  <a:pt x="279935" y="94242"/>
                </a:cubicBezTo>
                <a:cubicBezTo>
                  <a:pt x="271709" y="81949"/>
                  <a:pt x="259359" y="73768"/>
                  <a:pt x="242889" y="69658"/>
                </a:cubicBezTo>
                <a:close/>
                <a:moveTo>
                  <a:pt x="177023" y="0"/>
                </a:moveTo>
                <a:cubicBezTo>
                  <a:pt x="168796" y="0"/>
                  <a:pt x="164673" y="0"/>
                  <a:pt x="156430" y="0"/>
                </a:cubicBezTo>
                <a:cubicBezTo>
                  <a:pt x="164673" y="61476"/>
                  <a:pt x="177023" y="168008"/>
                  <a:pt x="177023" y="168008"/>
                </a:cubicBezTo>
                <a:cubicBezTo>
                  <a:pt x="251116" y="16383"/>
                  <a:pt x="251116" y="16383"/>
                  <a:pt x="251116" y="16383"/>
                </a:cubicBezTo>
                <a:cubicBezTo>
                  <a:pt x="230539" y="4091"/>
                  <a:pt x="201720" y="0"/>
                  <a:pt x="177023"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16849387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
        <p:nvSpPr>
          <p:cNvPr id="36" name="矩形 1"/>
          <p:cNvSpPr/>
          <p:nvPr/>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13261790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_标题幻灯片">
    <p:spTree>
      <p:nvGrpSpPr>
        <p:cNvPr id="1" name=""/>
        <p:cNvGrpSpPr/>
        <p:nvPr/>
      </p:nvGrpSpPr>
      <p:grpSpPr>
        <a:xfrm>
          <a:off x="0" y="0"/>
          <a:ext cx="0" cy="0"/>
          <a:chOff x="0" y="0"/>
          <a:chExt cx="0" cy="0"/>
        </a:xfrm>
      </p:grpSpPr>
      <p:sp>
        <p:nvSpPr>
          <p:cNvPr id="28" name="矩形: 圆角 27"/>
          <p:cNvSpPr/>
          <p:nvPr/>
        </p:nvSpPr>
        <p:spPr>
          <a:xfrm>
            <a:off x="1804988" y="1238249"/>
            <a:ext cx="8582025" cy="4381502"/>
          </a:xfrm>
          <a:prstGeom prst="roundRect">
            <a:avLst>
              <a:gd name="adj" fmla="val 10270"/>
            </a:avLst>
          </a:prstGeom>
          <a:solidFill>
            <a:srgbClr val="083B5E"/>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182400029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grpSp>
        <p:nvGrpSpPr>
          <p:cNvPr id="11" name="组合 10"/>
          <p:cNvGrpSpPr/>
          <p:nvPr/>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9742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cxnSp>
        <p:nvCxnSpPr>
          <p:cNvPr id="3" name="Connector 16">
            <a:extLst>
              <a:ext uri="{FF2B5EF4-FFF2-40B4-BE49-F238E27FC236}">
                <a16:creationId xmlns:a16="http://schemas.microsoft.com/office/drawing/2014/main" id="{2BA872FF-D57A-E66F-A590-0DD2972C1AD3}"/>
              </a:ext>
            </a:extLst>
          </p:cNvPr>
          <p:cNvCxnSpPr/>
          <p:nvPr/>
        </p:nvCxnSpPr>
        <p:spPr>
          <a:xfrm rot="10739157">
            <a:off x="25018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cxnSp>
        <p:nvCxnSpPr>
          <p:cNvPr id="4" name="Connector 17">
            <a:extLst>
              <a:ext uri="{FF2B5EF4-FFF2-40B4-BE49-F238E27FC236}">
                <a16:creationId xmlns:a16="http://schemas.microsoft.com/office/drawing/2014/main" id="{B72F5999-8D01-F5EB-4497-20EED7FFC857}"/>
              </a:ext>
            </a:extLst>
          </p:cNvPr>
          <p:cNvCxnSpPr/>
          <p:nvPr/>
        </p:nvCxnSpPr>
        <p:spPr>
          <a:xfrm rot="10739157">
            <a:off x="82803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5" name="AutoShape 18">
            <a:extLst>
              <a:ext uri="{FF2B5EF4-FFF2-40B4-BE49-F238E27FC236}">
                <a16:creationId xmlns:a16="http://schemas.microsoft.com/office/drawing/2014/main" id="{DB27A922-6DC8-7216-5DBF-0CE92AB2F1D4}"/>
              </a:ext>
            </a:extLst>
          </p:cNvPr>
          <p:cNvSpPr/>
          <p:nvPr/>
        </p:nvSpPr>
        <p:spPr>
          <a:xfrm>
            <a:off x="2794000" y="2616200"/>
            <a:ext cx="6604000" cy="11049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endParaRPr lang="en-US" sz="1100" dirty="0"/>
          </a:p>
        </p:txBody>
      </p:sp>
      <p:sp>
        <p:nvSpPr>
          <p:cNvPr id="8" name="AutoShape 21">
            <a:extLst>
              <a:ext uri="{FF2B5EF4-FFF2-40B4-BE49-F238E27FC236}">
                <a16:creationId xmlns:a16="http://schemas.microsoft.com/office/drawing/2014/main" id="{A376A097-1993-C3DF-435B-74D640349EF8}"/>
              </a:ext>
            </a:extLst>
          </p:cNvPr>
          <p:cNvSpPr/>
          <p:nvPr/>
        </p:nvSpPr>
        <p:spPr>
          <a:xfrm>
            <a:off x="4648200" y="4584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0" name="AutoShape 23">
            <a:extLst>
              <a:ext uri="{FF2B5EF4-FFF2-40B4-BE49-F238E27FC236}">
                <a16:creationId xmlns:a16="http://schemas.microsoft.com/office/drawing/2014/main" id="{ECAE423B-7C55-6B5A-1BD9-8BA7DBCAA443}"/>
              </a:ext>
            </a:extLst>
          </p:cNvPr>
          <p:cNvSpPr/>
          <p:nvPr/>
        </p:nvSpPr>
        <p:spPr>
          <a:xfrm>
            <a:off x="4648200" y="5029200"/>
            <a:ext cx="4064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2" name="AutoShape 25">
            <a:extLst>
              <a:ext uri="{FF2B5EF4-FFF2-40B4-BE49-F238E27FC236}">
                <a16:creationId xmlns:a16="http://schemas.microsoft.com/office/drawing/2014/main" id="{8CEA0E75-24CC-3010-F5C4-BC9963791E7F}"/>
              </a:ext>
            </a:extLst>
          </p:cNvPr>
          <p:cNvSpPr/>
          <p:nvPr/>
        </p:nvSpPr>
        <p:spPr>
          <a:xfrm>
            <a:off x="4648200" y="5473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Tree>
    <p:extLst>
      <p:ext uri="{BB962C8B-B14F-4D97-AF65-F5344CB8AC3E}">
        <p14:creationId xmlns:p14="http://schemas.microsoft.com/office/powerpoint/2010/main" val="50916015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1413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51939722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32620474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287190874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167817189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150083391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218106385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305765829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128611199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120339663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DA860E43-ED1B-00AC-09F7-33B5922AF3D9}"/>
              </a:ext>
            </a:extLst>
          </p:cNvPr>
          <p:cNvSpPr/>
          <p:nvPr/>
        </p:nvSpPr>
        <p:spPr>
          <a:xfrm>
            <a:off x="643783"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4A66AC"/>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 name="任意多边形: 形状 4">
            <a:extLst>
              <a:ext uri="{FF2B5EF4-FFF2-40B4-BE49-F238E27FC236}">
                <a16:creationId xmlns:a16="http://schemas.microsoft.com/office/drawing/2014/main" id="{7D12B520-2826-BB4F-561F-129162B2E170}"/>
              </a:ext>
            </a:extLst>
          </p:cNvPr>
          <p:cNvSpPr/>
          <p:nvPr/>
        </p:nvSpPr>
        <p:spPr>
          <a:xfrm>
            <a:off x="905957"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6"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任意多边形: 形状 5">
            <a:extLst>
              <a:ext uri="{FF2B5EF4-FFF2-40B4-BE49-F238E27FC236}">
                <a16:creationId xmlns:a16="http://schemas.microsoft.com/office/drawing/2014/main" id="{DEFC6D69-7F05-C197-585C-14BDD85A7225}"/>
              </a:ext>
            </a:extLst>
          </p:cNvPr>
          <p:cNvSpPr/>
          <p:nvPr/>
        </p:nvSpPr>
        <p:spPr>
          <a:xfrm>
            <a:off x="1212469" y="1835203"/>
            <a:ext cx="1588512" cy="1588512"/>
          </a:xfrm>
          <a:custGeom>
            <a:avLst/>
            <a:gdLst>
              <a:gd name="connsiteX0" fmla="*/ 1604559 w 1604558"/>
              <a:gd name="connsiteY0" fmla="*/ 802279 h 1604558"/>
              <a:gd name="connsiteX1" fmla="*/ 1541434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4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7" y="1015699"/>
                  <a:pt x="1541434"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4" y="394376"/>
                  <a:pt x="1541434" y="489965"/>
                </a:cubicBezTo>
                <a:cubicBezTo>
                  <a:pt x="1583517" y="588859"/>
                  <a:pt x="1604559" y="693766"/>
                  <a:pt x="1604559" y="802279"/>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任意多边形: 形状 6">
            <a:extLst>
              <a:ext uri="{FF2B5EF4-FFF2-40B4-BE49-F238E27FC236}">
                <a16:creationId xmlns:a16="http://schemas.microsoft.com/office/drawing/2014/main" id="{73233544-E976-4A04-CC6D-21218A20525B}"/>
              </a:ext>
            </a:extLst>
          </p:cNvPr>
          <p:cNvSpPr/>
          <p:nvPr/>
        </p:nvSpPr>
        <p:spPr>
          <a:xfrm>
            <a:off x="1278236"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任意多边形: 形状 7">
            <a:extLst>
              <a:ext uri="{FF2B5EF4-FFF2-40B4-BE49-F238E27FC236}">
                <a16:creationId xmlns:a16="http://schemas.microsoft.com/office/drawing/2014/main" id="{85C9BFD3-4439-442F-8F2C-EEB5822766BB}"/>
              </a:ext>
            </a:extLst>
          </p:cNvPr>
          <p:cNvSpPr/>
          <p:nvPr/>
        </p:nvSpPr>
        <p:spPr>
          <a:xfrm>
            <a:off x="1348466"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4" y="1330419"/>
                  <a:pt x="665209" y="1330419"/>
                </a:cubicBezTo>
                <a:cubicBezTo>
                  <a:pt x="297824" y="1330419"/>
                  <a:pt x="0" y="1032594"/>
                  <a:pt x="0" y="665209"/>
                </a:cubicBezTo>
                <a:cubicBezTo>
                  <a:pt x="0" y="297824"/>
                  <a:pt x="297825" y="0"/>
                  <a:pt x="665209" y="0"/>
                </a:cubicBezTo>
                <a:cubicBezTo>
                  <a:pt x="1032595" y="0"/>
                  <a:pt x="1330419" y="297825"/>
                  <a:pt x="1330419" y="665209"/>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任意多边形: 形状 11">
            <a:extLst>
              <a:ext uri="{FF2B5EF4-FFF2-40B4-BE49-F238E27FC236}">
                <a16:creationId xmlns:a16="http://schemas.microsoft.com/office/drawing/2014/main" id="{1C8FC0D6-8B8E-7B31-BC07-8485F6D3A0FC}"/>
              </a:ext>
            </a:extLst>
          </p:cNvPr>
          <p:cNvSpPr/>
          <p:nvPr/>
        </p:nvSpPr>
        <p:spPr>
          <a:xfrm>
            <a:off x="1754671" y="2377107"/>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1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702"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702"/>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102" y="98294"/>
                  <a:pt x="476738" y="125347"/>
                  <a:pt x="489664" y="155706"/>
                </a:cubicBezTo>
                <a:cubicBezTo>
                  <a:pt x="502890" y="186968"/>
                  <a:pt x="509803" y="2203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任意多边形: 形状 12">
            <a:extLst>
              <a:ext uri="{FF2B5EF4-FFF2-40B4-BE49-F238E27FC236}">
                <a16:creationId xmlns:a16="http://schemas.microsoft.com/office/drawing/2014/main" id="{BD789A7F-7A61-413E-0559-AAC5FC27D680}"/>
              </a:ext>
            </a:extLst>
          </p:cNvPr>
          <p:cNvSpPr/>
          <p:nvPr/>
        </p:nvSpPr>
        <p:spPr>
          <a:xfrm>
            <a:off x="1775503"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任意多边形: 形状 13">
            <a:extLst>
              <a:ext uri="{FF2B5EF4-FFF2-40B4-BE49-F238E27FC236}">
                <a16:creationId xmlns:a16="http://schemas.microsoft.com/office/drawing/2014/main" id="{19603979-132A-72BF-8E58-614097E2CFDB}"/>
              </a:ext>
            </a:extLst>
          </p:cNvPr>
          <p:cNvSpPr/>
          <p:nvPr/>
        </p:nvSpPr>
        <p:spPr>
          <a:xfrm>
            <a:off x="2007022" y="2696758"/>
            <a:ext cx="45719" cy="1098984"/>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15" name="组合 14">
            <a:extLst>
              <a:ext uri="{FF2B5EF4-FFF2-40B4-BE49-F238E27FC236}">
                <a16:creationId xmlns:a16="http://schemas.microsoft.com/office/drawing/2014/main" id="{086D8103-DA63-0A6B-FB4D-69AE3078790E}"/>
              </a:ext>
            </a:extLst>
          </p:cNvPr>
          <p:cNvGrpSpPr/>
          <p:nvPr/>
        </p:nvGrpSpPr>
        <p:grpSpPr>
          <a:xfrm>
            <a:off x="1928909" y="2525666"/>
            <a:ext cx="150281" cy="183609"/>
            <a:chOff x="1934918" y="4278943"/>
            <a:chExt cx="150281" cy="183609"/>
          </a:xfrm>
          <a:solidFill>
            <a:srgbClr val="4A66AC"/>
          </a:solidFill>
        </p:grpSpPr>
        <p:sp>
          <p:nvSpPr>
            <p:cNvPr id="16" name="任意多边形: 形状 15">
              <a:extLst>
                <a:ext uri="{FF2B5EF4-FFF2-40B4-BE49-F238E27FC236}">
                  <a16:creationId xmlns:a16="http://schemas.microsoft.com/office/drawing/2014/main" id="{3DD5FD44-075E-1AE7-8660-768993B5112B}"/>
                </a:ext>
              </a:extLst>
            </p:cNvPr>
            <p:cNvSpPr/>
            <p:nvPr/>
          </p:nvSpPr>
          <p:spPr>
            <a:xfrm>
              <a:off x="1934918" y="4278943"/>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504 h 185464"/>
                <a:gd name="connsiteX12" fmla="*/ 55309 w 82362"/>
                <a:gd name="connsiteY12" fmla="*/ 142480 h 185464"/>
                <a:gd name="connsiteX13" fmla="*/ 55309 w 82362"/>
                <a:gd name="connsiteY13" fmla="*/ 42684 h 185464"/>
                <a:gd name="connsiteX14" fmla="*/ 51702 w 82362"/>
                <a:gd name="connsiteY14" fmla="*/ 30660 h 185464"/>
                <a:gd name="connsiteX15" fmla="*/ 41482 w 82362"/>
                <a:gd name="connsiteY15" fmla="*/ 26452 h 185464"/>
                <a:gd name="connsiteX16" fmla="*/ 31261 w 82362"/>
                <a:gd name="connsiteY16" fmla="*/ 30660 h 185464"/>
                <a:gd name="connsiteX17" fmla="*/ 27654 w 82362"/>
                <a:gd name="connsiteY17" fmla="*/ 42684 h 185464"/>
                <a:gd name="connsiteX18" fmla="*/ 27654 w 82362"/>
                <a:gd name="connsiteY18" fmla="*/ 142480 h 185464"/>
                <a:gd name="connsiteX19" fmla="*/ 31261 w 82362"/>
                <a:gd name="connsiteY19" fmla="*/ 154504 h 185464"/>
                <a:gd name="connsiteX20" fmla="*/ 41482 w 82362"/>
                <a:gd name="connsiteY20" fmla="*/ 158712 h 185464"/>
                <a:gd name="connsiteX21" fmla="*/ 51702 w 82362"/>
                <a:gd name="connsiteY21" fmla="*/ 154504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504"/>
                  </a:moveTo>
                  <a:cubicBezTo>
                    <a:pt x="54107" y="151799"/>
                    <a:pt x="55309" y="147590"/>
                    <a:pt x="55309" y="142480"/>
                  </a:cubicBezTo>
                  <a:lnTo>
                    <a:pt x="55309" y="42684"/>
                  </a:lnTo>
                  <a:cubicBezTo>
                    <a:pt x="55309" y="37574"/>
                    <a:pt x="54107" y="33666"/>
                    <a:pt x="51702" y="30660"/>
                  </a:cubicBezTo>
                  <a:cubicBezTo>
                    <a:pt x="49297" y="27654"/>
                    <a:pt x="45990" y="26452"/>
                    <a:pt x="41482" y="26452"/>
                  </a:cubicBezTo>
                  <a:cubicBezTo>
                    <a:pt x="37273" y="26452"/>
                    <a:pt x="33666" y="27955"/>
                    <a:pt x="31261" y="30660"/>
                  </a:cubicBezTo>
                  <a:cubicBezTo>
                    <a:pt x="28857" y="33366"/>
                    <a:pt x="27654" y="37574"/>
                    <a:pt x="27654" y="42684"/>
                  </a:cubicBezTo>
                  <a:lnTo>
                    <a:pt x="27654" y="142480"/>
                  </a:lnTo>
                  <a:cubicBezTo>
                    <a:pt x="27654" y="147590"/>
                    <a:pt x="28857" y="151498"/>
                    <a:pt x="31261" y="154504"/>
                  </a:cubicBezTo>
                  <a:cubicBezTo>
                    <a:pt x="33666" y="157209"/>
                    <a:pt x="36973" y="158712"/>
                    <a:pt x="41482" y="158712"/>
                  </a:cubicBezTo>
                  <a:cubicBezTo>
                    <a:pt x="45690" y="159013"/>
                    <a:pt x="49297" y="157510"/>
                    <a:pt x="51702" y="154504"/>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任意多边形: 形状 16">
              <a:extLst>
                <a:ext uri="{FF2B5EF4-FFF2-40B4-BE49-F238E27FC236}">
                  <a16:creationId xmlns:a16="http://schemas.microsoft.com/office/drawing/2014/main" id="{225C3615-D927-8449-4793-6FF8292DC0DD}"/>
                </a:ext>
              </a:extLst>
            </p:cNvPr>
            <p:cNvSpPr/>
            <p:nvPr/>
          </p:nvSpPr>
          <p:spPr>
            <a:xfrm>
              <a:off x="2032824" y="4281027"/>
              <a:ext cx="52375" cy="179443"/>
            </a:xfrm>
            <a:custGeom>
              <a:avLst/>
              <a:gdLst>
                <a:gd name="connsiteX0" fmla="*/ 52604 w 52904"/>
                <a:gd name="connsiteY0" fmla="*/ 181257 h 181256"/>
                <a:gd name="connsiteX1" fmla="*/ 25250 w 52904"/>
                <a:gd name="connsiteY1" fmla="*/ 181257 h 181256"/>
                <a:gd name="connsiteX2" fmla="*/ 25250 w 52904"/>
                <a:gd name="connsiteY2" fmla="*/ 29759 h 181256"/>
                <a:gd name="connsiteX3" fmla="*/ 0 w 52904"/>
                <a:gd name="connsiteY3" fmla="*/ 43886 h 181256"/>
                <a:gd name="connsiteX4" fmla="*/ 0 w 52904"/>
                <a:gd name="connsiteY4" fmla="*/ 14729 h 181256"/>
                <a:gd name="connsiteX5" fmla="*/ 24047 w 52904"/>
                <a:gd name="connsiteY5" fmla="*/ 0 h 181256"/>
                <a:gd name="connsiteX6" fmla="*/ 52904 w 52904"/>
                <a:gd name="connsiteY6" fmla="*/ 0 h 181256"/>
                <a:gd name="connsiteX7" fmla="*/ 52604 w 52904"/>
                <a:gd name="connsiteY7" fmla="*/ 181257 h 1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04" h="181256">
                  <a:moveTo>
                    <a:pt x="52604" y="181257"/>
                  </a:moveTo>
                  <a:lnTo>
                    <a:pt x="25250" y="181257"/>
                  </a:lnTo>
                  <a:lnTo>
                    <a:pt x="25250" y="29759"/>
                  </a:lnTo>
                  <a:lnTo>
                    <a:pt x="0" y="43886"/>
                  </a:lnTo>
                  <a:lnTo>
                    <a:pt x="0" y="14729"/>
                  </a:lnTo>
                  <a:lnTo>
                    <a:pt x="24047" y="0"/>
                  </a:lnTo>
                  <a:lnTo>
                    <a:pt x="52904" y="0"/>
                  </a:lnTo>
                  <a:lnTo>
                    <a:pt x="52604" y="181257"/>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18" name="任意多边形: 形状 17">
            <a:extLst>
              <a:ext uri="{FF2B5EF4-FFF2-40B4-BE49-F238E27FC236}">
                <a16:creationId xmlns:a16="http://schemas.microsoft.com/office/drawing/2014/main" id="{67D73C5D-CB7E-1358-906F-337C7EAC1EB4}"/>
              </a:ext>
            </a:extLst>
          </p:cNvPr>
          <p:cNvSpPr/>
          <p:nvPr/>
        </p:nvSpPr>
        <p:spPr>
          <a:xfrm>
            <a:off x="3369669"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629DD1"/>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9" name="任意多边形: 形状 18">
            <a:extLst>
              <a:ext uri="{FF2B5EF4-FFF2-40B4-BE49-F238E27FC236}">
                <a16:creationId xmlns:a16="http://schemas.microsoft.com/office/drawing/2014/main" id="{EDCB7D54-0AC6-F481-B609-D4B29F768289}"/>
              </a:ext>
            </a:extLst>
          </p:cNvPr>
          <p:cNvSpPr/>
          <p:nvPr/>
        </p:nvSpPr>
        <p:spPr>
          <a:xfrm>
            <a:off x="3631842" y="1528394"/>
            <a:ext cx="2202135" cy="2202135"/>
          </a:xfrm>
          <a:custGeom>
            <a:avLst/>
            <a:gdLst>
              <a:gd name="connsiteX0" fmla="*/ 1112189 w 2224378"/>
              <a:gd name="connsiteY0" fmla="*/ 2224379 h 2224378"/>
              <a:gd name="connsiteX1" fmla="*/ 679337 w 2224378"/>
              <a:gd name="connsiteY1" fmla="*/ 2136907 h 2224378"/>
              <a:gd name="connsiteX2" fmla="*/ 325842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2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2"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2"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7"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0" name="任意多边形: 形状 19">
            <a:extLst>
              <a:ext uri="{FF2B5EF4-FFF2-40B4-BE49-F238E27FC236}">
                <a16:creationId xmlns:a16="http://schemas.microsoft.com/office/drawing/2014/main" id="{9E6E2F26-F7D1-3767-1004-D03D3563A168}"/>
              </a:ext>
            </a:extLst>
          </p:cNvPr>
          <p:cNvSpPr/>
          <p:nvPr/>
        </p:nvSpPr>
        <p:spPr>
          <a:xfrm>
            <a:off x="3938356"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1" name="任意多边形: 形状 20">
            <a:extLst>
              <a:ext uri="{FF2B5EF4-FFF2-40B4-BE49-F238E27FC236}">
                <a16:creationId xmlns:a16="http://schemas.microsoft.com/office/drawing/2014/main" id="{0E4279DA-57FD-B4BC-B7ED-EFF893C6F486}"/>
              </a:ext>
            </a:extLst>
          </p:cNvPr>
          <p:cNvSpPr/>
          <p:nvPr/>
        </p:nvSpPr>
        <p:spPr>
          <a:xfrm>
            <a:off x="4004121"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2" name="任意多边形: 形状 21">
            <a:extLst>
              <a:ext uri="{FF2B5EF4-FFF2-40B4-BE49-F238E27FC236}">
                <a16:creationId xmlns:a16="http://schemas.microsoft.com/office/drawing/2014/main" id="{5973DB5B-1C83-FFE5-2044-4233AE3FE185}"/>
              </a:ext>
            </a:extLst>
          </p:cNvPr>
          <p:cNvSpPr/>
          <p:nvPr/>
        </p:nvSpPr>
        <p:spPr>
          <a:xfrm>
            <a:off x="4074352"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5" y="1330419"/>
                  <a:pt x="0" y="1032594"/>
                  <a:pt x="0" y="665209"/>
                </a:cubicBezTo>
                <a:cubicBezTo>
                  <a:pt x="0" y="297824"/>
                  <a:pt x="297824" y="0"/>
                  <a:pt x="665209" y="0"/>
                </a:cubicBezTo>
                <a:cubicBezTo>
                  <a:pt x="1032594"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3" name="任意多边形: 形状 22">
            <a:extLst>
              <a:ext uri="{FF2B5EF4-FFF2-40B4-BE49-F238E27FC236}">
                <a16:creationId xmlns:a16="http://schemas.microsoft.com/office/drawing/2014/main" id="{72C275AC-068D-4D86-E259-2E8E04E18603}"/>
              </a:ext>
            </a:extLst>
          </p:cNvPr>
          <p:cNvSpPr/>
          <p:nvPr/>
        </p:nvSpPr>
        <p:spPr>
          <a:xfrm>
            <a:off x="4091314" y="1987865"/>
            <a:ext cx="1283189" cy="1283189"/>
          </a:xfrm>
          <a:custGeom>
            <a:avLst/>
            <a:gdLst>
              <a:gd name="connsiteX0" fmla="*/ 1296151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1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1" y="648076"/>
                </a:moveTo>
                <a:cubicBezTo>
                  <a:pt x="1296151" y="1005998"/>
                  <a:pt x="1005998" y="1296151"/>
                  <a:pt x="648076" y="1296151"/>
                </a:cubicBezTo>
                <a:cubicBezTo>
                  <a:pt x="290153" y="1296151"/>
                  <a:pt x="0" y="1005998"/>
                  <a:pt x="0" y="648076"/>
                </a:cubicBezTo>
                <a:cubicBezTo>
                  <a:pt x="0" y="290153"/>
                  <a:pt x="290154" y="0"/>
                  <a:pt x="648076" y="0"/>
                </a:cubicBezTo>
                <a:cubicBezTo>
                  <a:pt x="1005998" y="0"/>
                  <a:pt x="1296151" y="290153"/>
                  <a:pt x="1296151"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任意多边形: 形状 26">
            <a:extLst>
              <a:ext uri="{FF2B5EF4-FFF2-40B4-BE49-F238E27FC236}">
                <a16:creationId xmlns:a16="http://schemas.microsoft.com/office/drawing/2014/main" id="{9232D63A-61C6-796A-3331-3C0799AF34A7}"/>
              </a:ext>
            </a:extLst>
          </p:cNvPr>
          <p:cNvSpPr/>
          <p:nvPr/>
        </p:nvSpPr>
        <p:spPr>
          <a:xfrm>
            <a:off x="4480557"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6"/>
                </a:cubicBezTo>
                <a:cubicBezTo>
                  <a:pt x="502890" y="186968"/>
                  <a:pt x="509804" y="2203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任意多边形: 形状 27">
            <a:extLst>
              <a:ext uri="{FF2B5EF4-FFF2-40B4-BE49-F238E27FC236}">
                <a16:creationId xmlns:a16="http://schemas.microsoft.com/office/drawing/2014/main" id="{30F4E02F-6049-0242-1BFD-3EA924704079}"/>
              </a:ext>
            </a:extLst>
          </p:cNvPr>
          <p:cNvSpPr/>
          <p:nvPr/>
        </p:nvSpPr>
        <p:spPr>
          <a:xfrm>
            <a:off x="4501388"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任意多边形: 形状 28">
            <a:extLst>
              <a:ext uri="{FF2B5EF4-FFF2-40B4-BE49-F238E27FC236}">
                <a16:creationId xmlns:a16="http://schemas.microsoft.com/office/drawing/2014/main" id="{BF6190C8-ED85-68BB-E9CB-FF590004463B}"/>
              </a:ext>
            </a:extLst>
          </p:cNvPr>
          <p:cNvSpPr/>
          <p:nvPr/>
        </p:nvSpPr>
        <p:spPr>
          <a:xfrm>
            <a:off x="4732909" y="2696758"/>
            <a:ext cx="45719" cy="1098984"/>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30" name="组合 29">
            <a:extLst>
              <a:ext uri="{FF2B5EF4-FFF2-40B4-BE49-F238E27FC236}">
                <a16:creationId xmlns:a16="http://schemas.microsoft.com/office/drawing/2014/main" id="{E2FC2D28-E7C9-3B9E-AEA7-4A0386164E56}"/>
              </a:ext>
            </a:extLst>
          </p:cNvPr>
          <p:cNvGrpSpPr/>
          <p:nvPr/>
        </p:nvGrpSpPr>
        <p:grpSpPr>
          <a:xfrm>
            <a:off x="4639765" y="2525665"/>
            <a:ext cx="185693" cy="183909"/>
            <a:chOff x="4644122" y="4278641"/>
            <a:chExt cx="185693" cy="183909"/>
          </a:xfrm>
          <a:solidFill>
            <a:srgbClr val="629DD1"/>
          </a:solidFill>
        </p:grpSpPr>
        <p:sp>
          <p:nvSpPr>
            <p:cNvPr id="31" name="任意多边形: 形状 30">
              <a:extLst>
                <a:ext uri="{FF2B5EF4-FFF2-40B4-BE49-F238E27FC236}">
                  <a16:creationId xmlns:a16="http://schemas.microsoft.com/office/drawing/2014/main" id="{B995F5EE-2DAA-6510-65AF-F9233E780A96}"/>
                </a:ext>
              </a:extLst>
            </p:cNvPr>
            <p:cNvSpPr/>
            <p:nvPr/>
          </p:nvSpPr>
          <p:spPr>
            <a:xfrm>
              <a:off x="4644122" y="4278941"/>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805 h 185464"/>
                <a:gd name="connsiteX12" fmla="*/ 55309 w 82362"/>
                <a:gd name="connsiteY12" fmla="*/ 142781 h 185464"/>
                <a:gd name="connsiteX13" fmla="*/ 55309 w 82362"/>
                <a:gd name="connsiteY13" fmla="*/ 42984 h 185464"/>
                <a:gd name="connsiteX14" fmla="*/ 51702 w 82362"/>
                <a:gd name="connsiteY14" fmla="*/ 30961 h 185464"/>
                <a:gd name="connsiteX15" fmla="*/ 41482 w 82362"/>
                <a:gd name="connsiteY15" fmla="*/ 26752 h 185464"/>
                <a:gd name="connsiteX16" fmla="*/ 31262 w 82362"/>
                <a:gd name="connsiteY16" fmla="*/ 30961 h 185464"/>
                <a:gd name="connsiteX17" fmla="*/ 27655 w 82362"/>
                <a:gd name="connsiteY17" fmla="*/ 42984 h 185464"/>
                <a:gd name="connsiteX18" fmla="*/ 27655 w 82362"/>
                <a:gd name="connsiteY18" fmla="*/ 142781 h 185464"/>
                <a:gd name="connsiteX19" fmla="*/ 31262 w 82362"/>
                <a:gd name="connsiteY19" fmla="*/ 154805 h 185464"/>
                <a:gd name="connsiteX20" fmla="*/ 41482 w 82362"/>
                <a:gd name="connsiteY20" fmla="*/ 159013 h 185464"/>
                <a:gd name="connsiteX21" fmla="*/ 51702 w 82362"/>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805"/>
                  </a:moveTo>
                  <a:cubicBezTo>
                    <a:pt x="54107" y="152099"/>
                    <a:pt x="55309" y="147891"/>
                    <a:pt x="55309" y="142781"/>
                  </a:cubicBezTo>
                  <a:lnTo>
                    <a:pt x="55309" y="42984"/>
                  </a:lnTo>
                  <a:cubicBezTo>
                    <a:pt x="55309" y="37874"/>
                    <a:pt x="54107" y="33967"/>
                    <a:pt x="51702" y="30961"/>
                  </a:cubicBezTo>
                  <a:cubicBezTo>
                    <a:pt x="49297" y="28255"/>
                    <a:pt x="45991" y="26752"/>
                    <a:pt x="41482" y="26752"/>
                  </a:cubicBezTo>
                  <a:cubicBezTo>
                    <a:pt x="37273" y="26752"/>
                    <a:pt x="33666" y="28255"/>
                    <a:pt x="31262" y="30961"/>
                  </a:cubicBezTo>
                  <a:cubicBezTo>
                    <a:pt x="28857" y="33666"/>
                    <a:pt x="27655" y="37874"/>
                    <a:pt x="27655" y="42984"/>
                  </a:cubicBezTo>
                  <a:lnTo>
                    <a:pt x="27655" y="142781"/>
                  </a:lnTo>
                  <a:cubicBezTo>
                    <a:pt x="27655" y="147891"/>
                    <a:pt x="28857" y="151799"/>
                    <a:pt x="31262" y="154805"/>
                  </a:cubicBezTo>
                  <a:cubicBezTo>
                    <a:pt x="33666" y="157510"/>
                    <a:pt x="36973" y="159013"/>
                    <a:pt x="41482" y="159013"/>
                  </a:cubicBezTo>
                  <a:cubicBezTo>
                    <a:pt x="45690" y="159013"/>
                    <a:pt x="49297" y="157510"/>
                    <a:pt x="51702"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2" name="任意多边形: 形状 31">
              <a:extLst>
                <a:ext uri="{FF2B5EF4-FFF2-40B4-BE49-F238E27FC236}">
                  <a16:creationId xmlns:a16="http://schemas.microsoft.com/office/drawing/2014/main" id="{49B4A910-DFE2-6410-D7DB-CC03029F7E8B}"/>
                </a:ext>
              </a:extLst>
            </p:cNvPr>
            <p:cNvSpPr/>
            <p:nvPr/>
          </p:nvSpPr>
          <p:spPr>
            <a:xfrm>
              <a:off x="4746789" y="4278641"/>
              <a:ext cx="83026" cy="180931"/>
            </a:xfrm>
            <a:custGeom>
              <a:avLst/>
              <a:gdLst>
                <a:gd name="connsiteX0" fmla="*/ 902 w 83865"/>
                <a:gd name="connsiteY0" fmla="*/ 159314 h 182759"/>
                <a:gd name="connsiteX1" fmla="*/ 39678 w 83865"/>
                <a:gd name="connsiteY1" fmla="*/ 91380 h 182759"/>
                <a:gd name="connsiteX2" fmla="*/ 52003 w 83865"/>
                <a:gd name="connsiteY2" fmla="*/ 65529 h 182759"/>
                <a:gd name="connsiteX3" fmla="*/ 55910 w 83865"/>
                <a:gd name="connsiteY3" fmla="*/ 45089 h 182759"/>
                <a:gd name="connsiteX4" fmla="*/ 55910 w 83865"/>
                <a:gd name="connsiteY4" fmla="*/ 43887 h 182759"/>
                <a:gd name="connsiteX5" fmla="*/ 52604 w 83865"/>
                <a:gd name="connsiteY5" fmla="*/ 31262 h 182759"/>
                <a:gd name="connsiteX6" fmla="*/ 42985 w 83865"/>
                <a:gd name="connsiteY6" fmla="*/ 27053 h 182759"/>
                <a:gd name="connsiteX7" fmla="*/ 31562 w 83865"/>
                <a:gd name="connsiteY7" fmla="*/ 32464 h 182759"/>
                <a:gd name="connsiteX8" fmla="*/ 27955 w 83865"/>
                <a:gd name="connsiteY8" fmla="*/ 49297 h 182759"/>
                <a:gd name="connsiteX9" fmla="*/ 27955 w 83865"/>
                <a:gd name="connsiteY9" fmla="*/ 52904 h 182759"/>
                <a:gd name="connsiteX10" fmla="*/ 0 w 83865"/>
                <a:gd name="connsiteY10" fmla="*/ 52904 h 182759"/>
                <a:gd name="connsiteX11" fmla="*/ 0 w 83865"/>
                <a:gd name="connsiteY11" fmla="*/ 49297 h 182759"/>
                <a:gd name="connsiteX12" fmla="*/ 4809 w 83865"/>
                <a:gd name="connsiteY12" fmla="*/ 21943 h 182759"/>
                <a:gd name="connsiteX13" fmla="*/ 18637 w 83865"/>
                <a:gd name="connsiteY13" fmla="*/ 5411 h 182759"/>
                <a:gd name="connsiteX14" fmla="*/ 41782 w 83865"/>
                <a:gd name="connsiteY14" fmla="*/ 0 h 182759"/>
                <a:gd name="connsiteX15" fmla="*/ 64928 w 83865"/>
                <a:gd name="connsiteY15" fmla="*/ 4810 h 182759"/>
                <a:gd name="connsiteX16" fmla="*/ 79056 w 83865"/>
                <a:gd name="connsiteY16" fmla="*/ 19238 h 182759"/>
                <a:gd name="connsiteX17" fmla="*/ 83865 w 83865"/>
                <a:gd name="connsiteY17" fmla="*/ 43285 h 182759"/>
                <a:gd name="connsiteX18" fmla="*/ 83865 w 83865"/>
                <a:gd name="connsiteY18" fmla="*/ 44488 h 182759"/>
                <a:gd name="connsiteX19" fmla="*/ 79356 w 83865"/>
                <a:gd name="connsiteY19" fmla="*/ 68235 h 182759"/>
                <a:gd name="connsiteX20" fmla="*/ 66130 w 83865"/>
                <a:gd name="connsiteY20" fmla="*/ 97692 h 182759"/>
                <a:gd name="connsiteX21" fmla="*/ 34568 w 83865"/>
                <a:gd name="connsiteY21" fmla="*/ 156308 h 182759"/>
                <a:gd name="connsiteX22" fmla="*/ 83264 w 83865"/>
                <a:gd name="connsiteY22" fmla="*/ 156308 h 182759"/>
                <a:gd name="connsiteX23" fmla="*/ 83264 w 83865"/>
                <a:gd name="connsiteY23" fmla="*/ 182760 h 182759"/>
                <a:gd name="connsiteX24" fmla="*/ 601 w 83865"/>
                <a:gd name="connsiteY24" fmla="*/ 182760 h 182759"/>
                <a:gd name="connsiteX25" fmla="*/ 902 w 83865"/>
                <a:gd name="connsiteY25" fmla="*/ 159314 h 182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865" h="182759">
                  <a:moveTo>
                    <a:pt x="902" y="159314"/>
                  </a:moveTo>
                  <a:lnTo>
                    <a:pt x="39678" y="91380"/>
                  </a:lnTo>
                  <a:cubicBezTo>
                    <a:pt x="45089" y="81761"/>
                    <a:pt x="49297" y="73344"/>
                    <a:pt x="52003" y="65529"/>
                  </a:cubicBezTo>
                  <a:cubicBezTo>
                    <a:pt x="54708" y="57714"/>
                    <a:pt x="55910" y="51101"/>
                    <a:pt x="55910" y="45089"/>
                  </a:cubicBezTo>
                  <a:lnTo>
                    <a:pt x="55910" y="43887"/>
                  </a:lnTo>
                  <a:cubicBezTo>
                    <a:pt x="55910" y="38175"/>
                    <a:pt x="54708" y="34268"/>
                    <a:pt x="52604" y="31262"/>
                  </a:cubicBezTo>
                  <a:cubicBezTo>
                    <a:pt x="50500" y="28256"/>
                    <a:pt x="47193" y="27053"/>
                    <a:pt x="42985" y="27053"/>
                  </a:cubicBezTo>
                  <a:cubicBezTo>
                    <a:pt x="37874" y="27053"/>
                    <a:pt x="33967" y="28857"/>
                    <a:pt x="31562" y="32464"/>
                  </a:cubicBezTo>
                  <a:cubicBezTo>
                    <a:pt x="29158" y="36071"/>
                    <a:pt x="27955" y="41782"/>
                    <a:pt x="27955" y="49297"/>
                  </a:cubicBezTo>
                  <a:lnTo>
                    <a:pt x="27955" y="52904"/>
                  </a:lnTo>
                  <a:lnTo>
                    <a:pt x="0" y="52904"/>
                  </a:lnTo>
                  <a:lnTo>
                    <a:pt x="0" y="49297"/>
                  </a:lnTo>
                  <a:cubicBezTo>
                    <a:pt x="0" y="38175"/>
                    <a:pt x="1803" y="29158"/>
                    <a:pt x="4809" y="21943"/>
                  </a:cubicBezTo>
                  <a:cubicBezTo>
                    <a:pt x="7815" y="14729"/>
                    <a:pt x="12625" y="9319"/>
                    <a:pt x="18637" y="5411"/>
                  </a:cubicBezTo>
                  <a:cubicBezTo>
                    <a:pt x="24949" y="1804"/>
                    <a:pt x="32464" y="0"/>
                    <a:pt x="41782" y="0"/>
                  </a:cubicBezTo>
                  <a:cubicBezTo>
                    <a:pt x="51101" y="0"/>
                    <a:pt x="58916" y="1503"/>
                    <a:pt x="64928" y="4810"/>
                  </a:cubicBezTo>
                  <a:cubicBezTo>
                    <a:pt x="71240" y="8116"/>
                    <a:pt x="75749" y="12926"/>
                    <a:pt x="79056" y="19238"/>
                  </a:cubicBezTo>
                  <a:cubicBezTo>
                    <a:pt x="82062" y="25550"/>
                    <a:pt x="83865" y="33666"/>
                    <a:pt x="83865" y="43285"/>
                  </a:cubicBezTo>
                  <a:lnTo>
                    <a:pt x="83865" y="44488"/>
                  </a:lnTo>
                  <a:cubicBezTo>
                    <a:pt x="83865" y="51401"/>
                    <a:pt x="82362" y="59517"/>
                    <a:pt x="79356" y="68235"/>
                  </a:cubicBezTo>
                  <a:cubicBezTo>
                    <a:pt x="76350" y="77252"/>
                    <a:pt x="72142" y="86871"/>
                    <a:pt x="66130" y="97692"/>
                  </a:cubicBezTo>
                  <a:lnTo>
                    <a:pt x="34568" y="156308"/>
                  </a:lnTo>
                  <a:lnTo>
                    <a:pt x="83264" y="156308"/>
                  </a:lnTo>
                  <a:lnTo>
                    <a:pt x="83264" y="182760"/>
                  </a:lnTo>
                  <a:lnTo>
                    <a:pt x="601" y="182760"/>
                  </a:lnTo>
                  <a:lnTo>
                    <a:pt x="902" y="15931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33" name="任意多边形: 形状 32">
            <a:extLst>
              <a:ext uri="{FF2B5EF4-FFF2-40B4-BE49-F238E27FC236}">
                <a16:creationId xmlns:a16="http://schemas.microsoft.com/office/drawing/2014/main" id="{FFEB4AD7-9D2F-E682-0590-87785EDDD71C}"/>
              </a:ext>
            </a:extLst>
          </p:cNvPr>
          <p:cNvSpPr/>
          <p:nvPr/>
        </p:nvSpPr>
        <p:spPr>
          <a:xfrm>
            <a:off x="6095555"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297FD5"/>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4" name="任意多边形: 形状 33">
            <a:extLst>
              <a:ext uri="{FF2B5EF4-FFF2-40B4-BE49-F238E27FC236}">
                <a16:creationId xmlns:a16="http://schemas.microsoft.com/office/drawing/2014/main" id="{8C18EA7A-C350-C4E1-72F4-F6FCA46B881C}"/>
              </a:ext>
            </a:extLst>
          </p:cNvPr>
          <p:cNvSpPr/>
          <p:nvPr/>
        </p:nvSpPr>
        <p:spPr>
          <a:xfrm>
            <a:off x="6357728"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任意多边形: 形状 34">
            <a:extLst>
              <a:ext uri="{FF2B5EF4-FFF2-40B4-BE49-F238E27FC236}">
                <a16:creationId xmlns:a16="http://schemas.microsoft.com/office/drawing/2014/main" id="{BB14EFAC-9602-2D20-3904-353DA35B85EC}"/>
              </a:ext>
            </a:extLst>
          </p:cNvPr>
          <p:cNvSpPr/>
          <p:nvPr/>
        </p:nvSpPr>
        <p:spPr>
          <a:xfrm>
            <a:off x="6664242"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6" name="任意多边形: 形状 35">
            <a:extLst>
              <a:ext uri="{FF2B5EF4-FFF2-40B4-BE49-F238E27FC236}">
                <a16:creationId xmlns:a16="http://schemas.microsoft.com/office/drawing/2014/main" id="{84DA30B7-0FD0-C036-52B2-B1EFF8CDD1E3}"/>
              </a:ext>
            </a:extLst>
          </p:cNvPr>
          <p:cNvSpPr/>
          <p:nvPr/>
        </p:nvSpPr>
        <p:spPr>
          <a:xfrm>
            <a:off x="6730008"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任意多边形: 形状 36">
            <a:extLst>
              <a:ext uri="{FF2B5EF4-FFF2-40B4-BE49-F238E27FC236}">
                <a16:creationId xmlns:a16="http://schemas.microsoft.com/office/drawing/2014/main" id="{EE0B83AC-A0BC-9F4D-3AAE-57CE1D4D0708}"/>
              </a:ext>
            </a:extLst>
          </p:cNvPr>
          <p:cNvSpPr/>
          <p:nvPr/>
        </p:nvSpPr>
        <p:spPr>
          <a:xfrm>
            <a:off x="6800237"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8" name="任意多边形: 形状 37">
            <a:extLst>
              <a:ext uri="{FF2B5EF4-FFF2-40B4-BE49-F238E27FC236}">
                <a16:creationId xmlns:a16="http://schemas.microsoft.com/office/drawing/2014/main" id="{63957C6C-6DBA-CCD0-DA3D-B37EB41C020C}"/>
              </a:ext>
            </a:extLst>
          </p:cNvPr>
          <p:cNvSpPr/>
          <p:nvPr/>
        </p:nvSpPr>
        <p:spPr>
          <a:xfrm>
            <a:off x="6817201"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任意多边形: 形状 41">
            <a:extLst>
              <a:ext uri="{FF2B5EF4-FFF2-40B4-BE49-F238E27FC236}">
                <a16:creationId xmlns:a16="http://schemas.microsoft.com/office/drawing/2014/main" id="{5125F069-1DA9-CE63-79EB-80965A6F726E}"/>
              </a:ext>
            </a:extLst>
          </p:cNvPr>
          <p:cNvSpPr/>
          <p:nvPr/>
        </p:nvSpPr>
        <p:spPr>
          <a:xfrm>
            <a:off x="7206442"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任意多边形: 形状 42">
            <a:extLst>
              <a:ext uri="{FF2B5EF4-FFF2-40B4-BE49-F238E27FC236}">
                <a16:creationId xmlns:a16="http://schemas.microsoft.com/office/drawing/2014/main" id="{8DB8CDD4-3E02-A6D2-A786-B163901EB5A0}"/>
              </a:ext>
            </a:extLst>
          </p:cNvPr>
          <p:cNvSpPr/>
          <p:nvPr/>
        </p:nvSpPr>
        <p:spPr>
          <a:xfrm>
            <a:off x="7227274"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任意多边形: 形状 43">
            <a:extLst>
              <a:ext uri="{FF2B5EF4-FFF2-40B4-BE49-F238E27FC236}">
                <a16:creationId xmlns:a16="http://schemas.microsoft.com/office/drawing/2014/main" id="{EDFCFD1C-03E8-53EB-B836-2EDCD956A2B8}"/>
              </a:ext>
            </a:extLst>
          </p:cNvPr>
          <p:cNvSpPr/>
          <p:nvPr/>
        </p:nvSpPr>
        <p:spPr>
          <a:xfrm>
            <a:off x="7458796" y="2696758"/>
            <a:ext cx="45719" cy="1098984"/>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5" name="组合 44">
            <a:extLst>
              <a:ext uri="{FF2B5EF4-FFF2-40B4-BE49-F238E27FC236}">
                <a16:creationId xmlns:a16="http://schemas.microsoft.com/office/drawing/2014/main" id="{733EB9D8-BD03-6BA3-4034-3482AFC98CC2}"/>
              </a:ext>
            </a:extLst>
          </p:cNvPr>
          <p:cNvGrpSpPr/>
          <p:nvPr/>
        </p:nvGrpSpPr>
        <p:grpSpPr>
          <a:xfrm>
            <a:off x="7366989" y="2537867"/>
            <a:ext cx="183015" cy="183907"/>
            <a:chOff x="7370595" y="4278520"/>
            <a:chExt cx="183015" cy="183907"/>
          </a:xfrm>
          <a:solidFill>
            <a:srgbClr val="297FD5"/>
          </a:solidFill>
        </p:grpSpPr>
        <p:sp>
          <p:nvSpPr>
            <p:cNvPr id="46" name="任意多边形: 形状 45">
              <a:extLst>
                <a:ext uri="{FF2B5EF4-FFF2-40B4-BE49-F238E27FC236}">
                  <a16:creationId xmlns:a16="http://schemas.microsoft.com/office/drawing/2014/main" id="{659D9263-7041-B6CE-6B34-6CC7C6B83BB2}"/>
                </a:ext>
              </a:extLst>
            </p:cNvPr>
            <p:cNvSpPr/>
            <p:nvPr/>
          </p:nvSpPr>
          <p:spPr>
            <a:xfrm>
              <a:off x="7370595" y="4278818"/>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672"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任意多边形: 形状 46">
              <a:extLst>
                <a:ext uri="{FF2B5EF4-FFF2-40B4-BE49-F238E27FC236}">
                  <a16:creationId xmlns:a16="http://schemas.microsoft.com/office/drawing/2014/main" id="{4CBA26CC-56DD-A1D2-5B30-9B22A844C40A}"/>
                </a:ext>
              </a:extLst>
            </p:cNvPr>
            <p:cNvSpPr/>
            <p:nvPr/>
          </p:nvSpPr>
          <p:spPr>
            <a:xfrm>
              <a:off x="7470287" y="4278520"/>
              <a:ext cx="83323" cy="183441"/>
            </a:xfrm>
            <a:custGeom>
              <a:avLst/>
              <a:gdLst>
                <a:gd name="connsiteX0" fmla="*/ 19538 w 84165"/>
                <a:gd name="connsiteY0" fmla="*/ 180956 h 185294"/>
                <a:gd name="connsiteX1" fmla="*/ 5110 w 84165"/>
                <a:gd name="connsiteY1" fmla="*/ 167730 h 185294"/>
                <a:gd name="connsiteX2" fmla="*/ 0 w 84165"/>
                <a:gd name="connsiteY2" fmla="*/ 146689 h 185294"/>
                <a:gd name="connsiteX3" fmla="*/ 0 w 84165"/>
                <a:gd name="connsiteY3" fmla="*/ 133463 h 185294"/>
                <a:gd name="connsiteX4" fmla="*/ 27353 w 84165"/>
                <a:gd name="connsiteY4" fmla="*/ 133463 h 185294"/>
                <a:gd name="connsiteX5" fmla="*/ 27353 w 84165"/>
                <a:gd name="connsiteY5" fmla="*/ 145186 h 185294"/>
                <a:gd name="connsiteX6" fmla="*/ 29157 w 84165"/>
                <a:gd name="connsiteY6" fmla="*/ 152400 h 185294"/>
                <a:gd name="connsiteX7" fmla="*/ 34267 w 84165"/>
                <a:gd name="connsiteY7" fmla="*/ 156909 h 185294"/>
                <a:gd name="connsiteX8" fmla="*/ 42383 w 84165"/>
                <a:gd name="connsiteY8" fmla="*/ 158412 h 185294"/>
                <a:gd name="connsiteX9" fmla="*/ 52904 w 84165"/>
                <a:gd name="connsiteY9" fmla="*/ 154504 h 185294"/>
                <a:gd name="connsiteX10" fmla="*/ 56511 w 84165"/>
                <a:gd name="connsiteY10" fmla="*/ 143683 h 185294"/>
                <a:gd name="connsiteX11" fmla="*/ 56511 w 84165"/>
                <a:gd name="connsiteY11" fmla="*/ 118133 h 185294"/>
                <a:gd name="connsiteX12" fmla="*/ 53205 w 84165"/>
                <a:gd name="connsiteY12" fmla="*/ 106410 h 185294"/>
                <a:gd name="connsiteX13" fmla="*/ 43285 w 84165"/>
                <a:gd name="connsiteY13" fmla="*/ 102201 h 185294"/>
                <a:gd name="connsiteX14" fmla="*/ 31862 w 84165"/>
                <a:gd name="connsiteY14" fmla="*/ 102201 h 185294"/>
                <a:gd name="connsiteX15" fmla="*/ 31862 w 84165"/>
                <a:gd name="connsiteY15" fmla="*/ 75749 h 185294"/>
                <a:gd name="connsiteX16" fmla="*/ 43285 w 84165"/>
                <a:gd name="connsiteY16" fmla="*/ 75749 h 185294"/>
                <a:gd name="connsiteX17" fmla="*/ 50800 w 84165"/>
                <a:gd name="connsiteY17" fmla="*/ 72142 h 185294"/>
                <a:gd name="connsiteX18" fmla="*/ 53505 w 84165"/>
                <a:gd name="connsiteY18" fmla="*/ 62223 h 185294"/>
                <a:gd name="connsiteX19" fmla="*/ 53505 w 84165"/>
                <a:gd name="connsiteY19" fmla="*/ 38476 h 185294"/>
                <a:gd name="connsiteX20" fmla="*/ 50500 w 84165"/>
                <a:gd name="connsiteY20" fmla="*/ 29759 h 185294"/>
                <a:gd name="connsiteX21" fmla="*/ 42083 w 84165"/>
                <a:gd name="connsiteY21" fmla="*/ 26753 h 185294"/>
                <a:gd name="connsiteX22" fmla="*/ 35470 w 84165"/>
                <a:gd name="connsiteY22" fmla="*/ 28256 h 185294"/>
                <a:gd name="connsiteX23" fmla="*/ 31261 w 84165"/>
                <a:gd name="connsiteY23" fmla="*/ 32464 h 185294"/>
                <a:gd name="connsiteX24" fmla="*/ 29758 w 84165"/>
                <a:gd name="connsiteY24" fmla="*/ 38776 h 185294"/>
                <a:gd name="connsiteX25" fmla="*/ 29758 w 84165"/>
                <a:gd name="connsiteY25" fmla="*/ 52303 h 185294"/>
                <a:gd name="connsiteX26" fmla="*/ 2405 w 84165"/>
                <a:gd name="connsiteY26" fmla="*/ 52303 h 185294"/>
                <a:gd name="connsiteX27" fmla="*/ 2405 w 84165"/>
                <a:gd name="connsiteY27" fmla="*/ 38476 h 185294"/>
                <a:gd name="connsiteX28" fmla="*/ 7214 w 84165"/>
                <a:gd name="connsiteY28" fmla="*/ 17735 h 185294"/>
                <a:gd name="connsiteX29" fmla="*/ 21041 w 84165"/>
                <a:gd name="connsiteY29" fmla="*/ 4509 h 185294"/>
                <a:gd name="connsiteX30" fmla="*/ 42985 w 84165"/>
                <a:gd name="connsiteY30" fmla="*/ 0 h 185294"/>
                <a:gd name="connsiteX31" fmla="*/ 70939 w 84165"/>
                <a:gd name="connsiteY31" fmla="*/ 10220 h 185294"/>
                <a:gd name="connsiteX32" fmla="*/ 80859 w 84165"/>
                <a:gd name="connsiteY32" fmla="*/ 38776 h 185294"/>
                <a:gd name="connsiteX33" fmla="*/ 80859 w 84165"/>
                <a:gd name="connsiteY33" fmla="*/ 63726 h 185294"/>
                <a:gd name="connsiteX34" fmla="*/ 76651 w 84165"/>
                <a:gd name="connsiteY34" fmla="*/ 76952 h 185294"/>
                <a:gd name="connsiteX35" fmla="*/ 64627 w 84165"/>
                <a:gd name="connsiteY35" fmla="*/ 88675 h 185294"/>
                <a:gd name="connsiteX36" fmla="*/ 79056 w 84165"/>
                <a:gd name="connsiteY36" fmla="*/ 99496 h 185294"/>
                <a:gd name="connsiteX37" fmla="*/ 84166 w 84165"/>
                <a:gd name="connsiteY37" fmla="*/ 117532 h 185294"/>
                <a:gd name="connsiteX38" fmla="*/ 84166 w 84165"/>
                <a:gd name="connsiteY38" fmla="*/ 143984 h 185294"/>
                <a:gd name="connsiteX39" fmla="*/ 79356 w 84165"/>
                <a:gd name="connsiteY39" fmla="*/ 166227 h 185294"/>
                <a:gd name="connsiteX40" fmla="*/ 64927 w 84165"/>
                <a:gd name="connsiteY40" fmla="*/ 180355 h 185294"/>
                <a:gd name="connsiteX41" fmla="*/ 42383 w 84165"/>
                <a:gd name="connsiteY41" fmla="*/ 185165 h 185294"/>
                <a:gd name="connsiteX42" fmla="*/ 19538 w 84165"/>
                <a:gd name="connsiteY42" fmla="*/ 180956 h 18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4165" h="185294">
                  <a:moveTo>
                    <a:pt x="19538" y="180956"/>
                  </a:moveTo>
                  <a:cubicBezTo>
                    <a:pt x="13226" y="177951"/>
                    <a:pt x="8417" y="173442"/>
                    <a:pt x="5110" y="167730"/>
                  </a:cubicBezTo>
                  <a:cubicBezTo>
                    <a:pt x="1803" y="161719"/>
                    <a:pt x="0" y="154805"/>
                    <a:pt x="0" y="146689"/>
                  </a:cubicBezTo>
                  <a:lnTo>
                    <a:pt x="0" y="133463"/>
                  </a:lnTo>
                  <a:lnTo>
                    <a:pt x="27353" y="133463"/>
                  </a:lnTo>
                  <a:lnTo>
                    <a:pt x="27353" y="145186"/>
                  </a:lnTo>
                  <a:cubicBezTo>
                    <a:pt x="27353" y="147891"/>
                    <a:pt x="27955" y="150296"/>
                    <a:pt x="29157" y="152400"/>
                  </a:cubicBezTo>
                  <a:cubicBezTo>
                    <a:pt x="30359" y="154504"/>
                    <a:pt x="32163" y="156007"/>
                    <a:pt x="34267" y="156909"/>
                  </a:cubicBezTo>
                  <a:cubicBezTo>
                    <a:pt x="36371" y="158112"/>
                    <a:pt x="39077" y="158412"/>
                    <a:pt x="42383" y="158412"/>
                  </a:cubicBezTo>
                  <a:cubicBezTo>
                    <a:pt x="46892" y="158412"/>
                    <a:pt x="50500" y="157210"/>
                    <a:pt x="52904" y="154504"/>
                  </a:cubicBezTo>
                  <a:cubicBezTo>
                    <a:pt x="55309" y="151799"/>
                    <a:pt x="56511" y="148192"/>
                    <a:pt x="56511" y="143683"/>
                  </a:cubicBezTo>
                  <a:lnTo>
                    <a:pt x="56511" y="118133"/>
                  </a:lnTo>
                  <a:cubicBezTo>
                    <a:pt x="56511" y="113023"/>
                    <a:pt x="55309" y="109115"/>
                    <a:pt x="53205" y="106410"/>
                  </a:cubicBezTo>
                  <a:cubicBezTo>
                    <a:pt x="51101" y="103704"/>
                    <a:pt x="47794" y="102201"/>
                    <a:pt x="43285" y="102201"/>
                  </a:cubicBezTo>
                  <a:lnTo>
                    <a:pt x="31862" y="102201"/>
                  </a:lnTo>
                  <a:lnTo>
                    <a:pt x="31862" y="75749"/>
                  </a:lnTo>
                  <a:lnTo>
                    <a:pt x="43285" y="75749"/>
                  </a:lnTo>
                  <a:cubicBezTo>
                    <a:pt x="46592" y="75749"/>
                    <a:pt x="48997" y="74547"/>
                    <a:pt x="50800" y="72142"/>
                  </a:cubicBezTo>
                  <a:cubicBezTo>
                    <a:pt x="52604" y="69738"/>
                    <a:pt x="53505" y="66431"/>
                    <a:pt x="53505" y="62223"/>
                  </a:cubicBezTo>
                  <a:lnTo>
                    <a:pt x="53505" y="38476"/>
                  </a:lnTo>
                  <a:cubicBezTo>
                    <a:pt x="53505" y="34869"/>
                    <a:pt x="52604" y="31863"/>
                    <a:pt x="50500" y="29759"/>
                  </a:cubicBezTo>
                  <a:cubicBezTo>
                    <a:pt x="48395" y="27655"/>
                    <a:pt x="45690" y="26753"/>
                    <a:pt x="42083" y="26753"/>
                  </a:cubicBezTo>
                  <a:cubicBezTo>
                    <a:pt x="39377" y="26753"/>
                    <a:pt x="37273" y="27354"/>
                    <a:pt x="35470" y="28256"/>
                  </a:cubicBezTo>
                  <a:cubicBezTo>
                    <a:pt x="33666" y="29158"/>
                    <a:pt x="32163" y="30661"/>
                    <a:pt x="31261" y="32464"/>
                  </a:cubicBezTo>
                  <a:cubicBezTo>
                    <a:pt x="30359" y="34268"/>
                    <a:pt x="29758" y="36372"/>
                    <a:pt x="29758" y="38776"/>
                  </a:cubicBezTo>
                  <a:lnTo>
                    <a:pt x="29758" y="52303"/>
                  </a:lnTo>
                  <a:lnTo>
                    <a:pt x="2405" y="52303"/>
                  </a:lnTo>
                  <a:lnTo>
                    <a:pt x="2405" y="38476"/>
                  </a:lnTo>
                  <a:cubicBezTo>
                    <a:pt x="2405" y="30360"/>
                    <a:pt x="3908" y="23446"/>
                    <a:pt x="7214" y="17735"/>
                  </a:cubicBezTo>
                  <a:cubicBezTo>
                    <a:pt x="10521" y="12024"/>
                    <a:pt x="15030" y="7515"/>
                    <a:pt x="21041" y="4509"/>
                  </a:cubicBezTo>
                  <a:cubicBezTo>
                    <a:pt x="27053" y="1503"/>
                    <a:pt x="34267" y="0"/>
                    <a:pt x="42985" y="0"/>
                  </a:cubicBezTo>
                  <a:cubicBezTo>
                    <a:pt x="55008" y="0"/>
                    <a:pt x="64326" y="3307"/>
                    <a:pt x="70939" y="10220"/>
                  </a:cubicBezTo>
                  <a:cubicBezTo>
                    <a:pt x="77553" y="16833"/>
                    <a:pt x="80859" y="26452"/>
                    <a:pt x="80859" y="38776"/>
                  </a:cubicBezTo>
                  <a:lnTo>
                    <a:pt x="80859" y="63726"/>
                  </a:lnTo>
                  <a:cubicBezTo>
                    <a:pt x="80859" y="68235"/>
                    <a:pt x="79356" y="72743"/>
                    <a:pt x="76651" y="76952"/>
                  </a:cubicBezTo>
                  <a:cubicBezTo>
                    <a:pt x="73945" y="81160"/>
                    <a:pt x="69737" y="85368"/>
                    <a:pt x="64627" y="88675"/>
                  </a:cubicBezTo>
                  <a:cubicBezTo>
                    <a:pt x="70639" y="90779"/>
                    <a:pt x="75448" y="94686"/>
                    <a:pt x="79056" y="99496"/>
                  </a:cubicBezTo>
                  <a:cubicBezTo>
                    <a:pt x="82362" y="104606"/>
                    <a:pt x="84166" y="110618"/>
                    <a:pt x="84166" y="117532"/>
                  </a:cubicBezTo>
                  <a:lnTo>
                    <a:pt x="84166" y="143984"/>
                  </a:lnTo>
                  <a:cubicBezTo>
                    <a:pt x="84166" y="152701"/>
                    <a:pt x="82663" y="160216"/>
                    <a:pt x="79356" y="166227"/>
                  </a:cubicBezTo>
                  <a:cubicBezTo>
                    <a:pt x="76050" y="172239"/>
                    <a:pt x="71240" y="177049"/>
                    <a:pt x="64927" y="180355"/>
                  </a:cubicBezTo>
                  <a:cubicBezTo>
                    <a:pt x="58615" y="183662"/>
                    <a:pt x="51101" y="185165"/>
                    <a:pt x="42383" y="185165"/>
                  </a:cubicBezTo>
                  <a:cubicBezTo>
                    <a:pt x="33666" y="185766"/>
                    <a:pt x="25850" y="184263"/>
                    <a:pt x="19538" y="180956"/>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48" name="任意多边形: 形状 47">
            <a:extLst>
              <a:ext uri="{FF2B5EF4-FFF2-40B4-BE49-F238E27FC236}">
                <a16:creationId xmlns:a16="http://schemas.microsoft.com/office/drawing/2014/main" id="{4A50468D-FDEC-C3F3-2AE7-6A930AE7EE60}"/>
              </a:ext>
            </a:extLst>
          </p:cNvPr>
          <p:cNvSpPr/>
          <p:nvPr/>
        </p:nvSpPr>
        <p:spPr>
          <a:xfrm>
            <a:off x="8821440"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7F8FA9"/>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任意多边形: 形状 48">
            <a:extLst>
              <a:ext uri="{FF2B5EF4-FFF2-40B4-BE49-F238E27FC236}">
                <a16:creationId xmlns:a16="http://schemas.microsoft.com/office/drawing/2014/main" id="{3C5C0657-3AA7-AEB2-CF26-185CB830C287}"/>
              </a:ext>
            </a:extLst>
          </p:cNvPr>
          <p:cNvSpPr/>
          <p:nvPr/>
        </p:nvSpPr>
        <p:spPr>
          <a:xfrm>
            <a:off x="9083614"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任意多边形: 形状 49">
            <a:extLst>
              <a:ext uri="{FF2B5EF4-FFF2-40B4-BE49-F238E27FC236}">
                <a16:creationId xmlns:a16="http://schemas.microsoft.com/office/drawing/2014/main" id="{BFA50F1D-E4C2-FC92-6EB7-D8EB894AD95B}"/>
              </a:ext>
            </a:extLst>
          </p:cNvPr>
          <p:cNvSpPr/>
          <p:nvPr/>
        </p:nvSpPr>
        <p:spPr>
          <a:xfrm>
            <a:off x="9390127"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任意多边形: 形状 50">
            <a:extLst>
              <a:ext uri="{FF2B5EF4-FFF2-40B4-BE49-F238E27FC236}">
                <a16:creationId xmlns:a16="http://schemas.microsoft.com/office/drawing/2014/main" id="{E1C12BB0-40CF-4995-393E-E571899C1508}"/>
              </a:ext>
            </a:extLst>
          </p:cNvPr>
          <p:cNvSpPr/>
          <p:nvPr/>
        </p:nvSpPr>
        <p:spPr>
          <a:xfrm>
            <a:off x="9455895"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任意多边形: 形状 51">
            <a:extLst>
              <a:ext uri="{FF2B5EF4-FFF2-40B4-BE49-F238E27FC236}">
                <a16:creationId xmlns:a16="http://schemas.microsoft.com/office/drawing/2014/main" id="{D4075602-0980-162E-02F2-E1DD514F7301}"/>
              </a:ext>
            </a:extLst>
          </p:cNvPr>
          <p:cNvSpPr/>
          <p:nvPr/>
        </p:nvSpPr>
        <p:spPr>
          <a:xfrm>
            <a:off x="9526123"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任意多边形: 形状 52">
            <a:extLst>
              <a:ext uri="{FF2B5EF4-FFF2-40B4-BE49-F238E27FC236}">
                <a16:creationId xmlns:a16="http://schemas.microsoft.com/office/drawing/2014/main" id="{08FF6167-2480-5A16-12AC-0FCE134EB88C}"/>
              </a:ext>
            </a:extLst>
          </p:cNvPr>
          <p:cNvSpPr/>
          <p:nvPr/>
        </p:nvSpPr>
        <p:spPr>
          <a:xfrm>
            <a:off x="9543085"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7" name="任意多边形: 形状 56">
            <a:extLst>
              <a:ext uri="{FF2B5EF4-FFF2-40B4-BE49-F238E27FC236}">
                <a16:creationId xmlns:a16="http://schemas.microsoft.com/office/drawing/2014/main" id="{0E55F7B2-8D0F-C62B-4EF4-5D8FB248B650}"/>
              </a:ext>
            </a:extLst>
          </p:cNvPr>
          <p:cNvSpPr/>
          <p:nvPr/>
        </p:nvSpPr>
        <p:spPr>
          <a:xfrm>
            <a:off x="9932329"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8" name="任意多边形: 形状 57">
            <a:extLst>
              <a:ext uri="{FF2B5EF4-FFF2-40B4-BE49-F238E27FC236}">
                <a16:creationId xmlns:a16="http://schemas.microsoft.com/office/drawing/2014/main" id="{42C29D4D-0C44-444F-8806-0A911803E7A5}"/>
              </a:ext>
            </a:extLst>
          </p:cNvPr>
          <p:cNvSpPr/>
          <p:nvPr/>
        </p:nvSpPr>
        <p:spPr>
          <a:xfrm>
            <a:off x="9953160"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任意多边形: 形状 58">
            <a:extLst>
              <a:ext uri="{FF2B5EF4-FFF2-40B4-BE49-F238E27FC236}">
                <a16:creationId xmlns:a16="http://schemas.microsoft.com/office/drawing/2014/main" id="{91C691F6-95E0-DC9F-2381-6D0D888B2EDA}"/>
              </a:ext>
            </a:extLst>
          </p:cNvPr>
          <p:cNvSpPr/>
          <p:nvPr/>
        </p:nvSpPr>
        <p:spPr>
          <a:xfrm>
            <a:off x="10184682" y="2696758"/>
            <a:ext cx="45719" cy="1098984"/>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60" name="组合 59">
            <a:extLst>
              <a:ext uri="{FF2B5EF4-FFF2-40B4-BE49-F238E27FC236}">
                <a16:creationId xmlns:a16="http://schemas.microsoft.com/office/drawing/2014/main" id="{0CE25E42-D1DF-770A-691E-EF88C07377E2}"/>
              </a:ext>
            </a:extLst>
          </p:cNvPr>
          <p:cNvGrpSpPr/>
          <p:nvPr/>
        </p:nvGrpSpPr>
        <p:grpSpPr>
          <a:xfrm>
            <a:off x="10091834" y="2540429"/>
            <a:ext cx="197003" cy="183609"/>
            <a:chOff x="10091983" y="4278794"/>
            <a:chExt cx="197003" cy="183609"/>
          </a:xfrm>
          <a:solidFill>
            <a:srgbClr val="7F8FA9"/>
          </a:solidFill>
        </p:grpSpPr>
        <p:sp>
          <p:nvSpPr>
            <p:cNvPr id="61" name="任意多边形: 形状 60">
              <a:extLst>
                <a:ext uri="{FF2B5EF4-FFF2-40B4-BE49-F238E27FC236}">
                  <a16:creationId xmlns:a16="http://schemas.microsoft.com/office/drawing/2014/main" id="{258DC2E9-778E-474C-48B5-B3EDA755C312}"/>
                </a:ext>
              </a:extLst>
            </p:cNvPr>
            <p:cNvSpPr/>
            <p:nvPr/>
          </p:nvSpPr>
          <p:spPr>
            <a:xfrm>
              <a:off x="10091983" y="4278794"/>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973"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任意多边形: 形状 61">
              <a:extLst>
                <a:ext uri="{FF2B5EF4-FFF2-40B4-BE49-F238E27FC236}">
                  <a16:creationId xmlns:a16="http://schemas.microsoft.com/office/drawing/2014/main" id="{0B1266D5-AF12-F89F-50D2-34421EE1177D}"/>
                </a:ext>
              </a:extLst>
            </p:cNvPr>
            <p:cNvSpPr/>
            <p:nvPr/>
          </p:nvSpPr>
          <p:spPr>
            <a:xfrm>
              <a:off x="10194057" y="4280877"/>
              <a:ext cx="94929" cy="179741"/>
            </a:xfrm>
            <a:custGeom>
              <a:avLst/>
              <a:gdLst>
                <a:gd name="connsiteX0" fmla="*/ 300 w 95888"/>
                <a:gd name="connsiteY0" fmla="*/ 128653 h 181557"/>
                <a:gd name="connsiteX1" fmla="*/ 38776 w 95888"/>
                <a:gd name="connsiteY1" fmla="*/ 0 h 181557"/>
                <a:gd name="connsiteX2" fmla="*/ 67332 w 95888"/>
                <a:gd name="connsiteY2" fmla="*/ 0 h 181557"/>
                <a:gd name="connsiteX3" fmla="*/ 30359 w 95888"/>
                <a:gd name="connsiteY3" fmla="*/ 127150 h 181557"/>
                <a:gd name="connsiteX4" fmla="*/ 95888 w 95888"/>
                <a:gd name="connsiteY4" fmla="*/ 127150 h 181557"/>
                <a:gd name="connsiteX5" fmla="*/ 95888 w 95888"/>
                <a:gd name="connsiteY5" fmla="*/ 153602 h 181557"/>
                <a:gd name="connsiteX6" fmla="*/ 0 w 95888"/>
                <a:gd name="connsiteY6" fmla="*/ 153602 h 181557"/>
                <a:gd name="connsiteX7" fmla="*/ 0 w 95888"/>
                <a:gd name="connsiteY7" fmla="*/ 128653 h 181557"/>
                <a:gd name="connsiteX8" fmla="*/ 57413 w 95888"/>
                <a:gd name="connsiteY8" fmla="*/ 78154 h 181557"/>
                <a:gd name="connsiteX9" fmla="*/ 84166 w 95888"/>
                <a:gd name="connsiteY9" fmla="*/ 78154 h 181557"/>
                <a:gd name="connsiteX10" fmla="*/ 84166 w 95888"/>
                <a:gd name="connsiteY10" fmla="*/ 181557 h 181557"/>
                <a:gd name="connsiteX11" fmla="*/ 57413 w 95888"/>
                <a:gd name="connsiteY11" fmla="*/ 181557 h 181557"/>
                <a:gd name="connsiteX12" fmla="*/ 57413 w 95888"/>
                <a:gd name="connsiteY12" fmla="*/ 78154 h 18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888" h="181557">
                  <a:moveTo>
                    <a:pt x="300" y="128653"/>
                  </a:moveTo>
                  <a:lnTo>
                    <a:pt x="38776" y="0"/>
                  </a:lnTo>
                  <a:lnTo>
                    <a:pt x="67332" y="0"/>
                  </a:lnTo>
                  <a:lnTo>
                    <a:pt x="30359" y="127150"/>
                  </a:lnTo>
                  <a:lnTo>
                    <a:pt x="95888" y="127150"/>
                  </a:lnTo>
                  <a:lnTo>
                    <a:pt x="95888" y="153602"/>
                  </a:lnTo>
                  <a:lnTo>
                    <a:pt x="0" y="153602"/>
                  </a:lnTo>
                  <a:lnTo>
                    <a:pt x="0" y="128653"/>
                  </a:lnTo>
                  <a:close/>
                  <a:moveTo>
                    <a:pt x="57413" y="78154"/>
                  </a:moveTo>
                  <a:lnTo>
                    <a:pt x="84166" y="78154"/>
                  </a:lnTo>
                  <a:lnTo>
                    <a:pt x="84166" y="181557"/>
                  </a:lnTo>
                  <a:lnTo>
                    <a:pt x="57413" y="181557"/>
                  </a:lnTo>
                  <a:lnTo>
                    <a:pt x="57413" y="7815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Tree>
    <p:extLst>
      <p:ext uri="{BB962C8B-B14F-4D97-AF65-F5344CB8AC3E}">
        <p14:creationId xmlns:p14="http://schemas.microsoft.com/office/powerpoint/2010/main" val="321588922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8_自定义版式">
    <p:spTree>
      <p:nvGrpSpPr>
        <p:cNvPr id="1" name=""/>
        <p:cNvGrpSpPr/>
        <p:nvPr/>
      </p:nvGrpSpPr>
      <p:grpSpPr>
        <a:xfrm>
          <a:off x="0" y="0"/>
          <a:ext cx="0" cy="0"/>
          <a:chOff x="0" y="0"/>
          <a:chExt cx="0" cy="0"/>
        </a:xfrm>
      </p:grpSpPr>
      <p:sp>
        <p:nvSpPr>
          <p:cNvPr id="3" name="Freeform 12">
            <a:extLst>
              <a:ext uri="{FF2B5EF4-FFF2-40B4-BE49-F238E27FC236}">
                <a16:creationId xmlns:a16="http://schemas.microsoft.com/office/drawing/2014/main" id="{CF592A97-D7AB-C8C5-D43A-AA0C8FD11C32}"/>
              </a:ext>
            </a:extLst>
          </p:cNvPr>
          <p:cNvSpPr/>
          <p:nvPr/>
        </p:nvSpPr>
        <p:spPr>
          <a:xfrm flipV="1">
            <a:off x="2247900" y="2692400"/>
            <a:ext cx="1988643" cy="1584650"/>
          </a:xfrm>
          <a:custGeom>
            <a:avLst/>
            <a:gdLst/>
            <a:ahLst/>
            <a:cxnLst/>
            <a:rect l="l" t="t" r="r" b="b"/>
            <a:pathLst>
              <a:path w="1988643" h="1584650">
                <a:moveTo>
                  <a:pt x="0" y="0"/>
                </a:moveTo>
                <a:lnTo>
                  <a:pt x="15612" y="0"/>
                </a:lnTo>
                <a:lnTo>
                  <a:pt x="206530" y="69957"/>
                </a:lnTo>
                <a:cubicBezTo>
                  <a:pt x="403556" y="135701"/>
                  <a:pt x="608761" y="191383"/>
                  <a:pt x="820205" y="235353"/>
                </a:cubicBezTo>
                <a:cubicBezTo>
                  <a:pt x="1137374" y="301309"/>
                  <a:pt x="1446066" y="336232"/>
                  <a:pt x="1738956" y="342803"/>
                </a:cubicBezTo>
                <a:lnTo>
                  <a:pt x="1988643" y="340389"/>
                </a:lnTo>
                <a:lnTo>
                  <a:pt x="1988643" y="1244262"/>
                </a:lnTo>
                <a:lnTo>
                  <a:pt x="1738956" y="1241847"/>
                </a:lnTo>
                <a:cubicBezTo>
                  <a:pt x="1446066" y="1248419"/>
                  <a:pt x="1137374" y="1283343"/>
                  <a:pt x="820205" y="1349298"/>
                </a:cubicBezTo>
                <a:cubicBezTo>
                  <a:pt x="608761" y="1393269"/>
                  <a:pt x="403556" y="1448951"/>
                  <a:pt x="206530" y="1514695"/>
                </a:cubicBezTo>
                <a:lnTo>
                  <a:pt x="15615" y="1584650"/>
                </a:lnTo>
                <a:lnTo>
                  <a:pt x="0" y="1584650"/>
                </a:lnTo>
                <a:close/>
              </a:path>
            </a:pathLst>
          </a:custGeom>
          <a:gradFill rotWithShape="1">
            <a:gsLst>
              <a:gs pos="14000">
                <a:srgbClr val="009DD9">
                  <a:alpha val="0"/>
                </a:srgbClr>
              </a:gs>
              <a:gs pos="100000">
                <a:srgbClr val="009DD9">
                  <a:alpha val="18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Freeform 13">
            <a:extLst>
              <a:ext uri="{FF2B5EF4-FFF2-40B4-BE49-F238E27FC236}">
                <a16:creationId xmlns:a16="http://schemas.microsoft.com/office/drawing/2014/main" id="{09662440-0A5B-AB07-961D-01EBEC144AFD}"/>
              </a:ext>
            </a:extLst>
          </p:cNvPr>
          <p:cNvSpPr/>
          <p:nvPr/>
        </p:nvSpPr>
        <p:spPr>
          <a:xfrm flipV="1">
            <a:off x="2768600" y="3937000"/>
            <a:ext cx="1237097" cy="180144"/>
          </a:xfrm>
          <a:custGeom>
            <a:avLst/>
            <a:gdLst/>
            <a:ahLst/>
            <a:cxnLst/>
            <a:rect l="l" t="t" r="r" b="b"/>
            <a:pathLst>
              <a:path w="1237097" h="180144">
                <a:moveTo>
                  <a:pt x="0" y="0"/>
                </a:moveTo>
                <a:lnTo>
                  <a:pt x="304538" y="72694"/>
                </a:lnTo>
                <a:cubicBezTo>
                  <a:pt x="621707" y="138650"/>
                  <a:pt x="930399" y="173572"/>
                  <a:pt x="1223289" y="180144"/>
                </a:cubicBezTo>
                <a:lnTo>
                  <a:pt x="1237097" y="180011"/>
                </a:lnTo>
              </a:path>
            </a:pathLst>
          </a:custGeom>
          <a:noFill/>
          <a:ln w="12700" cap="flat" cmpd="sng">
            <a:gradFill rotWithShape="1">
              <a:gsLst>
                <a:gs pos="0">
                  <a:srgbClr val="26476A">
                    <a:alpha val="0"/>
                  </a:srgbClr>
                </a:gs>
                <a:gs pos="100000">
                  <a:srgbClr val="009DD9">
                    <a:alpha val="100000"/>
                  </a:srgbClr>
                </a:gs>
              </a:gsLst>
              <a:lin ang="0"/>
            </a:gradFill>
            <a:prstDash val="solid"/>
            <a:miter lim="10000000"/>
          </a:ln>
        </p:spPr>
        <p:txBody>
          <a:bodyPr vert="horz" wrap="square" lIns="63500" tIns="63500" rIns="63500" bIns="63500" rtlCol="0" anchor="ctr"/>
          <a:lstStyle/>
          <a:p>
            <a:pPr algn="ctr">
              <a:defRPr/>
            </a:pPr>
            <a:endParaRPr/>
          </a:p>
        </p:txBody>
      </p:sp>
      <p:sp>
        <p:nvSpPr>
          <p:cNvPr id="5" name="AutoShape 14">
            <a:extLst>
              <a:ext uri="{FF2B5EF4-FFF2-40B4-BE49-F238E27FC236}">
                <a16:creationId xmlns:a16="http://schemas.microsoft.com/office/drawing/2014/main" id="{9CBA84F5-8704-3E5B-E294-7E5E6203A430}"/>
              </a:ext>
            </a:extLst>
          </p:cNvPr>
          <p:cNvSpPr/>
          <p:nvPr/>
        </p:nvSpPr>
        <p:spPr>
          <a:xfrm flipV="1">
            <a:off x="3949700" y="3937000"/>
            <a:ext cx="50800" cy="25400"/>
          </a:xfrm>
          <a:prstGeom prst="rtTriangl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5">
            <a:extLst>
              <a:ext uri="{FF2B5EF4-FFF2-40B4-BE49-F238E27FC236}">
                <a16:creationId xmlns:a16="http://schemas.microsoft.com/office/drawing/2014/main" id="{8229EA79-F253-68E1-2784-A711E6727F64}"/>
              </a:ext>
            </a:extLst>
          </p:cNvPr>
          <p:cNvSpPr/>
          <p:nvPr/>
        </p:nvSpPr>
        <p:spPr>
          <a:xfrm>
            <a:off x="2768600" y="2857500"/>
            <a:ext cx="1237097" cy="180144"/>
          </a:xfrm>
          <a:custGeom>
            <a:avLst/>
            <a:gdLst/>
            <a:ahLst/>
            <a:cxnLst/>
            <a:rect l="l" t="t" r="r" b="b"/>
            <a:pathLst>
              <a:path w="1237097" h="180144">
                <a:moveTo>
                  <a:pt x="0" y="0"/>
                </a:moveTo>
                <a:lnTo>
                  <a:pt x="304538" y="72694"/>
                </a:lnTo>
                <a:cubicBezTo>
                  <a:pt x="621707" y="138650"/>
                  <a:pt x="930399" y="173572"/>
                  <a:pt x="1223289" y="180144"/>
                </a:cubicBezTo>
                <a:lnTo>
                  <a:pt x="1237097" y="180011"/>
                </a:lnTo>
              </a:path>
            </a:pathLst>
          </a:custGeom>
          <a:noFill/>
          <a:ln w="12700" cap="flat" cmpd="sng">
            <a:gradFill rotWithShape="1">
              <a:gsLst>
                <a:gs pos="0">
                  <a:srgbClr val="26476A">
                    <a:alpha val="0"/>
                  </a:srgbClr>
                </a:gs>
                <a:gs pos="100000">
                  <a:srgbClr val="009DD9">
                    <a:alpha val="100000"/>
                  </a:srgbClr>
                </a:gs>
              </a:gsLst>
              <a:lin ang="0"/>
            </a:gradFill>
            <a:prstDash val="solid"/>
            <a:miter lim="10000000"/>
          </a:ln>
        </p:spPr>
        <p:txBody>
          <a:bodyPr vert="horz" wrap="square" lIns="63500" tIns="63500" rIns="63500" bIns="63500" rtlCol="0" anchor="ctr"/>
          <a:lstStyle/>
          <a:p>
            <a:pPr algn="ctr">
              <a:defRPr/>
            </a:pPr>
            <a:endParaRPr/>
          </a:p>
        </p:txBody>
      </p:sp>
      <p:sp>
        <p:nvSpPr>
          <p:cNvPr id="7" name="AutoShape 16">
            <a:extLst>
              <a:ext uri="{FF2B5EF4-FFF2-40B4-BE49-F238E27FC236}">
                <a16:creationId xmlns:a16="http://schemas.microsoft.com/office/drawing/2014/main" id="{E30811D6-CE8A-4FED-9B6A-53BA68A83E1A}"/>
              </a:ext>
            </a:extLst>
          </p:cNvPr>
          <p:cNvSpPr/>
          <p:nvPr/>
        </p:nvSpPr>
        <p:spPr>
          <a:xfrm>
            <a:off x="3949700" y="2997200"/>
            <a:ext cx="50800" cy="25400"/>
          </a:xfrm>
          <a:prstGeom prst="rtTriangl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7">
            <a:extLst>
              <a:ext uri="{FF2B5EF4-FFF2-40B4-BE49-F238E27FC236}">
                <a16:creationId xmlns:a16="http://schemas.microsoft.com/office/drawing/2014/main" id="{E4957663-A4AE-AF4C-276E-9A9711191270}"/>
              </a:ext>
            </a:extLst>
          </p:cNvPr>
          <p:cNvSpPr/>
          <p:nvPr/>
        </p:nvSpPr>
        <p:spPr>
          <a:xfrm>
            <a:off x="1104900" y="2622717"/>
            <a:ext cx="1663700" cy="1663700"/>
          </a:xfrm>
          <a:prstGeom prst="ellipse">
            <a:avLst/>
          </a:prstGeom>
          <a:solidFill>
            <a:srgbClr val="26476A">
              <a:alpha val="99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8">
            <a:extLst>
              <a:ext uri="{FF2B5EF4-FFF2-40B4-BE49-F238E27FC236}">
                <a16:creationId xmlns:a16="http://schemas.microsoft.com/office/drawing/2014/main" id="{22F6AB51-8E2E-6B02-14C8-CB9971561DCF}"/>
              </a:ext>
            </a:extLst>
          </p:cNvPr>
          <p:cNvCxnSpPr/>
          <p:nvPr/>
        </p:nvCxnSpPr>
        <p:spPr>
          <a:xfrm rot="3">
            <a:off x="2857500" y="3479801"/>
            <a:ext cx="965284"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sp>
        <p:nvSpPr>
          <p:cNvPr id="10" name="AutoShape 19">
            <a:extLst>
              <a:ext uri="{FF2B5EF4-FFF2-40B4-BE49-F238E27FC236}">
                <a16:creationId xmlns:a16="http://schemas.microsoft.com/office/drawing/2014/main" id="{4B8764D4-8F75-DE49-ABA5-27FC02CBDAFE}"/>
              </a:ext>
            </a:extLst>
          </p:cNvPr>
          <p:cNvSpPr/>
          <p:nvPr/>
        </p:nvSpPr>
        <p:spPr>
          <a:xfrm>
            <a:off x="3924300" y="2971800"/>
            <a:ext cx="1028700" cy="1028700"/>
          </a:xfrm>
          <a:prstGeom prst="ellipse">
            <a:avLst/>
          </a:prstGeom>
          <a:solidFill>
            <a:srgbClr val="26476A">
              <a:alpha val="99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1" name="Connector 20">
            <a:extLst>
              <a:ext uri="{FF2B5EF4-FFF2-40B4-BE49-F238E27FC236}">
                <a16:creationId xmlns:a16="http://schemas.microsoft.com/office/drawing/2014/main" id="{1E9472CD-A1B0-8AA2-B603-253C322A9E74}"/>
              </a:ext>
            </a:extLst>
          </p:cNvPr>
          <p:cNvCxnSpPr/>
          <p:nvPr/>
        </p:nvCxnSpPr>
        <p:spPr>
          <a:xfrm rot="2686695">
            <a:off x="4910715" y="4019580"/>
            <a:ext cx="960929"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cxnSp>
        <p:nvCxnSpPr>
          <p:cNvPr id="12" name="Connector 21">
            <a:extLst>
              <a:ext uri="{FF2B5EF4-FFF2-40B4-BE49-F238E27FC236}">
                <a16:creationId xmlns:a16="http://schemas.microsoft.com/office/drawing/2014/main" id="{8E8F842B-AE6F-B5D0-F146-6D69B9414423}"/>
              </a:ext>
            </a:extLst>
          </p:cNvPr>
          <p:cNvCxnSpPr/>
          <p:nvPr/>
        </p:nvCxnSpPr>
        <p:spPr>
          <a:xfrm rot="-2777559">
            <a:off x="4910715" y="2952720"/>
            <a:ext cx="960929"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cxnSp>
        <p:nvCxnSpPr>
          <p:cNvPr id="13" name="Connector 22">
            <a:extLst>
              <a:ext uri="{FF2B5EF4-FFF2-40B4-BE49-F238E27FC236}">
                <a16:creationId xmlns:a16="http://schemas.microsoft.com/office/drawing/2014/main" id="{D82605B7-70EA-0A5E-E02D-09395ED82F3D}"/>
              </a:ext>
            </a:extLst>
          </p:cNvPr>
          <p:cNvCxnSpPr/>
          <p:nvPr/>
        </p:nvCxnSpPr>
        <p:spPr>
          <a:xfrm rot="3">
            <a:off x="4914900" y="3479801"/>
            <a:ext cx="965284"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sp>
        <p:nvSpPr>
          <p:cNvPr id="14" name="Freeform 23">
            <a:extLst>
              <a:ext uri="{FF2B5EF4-FFF2-40B4-BE49-F238E27FC236}">
                <a16:creationId xmlns:a16="http://schemas.microsoft.com/office/drawing/2014/main" id="{99D7602F-7C29-2E5D-6EC9-DFD1CFA12DE6}"/>
              </a:ext>
            </a:extLst>
          </p:cNvPr>
          <p:cNvSpPr/>
          <p:nvPr/>
        </p:nvSpPr>
        <p:spPr>
          <a:xfrm>
            <a:off x="1511300" y="3352800"/>
            <a:ext cx="826714" cy="474627"/>
          </a:xfrm>
          <a:custGeom>
            <a:avLst/>
            <a:gdLst/>
            <a:ahLst/>
            <a:cxnLst/>
            <a:rect l="l" t="t" r="r" b="b"/>
            <a:pathLst>
              <a:path w="826714" h="474627">
                <a:moveTo>
                  <a:pt x="724886" y="70763"/>
                </a:moveTo>
                <a:lnTo>
                  <a:pt x="414219" y="291680"/>
                </a:lnTo>
                <a:lnTo>
                  <a:pt x="101829" y="70763"/>
                </a:lnTo>
                <a:lnTo>
                  <a:pt x="0" y="0"/>
                </a:lnTo>
                <a:lnTo>
                  <a:pt x="0" y="474627"/>
                </a:lnTo>
                <a:lnTo>
                  <a:pt x="826714" y="474627"/>
                </a:lnTo>
                <a:lnTo>
                  <a:pt x="826714" y="0"/>
                </a:lnTo>
                <a:lnTo>
                  <a:pt x="724886" y="70763"/>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Freeform 24">
            <a:extLst>
              <a:ext uri="{FF2B5EF4-FFF2-40B4-BE49-F238E27FC236}">
                <a16:creationId xmlns:a16="http://schemas.microsoft.com/office/drawing/2014/main" id="{056E914F-9C96-5CFB-6446-F94D55A16602}"/>
              </a:ext>
            </a:extLst>
          </p:cNvPr>
          <p:cNvSpPr/>
          <p:nvPr/>
        </p:nvSpPr>
        <p:spPr>
          <a:xfrm>
            <a:off x="1600200" y="3136900"/>
            <a:ext cx="671382" cy="476353"/>
          </a:xfrm>
          <a:custGeom>
            <a:avLst/>
            <a:gdLst/>
            <a:ahLst/>
            <a:cxnLst/>
            <a:rect l="l" t="t" r="r" b="b"/>
            <a:pathLst>
              <a:path w="671382" h="476353">
                <a:moveTo>
                  <a:pt x="8952" y="248662"/>
                </a:moveTo>
                <a:cubicBezTo>
                  <a:pt x="322264" y="470361"/>
                  <a:pt x="322264" y="470361"/>
                  <a:pt x="322264" y="470361"/>
                </a:cubicBezTo>
                <a:cubicBezTo>
                  <a:pt x="325247" y="473357"/>
                  <a:pt x="331215" y="476353"/>
                  <a:pt x="337182" y="476353"/>
                </a:cubicBezTo>
                <a:cubicBezTo>
                  <a:pt x="340167" y="476353"/>
                  <a:pt x="346135" y="473357"/>
                  <a:pt x="349119" y="470361"/>
                </a:cubicBezTo>
                <a:cubicBezTo>
                  <a:pt x="662431" y="248662"/>
                  <a:pt x="662431" y="248662"/>
                  <a:pt x="662431" y="248662"/>
                </a:cubicBezTo>
                <a:cubicBezTo>
                  <a:pt x="668398" y="242670"/>
                  <a:pt x="671382" y="236678"/>
                  <a:pt x="671382" y="227691"/>
                </a:cubicBezTo>
                <a:cubicBezTo>
                  <a:pt x="671382" y="23967"/>
                  <a:pt x="671382" y="23967"/>
                  <a:pt x="671382" y="23967"/>
                </a:cubicBezTo>
                <a:cubicBezTo>
                  <a:pt x="671382" y="8988"/>
                  <a:pt x="659446" y="0"/>
                  <a:pt x="647511" y="0"/>
                </a:cubicBezTo>
                <a:cubicBezTo>
                  <a:pt x="23871" y="0"/>
                  <a:pt x="23871" y="0"/>
                  <a:pt x="23871" y="0"/>
                </a:cubicBezTo>
                <a:cubicBezTo>
                  <a:pt x="11935" y="0"/>
                  <a:pt x="0" y="8988"/>
                  <a:pt x="0" y="23967"/>
                </a:cubicBezTo>
                <a:cubicBezTo>
                  <a:pt x="0" y="227691"/>
                  <a:pt x="0" y="227691"/>
                  <a:pt x="0" y="227691"/>
                </a:cubicBezTo>
                <a:cubicBezTo>
                  <a:pt x="0" y="236678"/>
                  <a:pt x="2984" y="242670"/>
                  <a:pt x="8952" y="248662"/>
                </a:cubicBezTo>
                <a:close/>
                <a:moveTo>
                  <a:pt x="47743" y="47935"/>
                </a:moveTo>
                <a:cubicBezTo>
                  <a:pt x="623640" y="47935"/>
                  <a:pt x="623640" y="47935"/>
                  <a:pt x="623640" y="47935"/>
                </a:cubicBezTo>
                <a:cubicBezTo>
                  <a:pt x="623640" y="215707"/>
                  <a:pt x="623640" y="215707"/>
                  <a:pt x="623640" y="215707"/>
                </a:cubicBezTo>
                <a:cubicBezTo>
                  <a:pt x="337182" y="422426"/>
                  <a:pt x="337182" y="422426"/>
                  <a:pt x="337182" y="422426"/>
                </a:cubicBezTo>
                <a:cubicBezTo>
                  <a:pt x="47743" y="215707"/>
                  <a:pt x="47743" y="215707"/>
                  <a:pt x="47743" y="215707"/>
                </a:cubicBezTo>
                <a:lnTo>
                  <a:pt x="47743" y="4793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Freeform 25">
            <a:extLst>
              <a:ext uri="{FF2B5EF4-FFF2-40B4-BE49-F238E27FC236}">
                <a16:creationId xmlns:a16="http://schemas.microsoft.com/office/drawing/2014/main" id="{C4E73E7B-3582-FC1F-14B0-1F02E9BE5F52}"/>
              </a:ext>
            </a:extLst>
          </p:cNvPr>
          <p:cNvSpPr/>
          <p:nvPr/>
        </p:nvSpPr>
        <p:spPr>
          <a:xfrm>
            <a:off x="1714500" y="3238500"/>
            <a:ext cx="417671" cy="55228"/>
          </a:xfrm>
          <a:custGeom>
            <a:avLst/>
            <a:gdLst/>
            <a:ahLst/>
            <a:cxnLst/>
            <a:rect l="l" t="t" r="r" b="b"/>
            <a:pathLst>
              <a:path w="417671" h="55228">
                <a:moveTo>
                  <a:pt x="26850" y="55228"/>
                </a:moveTo>
                <a:cubicBezTo>
                  <a:pt x="390821" y="55228"/>
                  <a:pt x="390821" y="55228"/>
                  <a:pt x="390821" y="55228"/>
                </a:cubicBezTo>
                <a:cubicBezTo>
                  <a:pt x="405737" y="55228"/>
                  <a:pt x="417671" y="42956"/>
                  <a:pt x="417671" y="27615"/>
                </a:cubicBezTo>
                <a:cubicBezTo>
                  <a:pt x="417671" y="12273"/>
                  <a:pt x="405737" y="0"/>
                  <a:pt x="390821" y="0"/>
                </a:cubicBezTo>
                <a:cubicBezTo>
                  <a:pt x="26850" y="0"/>
                  <a:pt x="26850" y="0"/>
                  <a:pt x="26850" y="0"/>
                </a:cubicBezTo>
                <a:cubicBezTo>
                  <a:pt x="11933" y="0"/>
                  <a:pt x="0" y="12273"/>
                  <a:pt x="0" y="27615"/>
                </a:cubicBezTo>
                <a:cubicBezTo>
                  <a:pt x="0" y="42956"/>
                  <a:pt x="11933" y="55228"/>
                  <a:pt x="26850" y="552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Freeform 26">
            <a:extLst>
              <a:ext uri="{FF2B5EF4-FFF2-40B4-BE49-F238E27FC236}">
                <a16:creationId xmlns:a16="http://schemas.microsoft.com/office/drawing/2014/main" id="{7D4FAC02-FEAB-31EE-CAC3-64A1B99A9115}"/>
              </a:ext>
            </a:extLst>
          </p:cNvPr>
          <p:cNvSpPr/>
          <p:nvPr/>
        </p:nvSpPr>
        <p:spPr>
          <a:xfrm>
            <a:off x="1714500" y="3327400"/>
            <a:ext cx="417671" cy="53504"/>
          </a:xfrm>
          <a:custGeom>
            <a:avLst/>
            <a:gdLst/>
            <a:ahLst/>
            <a:cxnLst/>
            <a:rect l="l" t="t" r="r" b="b"/>
            <a:pathLst>
              <a:path w="417671" h="53504">
                <a:moveTo>
                  <a:pt x="417671" y="26753"/>
                </a:moveTo>
                <a:cubicBezTo>
                  <a:pt x="417671" y="11890"/>
                  <a:pt x="405737" y="0"/>
                  <a:pt x="390821" y="0"/>
                </a:cubicBezTo>
                <a:cubicBezTo>
                  <a:pt x="26850" y="0"/>
                  <a:pt x="26850" y="0"/>
                  <a:pt x="26850" y="0"/>
                </a:cubicBezTo>
                <a:cubicBezTo>
                  <a:pt x="11933" y="0"/>
                  <a:pt x="0" y="11890"/>
                  <a:pt x="0" y="26753"/>
                </a:cubicBezTo>
                <a:cubicBezTo>
                  <a:pt x="0" y="41614"/>
                  <a:pt x="11933" y="53504"/>
                  <a:pt x="26850" y="53504"/>
                </a:cubicBezTo>
                <a:cubicBezTo>
                  <a:pt x="390821" y="53504"/>
                  <a:pt x="390821" y="53504"/>
                  <a:pt x="390821" y="53504"/>
                </a:cubicBezTo>
                <a:cubicBezTo>
                  <a:pt x="405737" y="53504"/>
                  <a:pt x="417671" y="41614"/>
                  <a:pt x="417671" y="2675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Freeform 27">
            <a:extLst>
              <a:ext uri="{FF2B5EF4-FFF2-40B4-BE49-F238E27FC236}">
                <a16:creationId xmlns:a16="http://schemas.microsoft.com/office/drawing/2014/main" id="{FB3EA725-74B5-2254-4A32-9188761D2340}"/>
              </a:ext>
            </a:extLst>
          </p:cNvPr>
          <p:cNvSpPr/>
          <p:nvPr/>
        </p:nvSpPr>
        <p:spPr>
          <a:xfrm>
            <a:off x="4254500" y="3289300"/>
            <a:ext cx="366394" cy="389293"/>
          </a:xfrm>
          <a:custGeom>
            <a:avLst/>
            <a:gdLst/>
            <a:ahLst/>
            <a:cxnLst/>
            <a:rect l="l" t="t" r="r" b="b"/>
            <a:pathLst>
              <a:path w="366394" h="389293">
                <a:moveTo>
                  <a:pt x="308755" y="90150"/>
                </a:moveTo>
                <a:cubicBezTo>
                  <a:pt x="341696" y="118843"/>
                  <a:pt x="366394" y="163918"/>
                  <a:pt x="366394" y="217193"/>
                </a:cubicBezTo>
                <a:cubicBezTo>
                  <a:pt x="366394" y="258159"/>
                  <a:pt x="349923" y="299143"/>
                  <a:pt x="321104" y="327817"/>
                </a:cubicBezTo>
                <a:cubicBezTo>
                  <a:pt x="193493" y="217193"/>
                  <a:pt x="193493" y="217193"/>
                  <a:pt x="193493" y="217193"/>
                </a:cubicBezTo>
                <a:cubicBezTo>
                  <a:pt x="308755" y="90150"/>
                  <a:pt x="308755" y="90150"/>
                  <a:pt x="308755" y="90150"/>
                </a:cubicBezTo>
                <a:close/>
                <a:moveTo>
                  <a:pt x="312877" y="340126"/>
                </a:moveTo>
                <a:cubicBezTo>
                  <a:pt x="304650" y="348309"/>
                  <a:pt x="296407" y="356509"/>
                  <a:pt x="284057" y="360601"/>
                </a:cubicBezTo>
                <a:cubicBezTo>
                  <a:pt x="304650" y="331926"/>
                  <a:pt x="304650" y="331926"/>
                  <a:pt x="304650" y="331926"/>
                </a:cubicBezTo>
                <a:cubicBezTo>
                  <a:pt x="312877" y="340126"/>
                  <a:pt x="312877" y="340126"/>
                  <a:pt x="312877" y="340126"/>
                </a:cubicBezTo>
                <a:close/>
                <a:moveTo>
                  <a:pt x="263482" y="377002"/>
                </a:moveTo>
                <a:cubicBezTo>
                  <a:pt x="296407" y="323726"/>
                  <a:pt x="296407" y="323726"/>
                  <a:pt x="296407" y="323726"/>
                </a:cubicBezTo>
                <a:cubicBezTo>
                  <a:pt x="288180" y="315525"/>
                  <a:pt x="288180" y="315525"/>
                  <a:pt x="288180" y="315525"/>
                </a:cubicBezTo>
                <a:cubicBezTo>
                  <a:pt x="247011" y="385202"/>
                  <a:pt x="247011" y="385202"/>
                  <a:pt x="247011" y="385202"/>
                </a:cubicBezTo>
                <a:cubicBezTo>
                  <a:pt x="251116" y="381093"/>
                  <a:pt x="259359" y="377002"/>
                  <a:pt x="263482" y="377002"/>
                </a:cubicBezTo>
                <a:close/>
                <a:moveTo>
                  <a:pt x="238766" y="372910"/>
                </a:moveTo>
                <a:cubicBezTo>
                  <a:pt x="275830" y="307344"/>
                  <a:pt x="275830" y="307344"/>
                  <a:pt x="275830" y="307344"/>
                </a:cubicBezTo>
                <a:cubicBezTo>
                  <a:pt x="267586" y="303234"/>
                  <a:pt x="267586" y="303234"/>
                  <a:pt x="267586" y="303234"/>
                </a:cubicBezTo>
                <a:cubicBezTo>
                  <a:pt x="234662" y="360601"/>
                  <a:pt x="234662" y="360601"/>
                  <a:pt x="234662" y="360601"/>
                </a:cubicBezTo>
                <a:cubicBezTo>
                  <a:pt x="238766" y="372910"/>
                  <a:pt x="238766" y="372910"/>
                  <a:pt x="238766" y="372910"/>
                </a:cubicBezTo>
                <a:close/>
                <a:moveTo>
                  <a:pt x="230539" y="344218"/>
                </a:moveTo>
                <a:cubicBezTo>
                  <a:pt x="259359" y="295051"/>
                  <a:pt x="259359" y="295051"/>
                  <a:pt x="259359" y="295051"/>
                </a:cubicBezTo>
                <a:cubicBezTo>
                  <a:pt x="251116" y="286851"/>
                  <a:pt x="251116" y="286851"/>
                  <a:pt x="251116" y="286851"/>
                </a:cubicBezTo>
                <a:cubicBezTo>
                  <a:pt x="226418" y="331926"/>
                  <a:pt x="226418" y="331926"/>
                  <a:pt x="226418" y="331926"/>
                </a:cubicBezTo>
                <a:cubicBezTo>
                  <a:pt x="230539" y="344218"/>
                  <a:pt x="230539" y="344218"/>
                  <a:pt x="230539" y="344218"/>
                </a:cubicBezTo>
                <a:close/>
                <a:moveTo>
                  <a:pt x="218191" y="319635"/>
                </a:moveTo>
                <a:cubicBezTo>
                  <a:pt x="242889" y="278651"/>
                  <a:pt x="242889" y="278651"/>
                  <a:pt x="242889" y="278651"/>
                </a:cubicBezTo>
                <a:cubicBezTo>
                  <a:pt x="234662" y="270450"/>
                  <a:pt x="234662" y="270450"/>
                  <a:pt x="234662" y="270450"/>
                </a:cubicBezTo>
                <a:cubicBezTo>
                  <a:pt x="214069" y="307344"/>
                  <a:pt x="214069" y="307344"/>
                  <a:pt x="214069" y="307344"/>
                </a:cubicBezTo>
                <a:cubicBezTo>
                  <a:pt x="218191" y="319635"/>
                  <a:pt x="218191" y="319635"/>
                  <a:pt x="218191" y="319635"/>
                </a:cubicBezTo>
                <a:close/>
                <a:moveTo>
                  <a:pt x="209964" y="290943"/>
                </a:moveTo>
                <a:cubicBezTo>
                  <a:pt x="226418" y="262268"/>
                  <a:pt x="226418" y="262268"/>
                  <a:pt x="226418" y="262268"/>
                </a:cubicBezTo>
                <a:cubicBezTo>
                  <a:pt x="218191" y="254067"/>
                  <a:pt x="218191" y="254067"/>
                  <a:pt x="218191" y="254067"/>
                </a:cubicBezTo>
                <a:cubicBezTo>
                  <a:pt x="205842" y="278651"/>
                  <a:pt x="205842" y="278651"/>
                  <a:pt x="205842" y="278651"/>
                </a:cubicBezTo>
                <a:cubicBezTo>
                  <a:pt x="209964" y="290943"/>
                  <a:pt x="209964" y="290943"/>
                  <a:pt x="209964" y="290943"/>
                </a:cubicBezTo>
                <a:close/>
                <a:moveTo>
                  <a:pt x="197598" y="266360"/>
                </a:moveTo>
                <a:cubicBezTo>
                  <a:pt x="209964" y="249959"/>
                  <a:pt x="209964" y="249959"/>
                  <a:pt x="209964" y="249959"/>
                </a:cubicBezTo>
                <a:cubicBezTo>
                  <a:pt x="201720" y="241776"/>
                  <a:pt x="201720" y="241776"/>
                  <a:pt x="201720" y="241776"/>
                </a:cubicBezTo>
                <a:cubicBezTo>
                  <a:pt x="193493" y="249959"/>
                  <a:pt x="193493" y="249959"/>
                  <a:pt x="193493" y="249959"/>
                </a:cubicBezTo>
                <a:cubicBezTo>
                  <a:pt x="197598" y="266360"/>
                  <a:pt x="197598" y="266360"/>
                  <a:pt x="197598" y="266360"/>
                </a:cubicBezTo>
                <a:close/>
                <a:moveTo>
                  <a:pt x="189371" y="237667"/>
                </a:moveTo>
                <a:cubicBezTo>
                  <a:pt x="185250" y="225375"/>
                  <a:pt x="185250" y="225375"/>
                  <a:pt x="185250" y="225375"/>
                </a:cubicBezTo>
                <a:cubicBezTo>
                  <a:pt x="193493" y="233576"/>
                  <a:pt x="193493" y="233576"/>
                  <a:pt x="193493" y="233576"/>
                </a:cubicBezTo>
                <a:cubicBezTo>
                  <a:pt x="189371" y="237667"/>
                  <a:pt x="189371" y="237667"/>
                  <a:pt x="189371" y="237667"/>
                </a:cubicBezTo>
                <a:close/>
                <a:moveTo>
                  <a:pt x="242889" y="69658"/>
                </a:moveTo>
                <a:cubicBezTo>
                  <a:pt x="168796" y="221285"/>
                  <a:pt x="168796" y="221285"/>
                  <a:pt x="168796" y="221285"/>
                </a:cubicBezTo>
                <a:cubicBezTo>
                  <a:pt x="168796" y="221285"/>
                  <a:pt x="156430" y="114733"/>
                  <a:pt x="148203" y="53275"/>
                </a:cubicBezTo>
                <a:cubicBezTo>
                  <a:pt x="65866" y="61476"/>
                  <a:pt x="0" y="135226"/>
                  <a:pt x="0" y="221285"/>
                </a:cubicBezTo>
                <a:cubicBezTo>
                  <a:pt x="0" y="315525"/>
                  <a:pt x="74110" y="389293"/>
                  <a:pt x="168796" y="389293"/>
                </a:cubicBezTo>
                <a:cubicBezTo>
                  <a:pt x="189371" y="389293"/>
                  <a:pt x="209964" y="385202"/>
                  <a:pt x="226418" y="381093"/>
                </a:cubicBezTo>
                <a:cubicBezTo>
                  <a:pt x="168796" y="221285"/>
                  <a:pt x="168796" y="221285"/>
                  <a:pt x="168796" y="221285"/>
                </a:cubicBezTo>
                <a:cubicBezTo>
                  <a:pt x="279935" y="94242"/>
                  <a:pt x="279935" y="94242"/>
                  <a:pt x="279935" y="94242"/>
                </a:cubicBezTo>
                <a:cubicBezTo>
                  <a:pt x="271709" y="81949"/>
                  <a:pt x="259359" y="73768"/>
                  <a:pt x="242889" y="69658"/>
                </a:cubicBezTo>
                <a:close/>
                <a:moveTo>
                  <a:pt x="177023" y="0"/>
                </a:moveTo>
                <a:cubicBezTo>
                  <a:pt x="168796" y="0"/>
                  <a:pt x="164673" y="0"/>
                  <a:pt x="156430" y="0"/>
                </a:cubicBezTo>
                <a:cubicBezTo>
                  <a:pt x="164673" y="61476"/>
                  <a:pt x="177023" y="168008"/>
                  <a:pt x="177023" y="168008"/>
                </a:cubicBezTo>
                <a:cubicBezTo>
                  <a:pt x="251116" y="16383"/>
                  <a:pt x="251116" y="16383"/>
                  <a:pt x="251116" y="16383"/>
                </a:cubicBezTo>
                <a:cubicBezTo>
                  <a:pt x="230539" y="4091"/>
                  <a:pt x="201720" y="0"/>
                  <a:pt x="177023"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068810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3.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5.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theme" Target="../theme/theme6.xml"/><Relationship Id="rId5" Type="http://schemas.openxmlformats.org/officeDocument/2006/relationships/slideLayout" Target="../slideLayouts/slideLayout52.xml"/><Relationship Id="rId4" Type="http://schemas.openxmlformats.org/officeDocument/2006/relationships/slideLayout" Target="../slideLayouts/slideLayout5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theme" Target="../theme/theme7.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67.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theme" Target="../theme/theme8.xml"/><Relationship Id="rId5" Type="http://schemas.openxmlformats.org/officeDocument/2006/relationships/slideLayout" Target="../slideLayouts/slideLayout69.xml"/><Relationship Id="rId4" Type="http://schemas.openxmlformats.org/officeDocument/2006/relationships/slideLayout" Target="../slideLayouts/slideLayout6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9.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84.xml"/><Relationship Id="rId2" Type="http://schemas.openxmlformats.org/officeDocument/2006/relationships/slideLayout" Target="../slideLayouts/slideLayout83.xml"/><Relationship Id="rId1" Type="http://schemas.openxmlformats.org/officeDocument/2006/relationships/slideLayout" Target="../slideLayouts/slideLayout82.xml"/><Relationship Id="rId5" Type="http://schemas.openxmlformats.org/officeDocument/2006/relationships/theme" Target="../theme/theme10.xml"/><Relationship Id="rId4" Type="http://schemas.openxmlformats.org/officeDocument/2006/relationships/slideLayout" Target="../slideLayouts/slideLayout85.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theme" Target="../theme/theme11.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直角三角形 7">
            <a:extLst>
              <a:ext uri="{FF2B5EF4-FFF2-40B4-BE49-F238E27FC236}">
                <a16:creationId xmlns:a16="http://schemas.microsoft.com/office/drawing/2014/main" id="{7FEA1A44-6F60-08F5-58D2-522940CA86EB}"/>
              </a:ext>
            </a:extLst>
          </p:cNvPr>
          <p:cNvSpPr/>
          <p:nvPr/>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B6367F12-CD85-256A-CC5A-9094227CE2BA}"/>
              </a:ext>
            </a:extLst>
          </p:cNvPr>
          <p:cNvSpPr/>
          <p:nvPr/>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6">
            <a:extLst>
              <a:ext uri="{FF2B5EF4-FFF2-40B4-BE49-F238E27FC236}">
                <a16:creationId xmlns:a16="http://schemas.microsoft.com/office/drawing/2014/main" id="{23FB03DC-77D3-A936-BA70-44F4BA9E73C9}"/>
              </a:ext>
            </a:extLst>
          </p:cNvPr>
          <p:cNvSpPr/>
          <p:nvPr/>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D38913D-60F4-3CB8-0326-EA0F6F7A1E5B}"/>
              </a:ext>
            </a:extLst>
          </p:cNvPr>
          <p:cNvSpPr/>
          <p:nvPr/>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E92F9F2-B9AB-7B1A-86CF-EBD580A8288D}"/>
              </a:ext>
            </a:extLst>
          </p:cNvPr>
          <p:cNvSpPr/>
          <p:nvPr/>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747D8282-764C-5028-81AA-9FE85D27C7DF}"/>
              </a:ext>
            </a:extLst>
          </p:cNvPr>
          <p:cNvSpPr/>
          <p:nvPr/>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D66E5E02-6E7C-0A42-39CB-81BFC21CD8CC}"/>
              </a:ext>
            </a:extLst>
          </p:cNvPr>
          <p:cNvSpPr/>
          <p:nvPr/>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F932C5E-0E6F-B4BE-5EA9-F033CA4D2ADF}"/>
              </a:ext>
            </a:extLst>
          </p:cNvPr>
          <p:cNvSpPr/>
          <p:nvPr/>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C70B607-B22C-C626-6402-0F4EF0211754}"/>
              </a:ext>
            </a:extLst>
          </p:cNvPr>
          <p:cNvSpPr/>
          <p:nvPr/>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32463272"/>
      </p:ext>
    </p:extLst>
  </p:cSld>
  <p:clrMap bg1="lt1" tx1="dk1" bg2="lt2" tx2="dk2" accent1="accent1" accent2="accent2" accent3="accent3" accent4="accent4" accent5="accent5" accent6="accent6" hlink="hlink" folHlink="folHlink"/>
  <p:sldLayoutIdLst>
    <p:sldLayoutId id="2157483775" r:id="rId1"/>
    <p:sldLayoutId id="2157483776" r:id="rId2"/>
    <p:sldLayoutId id="2157483777" r:id="rId3"/>
    <p:sldLayoutId id="2157483778" r:id="rId4"/>
    <p:sldLayoutId id="2157483779" r:id="rId5"/>
    <p:sldLayoutId id="2157483716" r:id="rId6"/>
    <p:sldLayoutId id="2157483715" r:id="rId7"/>
    <p:sldLayoutId id="2157483714" r:id="rId8"/>
    <p:sldLayoutId id="215748371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4139105914"/>
      </p:ext>
    </p:extLst>
  </p:cSld>
  <p:clrMap bg1="lt1" tx1="dk1" bg2="lt2" tx2="dk2" accent1="accent1" accent2="accent2" accent3="accent3" accent4="accent4" accent5="accent5" accent6="accent6" hlink="hlink" folHlink="folHlink"/>
  <p:sldLayoutIdLst>
    <p:sldLayoutId id="2157483781" r:id="rId1"/>
    <p:sldLayoutId id="2157483782" r:id="rId2"/>
    <p:sldLayoutId id="2157483783" r:id="rId3"/>
    <p:sldLayoutId id="2157483784" r:id="rId4"/>
    <p:sldLayoutId id="2157483785" r:id="rId5"/>
    <p:sldLayoutId id="2157483786" r:id="rId6"/>
    <p:sldLayoutId id="2157483787" r:id="rId7"/>
    <p:sldLayoutId id="2157483788" r:id="rId8"/>
    <p:sldLayoutId id="2157483789" r:id="rId9"/>
    <p:sldLayoutId id="2157483790" r:id="rId10"/>
    <p:sldLayoutId id="21574837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直角三角形 7">
            <a:extLst>
              <a:ext uri="{FF2B5EF4-FFF2-40B4-BE49-F238E27FC236}">
                <a16:creationId xmlns:a16="http://schemas.microsoft.com/office/drawing/2014/main" id="{7FEA1A44-6F60-08F5-58D2-522940CA86EB}"/>
              </a:ext>
            </a:extLst>
          </p:cNvPr>
          <p:cNvSpPr/>
          <p:nvPr/>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B6367F12-CD85-256A-CC5A-9094227CE2BA}"/>
              </a:ext>
            </a:extLst>
          </p:cNvPr>
          <p:cNvSpPr/>
          <p:nvPr/>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6">
            <a:extLst>
              <a:ext uri="{FF2B5EF4-FFF2-40B4-BE49-F238E27FC236}">
                <a16:creationId xmlns:a16="http://schemas.microsoft.com/office/drawing/2014/main" id="{23FB03DC-77D3-A936-BA70-44F4BA9E73C9}"/>
              </a:ext>
            </a:extLst>
          </p:cNvPr>
          <p:cNvSpPr/>
          <p:nvPr/>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D38913D-60F4-3CB8-0326-EA0F6F7A1E5B}"/>
              </a:ext>
            </a:extLst>
          </p:cNvPr>
          <p:cNvSpPr/>
          <p:nvPr/>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E92F9F2-B9AB-7B1A-86CF-EBD580A8288D}"/>
              </a:ext>
            </a:extLst>
          </p:cNvPr>
          <p:cNvSpPr/>
          <p:nvPr/>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747D8282-764C-5028-81AA-9FE85D27C7DF}"/>
              </a:ext>
            </a:extLst>
          </p:cNvPr>
          <p:cNvSpPr/>
          <p:nvPr/>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D66E5E02-6E7C-0A42-39CB-81BFC21CD8CC}"/>
              </a:ext>
            </a:extLst>
          </p:cNvPr>
          <p:cNvSpPr/>
          <p:nvPr/>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F932C5E-0E6F-B4BE-5EA9-F033CA4D2ADF}"/>
              </a:ext>
            </a:extLst>
          </p:cNvPr>
          <p:cNvSpPr/>
          <p:nvPr/>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C70B607-B22C-C626-6402-0F4EF0211754}"/>
              </a:ext>
            </a:extLst>
          </p:cNvPr>
          <p:cNvSpPr/>
          <p:nvPr/>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4707462"/>
      </p:ext>
    </p:extLst>
  </p:cSld>
  <p:clrMap bg1="lt1" tx1="dk1" bg2="lt2" tx2="dk2" accent1="accent1" accent2="accent2" accent3="accent3" accent4="accent4" accent5="accent5" accent6="accent6" hlink="hlink" folHlink="folHlink"/>
  <p:sldLayoutIdLst>
    <p:sldLayoutId id="2157483793" r:id="rId1"/>
    <p:sldLayoutId id="2157483794" r:id="rId2"/>
    <p:sldLayoutId id="2157483795" r:id="rId3"/>
    <p:sldLayoutId id="2157483796" r:id="rId4"/>
    <p:sldLayoutId id="215748379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442246243"/>
      </p:ext>
    </p:extLst>
  </p:cSld>
  <p:clrMap bg1="lt1" tx1="dk1" bg2="lt2" tx2="dk2" accent1="accent1" accent2="accent2" accent3="accent3" accent4="accent4" accent5="accent5" accent6="accent6" hlink="hlink" folHlink="folHlink"/>
  <p:sldLayoutIdLst>
    <p:sldLayoutId id="2157483799" r:id="rId1"/>
    <p:sldLayoutId id="2157483800" r:id="rId2"/>
    <p:sldLayoutId id="2157483801" r:id="rId3"/>
    <p:sldLayoutId id="2157483802" r:id="rId4"/>
    <p:sldLayoutId id="2157483803" r:id="rId5"/>
    <p:sldLayoutId id="2157483804" r:id="rId6"/>
    <p:sldLayoutId id="2157483805" r:id="rId7"/>
    <p:sldLayoutId id="2157483806" r:id="rId8"/>
    <p:sldLayoutId id="2157483807" r:id="rId9"/>
    <p:sldLayoutId id="2157483808" r:id="rId10"/>
    <p:sldLayoutId id="21574838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204315612"/>
      </p:ext>
    </p:extLst>
  </p:cSld>
  <p:clrMap bg1="lt1" tx1="dk1" bg2="lt2" tx2="dk2" accent1="accent1" accent2="accent2" accent3="accent3" accent4="accent4" accent5="accent5" accent6="accent6" hlink="hlink" folHlink="folHlink"/>
  <p:sldLayoutIdLst>
    <p:sldLayoutId id="2157483811" r:id="rId1"/>
    <p:sldLayoutId id="2157483812" r:id="rId2"/>
    <p:sldLayoutId id="2157483813" r:id="rId3"/>
    <p:sldLayoutId id="2157483814" r:id="rId4"/>
    <p:sldLayoutId id="2157483815" r:id="rId5"/>
    <p:sldLayoutId id="2157483816" r:id="rId6"/>
    <p:sldLayoutId id="2157483817" r:id="rId7"/>
    <p:sldLayoutId id="2157483818" r:id="rId8"/>
    <p:sldLayoutId id="2157483819" r:id="rId9"/>
    <p:sldLayoutId id="2157483820" r:id="rId10"/>
    <p:sldLayoutId id="215748382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直角三角形 7">
            <a:extLst>
              <a:ext uri="{FF2B5EF4-FFF2-40B4-BE49-F238E27FC236}">
                <a16:creationId xmlns:a16="http://schemas.microsoft.com/office/drawing/2014/main" id="{7FEA1A44-6F60-08F5-58D2-522940CA86EB}"/>
              </a:ext>
            </a:extLst>
          </p:cNvPr>
          <p:cNvSpPr/>
          <p:nvPr/>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B6367F12-CD85-256A-CC5A-9094227CE2BA}"/>
              </a:ext>
            </a:extLst>
          </p:cNvPr>
          <p:cNvSpPr/>
          <p:nvPr/>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6">
            <a:extLst>
              <a:ext uri="{FF2B5EF4-FFF2-40B4-BE49-F238E27FC236}">
                <a16:creationId xmlns:a16="http://schemas.microsoft.com/office/drawing/2014/main" id="{23FB03DC-77D3-A936-BA70-44F4BA9E73C9}"/>
              </a:ext>
            </a:extLst>
          </p:cNvPr>
          <p:cNvSpPr/>
          <p:nvPr/>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D38913D-60F4-3CB8-0326-EA0F6F7A1E5B}"/>
              </a:ext>
            </a:extLst>
          </p:cNvPr>
          <p:cNvSpPr/>
          <p:nvPr/>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E92F9F2-B9AB-7B1A-86CF-EBD580A8288D}"/>
              </a:ext>
            </a:extLst>
          </p:cNvPr>
          <p:cNvSpPr/>
          <p:nvPr/>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747D8282-764C-5028-81AA-9FE85D27C7DF}"/>
              </a:ext>
            </a:extLst>
          </p:cNvPr>
          <p:cNvSpPr/>
          <p:nvPr/>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D66E5E02-6E7C-0A42-39CB-81BFC21CD8CC}"/>
              </a:ext>
            </a:extLst>
          </p:cNvPr>
          <p:cNvSpPr/>
          <p:nvPr/>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F932C5E-0E6F-B4BE-5EA9-F033CA4D2ADF}"/>
              </a:ext>
            </a:extLst>
          </p:cNvPr>
          <p:cNvSpPr/>
          <p:nvPr/>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C70B607-B22C-C626-6402-0F4EF0211754}"/>
              </a:ext>
            </a:extLst>
          </p:cNvPr>
          <p:cNvSpPr/>
          <p:nvPr/>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72842388"/>
      </p:ext>
    </p:extLst>
  </p:cSld>
  <p:clrMap bg1="lt1" tx1="dk1" bg2="lt2" tx2="dk2" accent1="accent1" accent2="accent2" accent3="accent3" accent4="accent4" accent5="accent5" accent6="accent6" hlink="hlink" folHlink="folHlink"/>
  <p:sldLayoutIdLst>
    <p:sldLayoutId id="2157483823" r:id="rId1"/>
    <p:sldLayoutId id="2157483824" r:id="rId2"/>
    <p:sldLayoutId id="2157483825" r:id="rId3"/>
    <p:sldLayoutId id="2157483826" r:id="rId4"/>
    <p:sldLayoutId id="215748382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4039344658"/>
      </p:ext>
    </p:extLst>
  </p:cSld>
  <p:clrMap bg1="lt1" tx1="dk1" bg2="lt2" tx2="dk2" accent1="accent1" accent2="accent2" accent3="accent3" accent4="accent4" accent5="accent5" accent6="accent6" hlink="hlink" folHlink="folHlink"/>
  <p:sldLayoutIdLst>
    <p:sldLayoutId id="2157483829" r:id="rId1"/>
    <p:sldLayoutId id="2157483830" r:id="rId2"/>
    <p:sldLayoutId id="2157483831" r:id="rId3"/>
    <p:sldLayoutId id="2157483832" r:id="rId4"/>
    <p:sldLayoutId id="2157483833" r:id="rId5"/>
    <p:sldLayoutId id="2157483834" r:id="rId6"/>
    <p:sldLayoutId id="2157483835" r:id="rId7"/>
    <p:sldLayoutId id="2157483836" r:id="rId8"/>
    <p:sldLayoutId id="2157483837" r:id="rId9"/>
    <p:sldLayoutId id="2157483838" r:id="rId10"/>
    <p:sldLayoutId id="2157483839" r:id="rId11"/>
    <p:sldLayoutId id="215748384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直角三角形 7">
            <a:extLst>
              <a:ext uri="{FF2B5EF4-FFF2-40B4-BE49-F238E27FC236}">
                <a16:creationId xmlns:a16="http://schemas.microsoft.com/office/drawing/2014/main" id="{7FEA1A44-6F60-08F5-58D2-522940CA86EB}"/>
              </a:ext>
            </a:extLst>
          </p:cNvPr>
          <p:cNvSpPr/>
          <p:nvPr/>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B6367F12-CD85-256A-CC5A-9094227CE2BA}"/>
              </a:ext>
            </a:extLst>
          </p:cNvPr>
          <p:cNvSpPr/>
          <p:nvPr/>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6">
            <a:extLst>
              <a:ext uri="{FF2B5EF4-FFF2-40B4-BE49-F238E27FC236}">
                <a16:creationId xmlns:a16="http://schemas.microsoft.com/office/drawing/2014/main" id="{23FB03DC-77D3-A936-BA70-44F4BA9E73C9}"/>
              </a:ext>
            </a:extLst>
          </p:cNvPr>
          <p:cNvSpPr/>
          <p:nvPr/>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D38913D-60F4-3CB8-0326-EA0F6F7A1E5B}"/>
              </a:ext>
            </a:extLst>
          </p:cNvPr>
          <p:cNvSpPr/>
          <p:nvPr/>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E92F9F2-B9AB-7B1A-86CF-EBD580A8288D}"/>
              </a:ext>
            </a:extLst>
          </p:cNvPr>
          <p:cNvSpPr/>
          <p:nvPr/>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747D8282-764C-5028-81AA-9FE85D27C7DF}"/>
              </a:ext>
            </a:extLst>
          </p:cNvPr>
          <p:cNvSpPr/>
          <p:nvPr/>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D66E5E02-6E7C-0A42-39CB-81BFC21CD8CC}"/>
              </a:ext>
            </a:extLst>
          </p:cNvPr>
          <p:cNvSpPr/>
          <p:nvPr/>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F932C5E-0E6F-B4BE-5EA9-F033CA4D2ADF}"/>
              </a:ext>
            </a:extLst>
          </p:cNvPr>
          <p:cNvSpPr/>
          <p:nvPr/>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C70B607-B22C-C626-6402-0F4EF0211754}"/>
              </a:ext>
            </a:extLst>
          </p:cNvPr>
          <p:cNvSpPr/>
          <p:nvPr/>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02160623"/>
      </p:ext>
    </p:extLst>
  </p:cSld>
  <p:clrMap bg1="lt1" tx1="dk1" bg2="lt2" tx2="dk2" accent1="accent1" accent2="accent2" accent3="accent3" accent4="accent4" accent5="accent5" accent6="accent6" hlink="hlink" folHlink="folHlink"/>
  <p:sldLayoutIdLst>
    <p:sldLayoutId id="2157483842" r:id="rId1"/>
    <p:sldLayoutId id="2157483843" r:id="rId2"/>
    <p:sldLayoutId id="2157483844" r:id="rId3"/>
    <p:sldLayoutId id="2157483845" r:id="rId4"/>
    <p:sldLayoutId id="215748384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358946591"/>
      </p:ext>
    </p:extLst>
  </p:cSld>
  <p:clrMap bg1="lt1" tx1="dk1" bg2="lt2" tx2="dk2" accent1="accent1" accent2="accent2" accent3="accent3" accent4="accent4" accent5="accent5" accent6="accent6" hlink="hlink" folHlink="folHlink"/>
  <p:sldLayoutIdLst>
    <p:sldLayoutId id="2157483848" r:id="rId1"/>
    <p:sldLayoutId id="2157483849" r:id="rId2"/>
    <p:sldLayoutId id="2157483850" r:id="rId3"/>
    <p:sldLayoutId id="2157483851" r:id="rId4"/>
    <p:sldLayoutId id="2157483852" r:id="rId5"/>
    <p:sldLayoutId id="2157483853" r:id="rId6"/>
    <p:sldLayoutId id="2157483854" r:id="rId7"/>
    <p:sldLayoutId id="2157483855" r:id="rId8"/>
    <p:sldLayoutId id="2157483856" r:id="rId9"/>
    <p:sldLayoutId id="2157483857" r:id="rId10"/>
    <p:sldLayoutId id="2157483858" r:id="rId11"/>
    <p:sldLayoutId id="21574838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直角三角形 7">
            <a:extLst>
              <a:ext uri="{FF2B5EF4-FFF2-40B4-BE49-F238E27FC236}">
                <a16:creationId xmlns:a16="http://schemas.microsoft.com/office/drawing/2014/main" id="{7FEA1A44-6F60-08F5-58D2-522940CA86EB}"/>
              </a:ext>
            </a:extLst>
          </p:cNvPr>
          <p:cNvSpPr/>
          <p:nvPr/>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B6367F12-CD85-256A-CC5A-9094227CE2BA}"/>
              </a:ext>
            </a:extLst>
          </p:cNvPr>
          <p:cNvSpPr/>
          <p:nvPr/>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6">
            <a:extLst>
              <a:ext uri="{FF2B5EF4-FFF2-40B4-BE49-F238E27FC236}">
                <a16:creationId xmlns:a16="http://schemas.microsoft.com/office/drawing/2014/main" id="{23FB03DC-77D3-A936-BA70-44F4BA9E73C9}"/>
              </a:ext>
            </a:extLst>
          </p:cNvPr>
          <p:cNvSpPr/>
          <p:nvPr/>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D38913D-60F4-3CB8-0326-EA0F6F7A1E5B}"/>
              </a:ext>
            </a:extLst>
          </p:cNvPr>
          <p:cNvSpPr/>
          <p:nvPr/>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E92F9F2-B9AB-7B1A-86CF-EBD580A8288D}"/>
              </a:ext>
            </a:extLst>
          </p:cNvPr>
          <p:cNvSpPr/>
          <p:nvPr/>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747D8282-764C-5028-81AA-9FE85D27C7DF}"/>
              </a:ext>
            </a:extLst>
          </p:cNvPr>
          <p:cNvSpPr/>
          <p:nvPr/>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D66E5E02-6E7C-0A42-39CB-81BFC21CD8CC}"/>
              </a:ext>
            </a:extLst>
          </p:cNvPr>
          <p:cNvSpPr/>
          <p:nvPr/>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F932C5E-0E6F-B4BE-5EA9-F033CA4D2ADF}"/>
              </a:ext>
            </a:extLst>
          </p:cNvPr>
          <p:cNvSpPr/>
          <p:nvPr/>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C70B607-B22C-C626-6402-0F4EF0211754}"/>
              </a:ext>
            </a:extLst>
          </p:cNvPr>
          <p:cNvSpPr/>
          <p:nvPr/>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71589359"/>
      </p:ext>
    </p:extLst>
  </p:cSld>
  <p:clrMap bg1="lt1" tx1="dk1" bg2="lt2" tx2="dk2" accent1="accent1" accent2="accent2" accent3="accent3" accent4="accent4" accent5="accent5" accent6="accent6" hlink="hlink" folHlink="folHlink"/>
  <p:sldLayoutIdLst>
    <p:sldLayoutId id="2157483861" r:id="rId1"/>
    <p:sldLayoutId id="2157483862" r:id="rId2"/>
    <p:sldLayoutId id="2157483863" r:id="rId3"/>
    <p:sldLayoutId id="21574838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2970651607"/>
      </p:ext>
    </p:extLst>
  </p:cSld>
  <p:clrMap bg1="lt1" tx1="dk1" bg2="lt2" tx2="dk2" accent1="accent1" accent2="accent2" accent3="accent3" accent4="accent4" accent5="accent5" accent6="accent6" hlink="hlink" folHlink="folHlink"/>
  <p:sldLayoutIdLst>
    <p:sldLayoutId id="2157483866" r:id="rId1"/>
    <p:sldLayoutId id="2157483867" r:id="rId2"/>
    <p:sldLayoutId id="2157483868" r:id="rId3"/>
    <p:sldLayoutId id="2157483869" r:id="rId4"/>
    <p:sldLayoutId id="2157483870" r:id="rId5"/>
    <p:sldLayoutId id="2157483871" r:id="rId6"/>
    <p:sldLayoutId id="2157483872" r:id="rId7"/>
    <p:sldLayoutId id="2157483873" r:id="rId8"/>
    <p:sldLayoutId id="2157483874" r:id="rId9"/>
    <p:sldLayoutId id="2157483875" r:id="rId10"/>
    <p:sldLayoutId id="2157483876" r:id="rId11"/>
    <p:sldLayoutId id="215748387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7" name="AutoShape 18">
            <a:extLst>
              <a:ext uri="{FF2B5EF4-FFF2-40B4-BE49-F238E27FC236}">
                <a16:creationId xmlns:a16="http://schemas.microsoft.com/office/drawing/2014/main" id="{F787F346-EBC7-8402-901F-20EDF9DA3765}"/>
              </a:ext>
            </a:extLst>
          </p:cNvPr>
          <p:cNvSpPr/>
          <p:nvPr/>
        </p:nvSpPr>
        <p:spPr>
          <a:xfrm>
            <a:off x="1016000" y="2616200"/>
            <a:ext cx="10160000" cy="12700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7200" b="0" i="0" u="none" strike="noStrike" dirty="0" err="1">
                <a:solidFill>
                  <a:srgbClr val="26476A"/>
                </a:solidFill>
                <a:latin typeface="Noto Sans SC"/>
                <a:ea typeface="Noto Sans SC"/>
                <a:cs typeface="Noto Sans SC"/>
                <a:sym typeface="Noto Sans SC"/>
              </a:rPr>
              <a:t>音乐专辑数据分析</a:t>
            </a:r>
            <a:endParaRPr lang="en-US" sz="1100" dirty="0"/>
          </a:p>
        </p:txBody>
      </p:sp>
      <p:sp>
        <p:nvSpPr>
          <p:cNvPr id="38" name="AutoShape 19">
            <a:extLst>
              <a:ext uri="{FF2B5EF4-FFF2-40B4-BE49-F238E27FC236}">
                <a16:creationId xmlns:a16="http://schemas.microsoft.com/office/drawing/2014/main" id="{351BE23C-8924-8C19-0034-145CB50DC146}"/>
              </a:ext>
            </a:extLst>
          </p:cNvPr>
          <p:cNvSpPr/>
          <p:nvPr/>
        </p:nvSpPr>
        <p:spPr>
          <a:xfrm>
            <a:off x="3530600" y="3851643"/>
            <a:ext cx="5156200" cy="310414"/>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b="0" i="0" u="none" strike="noStrike" dirty="0">
                <a:solidFill>
                  <a:srgbClr val="26476A"/>
                </a:solidFill>
                <a:latin typeface="Noto Sans SC"/>
                <a:ea typeface="Noto Sans SC"/>
                <a:cs typeface="Noto Sans SC"/>
                <a:sym typeface="Noto Sans SC"/>
              </a:rPr>
              <a:t>基于10万条音乐专辑数据的分析与可视化</a:t>
            </a:r>
            <a:endParaRPr lang="en-US" sz="1000" dirty="0"/>
          </a:p>
        </p:txBody>
      </p:sp>
      <p:grpSp>
        <p:nvGrpSpPr>
          <p:cNvPr id="39" name="组合 38">
            <a:extLst>
              <a:ext uri="{FF2B5EF4-FFF2-40B4-BE49-F238E27FC236}">
                <a16:creationId xmlns:a16="http://schemas.microsoft.com/office/drawing/2014/main" id="{70B4459D-2A1A-2623-6558-6D0994F3A5F0}"/>
              </a:ext>
            </a:extLst>
          </p:cNvPr>
          <p:cNvGrpSpPr/>
          <p:nvPr/>
        </p:nvGrpSpPr>
        <p:grpSpPr>
          <a:xfrm>
            <a:off x="6553200" y="5530112"/>
            <a:ext cx="3111500" cy="381000"/>
            <a:chOff x="2032000" y="5372100"/>
            <a:chExt cx="3111500" cy="381000"/>
          </a:xfrm>
        </p:grpSpPr>
        <p:sp>
          <p:nvSpPr>
            <p:cNvPr id="40" name="AutoShape 24">
              <a:extLst>
                <a:ext uri="{FF2B5EF4-FFF2-40B4-BE49-F238E27FC236}">
                  <a16:creationId xmlns:a16="http://schemas.microsoft.com/office/drawing/2014/main" id="{7ABA15E9-1ED5-9924-0042-92E97F217A83}"/>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1" name="AutoShape 25">
              <a:extLst>
                <a:ext uri="{FF2B5EF4-FFF2-40B4-BE49-F238E27FC236}">
                  <a16:creationId xmlns:a16="http://schemas.microsoft.com/office/drawing/2014/main" id="{0A985DC6-3935-F7C0-2F09-24C0553BC5B9}"/>
                </a:ext>
              </a:extLst>
            </p:cNvPr>
            <p:cNvSpPr/>
            <p:nvPr/>
          </p:nvSpPr>
          <p:spPr>
            <a:xfrm>
              <a:off x="2349500" y="5372100"/>
              <a:ext cx="2794000" cy="3810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1600" b="1" i="0" u="none" strike="noStrike" dirty="0">
                  <a:solidFill>
                    <a:srgbClr val="26476A"/>
                  </a:solidFill>
                  <a:latin typeface="Noto Sans SC"/>
                  <a:ea typeface="Noto Sans SC"/>
                  <a:cs typeface="Noto Sans SC"/>
                  <a:sym typeface="Noto Sans SC"/>
                </a:rPr>
                <a:t>日期：2026年7月</a:t>
              </a:r>
              <a:endParaRPr lang="en-US" sz="1100" dirty="0"/>
            </a:p>
          </p:txBody>
        </p:sp>
      </p:grpSp>
      <p:grpSp>
        <p:nvGrpSpPr>
          <p:cNvPr id="42" name="组合 41">
            <a:extLst>
              <a:ext uri="{FF2B5EF4-FFF2-40B4-BE49-F238E27FC236}">
                <a16:creationId xmlns:a16="http://schemas.microsoft.com/office/drawing/2014/main" id="{03F52D8B-90CB-8B36-2667-FB28F2FD389A}"/>
              </a:ext>
            </a:extLst>
          </p:cNvPr>
          <p:cNvGrpSpPr/>
          <p:nvPr/>
        </p:nvGrpSpPr>
        <p:grpSpPr>
          <a:xfrm>
            <a:off x="2032000" y="4889500"/>
            <a:ext cx="3606800" cy="381000"/>
            <a:chOff x="2032000" y="5372100"/>
            <a:chExt cx="3606800" cy="381000"/>
          </a:xfrm>
        </p:grpSpPr>
        <p:sp>
          <p:nvSpPr>
            <p:cNvPr id="43" name="AutoShape 24">
              <a:extLst>
                <a:ext uri="{FF2B5EF4-FFF2-40B4-BE49-F238E27FC236}">
                  <a16:creationId xmlns:a16="http://schemas.microsoft.com/office/drawing/2014/main" id="{1D1E206E-917F-3720-8282-C43CB697FDCF}"/>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25">
              <a:extLst>
                <a:ext uri="{FF2B5EF4-FFF2-40B4-BE49-F238E27FC236}">
                  <a16:creationId xmlns:a16="http://schemas.microsoft.com/office/drawing/2014/main" id="{2C51082F-5107-B59B-D07B-1DAEACE3FC37}"/>
                </a:ext>
              </a:extLst>
            </p:cNvPr>
            <p:cNvSpPr/>
            <p:nvPr/>
          </p:nvSpPr>
          <p:spPr>
            <a:xfrm>
              <a:off x="2349500" y="5372100"/>
              <a:ext cx="3289300" cy="381000"/>
            </a:xfrm>
            <a:prstGeom prst="rect">
              <a:avLst/>
            </a:prstGeom>
            <a:noFill/>
            <a:ln w="12700" cap="flat" cmpd="sng">
              <a:noFill/>
              <a:prstDash val="solid"/>
              <a:round/>
            </a:ln>
          </p:spPr>
          <p:txBody>
            <a:bodyPr vert="horz" wrap="none" lIns="0" tIns="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26476A"/>
                  </a:solidFill>
                  <a:effectLst/>
                  <a:uLnTx/>
                  <a:uFillTx/>
                  <a:latin typeface="Noto Sans SC"/>
                  <a:ea typeface="Noto Sans SC"/>
                  <a:cs typeface="Arial"/>
                  <a:sym typeface="Noto Sans SC"/>
                </a:rPr>
                <a:t>项目小组：超级无敌雷霆暴龙战士组</a:t>
              </a:r>
              <a:endParaRPr kumimoji="0" lang="en-US" altLang="zh-CN" sz="1100" b="0" i="0" u="none" strike="noStrike" kern="0" cap="none" spc="0" normalizeH="0" baseline="0" noProof="0" dirty="0">
                <a:ln>
                  <a:noFill/>
                </a:ln>
                <a:solidFill>
                  <a:srgbClr val="000000"/>
                </a:solidFill>
                <a:effectLst/>
                <a:uLnTx/>
                <a:uFillTx/>
                <a:latin typeface="Arial"/>
                <a:cs typeface="Arial"/>
                <a:sym typeface="Arial"/>
              </a:endParaRPr>
            </a:p>
            <a:p>
              <a:pPr marL="0" indent="0" algn="l">
                <a:lnSpc>
                  <a:spcPct val="100000"/>
                </a:lnSpc>
                <a:defRPr/>
              </a:pPr>
              <a:endParaRPr lang="en-US" sz="1100" dirty="0"/>
            </a:p>
          </p:txBody>
        </p:sp>
      </p:grpSp>
      <p:grpSp>
        <p:nvGrpSpPr>
          <p:cNvPr id="45" name="组合 44">
            <a:extLst>
              <a:ext uri="{FF2B5EF4-FFF2-40B4-BE49-F238E27FC236}">
                <a16:creationId xmlns:a16="http://schemas.microsoft.com/office/drawing/2014/main" id="{55562A04-8DEC-19BE-C667-2F177BDC991E}"/>
              </a:ext>
            </a:extLst>
          </p:cNvPr>
          <p:cNvGrpSpPr/>
          <p:nvPr/>
        </p:nvGrpSpPr>
        <p:grpSpPr>
          <a:xfrm>
            <a:off x="6553200" y="4885956"/>
            <a:ext cx="3606800" cy="381000"/>
            <a:chOff x="2032000" y="5372100"/>
            <a:chExt cx="3606800" cy="381000"/>
          </a:xfrm>
        </p:grpSpPr>
        <p:sp>
          <p:nvSpPr>
            <p:cNvPr id="46" name="AutoShape 24">
              <a:extLst>
                <a:ext uri="{FF2B5EF4-FFF2-40B4-BE49-F238E27FC236}">
                  <a16:creationId xmlns:a16="http://schemas.microsoft.com/office/drawing/2014/main" id="{ED49D314-766A-E965-D29C-58E0553E7732}"/>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AutoShape 25">
              <a:extLst>
                <a:ext uri="{FF2B5EF4-FFF2-40B4-BE49-F238E27FC236}">
                  <a16:creationId xmlns:a16="http://schemas.microsoft.com/office/drawing/2014/main" id="{A8F865CF-363F-7584-615D-C14A9916DA06}"/>
                </a:ext>
              </a:extLst>
            </p:cNvPr>
            <p:cNvSpPr/>
            <p:nvPr/>
          </p:nvSpPr>
          <p:spPr>
            <a:xfrm>
              <a:off x="2349500" y="5372100"/>
              <a:ext cx="3289300" cy="381000"/>
            </a:xfrm>
            <a:prstGeom prst="rect">
              <a:avLst/>
            </a:prstGeom>
            <a:noFill/>
            <a:ln w="12700" cap="flat" cmpd="sng">
              <a:noFill/>
              <a:prstDash val="solid"/>
              <a:round/>
            </a:ln>
          </p:spPr>
          <p:txBody>
            <a:bodyPr vert="horz" wrap="none" lIns="0" tIns="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26476A"/>
                  </a:solidFill>
                  <a:effectLst/>
                  <a:uLnTx/>
                  <a:uFillTx/>
                  <a:latin typeface="Noto Sans SC"/>
                  <a:ea typeface="Noto Sans SC"/>
                  <a:cs typeface="Arial"/>
                  <a:sym typeface="Noto Sans SC"/>
                </a:rPr>
                <a:t>项目成员：钟翌，刁英东，李晨</a:t>
              </a:r>
              <a:endParaRPr kumimoji="0" lang="en-US" altLang="zh-CN" sz="1100" b="0" i="0" u="none" strike="noStrike" kern="0" cap="none" spc="0" normalizeH="0" baseline="0" noProof="0" dirty="0">
                <a:ln>
                  <a:noFill/>
                </a:ln>
                <a:solidFill>
                  <a:srgbClr val="000000"/>
                </a:solidFill>
                <a:effectLst/>
                <a:uLnTx/>
                <a:uFillTx/>
                <a:latin typeface="Arial"/>
                <a:cs typeface="Arial"/>
                <a:sym typeface="Arial"/>
              </a:endParaRPr>
            </a:p>
            <a:p>
              <a:pPr marL="0" indent="0" algn="l">
                <a:lnSpc>
                  <a:spcPct val="100000"/>
                </a:lnSpc>
                <a:defRPr/>
              </a:pPr>
              <a:endParaRPr lang="en-US" sz="1100" dirty="0"/>
            </a:p>
          </p:txBody>
        </p:sp>
      </p:grpSp>
      <p:grpSp>
        <p:nvGrpSpPr>
          <p:cNvPr id="48" name="组合 47">
            <a:extLst>
              <a:ext uri="{FF2B5EF4-FFF2-40B4-BE49-F238E27FC236}">
                <a16:creationId xmlns:a16="http://schemas.microsoft.com/office/drawing/2014/main" id="{FCD458F0-AB30-365D-CF3C-FA59EF560F33}"/>
              </a:ext>
            </a:extLst>
          </p:cNvPr>
          <p:cNvGrpSpPr/>
          <p:nvPr/>
        </p:nvGrpSpPr>
        <p:grpSpPr>
          <a:xfrm>
            <a:off x="2032000" y="5530112"/>
            <a:ext cx="3111500" cy="381000"/>
            <a:chOff x="2032000" y="5372100"/>
            <a:chExt cx="3111500" cy="381000"/>
          </a:xfrm>
        </p:grpSpPr>
        <p:sp>
          <p:nvSpPr>
            <p:cNvPr id="49" name="AutoShape 24">
              <a:extLst>
                <a:ext uri="{FF2B5EF4-FFF2-40B4-BE49-F238E27FC236}">
                  <a16:creationId xmlns:a16="http://schemas.microsoft.com/office/drawing/2014/main" id="{681FFC8B-5FEE-2BC0-881C-8DDD1E411641}"/>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25">
              <a:extLst>
                <a:ext uri="{FF2B5EF4-FFF2-40B4-BE49-F238E27FC236}">
                  <a16:creationId xmlns:a16="http://schemas.microsoft.com/office/drawing/2014/main" id="{39D16449-4977-7B94-FA61-415370D7AE64}"/>
                </a:ext>
              </a:extLst>
            </p:cNvPr>
            <p:cNvSpPr/>
            <p:nvPr/>
          </p:nvSpPr>
          <p:spPr>
            <a:xfrm>
              <a:off x="2349500" y="5372100"/>
              <a:ext cx="2794000" cy="3810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zh-CN" altLang="en-US" sz="1600" b="1" dirty="0">
                  <a:solidFill>
                    <a:srgbClr val="26476A"/>
                  </a:solidFill>
                  <a:latin typeface="Noto Sans SC"/>
                  <a:ea typeface="Noto Sans SC"/>
                  <a:sym typeface="Noto Sans SC"/>
                </a:rPr>
                <a:t>汇报人：钟翌</a:t>
              </a:r>
              <a:endParaRPr lang="en-US" sz="110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6" name="AutoShape 16"/>
          <p:cNvSpPr/>
          <p:nvPr/>
        </p:nvSpPr>
        <p:spPr>
          <a:xfrm>
            <a:off x="3839978" y="1928332"/>
            <a:ext cx="22860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01 </a:t>
            </a:r>
            <a:r>
              <a:rPr lang="en-US" sz="2400" b="0" i="0" u="none" strike="noStrike" dirty="0" err="1">
                <a:solidFill>
                  <a:srgbClr val="FFFFFF"/>
                </a:solidFill>
                <a:latin typeface="Noto Sans SC"/>
                <a:ea typeface="Noto Sans SC"/>
                <a:cs typeface="Noto Sans SC"/>
                <a:sym typeface="Noto Sans SC"/>
              </a:rPr>
              <a:t>实训成果概述</a:t>
            </a:r>
            <a:endParaRPr lang="en-US" sz="1100" dirty="0"/>
          </a:p>
        </p:txBody>
      </p:sp>
      <p:sp>
        <p:nvSpPr>
          <p:cNvPr id="17" name="AutoShape 17"/>
          <p:cNvSpPr/>
          <p:nvPr/>
        </p:nvSpPr>
        <p:spPr>
          <a:xfrm>
            <a:off x="4212118" y="2307114"/>
            <a:ext cx="1992128" cy="196850"/>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实训成果全景回顾与总结</a:t>
            </a:r>
            <a:endParaRPr lang="en-US" sz="1100" dirty="0"/>
          </a:p>
        </p:txBody>
      </p:sp>
      <p:sp>
        <p:nvSpPr>
          <p:cNvPr id="18" name="AutoShape 18"/>
          <p:cNvSpPr/>
          <p:nvPr/>
        </p:nvSpPr>
        <p:spPr>
          <a:xfrm>
            <a:off x="7240329" y="1974850"/>
            <a:ext cx="23368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02 </a:t>
            </a:r>
            <a:r>
              <a:rPr lang="en-US" sz="2400" b="0" i="0" u="none" strike="noStrike" dirty="0" err="1">
                <a:solidFill>
                  <a:srgbClr val="FFFFFF"/>
                </a:solidFill>
                <a:latin typeface="Noto Sans SC"/>
                <a:ea typeface="Noto Sans SC"/>
                <a:cs typeface="Noto Sans SC"/>
                <a:sym typeface="Noto Sans SC"/>
              </a:rPr>
              <a:t>项目背景介绍</a:t>
            </a:r>
            <a:endParaRPr lang="en-US" sz="1100" dirty="0"/>
          </a:p>
        </p:txBody>
      </p:sp>
      <p:sp>
        <p:nvSpPr>
          <p:cNvPr id="19" name="AutoShape 19"/>
          <p:cNvSpPr/>
          <p:nvPr/>
        </p:nvSpPr>
        <p:spPr>
          <a:xfrm>
            <a:off x="7651602" y="2330450"/>
            <a:ext cx="2349500" cy="215900"/>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项目研究背景与实际应用价值</a:t>
            </a:r>
            <a:endParaRPr lang="en-US" sz="1100" dirty="0"/>
          </a:p>
        </p:txBody>
      </p:sp>
      <p:sp>
        <p:nvSpPr>
          <p:cNvPr id="20" name="AutoShape 20"/>
          <p:cNvSpPr/>
          <p:nvPr/>
        </p:nvSpPr>
        <p:spPr>
          <a:xfrm>
            <a:off x="3839978" y="2927940"/>
            <a:ext cx="2554472"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03 </a:t>
            </a:r>
            <a:r>
              <a:rPr lang="en-US" sz="2400" b="0" i="0" u="none" strike="noStrike" dirty="0" err="1">
                <a:solidFill>
                  <a:srgbClr val="FFFFFF"/>
                </a:solidFill>
                <a:latin typeface="Noto Sans SC"/>
                <a:ea typeface="Noto Sans SC"/>
                <a:cs typeface="Noto Sans SC"/>
                <a:sym typeface="Noto Sans SC"/>
              </a:rPr>
              <a:t>数据与分析维度</a:t>
            </a:r>
            <a:endParaRPr lang="en-US" sz="1100" dirty="0"/>
          </a:p>
        </p:txBody>
      </p:sp>
      <p:sp>
        <p:nvSpPr>
          <p:cNvPr id="21" name="AutoShape 21"/>
          <p:cNvSpPr/>
          <p:nvPr/>
        </p:nvSpPr>
        <p:spPr>
          <a:xfrm>
            <a:off x="4212118" y="3359295"/>
            <a:ext cx="2501900" cy="202465"/>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数据集构成与核心分析指标体系</a:t>
            </a:r>
            <a:endParaRPr lang="en-US" sz="1100" dirty="0"/>
          </a:p>
        </p:txBody>
      </p:sp>
      <p:sp>
        <p:nvSpPr>
          <p:cNvPr id="22" name="AutoShape 22"/>
          <p:cNvSpPr/>
          <p:nvPr/>
        </p:nvSpPr>
        <p:spPr>
          <a:xfrm>
            <a:off x="7240329" y="2959100"/>
            <a:ext cx="23368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04 </a:t>
            </a:r>
            <a:r>
              <a:rPr lang="en-US" sz="2400" b="0" i="0" u="none" strike="noStrike" dirty="0" err="1">
                <a:solidFill>
                  <a:srgbClr val="FFFFFF"/>
                </a:solidFill>
                <a:latin typeface="Noto Sans SC"/>
                <a:ea typeface="Noto Sans SC"/>
                <a:cs typeface="Noto Sans SC"/>
                <a:sym typeface="Noto Sans SC"/>
              </a:rPr>
              <a:t>结果与可视化</a:t>
            </a:r>
            <a:endParaRPr lang="en-US" sz="1100" dirty="0"/>
          </a:p>
        </p:txBody>
      </p:sp>
      <p:sp>
        <p:nvSpPr>
          <p:cNvPr id="23" name="AutoShape 23"/>
          <p:cNvSpPr/>
          <p:nvPr/>
        </p:nvSpPr>
        <p:spPr>
          <a:xfrm>
            <a:off x="7651602" y="3351028"/>
            <a:ext cx="2349500" cy="215900"/>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深度分析结论与图表直观呈现</a:t>
            </a:r>
            <a:endParaRPr lang="en-US" sz="1100" dirty="0"/>
          </a:p>
        </p:txBody>
      </p:sp>
      <p:sp>
        <p:nvSpPr>
          <p:cNvPr id="24" name="AutoShape 24"/>
          <p:cNvSpPr/>
          <p:nvPr/>
        </p:nvSpPr>
        <p:spPr>
          <a:xfrm>
            <a:off x="3835400" y="4012165"/>
            <a:ext cx="22606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05 </a:t>
            </a:r>
            <a:r>
              <a:rPr lang="en-US" sz="2400" b="0" i="0" u="none" strike="noStrike" dirty="0" err="1">
                <a:solidFill>
                  <a:srgbClr val="FFFFFF"/>
                </a:solidFill>
                <a:latin typeface="Noto Sans SC"/>
                <a:ea typeface="Noto Sans SC"/>
                <a:cs typeface="Noto Sans SC"/>
                <a:sym typeface="Noto Sans SC"/>
              </a:rPr>
              <a:t>核心技术亮点</a:t>
            </a:r>
            <a:endParaRPr lang="en-US" sz="1100" dirty="0"/>
          </a:p>
        </p:txBody>
      </p:sp>
      <p:sp>
        <p:nvSpPr>
          <p:cNvPr id="25" name="AutoShape 25"/>
          <p:cNvSpPr/>
          <p:nvPr/>
        </p:nvSpPr>
        <p:spPr>
          <a:xfrm>
            <a:off x="4212118" y="4392428"/>
            <a:ext cx="2501900" cy="177800"/>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技术架构设计与关键创新点解析</a:t>
            </a:r>
            <a:endParaRPr lang="en-US" sz="1100" dirty="0"/>
          </a:p>
        </p:txBody>
      </p:sp>
      <p:sp>
        <p:nvSpPr>
          <p:cNvPr id="26" name="AutoShape 26"/>
          <p:cNvSpPr/>
          <p:nvPr/>
        </p:nvSpPr>
        <p:spPr>
          <a:xfrm>
            <a:off x="7288028" y="4000500"/>
            <a:ext cx="2555653"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06 </a:t>
            </a:r>
            <a:r>
              <a:rPr lang="en-US" sz="2400" b="0" i="0" u="none" strike="noStrike" dirty="0" err="1">
                <a:solidFill>
                  <a:srgbClr val="FFFFFF"/>
                </a:solidFill>
                <a:latin typeface="Noto Sans SC"/>
                <a:ea typeface="Noto Sans SC"/>
                <a:cs typeface="Noto Sans SC"/>
                <a:sym typeface="Noto Sans SC"/>
              </a:rPr>
              <a:t>经验与实训心得</a:t>
            </a:r>
            <a:endParaRPr lang="en-US" sz="1100" dirty="0"/>
          </a:p>
        </p:txBody>
      </p:sp>
      <p:sp>
        <p:nvSpPr>
          <p:cNvPr id="27" name="AutoShape 27"/>
          <p:cNvSpPr/>
          <p:nvPr/>
        </p:nvSpPr>
        <p:spPr>
          <a:xfrm>
            <a:off x="7594304" y="4392428"/>
            <a:ext cx="2406798" cy="241300"/>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项目经验总结与个人成长感悟</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99" name="AutoShape 11">
            <a:extLst>
              <a:ext uri="{FF2B5EF4-FFF2-40B4-BE49-F238E27FC236}">
                <a16:creationId xmlns:a16="http://schemas.microsoft.com/office/drawing/2014/main" id="{EA09E8A2-0FDA-41AD-72E5-69300A796A9C}"/>
              </a:ext>
            </a:extLst>
          </p:cNvPr>
          <p:cNvSpPr/>
          <p:nvPr/>
        </p:nvSpPr>
        <p:spPr>
          <a:xfrm>
            <a:off x="4197799" y="698500"/>
            <a:ext cx="3830533"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26476A"/>
                </a:solidFill>
                <a:latin typeface="Noto Sans SC"/>
                <a:ea typeface="Noto Sans SC"/>
                <a:cs typeface="Noto Sans SC"/>
                <a:sym typeface="Noto Sans SC"/>
              </a:rPr>
              <a:t>两周实训学习成果总览</a:t>
            </a:r>
            <a:endParaRPr lang="en-US" sz="1100"/>
          </a:p>
        </p:txBody>
      </p:sp>
      <p:sp>
        <p:nvSpPr>
          <p:cNvPr id="101" name="AutoShape 67">
            <a:extLst>
              <a:ext uri="{FF2B5EF4-FFF2-40B4-BE49-F238E27FC236}">
                <a16:creationId xmlns:a16="http://schemas.microsoft.com/office/drawing/2014/main" id="{E655E885-5204-BB0A-4918-672B3E511ED4}"/>
              </a:ext>
            </a:extLst>
          </p:cNvPr>
          <p:cNvSpPr/>
          <p:nvPr/>
        </p:nvSpPr>
        <p:spPr>
          <a:xfrm>
            <a:off x="794200" y="4927600"/>
            <a:ext cx="2342412" cy="393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000" b="1" i="0" u="none" strike="noStrike" dirty="0">
                <a:solidFill>
                  <a:srgbClr val="4A66AC"/>
                </a:solidFill>
                <a:latin typeface="Noto Sans SC"/>
                <a:ea typeface="Noto Sans SC"/>
                <a:cs typeface="Noto Sans SC"/>
                <a:sym typeface="Noto Sans SC"/>
              </a:rPr>
              <a:t>01 </a:t>
            </a:r>
            <a:r>
              <a:rPr lang="en-US" sz="2000" b="1" i="0" u="none" strike="noStrike" dirty="0" err="1">
                <a:solidFill>
                  <a:srgbClr val="4A66AC"/>
                </a:solidFill>
                <a:latin typeface="Noto Sans SC"/>
                <a:ea typeface="Noto Sans SC"/>
                <a:cs typeface="Noto Sans SC"/>
                <a:sym typeface="Noto Sans SC"/>
              </a:rPr>
              <a:t>Python基础</a:t>
            </a:r>
            <a:endParaRPr lang="en-US" sz="1100" dirty="0"/>
          </a:p>
        </p:txBody>
      </p:sp>
      <p:sp>
        <p:nvSpPr>
          <p:cNvPr id="103" name="AutoShape 68">
            <a:extLst>
              <a:ext uri="{FF2B5EF4-FFF2-40B4-BE49-F238E27FC236}">
                <a16:creationId xmlns:a16="http://schemas.microsoft.com/office/drawing/2014/main" id="{B1977FAD-D24A-314D-15AA-BC6E08FD288E}"/>
              </a:ext>
            </a:extLst>
          </p:cNvPr>
          <p:cNvSpPr/>
          <p:nvPr/>
        </p:nvSpPr>
        <p:spPr>
          <a:xfrm>
            <a:off x="794200" y="5321300"/>
            <a:ext cx="2342412" cy="762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6666"/>
              </a:lnSpc>
              <a:defRPr/>
            </a:pPr>
            <a:r>
              <a:rPr lang="en-US" sz="1200" b="0" i="0" u="none" strike="noStrike" dirty="0" err="1">
                <a:solidFill>
                  <a:srgbClr val="404040"/>
                </a:solidFill>
                <a:latin typeface="Noto Sans SC"/>
                <a:ea typeface="Noto Sans SC"/>
                <a:cs typeface="Noto Sans SC"/>
                <a:sym typeface="Noto Sans SC"/>
              </a:rPr>
              <a:t>熟练掌握Python核心语法、函数与面向对象编程，独立完成学生成绩管理系统与简易计算器的开发实现</a:t>
            </a:r>
            <a:r>
              <a:rPr lang="en-US" sz="1200" b="0" i="0" u="none" strike="noStrike" dirty="0">
                <a:solidFill>
                  <a:srgbClr val="404040"/>
                </a:solidFill>
                <a:latin typeface="Noto Sans SC"/>
                <a:ea typeface="Noto Sans SC"/>
                <a:cs typeface="Noto Sans SC"/>
                <a:sym typeface="Noto Sans SC"/>
              </a:rPr>
              <a:t>。</a:t>
            </a:r>
            <a:endParaRPr lang="en-US" sz="1100" dirty="0"/>
          </a:p>
        </p:txBody>
      </p:sp>
      <p:sp>
        <p:nvSpPr>
          <p:cNvPr id="105" name="AutoShape 69">
            <a:extLst>
              <a:ext uri="{FF2B5EF4-FFF2-40B4-BE49-F238E27FC236}">
                <a16:creationId xmlns:a16="http://schemas.microsoft.com/office/drawing/2014/main" id="{87BE7462-11AA-CEB1-F90D-8DD12C55D33C}"/>
              </a:ext>
            </a:extLst>
          </p:cNvPr>
          <p:cNvSpPr/>
          <p:nvPr/>
        </p:nvSpPr>
        <p:spPr>
          <a:xfrm>
            <a:off x="3512000" y="4927600"/>
            <a:ext cx="2342412" cy="393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000" b="1" i="0" u="none" strike="noStrike" dirty="0">
                <a:solidFill>
                  <a:srgbClr val="629DD1"/>
                </a:solidFill>
                <a:latin typeface="Noto Sans SC"/>
                <a:ea typeface="Noto Sans SC"/>
                <a:cs typeface="Noto Sans SC"/>
                <a:sym typeface="Noto Sans SC"/>
              </a:rPr>
              <a:t>02 </a:t>
            </a:r>
            <a:r>
              <a:rPr lang="en-US" sz="2000" b="1" i="0" u="none" strike="noStrike" dirty="0" err="1">
                <a:solidFill>
                  <a:srgbClr val="629DD1"/>
                </a:solidFill>
                <a:latin typeface="Noto Sans SC"/>
                <a:ea typeface="Noto Sans SC"/>
                <a:cs typeface="Noto Sans SC"/>
                <a:sym typeface="Noto Sans SC"/>
              </a:rPr>
              <a:t>Python进阶</a:t>
            </a:r>
            <a:endParaRPr lang="en-US" sz="1100" dirty="0"/>
          </a:p>
        </p:txBody>
      </p:sp>
      <p:sp>
        <p:nvSpPr>
          <p:cNvPr id="107" name="AutoShape 70">
            <a:extLst>
              <a:ext uri="{FF2B5EF4-FFF2-40B4-BE49-F238E27FC236}">
                <a16:creationId xmlns:a16="http://schemas.microsoft.com/office/drawing/2014/main" id="{2A779C6A-5F10-D6DC-31F4-F79AD585BEC6}"/>
              </a:ext>
            </a:extLst>
          </p:cNvPr>
          <p:cNvSpPr/>
          <p:nvPr/>
        </p:nvSpPr>
        <p:spPr>
          <a:xfrm>
            <a:off x="3512000" y="5321300"/>
            <a:ext cx="2342412" cy="762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6666"/>
              </a:lnSpc>
              <a:defRPr/>
            </a:pPr>
            <a:r>
              <a:rPr lang="en-US" sz="1200" b="0" i="0" u="none" strike="noStrike" dirty="0" err="1">
                <a:solidFill>
                  <a:srgbClr val="404040"/>
                </a:solidFill>
                <a:latin typeface="Noto Sans SC"/>
                <a:ea typeface="Noto Sans SC"/>
                <a:cs typeface="Noto Sans SC"/>
                <a:sym typeface="Noto Sans SC"/>
              </a:rPr>
              <a:t>深入理解装饰器、生成器与迭代器等高级特性，开发实用的课程资料整理命令行工具，提升代码效率</a:t>
            </a:r>
            <a:r>
              <a:rPr lang="en-US" sz="1200" b="0" i="0" u="none" strike="noStrike" dirty="0">
                <a:solidFill>
                  <a:srgbClr val="404040"/>
                </a:solidFill>
                <a:latin typeface="Noto Sans SC"/>
                <a:ea typeface="Noto Sans SC"/>
                <a:cs typeface="Noto Sans SC"/>
                <a:sym typeface="Noto Sans SC"/>
              </a:rPr>
              <a:t>。</a:t>
            </a:r>
            <a:endParaRPr lang="en-US" sz="1100" dirty="0"/>
          </a:p>
        </p:txBody>
      </p:sp>
      <p:sp>
        <p:nvSpPr>
          <p:cNvPr id="109" name="AutoShape 71">
            <a:extLst>
              <a:ext uri="{FF2B5EF4-FFF2-40B4-BE49-F238E27FC236}">
                <a16:creationId xmlns:a16="http://schemas.microsoft.com/office/drawing/2014/main" id="{35D71FFA-2D87-B2FC-200D-E604C6F3797F}"/>
              </a:ext>
            </a:extLst>
          </p:cNvPr>
          <p:cNvSpPr/>
          <p:nvPr/>
        </p:nvSpPr>
        <p:spPr>
          <a:xfrm>
            <a:off x="6229800" y="4927600"/>
            <a:ext cx="2342412" cy="393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000" b="1" i="0" u="none" strike="noStrike" dirty="0">
                <a:solidFill>
                  <a:srgbClr val="297FD5"/>
                </a:solidFill>
                <a:latin typeface="Noto Sans SC"/>
                <a:ea typeface="Noto Sans SC"/>
                <a:cs typeface="Noto Sans SC"/>
                <a:sym typeface="Noto Sans SC"/>
              </a:rPr>
              <a:t>03 </a:t>
            </a:r>
            <a:r>
              <a:rPr lang="en-US" sz="2000" b="1" i="0" u="none" strike="noStrike" dirty="0" err="1">
                <a:solidFill>
                  <a:srgbClr val="297FD5"/>
                </a:solidFill>
                <a:latin typeface="Noto Sans SC"/>
                <a:ea typeface="Noto Sans SC"/>
                <a:cs typeface="Noto Sans SC"/>
                <a:sym typeface="Noto Sans SC"/>
              </a:rPr>
              <a:t>数据分析核心库</a:t>
            </a:r>
            <a:endParaRPr lang="en-US" sz="1100" dirty="0"/>
          </a:p>
        </p:txBody>
      </p:sp>
      <p:sp>
        <p:nvSpPr>
          <p:cNvPr id="111" name="AutoShape 72">
            <a:extLst>
              <a:ext uri="{FF2B5EF4-FFF2-40B4-BE49-F238E27FC236}">
                <a16:creationId xmlns:a16="http://schemas.microsoft.com/office/drawing/2014/main" id="{03E1F7A6-0999-785E-8863-0232353E08D2}"/>
              </a:ext>
            </a:extLst>
          </p:cNvPr>
          <p:cNvSpPr/>
          <p:nvPr/>
        </p:nvSpPr>
        <p:spPr>
          <a:xfrm>
            <a:off x="6229800" y="5321300"/>
            <a:ext cx="2342412" cy="762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6666"/>
              </a:lnSpc>
              <a:defRPr/>
            </a:pPr>
            <a:r>
              <a:rPr lang="en-US" sz="1200" b="0" i="0" u="none" strike="noStrike" dirty="0" err="1">
                <a:solidFill>
                  <a:srgbClr val="404040"/>
                </a:solidFill>
                <a:latin typeface="Noto Sans SC"/>
                <a:ea typeface="Noto Sans SC"/>
                <a:cs typeface="Noto Sans SC"/>
                <a:sym typeface="Noto Sans SC"/>
              </a:rPr>
              <a:t>精通NumPy数值计算、Pandas数据处理及Matplotlib可视化，完成电商订单分析与泰坦尼克数据清洗实战</a:t>
            </a:r>
            <a:r>
              <a:rPr lang="en-US" sz="1200" b="0" i="0" u="none" strike="noStrike" dirty="0">
                <a:solidFill>
                  <a:srgbClr val="404040"/>
                </a:solidFill>
                <a:latin typeface="Noto Sans SC"/>
                <a:ea typeface="Noto Sans SC"/>
                <a:cs typeface="Noto Sans SC"/>
                <a:sym typeface="Noto Sans SC"/>
              </a:rPr>
              <a:t>。</a:t>
            </a:r>
            <a:endParaRPr lang="en-US" sz="1100" dirty="0"/>
          </a:p>
        </p:txBody>
      </p:sp>
      <p:sp>
        <p:nvSpPr>
          <p:cNvPr id="113" name="AutoShape 73">
            <a:extLst>
              <a:ext uri="{FF2B5EF4-FFF2-40B4-BE49-F238E27FC236}">
                <a16:creationId xmlns:a16="http://schemas.microsoft.com/office/drawing/2014/main" id="{08D2363C-2E8E-5E92-C60E-C7F3B4351C50}"/>
              </a:ext>
            </a:extLst>
          </p:cNvPr>
          <p:cNvSpPr/>
          <p:nvPr/>
        </p:nvSpPr>
        <p:spPr>
          <a:xfrm>
            <a:off x="8985700" y="4927600"/>
            <a:ext cx="2342412" cy="393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000" b="1" i="0" u="none" strike="noStrike">
                <a:solidFill>
                  <a:srgbClr val="7F8FA9"/>
                </a:solidFill>
                <a:latin typeface="Noto Sans SC"/>
                <a:ea typeface="Noto Sans SC"/>
                <a:cs typeface="Noto Sans SC"/>
                <a:sym typeface="Noto Sans SC"/>
              </a:rPr>
              <a:t>04 数据采集与实战</a:t>
            </a:r>
            <a:endParaRPr lang="en-US" sz="1100"/>
          </a:p>
        </p:txBody>
      </p:sp>
      <p:sp>
        <p:nvSpPr>
          <p:cNvPr id="115" name="AutoShape 74">
            <a:extLst>
              <a:ext uri="{FF2B5EF4-FFF2-40B4-BE49-F238E27FC236}">
                <a16:creationId xmlns:a16="http://schemas.microsoft.com/office/drawing/2014/main" id="{13A64294-3E6F-86D3-B0D2-5F04CD2219AF}"/>
              </a:ext>
            </a:extLst>
          </p:cNvPr>
          <p:cNvSpPr/>
          <p:nvPr/>
        </p:nvSpPr>
        <p:spPr>
          <a:xfrm>
            <a:off x="8985700" y="5321300"/>
            <a:ext cx="2342412" cy="762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6666"/>
              </a:lnSpc>
              <a:defRPr/>
            </a:pPr>
            <a:r>
              <a:rPr lang="en-US" sz="1200" b="0" i="0" u="none" strike="noStrike" dirty="0">
                <a:solidFill>
                  <a:srgbClr val="404040"/>
                </a:solidFill>
                <a:latin typeface="Noto Sans SC"/>
                <a:ea typeface="Noto Sans SC"/>
                <a:cs typeface="Noto Sans SC"/>
                <a:sym typeface="Noto Sans SC"/>
              </a:rPr>
              <a:t>掌握Requests与Selenium爬虫技术，成功采集并分析10万+条音乐专辑数据，实现从采集到分析的闭环。</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5" name="AutoShape 24">
            <a:extLst>
              <a:ext uri="{FF2B5EF4-FFF2-40B4-BE49-F238E27FC236}">
                <a16:creationId xmlns:a16="http://schemas.microsoft.com/office/drawing/2014/main" id="{7F2580B3-33BB-5ABD-EE2A-5AF633AE6F16}"/>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dirty="0" err="1">
                <a:solidFill>
                  <a:srgbClr val="404040"/>
                </a:solidFill>
                <a:latin typeface="Noto Sans SC"/>
                <a:ea typeface="Noto Sans SC"/>
                <a:cs typeface="Noto Sans SC"/>
                <a:sym typeface="Noto Sans SC"/>
              </a:rPr>
              <a:t>掌握多维数组创建与形状变换，熟练运用矢量化运算与广播机制，精通聚合统计与矩阵线性代数运算</a:t>
            </a:r>
            <a:r>
              <a:rPr lang="en-US" sz="1300" b="0" i="0" u="none" strike="noStrike" dirty="0">
                <a:solidFill>
                  <a:srgbClr val="404040"/>
                </a:solidFill>
                <a:latin typeface="Noto Sans SC"/>
                <a:ea typeface="Noto Sans SC"/>
                <a:cs typeface="Noto Sans SC"/>
                <a:sym typeface="Noto Sans SC"/>
              </a:rPr>
              <a:t>。</a:t>
            </a:r>
            <a:endParaRPr lang="en-US" sz="1100" dirty="0"/>
          </a:p>
        </p:txBody>
      </p:sp>
      <p:sp>
        <p:nvSpPr>
          <p:cNvPr id="57" name="AutoShape 25">
            <a:extLst>
              <a:ext uri="{FF2B5EF4-FFF2-40B4-BE49-F238E27FC236}">
                <a16:creationId xmlns:a16="http://schemas.microsoft.com/office/drawing/2014/main" id="{8042C8D9-E5F8-0A41-D1BA-E53F845AAB65}"/>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800" b="1" i="0" u="none" strike="noStrike" dirty="0">
                <a:solidFill>
                  <a:srgbClr val="26476A"/>
                </a:solidFill>
                <a:latin typeface="Noto Sans SC"/>
                <a:ea typeface="Noto Sans SC"/>
                <a:cs typeface="Noto Sans SC"/>
                <a:sym typeface="Noto Sans SC"/>
              </a:rPr>
              <a:t>01 NumPy</a:t>
            </a:r>
            <a:endParaRPr lang="en-US" sz="1100" dirty="0"/>
          </a:p>
          <a:p>
            <a:pPr marL="0" indent="0" algn="ctr">
              <a:lnSpc>
                <a:spcPct val="100000"/>
              </a:lnSpc>
            </a:pPr>
            <a:r>
              <a:rPr lang="en-US" sz="1600" b="1" i="0" u="none" strike="noStrike" dirty="0" err="1">
                <a:solidFill>
                  <a:srgbClr val="26476A"/>
                </a:solidFill>
                <a:latin typeface="Noto Sans SC"/>
                <a:ea typeface="Noto Sans SC"/>
                <a:cs typeface="Noto Sans SC"/>
                <a:sym typeface="Noto Sans SC"/>
              </a:rPr>
              <a:t>数值计算基础</a:t>
            </a:r>
            <a:endParaRPr lang="en-US" sz="1600" b="1" i="0" u="none" strike="noStrike" dirty="0">
              <a:solidFill>
                <a:srgbClr val="26476A"/>
              </a:solidFill>
              <a:latin typeface="Noto Sans SC"/>
              <a:ea typeface="Noto Sans SC"/>
              <a:cs typeface="Noto Sans SC"/>
              <a:sym typeface="Noto Sans SC"/>
            </a:endParaRPr>
          </a:p>
        </p:txBody>
      </p:sp>
      <p:sp>
        <p:nvSpPr>
          <p:cNvPr id="59" name="AutoShape 26">
            <a:extLst>
              <a:ext uri="{FF2B5EF4-FFF2-40B4-BE49-F238E27FC236}">
                <a16:creationId xmlns:a16="http://schemas.microsoft.com/office/drawing/2014/main" id="{B5C0A44A-14CE-713E-0F7E-ABC7523C6ED7}"/>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800" b="1" i="0" u="none" strike="noStrike" dirty="0">
                <a:solidFill>
                  <a:srgbClr val="26476A"/>
                </a:solidFill>
                <a:latin typeface="Noto Sans SC"/>
                <a:ea typeface="Noto Sans SC"/>
                <a:cs typeface="Noto Sans SC"/>
                <a:sym typeface="Noto Sans SC"/>
              </a:rPr>
              <a:t>02 Pandas</a:t>
            </a:r>
            <a:endParaRPr lang="en-US" sz="1100" dirty="0"/>
          </a:p>
          <a:p>
            <a:pPr marL="0" indent="0" algn="ctr">
              <a:lnSpc>
                <a:spcPct val="100000"/>
              </a:lnSpc>
            </a:pPr>
            <a:r>
              <a:rPr lang="en-US" sz="1600" b="1" i="0" u="none" strike="noStrike" dirty="0" err="1">
                <a:solidFill>
                  <a:srgbClr val="26476A"/>
                </a:solidFill>
                <a:latin typeface="Noto Sans SC"/>
                <a:ea typeface="Noto Sans SC"/>
                <a:cs typeface="Noto Sans SC"/>
                <a:sym typeface="Noto Sans SC"/>
              </a:rPr>
              <a:t>数据处理核心</a:t>
            </a:r>
            <a:endParaRPr lang="en-US" sz="1600" b="1" i="0" u="none" strike="noStrike" dirty="0">
              <a:solidFill>
                <a:srgbClr val="26476A"/>
              </a:solidFill>
              <a:latin typeface="Noto Sans SC"/>
              <a:ea typeface="Noto Sans SC"/>
              <a:cs typeface="Noto Sans SC"/>
              <a:sym typeface="Noto Sans SC"/>
            </a:endParaRPr>
          </a:p>
        </p:txBody>
      </p:sp>
      <p:sp>
        <p:nvSpPr>
          <p:cNvPr id="61" name="AutoShape 27">
            <a:extLst>
              <a:ext uri="{FF2B5EF4-FFF2-40B4-BE49-F238E27FC236}">
                <a16:creationId xmlns:a16="http://schemas.microsoft.com/office/drawing/2014/main" id="{180A06D1-7E79-6B02-D4AB-D3ADE2B9F62E}"/>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a:solidFill>
                  <a:srgbClr val="26476A"/>
                </a:solidFill>
                <a:latin typeface="Noto Sans SC"/>
                <a:ea typeface="Noto Sans SC"/>
                <a:cs typeface="Noto Sans SC"/>
                <a:sym typeface="Noto Sans SC"/>
              </a:rPr>
              <a:t>03 </a:t>
            </a:r>
            <a:r>
              <a:rPr lang="en-US" sz="1800" b="1" i="0" u="none" strike="noStrike" dirty="0" err="1">
                <a:solidFill>
                  <a:srgbClr val="26476A"/>
                </a:solidFill>
                <a:latin typeface="Noto Sans SC"/>
                <a:ea typeface="Noto Sans SC"/>
                <a:cs typeface="Noto Sans SC"/>
                <a:sym typeface="Noto Sans SC"/>
              </a:rPr>
              <a:t>数据可视化</a:t>
            </a:r>
            <a:endParaRPr lang="en-US" sz="1100" dirty="0"/>
          </a:p>
          <a:p>
            <a:pPr marL="0" indent="0" algn="ctr">
              <a:lnSpc>
                <a:spcPct val="100000"/>
              </a:lnSpc>
            </a:pPr>
            <a:r>
              <a:rPr lang="en-US" sz="1600" b="1" i="0" u="none" strike="noStrike" dirty="0">
                <a:solidFill>
                  <a:srgbClr val="26476A"/>
                </a:solidFill>
                <a:latin typeface="Noto Sans SC"/>
                <a:ea typeface="Noto Sans SC"/>
                <a:cs typeface="Noto Sans SC"/>
                <a:sym typeface="Noto Sans SC"/>
              </a:rPr>
              <a:t>Matplotlib/Seaborn</a:t>
            </a:r>
          </a:p>
        </p:txBody>
      </p:sp>
      <p:sp>
        <p:nvSpPr>
          <p:cNvPr id="63" name="AutoShape 28">
            <a:extLst>
              <a:ext uri="{FF2B5EF4-FFF2-40B4-BE49-F238E27FC236}">
                <a16:creationId xmlns:a16="http://schemas.microsoft.com/office/drawing/2014/main" id="{EC06D0B1-C41F-292E-8C73-83D58B1E3642}"/>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a:solidFill>
                  <a:srgbClr val="26476A"/>
                </a:solidFill>
                <a:latin typeface="Noto Sans SC"/>
                <a:ea typeface="Noto Sans SC"/>
                <a:cs typeface="Noto Sans SC"/>
                <a:sym typeface="Noto Sans SC"/>
              </a:rPr>
              <a:t>04 </a:t>
            </a:r>
            <a:r>
              <a:rPr lang="en-US" sz="1800" b="1" i="0" u="none" strike="noStrike" dirty="0" err="1">
                <a:solidFill>
                  <a:srgbClr val="26476A"/>
                </a:solidFill>
                <a:latin typeface="Noto Sans SC"/>
                <a:ea typeface="Noto Sans SC"/>
                <a:cs typeface="Noto Sans SC"/>
                <a:sym typeface="Noto Sans SC"/>
              </a:rPr>
              <a:t>实战案例</a:t>
            </a:r>
            <a:endParaRPr lang="en-US" sz="1100" dirty="0"/>
          </a:p>
          <a:p>
            <a:pPr marL="0" indent="0" algn="ctr">
              <a:lnSpc>
                <a:spcPct val="100000"/>
              </a:lnSpc>
            </a:pPr>
            <a:r>
              <a:rPr lang="en-US" sz="1600" b="1" i="0" u="none" strike="noStrike" dirty="0" err="1">
                <a:solidFill>
                  <a:srgbClr val="26476A"/>
                </a:solidFill>
                <a:latin typeface="Noto Sans SC"/>
                <a:ea typeface="Noto Sans SC"/>
                <a:cs typeface="Noto Sans SC"/>
                <a:sym typeface="Noto Sans SC"/>
              </a:rPr>
              <a:t>综合应用巩固</a:t>
            </a:r>
            <a:endParaRPr lang="en-US" sz="1600" b="1" i="0" u="none" strike="noStrike" dirty="0">
              <a:solidFill>
                <a:srgbClr val="26476A"/>
              </a:solidFill>
              <a:latin typeface="Noto Sans SC"/>
              <a:ea typeface="Noto Sans SC"/>
              <a:cs typeface="Noto Sans SC"/>
              <a:sym typeface="Noto Sans SC"/>
            </a:endParaRPr>
          </a:p>
        </p:txBody>
      </p:sp>
      <p:sp>
        <p:nvSpPr>
          <p:cNvPr id="65" name="AutoShape 29">
            <a:extLst>
              <a:ext uri="{FF2B5EF4-FFF2-40B4-BE49-F238E27FC236}">
                <a16:creationId xmlns:a16="http://schemas.microsoft.com/office/drawing/2014/main" id="{7F3E228F-429B-818B-C0BA-F425C7C0D3D6}"/>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dirty="0" err="1">
                <a:solidFill>
                  <a:srgbClr val="404040"/>
                </a:solidFill>
                <a:latin typeface="Noto Sans SC"/>
                <a:ea typeface="Noto Sans SC"/>
                <a:cs typeface="Noto Sans SC"/>
                <a:sym typeface="Noto Sans SC"/>
              </a:rPr>
              <a:t>熟练操作Series与DataFrame结构，完成多源数据读取与清洗，灵活使用分组聚合、透视表与多表关联合并</a:t>
            </a:r>
            <a:r>
              <a:rPr lang="en-US" sz="1300" b="0" i="0" u="none" strike="noStrike" dirty="0">
                <a:solidFill>
                  <a:srgbClr val="404040"/>
                </a:solidFill>
                <a:latin typeface="Noto Sans SC"/>
                <a:ea typeface="Noto Sans SC"/>
                <a:cs typeface="Noto Sans SC"/>
                <a:sym typeface="Noto Sans SC"/>
              </a:rPr>
              <a:t>。</a:t>
            </a:r>
            <a:endParaRPr lang="en-US" sz="1100" dirty="0"/>
          </a:p>
        </p:txBody>
      </p:sp>
      <p:sp>
        <p:nvSpPr>
          <p:cNvPr id="67" name="AutoShape 31">
            <a:extLst>
              <a:ext uri="{FF2B5EF4-FFF2-40B4-BE49-F238E27FC236}">
                <a16:creationId xmlns:a16="http://schemas.microsoft.com/office/drawing/2014/main" id="{ECF42C52-B4B0-F826-D2CB-59E64EC2F6E3}"/>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dirty="0" err="1">
                <a:solidFill>
                  <a:srgbClr val="404040"/>
                </a:solidFill>
                <a:latin typeface="Noto Sans SC"/>
                <a:ea typeface="Noto Sans SC"/>
                <a:cs typeface="Noto Sans SC"/>
                <a:sym typeface="Noto Sans SC"/>
              </a:rPr>
              <a:t>绘制折线、柱状、散点及饼图，制作双轴图、分组柱状图与热力图，掌握图表配色、样式美化与批量导出</a:t>
            </a:r>
            <a:r>
              <a:rPr lang="en-US" sz="1300" b="0" i="0" u="none" strike="noStrike" dirty="0">
                <a:solidFill>
                  <a:srgbClr val="404040"/>
                </a:solidFill>
                <a:latin typeface="Noto Sans SC"/>
                <a:ea typeface="Noto Sans SC"/>
                <a:cs typeface="Noto Sans SC"/>
                <a:sym typeface="Noto Sans SC"/>
              </a:rPr>
              <a:t>。</a:t>
            </a:r>
            <a:endParaRPr lang="en-US" sz="1100" dirty="0"/>
          </a:p>
        </p:txBody>
      </p:sp>
      <p:sp>
        <p:nvSpPr>
          <p:cNvPr id="69" name="AutoShape 32">
            <a:extLst>
              <a:ext uri="{FF2B5EF4-FFF2-40B4-BE49-F238E27FC236}">
                <a16:creationId xmlns:a16="http://schemas.microsoft.com/office/drawing/2014/main" id="{7F8FA0CC-F0F2-04CA-0BC1-BE4D6223EA58}"/>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dirty="0" err="1">
                <a:solidFill>
                  <a:srgbClr val="404040"/>
                </a:solidFill>
                <a:latin typeface="Noto Sans SC"/>
                <a:ea typeface="Noto Sans SC"/>
                <a:cs typeface="Noto Sans SC"/>
                <a:sym typeface="Noto Sans SC"/>
              </a:rPr>
              <a:t>完成NumPy数组实操与电商订单经营分析，独立完成泰坦尼克号数据清洗与空气质量数据统计分析项目</a:t>
            </a:r>
            <a:r>
              <a:rPr lang="en-US" sz="1300" b="0" i="0" u="none" strike="noStrike" dirty="0">
                <a:solidFill>
                  <a:srgbClr val="404040"/>
                </a:solidFill>
                <a:latin typeface="Noto Sans SC"/>
                <a:ea typeface="Noto Sans SC"/>
                <a:cs typeface="Noto Sans SC"/>
                <a:sym typeface="Noto Sans SC"/>
              </a:rPr>
              <a:t>。</a:t>
            </a:r>
            <a:endParaRPr lang="en-US" sz="1100" dirty="0"/>
          </a:p>
        </p:txBody>
      </p:sp>
      <p:sp>
        <p:nvSpPr>
          <p:cNvPr id="71" name="AutoShape 53">
            <a:extLst>
              <a:ext uri="{FF2B5EF4-FFF2-40B4-BE49-F238E27FC236}">
                <a16:creationId xmlns:a16="http://schemas.microsoft.com/office/drawing/2014/main" id="{5AD58245-C10B-0E45-2E41-A0A4A93D8A55}"/>
              </a:ext>
            </a:extLst>
          </p:cNvPr>
          <p:cNvSpPr/>
          <p:nvPr/>
        </p:nvSpPr>
        <p:spPr>
          <a:xfrm>
            <a:off x="4700476" y="682552"/>
            <a:ext cx="2791047"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数据分析核心库学习成果</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4" name="AutoShape 37">
            <a:extLst>
              <a:ext uri="{FF2B5EF4-FFF2-40B4-BE49-F238E27FC236}">
                <a16:creationId xmlns:a16="http://schemas.microsoft.com/office/drawing/2014/main" id="{6DB88ACC-E171-6BD7-1801-879035991015}"/>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600" b="0" i="0" u="none" strike="noStrike">
                <a:solidFill>
                  <a:srgbClr val="374151"/>
                </a:solidFill>
                <a:latin typeface="Noto Sans SC"/>
                <a:ea typeface="Noto Sans SC"/>
                <a:cs typeface="Noto Sans SC"/>
                <a:sym typeface="Noto Sans SC"/>
              </a:rPr>
              <a:t>音乐行业是典型的数据密集型领域，每年产出海量专辑信息、销量数据与专业/大众评分。这些数据沉淀着市场偏好、行业趋势与艺术价值的关联，通过系统化的数据分析，能够从繁杂信息中剥离出有价值的规律，为理解行业生态提供客观依据。</a:t>
            </a:r>
            <a:endParaRPr lang="en-US" sz="1100"/>
          </a:p>
        </p:txBody>
      </p:sp>
      <p:sp>
        <p:nvSpPr>
          <p:cNvPr id="46" name="AutoShape 38">
            <a:extLst>
              <a:ext uri="{FF2B5EF4-FFF2-40B4-BE49-F238E27FC236}">
                <a16:creationId xmlns:a16="http://schemas.microsoft.com/office/drawing/2014/main" id="{59E75596-5C95-F14F-8AF6-D50C3C06850F}"/>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600" b="0" i="0" u="none" strike="noStrike" dirty="0">
                <a:solidFill>
                  <a:srgbClr val="374151"/>
                </a:solidFill>
                <a:latin typeface="Noto Sans SC"/>
                <a:ea typeface="Noto Sans SC"/>
                <a:cs typeface="Noto Sans SC"/>
                <a:sym typeface="Noto Sans SC"/>
              </a:rPr>
              <a:t>本次分析将围绕四大核心问题展开：探究各音乐类型的专辑发行数量差异；对比不同流派的市场销量表现；梳理近20年音乐行业的发展脉络与风格演变趋势；以及分析专业评分与大众口碑在不同品类中的表现异同。</a:t>
            </a:r>
            <a:endParaRPr lang="en-US" sz="1100" dirty="0"/>
          </a:p>
        </p:txBody>
      </p:sp>
      <p:sp>
        <p:nvSpPr>
          <p:cNvPr id="48" name="AutoShape 39">
            <a:extLst>
              <a:ext uri="{FF2B5EF4-FFF2-40B4-BE49-F238E27FC236}">
                <a16:creationId xmlns:a16="http://schemas.microsoft.com/office/drawing/2014/main" id="{189DE27E-5DBE-D05B-BF83-FF62084687A3}"/>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600" b="0" i="0" u="none" strike="noStrike" dirty="0">
                <a:solidFill>
                  <a:srgbClr val="374151"/>
                </a:solidFill>
                <a:latin typeface="Noto Sans SC"/>
                <a:ea typeface="Noto Sans SC"/>
                <a:cs typeface="Noto Sans SC"/>
                <a:sym typeface="Noto Sans SC"/>
              </a:rPr>
              <a:t>分析目标是通过多维度的数据挖掘与交叉验证，量化呈现音乐市场的格局特征，揭示行业发展的关键驱动因素与潜在趋势，用客观数据还原音乐产业的发展逻辑，为行业洞察与相关决策提供坚实的数据支撑。</a:t>
            </a:r>
            <a:endParaRPr lang="en-US" sz="1100" dirty="0"/>
          </a:p>
        </p:txBody>
      </p:sp>
      <p:sp>
        <p:nvSpPr>
          <p:cNvPr id="50" name="AutoShape 42">
            <a:extLst>
              <a:ext uri="{FF2B5EF4-FFF2-40B4-BE49-F238E27FC236}">
                <a16:creationId xmlns:a16="http://schemas.microsoft.com/office/drawing/2014/main" id="{B6F73C20-F213-5F2C-C259-F14E36740070}"/>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项目背景：为何分析音乐行业</a:t>
            </a:r>
            <a:r>
              <a:rPr lang="en-US" sz="2800" b="1" i="0" u="none" strike="noStrike" dirty="0">
                <a:solidFill>
                  <a:srgbClr val="26476A"/>
                </a:solidFill>
                <a:latin typeface="Noto Sans SC"/>
                <a:ea typeface="Noto Sans SC"/>
                <a:cs typeface="Noto Sans SC"/>
                <a:sym typeface="Noto Sans SC"/>
              </a:rPr>
              <a: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3" name="AutoShape 13">
            <a:extLst>
              <a:ext uri="{FF2B5EF4-FFF2-40B4-BE49-F238E27FC236}">
                <a16:creationId xmlns:a16="http://schemas.microsoft.com/office/drawing/2014/main" id="{BAB603C9-0F0E-238C-E3BB-5CE6F1E65C95}"/>
              </a:ext>
            </a:extLst>
          </p:cNvPr>
          <p:cNvSpPr/>
          <p:nvPr/>
        </p:nvSpPr>
        <p:spPr>
          <a:xfrm>
            <a:off x="1905000" y="1761465"/>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r>
              <a:rPr lang="en-US" sz="2000" b="1" i="0" u="none" strike="noStrike" spc="100" dirty="0" err="1">
                <a:solidFill>
                  <a:srgbClr val="26476A"/>
                </a:solidFill>
                <a:latin typeface="Noto Sans SC"/>
                <a:ea typeface="Noto Sans SC"/>
                <a:cs typeface="Noto Sans SC"/>
                <a:sym typeface="Noto Sans SC"/>
              </a:rPr>
              <a:t>项目全流程独立负责</a:t>
            </a:r>
            <a:endParaRPr lang="en-US" sz="1100" dirty="0"/>
          </a:p>
        </p:txBody>
      </p:sp>
      <p:sp>
        <p:nvSpPr>
          <p:cNvPr id="25" name="AutoShape 14">
            <a:extLst>
              <a:ext uri="{FF2B5EF4-FFF2-40B4-BE49-F238E27FC236}">
                <a16:creationId xmlns:a16="http://schemas.microsoft.com/office/drawing/2014/main" id="{556E88E2-FFA3-F727-21E5-6FD4C4431065}"/>
              </a:ext>
            </a:extLst>
          </p:cNvPr>
          <p:cNvSpPr/>
          <p:nvPr/>
        </p:nvSpPr>
        <p:spPr>
          <a:xfrm>
            <a:off x="1257300" y="2037028"/>
            <a:ext cx="3987800" cy="3454688"/>
          </a:xfrm>
          <a:prstGeom prst="rect">
            <a:avLst/>
          </a:prstGeom>
          <a:noFill/>
          <a:ln w="12700" cap="flat" cmpd="sng">
            <a:noFill/>
            <a:prstDash val="solid"/>
            <a:round/>
          </a:ln>
        </p:spPr>
        <p:txBody>
          <a:bodyPr vert="horz" wrap="square" lIns="88900" tIns="50800" rIns="88900" bIns="50800" rtlCol="0" anchor="t" anchorCtr="0"/>
          <a:lstStyle/>
          <a:p>
            <a:pPr marL="0" marR="0" lvl="0" indent="0" algn="just" defTabSz="914400" rtl="0" eaLnBrk="1" fontAlgn="auto" latinLnBrk="0" hangingPunct="1">
              <a:lnSpc>
                <a:spcPct val="116666"/>
              </a:lnSpc>
              <a:spcBef>
                <a:spcPts val="0"/>
              </a:spcBef>
              <a:spcAft>
                <a:spcPts val="0"/>
              </a:spcAft>
              <a:buClrTx/>
              <a:buSzTx/>
              <a:buFontTx/>
              <a:buNone/>
              <a:tabLst/>
              <a:defRPr/>
            </a:pPr>
            <a:r>
              <a:rPr lang="en-US" sz="1600" b="0" i="0" u="none" strike="noStrike" spc="100" dirty="0" err="1">
                <a:solidFill>
                  <a:srgbClr val="262626"/>
                </a:solidFill>
                <a:latin typeface="Noto Sans SC"/>
                <a:ea typeface="Noto Sans SC"/>
                <a:cs typeface="Noto Sans SC"/>
                <a:sym typeface="Noto Sans SC"/>
              </a:rPr>
              <a:t>本项目由</a:t>
            </a:r>
            <a:r>
              <a:rPr lang="zh-CN" altLang="en-US" sz="1600" b="0" i="0" u="none" strike="noStrike" spc="100" dirty="0">
                <a:solidFill>
                  <a:srgbClr val="262626"/>
                </a:solidFill>
                <a:latin typeface="Noto Sans SC"/>
                <a:ea typeface="Noto Sans SC"/>
                <a:cs typeface="Noto Sans SC"/>
                <a:sym typeface="Noto Sans SC"/>
              </a:rPr>
              <a:t>小组合作</a:t>
            </a:r>
            <a:r>
              <a:rPr lang="en-US" sz="1600" b="0" i="0" u="none" strike="noStrike" spc="100" dirty="0">
                <a:solidFill>
                  <a:srgbClr val="262626"/>
                </a:solidFill>
                <a:latin typeface="Noto Sans SC"/>
                <a:ea typeface="Noto Sans SC"/>
                <a:cs typeface="Noto Sans SC"/>
                <a:sym typeface="Noto Sans SC"/>
              </a:rPr>
              <a:t>完成全流程开发，涵盖从数据获取、清洗处理到可视化呈现的完整闭环。全程自主把控项目节奏与质量，不仅完成了技术层面的落地实现，更在过程中锻炼了</a:t>
            </a:r>
            <a:r>
              <a:rPr lang="zh-CN" altLang="en-US" sz="1600" b="0" i="0" u="none" strike="noStrike" spc="100" dirty="0">
                <a:solidFill>
                  <a:srgbClr val="262626"/>
                </a:solidFill>
                <a:latin typeface="Noto Sans SC"/>
                <a:ea typeface="Noto Sans SC"/>
                <a:cs typeface="Noto Sans SC"/>
                <a:sym typeface="Noto Sans SC"/>
              </a:rPr>
              <a:t>合作</a:t>
            </a:r>
            <a:r>
              <a:rPr lang="en-US" sz="1600" b="0" i="0" u="none" strike="noStrike" spc="100" dirty="0" err="1">
                <a:solidFill>
                  <a:srgbClr val="262626"/>
                </a:solidFill>
                <a:latin typeface="Noto Sans SC"/>
                <a:ea typeface="Noto Sans SC"/>
                <a:cs typeface="Noto Sans SC"/>
                <a:sym typeface="Noto Sans SC"/>
              </a:rPr>
              <a:t>解决问题、项目统筹规划的综合素养</a:t>
            </a:r>
            <a:r>
              <a:rPr lang="en-US" sz="1600" b="0" i="0" u="none" strike="noStrike" spc="100" dirty="0">
                <a:solidFill>
                  <a:srgbClr val="262626"/>
                </a:solidFill>
                <a:latin typeface="Noto Sans SC"/>
                <a:ea typeface="Noto Sans SC"/>
                <a:cs typeface="Noto Sans SC"/>
                <a:sym typeface="Noto Sans SC"/>
              </a:rPr>
              <a:t>。</a:t>
            </a:r>
            <a:r>
              <a:rPr kumimoji="0" lang="en-US" altLang="zh-CN" sz="1600" b="0" i="0" u="none" strike="noStrike" kern="1200" cap="none" spc="100" normalizeH="0" baseline="0" noProof="0" dirty="0">
                <a:ln>
                  <a:noFill/>
                </a:ln>
                <a:solidFill>
                  <a:srgbClr val="262626"/>
                </a:solidFill>
                <a:effectLst/>
                <a:uLnTx/>
                <a:uFillTx/>
                <a:latin typeface="Noto Sans SC"/>
                <a:ea typeface="Noto Sans SC"/>
                <a:cs typeface="Noto Sans SC"/>
                <a:sym typeface="Noto Sans SC"/>
              </a:rPr>
              <a:t>具体承担数据筛选、去噪与结构化处理工作，独立编写5个核心分析任务脚本，实现数据的自动化分析。同时负责将分析结果转化为清晰的可视化图表，并完成答辩PPT制作与陈述准备，确保项目成果逻辑清晰、呈现专业。</a:t>
            </a:r>
            <a:endParaRPr kumimoji="0" lang="en-US" altLang="zh-CN" sz="1100" b="0" i="0" u="none" strike="noStrike" kern="1200" cap="none" spc="0" normalizeH="0" baseline="0" noProof="0" dirty="0">
              <a:ln>
                <a:noFill/>
              </a:ln>
              <a:solidFill>
                <a:prstClr val="black"/>
              </a:solidFill>
              <a:effectLst/>
              <a:uLnTx/>
              <a:uFillTx/>
              <a:ea typeface="思源黑体 CN Regular"/>
              <a:cs typeface="+mn-cs"/>
            </a:endParaRPr>
          </a:p>
          <a:p>
            <a:pPr marL="0" indent="0" algn="just">
              <a:lnSpc>
                <a:spcPct val="116666"/>
              </a:lnSpc>
              <a:defRPr/>
            </a:pPr>
            <a:endParaRPr lang="en-US" sz="1100" dirty="0"/>
          </a:p>
        </p:txBody>
      </p:sp>
      <p:sp>
        <p:nvSpPr>
          <p:cNvPr id="27" name="AutoShape 17">
            <a:extLst>
              <a:ext uri="{FF2B5EF4-FFF2-40B4-BE49-F238E27FC236}">
                <a16:creationId xmlns:a16="http://schemas.microsoft.com/office/drawing/2014/main" id="{36EA3104-2C73-8D6C-6646-121C08ADBEFC}"/>
              </a:ext>
            </a:extLst>
          </p:cNvPr>
          <p:cNvSpPr/>
          <p:nvPr/>
        </p:nvSpPr>
        <p:spPr>
          <a:xfrm>
            <a:off x="7543800" y="1761465"/>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r>
              <a:rPr lang="en-US" sz="2000" b="1" i="0" u="none" strike="noStrike" spc="100" dirty="0" err="1">
                <a:solidFill>
                  <a:srgbClr val="26476A"/>
                </a:solidFill>
                <a:latin typeface="Noto Sans SC"/>
                <a:ea typeface="Noto Sans SC"/>
                <a:cs typeface="Noto Sans SC"/>
                <a:sym typeface="Noto Sans SC"/>
              </a:rPr>
              <a:t>关键阶段与技能应用</a:t>
            </a:r>
            <a:endParaRPr lang="en-US" sz="1100" dirty="0"/>
          </a:p>
        </p:txBody>
      </p:sp>
      <p:sp>
        <p:nvSpPr>
          <p:cNvPr id="29" name="AutoShape 18">
            <a:extLst>
              <a:ext uri="{FF2B5EF4-FFF2-40B4-BE49-F238E27FC236}">
                <a16:creationId xmlns:a16="http://schemas.microsoft.com/office/drawing/2014/main" id="{5F7872B4-0BC9-B5B0-B54D-9839CDA925D8}"/>
              </a:ext>
            </a:extLst>
          </p:cNvPr>
          <p:cNvSpPr/>
          <p:nvPr/>
        </p:nvSpPr>
        <p:spPr>
          <a:xfrm>
            <a:off x="6896100" y="2037028"/>
            <a:ext cx="3987800" cy="3454688"/>
          </a:xfrm>
          <a:prstGeom prst="rect">
            <a:avLst/>
          </a:prstGeom>
          <a:noFill/>
          <a:ln w="12700" cap="flat" cmpd="sng">
            <a:noFill/>
            <a:prstDash val="solid"/>
            <a:round/>
          </a:ln>
        </p:spPr>
        <p:txBody>
          <a:bodyPr vert="horz" wrap="square" lIns="88900" tIns="50800" rIns="88900" bIns="50800" rtlCol="0" anchor="t" anchorCtr="0"/>
          <a:lstStyle/>
          <a:p>
            <a:pPr marL="0" marR="0" lvl="0" indent="0" algn="just" defTabSz="914400" rtl="0" eaLnBrk="1" fontAlgn="auto" latinLnBrk="0" hangingPunct="1">
              <a:lnSpc>
                <a:spcPct val="116666"/>
              </a:lnSpc>
              <a:spcBef>
                <a:spcPts val="0"/>
              </a:spcBef>
              <a:spcAft>
                <a:spcPts val="0"/>
              </a:spcAft>
              <a:buClrTx/>
              <a:buSzTx/>
              <a:buFontTx/>
              <a:buNone/>
              <a:tabLst/>
              <a:defRPr/>
            </a:pPr>
            <a:r>
              <a:rPr lang="en-US" sz="1600" b="0" i="0" u="none" strike="noStrike" spc="100" dirty="0">
                <a:solidFill>
                  <a:srgbClr val="262626"/>
                </a:solidFill>
                <a:latin typeface="Noto Sans SC"/>
                <a:ea typeface="Noto Sans SC"/>
                <a:cs typeface="Noto Sans SC"/>
                <a:sym typeface="Noto Sans SC"/>
              </a:rPr>
              <a:t>项目分为数据准备、清洗处理、代码开发、可视化与报告撰写五大核心阶段。熟练运用Pandas完成数据探索与清洗，基于NumPy实现高效数值计算，通过Matplotlib与Seaborn打造多维度可视化图表，实现数据价值的深度挖掘与直观传递。</a:t>
            </a:r>
            <a:r>
              <a:rPr kumimoji="0" lang="en-US" altLang="zh-CN" sz="1600" b="0" i="0" u="none" strike="noStrike" kern="1200" cap="none" spc="100" normalizeH="0" baseline="0" noProof="0" dirty="0">
                <a:ln>
                  <a:noFill/>
                </a:ln>
                <a:solidFill>
                  <a:srgbClr val="262626"/>
                </a:solidFill>
                <a:effectLst/>
                <a:uLnTx/>
                <a:uFillTx/>
                <a:latin typeface="Noto Sans SC"/>
                <a:ea typeface="Noto Sans SC"/>
                <a:cs typeface="Noto Sans SC"/>
                <a:sym typeface="Noto Sans SC"/>
              </a:rPr>
              <a:t>在技术落地中，重点攻克数据清洗的异常值处理与多表关联难题，实现分析脚本的模块化与可复用性。最终产出5张高质量可视化图表，精准呈现数据特征与分析结论，并以严谨的逻辑梳理项目过程，形成完整的成果报告。</a:t>
            </a:r>
            <a:endParaRPr kumimoji="0" lang="en-US" altLang="zh-CN" sz="1100" b="0" i="0" u="none" strike="noStrike" kern="1200" cap="none" spc="0" normalizeH="0" baseline="0" noProof="0" dirty="0">
              <a:ln>
                <a:noFill/>
              </a:ln>
              <a:solidFill>
                <a:prstClr val="black"/>
              </a:solidFill>
              <a:effectLst/>
              <a:uLnTx/>
              <a:uFillTx/>
              <a:ea typeface="思源黑体 CN Regular"/>
              <a:cs typeface="+mn-cs"/>
            </a:endParaRPr>
          </a:p>
          <a:p>
            <a:pPr marL="0" indent="0" algn="just">
              <a:lnSpc>
                <a:spcPct val="116666"/>
              </a:lnSpc>
              <a:defRPr/>
            </a:pPr>
            <a:endParaRPr lang="en-US" sz="1100" dirty="0"/>
          </a:p>
        </p:txBody>
      </p:sp>
      <p:sp>
        <p:nvSpPr>
          <p:cNvPr id="35" name="AutoShape 21">
            <a:extLst>
              <a:ext uri="{FF2B5EF4-FFF2-40B4-BE49-F238E27FC236}">
                <a16:creationId xmlns:a16="http://schemas.microsoft.com/office/drawing/2014/main" id="{6E56344C-A705-77F2-D95B-4BF5E406B283}"/>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26476A"/>
                </a:solidFill>
                <a:latin typeface="Noto Sans SC"/>
                <a:ea typeface="Noto Sans SC"/>
                <a:cs typeface="Noto Sans SC"/>
                <a:sym typeface="Noto Sans SC"/>
              </a:rPr>
              <a:t>团队协作与分工</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9" name="AutoShape 15">
            <a:extLst>
              <a:ext uri="{FF2B5EF4-FFF2-40B4-BE49-F238E27FC236}">
                <a16:creationId xmlns:a16="http://schemas.microsoft.com/office/drawing/2014/main" id="{7985AF0F-14DF-8628-66BB-B047986BD85E}"/>
              </a:ext>
            </a:extLst>
          </p:cNvPr>
          <p:cNvSpPr/>
          <p:nvPr/>
        </p:nvSpPr>
        <p:spPr>
          <a:xfrm>
            <a:off x="4817508" y="3152553"/>
            <a:ext cx="2556983" cy="784447"/>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2000" b="1" i="0" u="none" strike="noStrike" dirty="0" err="1">
                <a:solidFill>
                  <a:srgbClr val="404040"/>
                </a:solidFill>
                <a:latin typeface="Noto Sans SC"/>
                <a:ea typeface="Noto Sans SC"/>
                <a:cs typeface="Noto Sans SC"/>
                <a:sym typeface="Noto Sans SC"/>
              </a:rPr>
              <a:t>音乐专辑</a:t>
            </a:r>
            <a:endParaRPr lang="en-US" sz="2000" b="1" i="0" u="none" strike="noStrike" dirty="0">
              <a:solidFill>
                <a:srgbClr val="404040"/>
              </a:solidFill>
              <a:latin typeface="Noto Sans SC"/>
              <a:ea typeface="Noto Sans SC"/>
              <a:cs typeface="Noto Sans SC"/>
              <a:sym typeface="Noto Sans SC"/>
            </a:endParaRPr>
          </a:p>
          <a:p>
            <a:pPr marL="0" indent="0" algn="ctr">
              <a:lnSpc>
                <a:spcPct val="100000"/>
              </a:lnSpc>
              <a:defRPr/>
            </a:pPr>
            <a:r>
              <a:rPr lang="en-US" sz="2000" b="1" i="0" u="none" strike="noStrike" dirty="0" err="1">
                <a:solidFill>
                  <a:srgbClr val="404040"/>
                </a:solidFill>
                <a:latin typeface="Noto Sans SC"/>
                <a:ea typeface="Noto Sans SC"/>
                <a:cs typeface="Noto Sans SC"/>
                <a:sym typeface="Noto Sans SC"/>
              </a:rPr>
              <a:t>数据分析概览</a:t>
            </a:r>
            <a:endParaRPr lang="en-US" sz="1100" dirty="0"/>
          </a:p>
        </p:txBody>
      </p:sp>
      <p:sp>
        <p:nvSpPr>
          <p:cNvPr id="41" name="AutoShape 33">
            <a:extLst>
              <a:ext uri="{FF2B5EF4-FFF2-40B4-BE49-F238E27FC236}">
                <a16:creationId xmlns:a16="http://schemas.microsoft.com/office/drawing/2014/main" id="{F81AE7D5-02F4-C710-3CB8-4DDA4572A91C}"/>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r>
              <a:rPr lang="en-US" sz="1400" b="1" i="0" u="none" strike="noStrike" dirty="0">
                <a:solidFill>
                  <a:srgbClr val="26476A"/>
                </a:solidFill>
                <a:latin typeface="Noto Sans SC"/>
                <a:ea typeface="Noto Sans SC"/>
                <a:cs typeface="Noto Sans SC"/>
                <a:sym typeface="Noto Sans SC"/>
              </a:rPr>
              <a:t>01 </a:t>
            </a:r>
            <a:r>
              <a:rPr lang="en-US" sz="1400" b="1" i="0" u="none" strike="noStrike" dirty="0" err="1">
                <a:solidFill>
                  <a:srgbClr val="26476A"/>
                </a:solidFill>
                <a:latin typeface="Noto Sans SC"/>
                <a:ea typeface="Noto Sans SC"/>
                <a:cs typeface="Noto Sans SC"/>
                <a:sym typeface="Noto Sans SC"/>
              </a:rPr>
              <a:t>数据来源</a:t>
            </a:r>
            <a:endParaRPr lang="en-US" sz="1100" dirty="0"/>
          </a:p>
          <a:p>
            <a:pPr marL="0" indent="0" algn="l">
              <a:lnSpc>
                <a:spcPct val="108333"/>
              </a:lnSpc>
            </a:pPr>
            <a:r>
              <a:rPr lang="en-US" sz="1400" b="0" i="0" u="none" strike="noStrike" dirty="0">
                <a:solidFill>
                  <a:srgbClr val="505050"/>
                </a:solidFill>
                <a:latin typeface="Noto Sans SC"/>
                <a:ea typeface="Noto Sans SC"/>
                <a:cs typeface="Noto Sans SC"/>
                <a:sym typeface="Noto Sans SC"/>
              </a:rPr>
              <a:t>基于Kaggle公开数据集albums.csv，收录全球范围内超10万条音乐专辑记录，数据覆盖多语种、多地区，具备广泛的代表性与研究价值。</a:t>
            </a:r>
          </a:p>
        </p:txBody>
      </p:sp>
      <p:sp>
        <p:nvSpPr>
          <p:cNvPr id="43" name="AutoShape 34">
            <a:extLst>
              <a:ext uri="{FF2B5EF4-FFF2-40B4-BE49-F238E27FC236}">
                <a16:creationId xmlns:a16="http://schemas.microsoft.com/office/drawing/2014/main" id="{653AB62A-84E0-9EEF-6ABC-487993359F43}"/>
              </a:ext>
            </a:extLst>
          </p:cNvPr>
          <p:cNvSpPr/>
          <p:nvPr/>
        </p:nvSpPr>
        <p:spPr>
          <a:xfrm>
            <a:off x="1435100" y="3898901"/>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r>
              <a:rPr lang="en-US" sz="1400" b="1" i="0" u="none" strike="noStrike" dirty="0">
                <a:solidFill>
                  <a:srgbClr val="26476A"/>
                </a:solidFill>
                <a:latin typeface="Noto Sans SC"/>
                <a:ea typeface="Noto Sans SC"/>
                <a:cs typeface="Noto Sans SC"/>
                <a:sym typeface="Noto Sans SC"/>
              </a:rPr>
              <a:t>03 </a:t>
            </a:r>
            <a:r>
              <a:rPr lang="en-US" sz="1400" b="1" i="0" u="none" strike="noStrike" dirty="0" err="1">
                <a:solidFill>
                  <a:srgbClr val="26476A"/>
                </a:solidFill>
                <a:latin typeface="Noto Sans SC"/>
                <a:ea typeface="Noto Sans SC"/>
                <a:cs typeface="Noto Sans SC"/>
                <a:sym typeface="Noto Sans SC"/>
              </a:rPr>
              <a:t>多维分析视角</a:t>
            </a:r>
            <a:endParaRPr lang="en-US" sz="1100" dirty="0"/>
          </a:p>
          <a:p>
            <a:pPr marL="0" indent="0" algn="l">
              <a:lnSpc>
                <a:spcPct val="108333"/>
              </a:lnSpc>
            </a:pPr>
            <a:r>
              <a:rPr lang="en-US" sz="1400" b="0" i="0" u="none" strike="noStrike" dirty="0">
                <a:solidFill>
                  <a:srgbClr val="505050"/>
                </a:solidFill>
                <a:latin typeface="Noto Sans SC"/>
                <a:ea typeface="Noto Sans SC"/>
                <a:cs typeface="Noto Sans SC"/>
                <a:sym typeface="Noto Sans SC"/>
              </a:rPr>
              <a:t>涵盖流派数量统计、销量排行对比、近20年发行趋势，同时深挖头部流派的年份演变规律及用户评分差异，全方位解析音乐市场特征。</a:t>
            </a:r>
          </a:p>
        </p:txBody>
      </p:sp>
      <p:sp>
        <p:nvSpPr>
          <p:cNvPr id="45" name="AutoShape 35">
            <a:extLst>
              <a:ext uri="{FF2B5EF4-FFF2-40B4-BE49-F238E27FC236}">
                <a16:creationId xmlns:a16="http://schemas.microsoft.com/office/drawing/2014/main" id="{48A6C49E-2496-6AC9-0F67-93A0A5CFC275}"/>
              </a:ext>
            </a:extLst>
          </p:cNvPr>
          <p:cNvSpPr/>
          <p:nvPr/>
        </p:nvSpPr>
        <p:spPr>
          <a:xfrm>
            <a:off x="8039100" y="3898901"/>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r>
              <a:rPr lang="en-US" sz="1400" b="1" i="0" u="none" strike="noStrike">
                <a:solidFill>
                  <a:srgbClr val="26476A"/>
                </a:solidFill>
                <a:latin typeface="Noto Sans SC"/>
                <a:ea typeface="Noto Sans SC"/>
                <a:cs typeface="Noto Sans SC"/>
                <a:sym typeface="Noto Sans SC"/>
              </a:rPr>
              <a:t>04 技术实现架构</a:t>
            </a:r>
            <a:endParaRPr lang="en-US" sz="1100"/>
          </a:p>
          <a:p>
            <a:pPr marL="0" indent="0" algn="l">
              <a:lnSpc>
                <a:spcPct val="108333"/>
              </a:lnSpc>
            </a:pPr>
            <a:r>
              <a:rPr lang="en-US" sz="1400" b="0" i="0" u="none" strike="noStrike">
                <a:solidFill>
                  <a:srgbClr val="505050"/>
                </a:solidFill>
                <a:latin typeface="Noto Sans SC"/>
                <a:ea typeface="Noto Sans SC"/>
                <a:cs typeface="Noto Sans SC"/>
                <a:sym typeface="Noto Sans SC"/>
              </a:rPr>
              <a:t>以Python为核心，利用Pandas进行高效的数据清洗与结构化处理，结合Matplotlib与Seaborn实现直观可视化，NumPy保障数值运算的高效性。</a:t>
            </a:r>
          </a:p>
        </p:txBody>
      </p:sp>
      <p:sp>
        <p:nvSpPr>
          <p:cNvPr id="47" name="AutoShape 36">
            <a:extLst>
              <a:ext uri="{FF2B5EF4-FFF2-40B4-BE49-F238E27FC236}">
                <a16:creationId xmlns:a16="http://schemas.microsoft.com/office/drawing/2014/main" id="{CA9FE783-82C2-2634-D78E-9C0C1C23C05C}"/>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r>
              <a:rPr lang="en-US" sz="1400" b="1" i="0" u="none" strike="noStrike" dirty="0">
                <a:solidFill>
                  <a:srgbClr val="26476A"/>
                </a:solidFill>
                <a:latin typeface="Noto Sans SC"/>
                <a:ea typeface="Noto Sans SC"/>
                <a:cs typeface="Noto Sans SC"/>
                <a:sym typeface="Noto Sans SC"/>
              </a:rPr>
              <a:t>02 </a:t>
            </a:r>
            <a:r>
              <a:rPr lang="en-US" sz="1400" b="1" i="0" u="none" strike="noStrike" dirty="0" err="1">
                <a:solidFill>
                  <a:srgbClr val="26476A"/>
                </a:solidFill>
                <a:latin typeface="Noto Sans SC"/>
                <a:ea typeface="Noto Sans SC"/>
                <a:cs typeface="Noto Sans SC"/>
                <a:sym typeface="Noto Sans SC"/>
              </a:rPr>
              <a:t>核心数据字段</a:t>
            </a:r>
            <a:endParaRPr lang="en-US" sz="1100" dirty="0"/>
          </a:p>
          <a:p>
            <a:pPr marL="0" indent="0" algn="l">
              <a:lnSpc>
                <a:spcPct val="108333"/>
              </a:lnSpc>
            </a:pPr>
            <a:r>
              <a:rPr lang="en-US" sz="1400" b="0" i="0" u="none" strike="noStrike" dirty="0" err="1">
                <a:solidFill>
                  <a:srgbClr val="505050"/>
                </a:solidFill>
                <a:latin typeface="Noto Sans SC"/>
                <a:ea typeface="Noto Sans SC"/>
                <a:cs typeface="Noto Sans SC"/>
                <a:sym typeface="Noto Sans SC"/>
              </a:rPr>
              <a:t>筛选genre（音乐流派</a:t>
            </a:r>
            <a:r>
              <a:rPr lang="en-US" sz="1400" b="0" i="0" u="none" strike="noStrike" dirty="0">
                <a:solidFill>
                  <a:srgbClr val="505050"/>
                </a:solidFill>
                <a:latin typeface="Noto Sans SC"/>
                <a:ea typeface="Noto Sans SC"/>
                <a:cs typeface="Noto Sans SC"/>
                <a:sym typeface="Noto Sans SC"/>
              </a:rPr>
              <a:t>）、</a:t>
            </a:r>
            <a:r>
              <a:rPr lang="en-US" sz="1400" b="0" i="0" u="none" strike="noStrike" dirty="0" err="1">
                <a:solidFill>
                  <a:srgbClr val="505050"/>
                </a:solidFill>
                <a:latin typeface="Noto Sans SC"/>
                <a:ea typeface="Noto Sans SC"/>
                <a:cs typeface="Noto Sans SC"/>
                <a:sym typeface="Noto Sans SC"/>
              </a:rPr>
              <a:t>year_of_pub（发行年份</a:t>
            </a:r>
            <a:r>
              <a:rPr lang="en-US" sz="1400" b="0" i="0" u="none" strike="noStrike" dirty="0">
                <a:solidFill>
                  <a:srgbClr val="505050"/>
                </a:solidFill>
                <a:latin typeface="Noto Sans SC"/>
                <a:ea typeface="Noto Sans SC"/>
                <a:cs typeface="Noto Sans SC"/>
                <a:sym typeface="Noto Sans SC"/>
              </a:rPr>
              <a:t>）、num_of_sales（专辑销量）等7个关键指标，覆盖专辑的基础属性、商业表现与时间维度。</a:t>
            </a:r>
          </a:p>
        </p:txBody>
      </p:sp>
      <p:sp>
        <p:nvSpPr>
          <p:cNvPr id="49" name="AutoShape 37">
            <a:extLst>
              <a:ext uri="{FF2B5EF4-FFF2-40B4-BE49-F238E27FC236}">
                <a16:creationId xmlns:a16="http://schemas.microsoft.com/office/drawing/2014/main" id="{6A8D435F-0EC8-738E-B483-78026DA33AD5}"/>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26476A"/>
                </a:solidFill>
                <a:latin typeface="Noto Sans SC"/>
                <a:ea typeface="Noto Sans SC"/>
                <a:cs typeface="Noto Sans SC"/>
                <a:sym typeface="Noto Sans SC"/>
              </a:rPr>
              <a:t>数据来源与技术方案</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0" name="AutoShape 44">
            <a:extLst>
              <a:ext uri="{FF2B5EF4-FFF2-40B4-BE49-F238E27FC236}">
                <a16:creationId xmlns:a16="http://schemas.microsoft.com/office/drawing/2014/main" id="{44B1853E-8CF5-63D4-6D1F-E664D27B81FA}"/>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500" b="1" i="0" u="none" strike="noStrike">
                <a:solidFill>
                  <a:srgbClr val="26476A"/>
                </a:solidFill>
                <a:latin typeface="Noto Sans SC"/>
                <a:ea typeface="Noto Sans SC"/>
                <a:cs typeface="Noto Sans SC"/>
                <a:sym typeface="Noto Sans SC"/>
              </a:rPr>
              <a:t>01 市场基石：发行与销量共振</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595959"/>
                </a:solidFill>
                <a:latin typeface="Noto Sans SC"/>
                <a:ea typeface="Noto Sans SC"/>
                <a:cs typeface="Noto Sans SC"/>
                <a:sym typeface="Noto Sans SC"/>
              </a:rPr>
              <a:t>Rock与Pop在专辑发行量与销量上稳居前二，发行量与市场需求呈明显正相关，是主流音乐市场的核心支柱。</a:t>
            </a:r>
            <a:endParaRPr lang="en-US" sz="1100"/>
          </a:p>
        </p:txBody>
      </p:sp>
      <p:sp>
        <p:nvSpPr>
          <p:cNvPr id="52" name="AutoShape 45">
            <a:extLst>
              <a:ext uri="{FF2B5EF4-FFF2-40B4-BE49-F238E27FC236}">
                <a16:creationId xmlns:a16="http://schemas.microsoft.com/office/drawing/2014/main" id="{BC2EE69F-901B-B5EC-3003-3FEDF70F6997}"/>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500" b="1" i="0" u="none" strike="noStrike">
                <a:solidFill>
                  <a:srgbClr val="26476A"/>
                </a:solidFill>
                <a:latin typeface="Noto Sans SC"/>
                <a:ea typeface="Noto Sans SC"/>
                <a:cs typeface="Noto Sans SC"/>
                <a:sym typeface="Noto Sans SC"/>
              </a:rPr>
              <a:t>02 时代趋势：供给侧的爆发增长</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595959"/>
                </a:solidFill>
                <a:latin typeface="Noto Sans SC"/>
                <a:ea typeface="Noto Sans SC"/>
                <a:cs typeface="Noto Sans SC"/>
                <a:sym typeface="Noto Sans SC"/>
              </a:rPr>
              <a:t>近20年专辑与单曲数量持续上升，数字音乐技术大幅降低发行门槛，为音乐创作与传播带来了前所未有的便利。</a:t>
            </a:r>
            <a:endParaRPr lang="en-US" sz="1100"/>
          </a:p>
        </p:txBody>
      </p:sp>
      <p:sp>
        <p:nvSpPr>
          <p:cNvPr id="54" name="AutoShape 46">
            <a:extLst>
              <a:ext uri="{FF2B5EF4-FFF2-40B4-BE49-F238E27FC236}">
                <a16:creationId xmlns:a16="http://schemas.microsoft.com/office/drawing/2014/main" id="{292D25E7-A01C-7EA3-45CE-D63B35A2BF25}"/>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500" b="1" i="0" u="none" strike="noStrike">
                <a:solidFill>
                  <a:srgbClr val="26476A"/>
                </a:solidFill>
                <a:latin typeface="Noto Sans SC"/>
                <a:ea typeface="Noto Sans SC"/>
                <a:cs typeface="Noto Sans SC"/>
                <a:sym typeface="Noto Sans SC"/>
              </a:rPr>
              <a:t>03 风格格局：常青树与黄金期</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595959"/>
                </a:solidFill>
                <a:latin typeface="Noto Sans SC"/>
                <a:ea typeface="Noto Sans SC"/>
                <a:cs typeface="Noto Sans SC"/>
                <a:sym typeface="Noto Sans SC"/>
              </a:rPr>
              <a:t>Rock风格销量常年领跑，是市场常青树；而其他音乐类型各有独特的“黄金发展期”，呈现出交替繁荣的态势。</a:t>
            </a:r>
            <a:endParaRPr lang="en-US" sz="1100"/>
          </a:p>
        </p:txBody>
      </p:sp>
      <p:sp>
        <p:nvSpPr>
          <p:cNvPr id="56" name="AutoShape 47">
            <a:extLst>
              <a:ext uri="{FF2B5EF4-FFF2-40B4-BE49-F238E27FC236}">
                <a16:creationId xmlns:a16="http://schemas.microsoft.com/office/drawing/2014/main" id="{EDFD0CAC-13CD-918C-F5D3-C7DC493B8D9E}"/>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500" b="1" i="0" u="none" strike="noStrike">
                <a:solidFill>
                  <a:srgbClr val="26476A"/>
                </a:solidFill>
                <a:latin typeface="Noto Sans SC"/>
                <a:ea typeface="Noto Sans SC"/>
                <a:cs typeface="Noto Sans SC"/>
                <a:sym typeface="Noto Sans SC"/>
              </a:rPr>
              <a:t>04 评价体系：销量与口碑的独立</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595959"/>
                </a:solidFill>
                <a:latin typeface="Noto Sans SC"/>
                <a:ea typeface="Noto Sans SC"/>
                <a:cs typeface="Noto Sans SC"/>
                <a:sym typeface="Noto Sans SC"/>
              </a:rPr>
              <a:t>平均评分集中在2.5-3.5区间，与销量无直接关联；专业媒体评分严苛，而大众与达人的评价则更为宽松包容。</a:t>
            </a:r>
            <a:endParaRPr lang="en-US" sz="1100"/>
          </a:p>
        </p:txBody>
      </p:sp>
      <p:sp>
        <p:nvSpPr>
          <p:cNvPr id="58" name="AutoShape 48">
            <a:extLst>
              <a:ext uri="{FF2B5EF4-FFF2-40B4-BE49-F238E27FC236}">
                <a16:creationId xmlns:a16="http://schemas.microsoft.com/office/drawing/2014/main" id="{F8A7A475-9448-B460-2B1B-18B17BF36A7C}"/>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五个维度的核心发现</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5" name="AutoShape 14">
            <a:extLst>
              <a:ext uri="{FF2B5EF4-FFF2-40B4-BE49-F238E27FC236}">
                <a16:creationId xmlns:a16="http://schemas.microsoft.com/office/drawing/2014/main" id="{968895D1-5603-E33F-6479-326848D82ECA}"/>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2700" b="1" i="0" u="none" strike="noStrike">
                <a:solidFill>
                  <a:srgbClr val="FFFFFF"/>
                </a:solidFill>
                <a:latin typeface="Noto Sans SC"/>
                <a:ea typeface="Noto Sans SC"/>
                <a:cs typeface="Noto Sans SC"/>
                <a:sym typeface="Noto Sans SC"/>
              </a:rPr>
              <a:t>多维洞察概览</a:t>
            </a:r>
            <a:endParaRPr lang="en-US" sz="1100"/>
          </a:p>
        </p:txBody>
      </p:sp>
      <p:sp>
        <p:nvSpPr>
          <p:cNvPr id="27" name="AutoShape 15">
            <a:extLst>
              <a:ext uri="{FF2B5EF4-FFF2-40B4-BE49-F238E27FC236}">
                <a16:creationId xmlns:a16="http://schemas.microsoft.com/office/drawing/2014/main" id="{EC645CE2-4631-8EA8-B25E-DFFB9DF06D63}"/>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FFFFFF"/>
                </a:solidFill>
                <a:latin typeface="Noto Sans SC"/>
                <a:ea typeface="Noto Sans SC"/>
                <a:cs typeface="Noto Sans SC"/>
                <a:sym typeface="Noto Sans SC"/>
              </a:rPr>
              <a:t>本页通过五张核心图表构建全方位的音乐市场分析体系：从专辑数量与销量的基础分布切入，延伸至近20年的时间维度趋势演变，最后结合专业与大众评分体系，深度剖析摇滚、流行等主流音乐类型的市场表现与口碑差异，直观呈现行业发展脉络。</a:t>
            </a:r>
            <a:endParaRPr lang="en-US" sz="1100"/>
          </a:p>
        </p:txBody>
      </p:sp>
      <p:sp>
        <p:nvSpPr>
          <p:cNvPr id="29" name="AutoShape 16">
            <a:extLst>
              <a:ext uri="{FF2B5EF4-FFF2-40B4-BE49-F238E27FC236}">
                <a16:creationId xmlns:a16="http://schemas.microsoft.com/office/drawing/2014/main" id="{C6419FA4-C30D-4018-F5B5-E3D213B3C2EC}"/>
              </a:ext>
            </a:extLst>
          </p:cNvPr>
          <p:cNvSpPr/>
          <p:nvPr/>
        </p:nvSpPr>
        <p:spPr>
          <a:xfrm>
            <a:off x="924739" y="4596513"/>
            <a:ext cx="2769191"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400" b="0" i="0" u="none" strike="noStrike" dirty="0">
                <a:solidFill>
                  <a:srgbClr val="404040"/>
                </a:solidFill>
                <a:latin typeface="Noto Sans SC"/>
                <a:ea typeface="Noto Sans SC"/>
                <a:cs typeface="Noto Sans SC"/>
                <a:sym typeface="Noto Sans SC"/>
              </a:rPr>
              <a:t>聚焦各音乐类型的发行基数与商业转化，通过柱状图清晰量化摇滚、流行等风格的市场存量规模，揭示不同品类的市场普及度与商业价值的直观差异。</a:t>
            </a:r>
            <a:endParaRPr lang="en-US" sz="1100" dirty="0"/>
          </a:p>
        </p:txBody>
      </p:sp>
      <p:sp>
        <p:nvSpPr>
          <p:cNvPr id="31" name="AutoShape 17">
            <a:extLst>
              <a:ext uri="{FF2B5EF4-FFF2-40B4-BE49-F238E27FC236}">
                <a16:creationId xmlns:a16="http://schemas.microsoft.com/office/drawing/2014/main" id="{6C335360-3DFC-3F1D-582A-5A62316AB438}"/>
              </a:ext>
            </a:extLst>
          </p:cNvPr>
          <p:cNvSpPr/>
          <p:nvPr/>
        </p:nvSpPr>
        <p:spPr>
          <a:xfrm>
            <a:off x="1119963" y="4139313"/>
            <a:ext cx="23368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r>
              <a:rPr lang="en-US" sz="2200" b="1" i="0" u="none" strike="noStrike" dirty="0" err="1">
                <a:solidFill>
                  <a:srgbClr val="26476A"/>
                </a:solidFill>
                <a:latin typeface="Noto Sans SC"/>
                <a:ea typeface="Noto Sans SC"/>
                <a:cs typeface="Noto Sans SC"/>
                <a:sym typeface="Noto Sans SC"/>
              </a:rPr>
              <a:t>存量与销量分布</a:t>
            </a:r>
            <a:endParaRPr lang="en-US" sz="1100" dirty="0"/>
          </a:p>
        </p:txBody>
      </p:sp>
      <p:sp>
        <p:nvSpPr>
          <p:cNvPr id="33" name="AutoShape 19">
            <a:extLst>
              <a:ext uri="{FF2B5EF4-FFF2-40B4-BE49-F238E27FC236}">
                <a16:creationId xmlns:a16="http://schemas.microsoft.com/office/drawing/2014/main" id="{B058BFD1-4A68-DAB1-5DAB-C44764F089FC}"/>
              </a:ext>
            </a:extLst>
          </p:cNvPr>
          <p:cNvSpPr/>
          <p:nvPr/>
        </p:nvSpPr>
        <p:spPr>
          <a:xfrm>
            <a:off x="4722039" y="4596513"/>
            <a:ext cx="2769191"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400" b="0" i="0" u="none" strike="noStrike">
                <a:solidFill>
                  <a:srgbClr val="404040"/>
                </a:solidFill>
                <a:latin typeface="Noto Sans SC"/>
                <a:ea typeface="Noto Sans SC"/>
                <a:cs typeface="Noto Sans SC"/>
                <a:sym typeface="Noto Sans SC"/>
              </a:rPr>
              <a:t>利用双轴图与折线图还原近20年专辑与单曲的数量走势，同时追踪头部音乐类型的年度销量波动，挖掘市场供给变化与品类热度的长期演变规律。</a:t>
            </a:r>
            <a:endParaRPr lang="en-US" sz="1100"/>
          </a:p>
        </p:txBody>
      </p:sp>
      <p:sp>
        <p:nvSpPr>
          <p:cNvPr id="35" name="AutoShape 20">
            <a:extLst>
              <a:ext uri="{FF2B5EF4-FFF2-40B4-BE49-F238E27FC236}">
                <a16:creationId xmlns:a16="http://schemas.microsoft.com/office/drawing/2014/main" id="{0759C662-4FDB-2A38-A1B9-3AABCDCEBE23}"/>
              </a:ext>
            </a:extLst>
          </p:cNvPr>
          <p:cNvSpPr/>
          <p:nvPr/>
        </p:nvSpPr>
        <p:spPr>
          <a:xfrm>
            <a:off x="4917263" y="4139313"/>
            <a:ext cx="23368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r>
              <a:rPr lang="en-US" sz="2200" b="1" i="0" u="none" strike="noStrike" dirty="0" err="1">
                <a:solidFill>
                  <a:srgbClr val="26476A"/>
                </a:solidFill>
                <a:latin typeface="Noto Sans SC"/>
                <a:ea typeface="Noto Sans SC"/>
                <a:cs typeface="Noto Sans SC"/>
                <a:sym typeface="Noto Sans SC"/>
              </a:rPr>
              <a:t>趋势与演变分析</a:t>
            </a:r>
            <a:endParaRPr lang="en-US" sz="1100" dirty="0"/>
          </a:p>
        </p:txBody>
      </p:sp>
      <p:sp>
        <p:nvSpPr>
          <p:cNvPr id="37" name="AutoShape 21">
            <a:extLst>
              <a:ext uri="{FF2B5EF4-FFF2-40B4-BE49-F238E27FC236}">
                <a16:creationId xmlns:a16="http://schemas.microsoft.com/office/drawing/2014/main" id="{C4FCD48D-B31A-1AE4-7E54-B3C1BE79680D}"/>
              </a:ext>
            </a:extLst>
          </p:cNvPr>
          <p:cNvSpPr/>
          <p:nvPr/>
        </p:nvSpPr>
        <p:spPr>
          <a:xfrm>
            <a:off x="8506639" y="4596513"/>
            <a:ext cx="2769191"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400" b="0" i="0" u="none" strike="noStrike">
                <a:solidFill>
                  <a:srgbClr val="404040"/>
                </a:solidFill>
                <a:latin typeface="Noto Sans SC"/>
                <a:ea typeface="Noto Sans SC"/>
                <a:cs typeface="Noto Sans SC"/>
                <a:sym typeface="Noto Sans SC"/>
              </a:rPr>
              <a:t>基于多维度评分体系的分组对比，量化头部音乐类型的专业认可度与大众喜爱度，剖析商业畅销度与艺术口碑之间的关联，为市场定位提供参考。</a:t>
            </a:r>
            <a:endParaRPr lang="en-US" sz="1100"/>
          </a:p>
        </p:txBody>
      </p:sp>
      <p:sp>
        <p:nvSpPr>
          <p:cNvPr id="39" name="AutoShape 22">
            <a:extLst>
              <a:ext uri="{FF2B5EF4-FFF2-40B4-BE49-F238E27FC236}">
                <a16:creationId xmlns:a16="http://schemas.microsoft.com/office/drawing/2014/main" id="{0E83EAF3-D03A-953C-69FC-5B0D70A7AF93}"/>
              </a:ext>
            </a:extLst>
          </p:cNvPr>
          <p:cNvSpPr/>
          <p:nvPr/>
        </p:nvSpPr>
        <p:spPr>
          <a:xfrm>
            <a:off x="8701863" y="4152013"/>
            <a:ext cx="23368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r>
              <a:rPr lang="en-US" sz="2200" b="1" i="0" u="none" strike="noStrike">
                <a:solidFill>
                  <a:srgbClr val="26476A"/>
                </a:solidFill>
                <a:latin typeface="Noto Sans SC"/>
                <a:ea typeface="Noto Sans SC"/>
                <a:cs typeface="Noto Sans SC"/>
                <a:sym typeface="Noto Sans SC"/>
              </a:rPr>
              <a:t>口碑与评分对标</a:t>
            </a:r>
            <a:endParaRPr lang="en-US" sz="1100"/>
          </a:p>
        </p:txBody>
      </p:sp>
      <p:sp>
        <p:nvSpPr>
          <p:cNvPr id="41" name="AutoShape 23">
            <a:extLst>
              <a:ext uri="{FF2B5EF4-FFF2-40B4-BE49-F238E27FC236}">
                <a16:creationId xmlns:a16="http://schemas.microsoft.com/office/drawing/2014/main" id="{D7350836-5784-38C7-47C5-C3F135DBEC3F}"/>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音乐专辑数据</a:t>
            </a:r>
            <a:endParaRPr lang="en-US" sz="2800" b="1" i="0" u="none" strike="noStrike" dirty="0">
              <a:solidFill>
                <a:srgbClr val="26476A"/>
              </a:solidFill>
              <a:latin typeface="Noto Sans SC"/>
              <a:ea typeface="Noto Sans SC"/>
              <a:cs typeface="Noto Sans SC"/>
              <a:sym typeface="Noto Sans SC"/>
            </a:endParaRPr>
          </a:p>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可视化分析</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8953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8" name="AutoShape 14">
            <a:extLst>
              <a:ext uri="{FF2B5EF4-FFF2-40B4-BE49-F238E27FC236}">
                <a16:creationId xmlns:a16="http://schemas.microsoft.com/office/drawing/2014/main" id="{947CBE3A-DC35-8679-CF52-92E3733C441C}"/>
              </a:ext>
            </a:extLst>
          </p:cNvPr>
          <p:cNvSpPr/>
          <p:nvPr/>
        </p:nvSpPr>
        <p:spPr>
          <a:xfrm>
            <a:off x="1409700" y="4086152"/>
            <a:ext cx="28575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400" b="0" i="0" u="none" strike="noStrike" dirty="0">
                <a:solidFill>
                  <a:srgbClr val="000000"/>
                </a:solidFill>
                <a:latin typeface="Noto Sans SC"/>
                <a:ea typeface="Noto Sans SC"/>
                <a:cs typeface="Noto Sans SC"/>
                <a:sym typeface="Noto Sans SC"/>
              </a:rPr>
              <a:t>利用Pandas与Numpy的向量化特性替代传统逐行循环，将10万级数据的处理耗时压缩至数秒级，从底层运算逻辑上极大提升了数据处理的效率与吞吐量。</a:t>
            </a:r>
            <a:endParaRPr lang="en-US" sz="1100" dirty="0"/>
          </a:p>
        </p:txBody>
      </p:sp>
      <p:sp>
        <p:nvSpPr>
          <p:cNvPr id="30" name="AutoShape 15">
            <a:extLst>
              <a:ext uri="{FF2B5EF4-FFF2-40B4-BE49-F238E27FC236}">
                <a16:creationId xmlns:a16="http://schemas.microsoft.com/office/drawing/2014/main" id="{0BA853CD-7C14-51D0-3F65-215AB6D0E128}"/>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a:solidFill>
                  <a:srgbClr val="FFFFFF"/>
                </a:solidFill>
                <a:latin typeface="Noto Sans SC"/>
                <a:ea typeface="Noto Sans SC"/>
                <a:cs typeface="Noto Sans SC"/>
                <a:sym typeface="Noto Sans SC"/>
              </a:rPr>
              <a:t>01 </a:t>
            </a:r>
            <a:r>
              <a:rPr lang="en-US" sz="1800" b="1" i="0" u="none" strike="noStrike" dirty="0" err="1">
                <a:solidFill>
                  <a:srgbClr val="FFFFFF"/>
                </a:solidFill>
                <a:latin typeface="Noto Sans SC"/>
                <a:ea typeface="Noto Sans SC"/>
                <a:cs typeface="Noto Sans SC"/>
                <a:sym typeface="Noto Sans SC"/>
              </a:rPr>
              <a:t>向量化计算</a:t>
            </a:r>
            <a:endParaRPr lang="en-US" sz="1100" dirty="0"/>
          </a:p>
        </p:txBody>
      </p:sp>
      <p:sp>
        <p:nvSpPr>
          <p:cNvPr id="32" name="AutoShape 19">
            <a:extLst>
              <a:ext uri="{FF2B5EF4-FFF2-40B4-BE49-F238E27FC236}">
                <a16:creationId xmlns:a16="http://schemas.microsoft.com/office/drawing/2014/main" id="{E03F32C9-CFC6-0DCE-DECB-BC1082F8A159}"/>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a:solidFill>
                  <a:srgbClr val="FFFFFF"/>
                </a:solidFill>
                <a:latin typeface="Noto Sans SC"/>
                <a:ea typeface="Noto Sans SC"/>
                <a:cs typeface="Noto Sans SC"/>
                <a:sym typeface="Noto Sans SC"/>
              </a:rPr>
              <a:t>02 </a:t>
            </a:r>
            <a:r>
              <a:rPr lang="en-US" sz="1800" b="1" i="0" u="none" strike="noStrike" dirty="0" err="1">
                <a:solidFill>
                  <a:srgbClr val="FFFFFF"/>
                </a:solidFill>
                <a:latin typeface="Noto Sans SC"/>
                <a:ea typeface="Noto Sans SC"/>
                <a:cs typeface="Noto Sans SC"/>
                <a:sym typeface="Noto Sans SC"/>
              </a:rPr>
              <a:t>多维度交叉分析</a:t>
            </a:r>
            <a:endParaRPr lang="en-US" sz="1100" dirty="0"/>
          </a:p>
        </p:txBody>
      </p:sp>
      <p:sp>
        <p:nvSpPr>
          <p:cNvPr id="34" name="AutoShape 20">
            <a:extLst>
              <a:ext uri="{FF2B5EF4-FFF2-40B4-BE49-F238E27FC236}">
                <a16:creationId xmlns:a16="http://schemas.microsoft.com/office/drawing/2014/main" id="{CF152939-759C-062F-4F15-09D4B1417283}"/>
              </a:ext>
            </a:extLst>
          </p:cNvPr>
          <p:cNvSpPr/>
          <p:nvPr/>
        </p:nvSpPr>
        <p:spPr>
          <a:xfrm>
            <a:off x="4673600" y="4086152"/>
            <a:ext cx="28575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400" b="0" i="0" u="none" strike="noStrike" dirty="0">
                <a:solidFill>
                  <a:srgbClr val="000000"/>
                </a:solidFill>
                <a:latin typeface="Noto Sans SC"/>
                <a:ea typeface="Noto Sans SC"/>
                <a:cs typeface="Noto Sans SC"/>
                <a:sym typeface="Noto Sans SC"/>
              </a:rPr>
              <a:t>通过groupby多级分组与unstack透视重组，从音乐类型、发行年份、市场销量、用户评分四个核心维度展开交叉分析，深度挖掘数据间的内在关联与层次规律。</a:t>
            </a:r>
            <a:endParaRPr lang="en-US" sz="1100" dirty="0"/>
          </a:p>
        </p:txBody>
      </p:sp>
      <p:sp>
        <p:nvSpPr>
          <p:cNvPr id="36" name="AutoShape 24">
            <a:extLst>
              <a:ext uri="{FF2B5EF4-FFF2-40B4-BE49-F238E27FC236}">
                <a16:creationId xmlns:a16="http://schemas.microsoft.com/office/drawing/2014/main" id="{C0AE7838-CF27-AC97-5A71-FB3A4039C846}"/>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03 双轴图可视化</a:t>
            </a:r>
            <a:endParaRPr lang="en-US" sz="1100"/>
          </a:p>
        </p:txBody>
      </p:sp>
      <p:sp>
        <p:nvSpPr>
          <p:cNvPr id="38" name="AutoShape 25">
            <a:extLst>
              <a:ext uri="{FF2B5EF4-FFF2-40B4-BE49-F238E27FC236}">
                <a16:creationId xmlns:a16="http://schemas.microsoft.com/office/drawing/2014/main" id="{19981A00-8BA5-1BE4-F53C-D25DAF1123C1}"/>
              </a:ext>
            </a:extLst>
          </p:cNvPr>
          <p:cNvSpPr/>
          <p:nvPr/>
        </p:nvSpPr>
        <p:spPr>
          <a:xfrm>
            <a:off x="7939276" y="4086152"/>
            <a:ext cx="28575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400" b="0" i="0" u="none" strike="noStrike" dirty="0">
                <a:solidFill>
                  <a:srgbClr val="000000"/>
                </a:solidFill>
                <a:latin typeface="Noto Sans SC"/>
                <a:ea typeface="Noto Sans SC"/>
                <a:cs typeface="Noto Sans SC"/>
                <a:sym typeface="Noto Sans SC"/>
              </a:rPr>
              <a:t>采用双轴坐标系设计，以柱状图呈现专辑数量规模，折线图展示单曲数量趋势，在同一视图中清晰对比不同量纲指标的变化，高效解决多指标可视化难题。</a:t>
            </a:r>
            <a:endParaRPr lang="en-US" sz="1100" dirty="0"/>
          </a:p>
        </p:txBody>
      </p:sp>
      <p:sp>
        <p:nvSpPr>
          <p:cNvPr id="40" name="AutoShape 26">
            <a:extLst>
              <a:ext uri="{FF2B5EF4-FFF2-40B4-BE49-F238E27FC236}">
                <a16:creationId xmlns:a16="http://schemas.microsoft.com/office/drawing/2014/main" id="{35379350-331C-F385-A9F4-24FDDC4F5249}"/>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关键技术实现（一</a:t>
            </a:r>
            <a:r>
              <a:rPr lang="en-US" sz="2800" b="1" i="0" u="none" strike="noStrike" dirty="0">
                <a:solidFill>
                  <a:srgbClr val="26476A"/>
                </a:solidFill>
                <a:latin typeface="Noto Sans SC"/>
                <a:ea typeface="Noto Sans SC"/>
                <a:cs typeface="Noto Sans SC"/>
                <a:sym typeface="Noto Sans SC"/>
              </a:rPr>
              <a: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5" name="AutoShape 24">
            <a:extLst>
              <a:ext uri="{FF2B5EF4-FFF2-40B4-BE49-F238E27FC236}">
                <a16:creationId xmlns:a16="http://schemas.microsoft.com/office/drawing/2014/main" id="{4F2D13E6-8812-DF51-7978-0E71E7513533}"/>
              </a:ext>
            </a:extLst>
          </p:cNvPr>
          <p:cNvSpPr/>
          <p:nvPr/>
        </p:nvSpPr>
        <p:spPr>
          <a:xfrm>
            <a:off x="1329069" y="3591151"/>
            <a:ext cx="2070395"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a:solidFill>
                  <a:srgbClr val="404040"/>
                </a:solidFill>
                <a:latin typeface="Noto Sans SC"/>
                <a:ea typeface="Noto Sans SC"/>
                <a:cs typeface="Noto Sans SC"/>
                <a:sym typeface="Noto Sans SC"/>
              </a:rPr>
              <a:t>通过分组柱状图直观对比三种评分体系对不同音乐类型的评价差异，清晰呈现数据关联，让分析结果一目了然。</a:t>
            </a:r>
            <a:endParaRPr lang="en-US" sz="1100"/>
          </a:p>
        </p:txBody>
      </p:sp>
      <p:sp>
        <p:nvSpPr>
          <p:cNvPr id="57" name="AutoShape 25">
            <a:extLst>
              <a:ext uri="{FF2B5EF4-FFF2-40B4-BE49-F238E27FC236}">
                <a16:creationId xmlns:a16="http://schemas.microsoft.com/office/drawing/2014/main" id="{F8B87E04-7F9F-A694-F203-1C8DB8C63165}"/>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800" b="1" i="0" u="none" strike="noStrike" dirty="0" err="1">
                <a:solidFill>
                  <a:srgbClr val="26476A"/>
                </a:solidFill>
                <a:latin typeface="Noto Sans SC"/>
                <a:ea typeface="Noto Sans SC"/>
                <a:cs typeface="Noto Sans SC"/>
                <a:sym typeface="Noto Sans SC"/>
              </a:rPr>
              <a:t>分组对比分析</a:t>
            </a:r>
            <a:endParaRPr lang="en-US" sz="1100" dirty="0"/>
          </a:p>
        </p:txBody>
      </p:sp>
      <p:sp>
        <p:nvSpPr>
          <p:cNvPr id="59" name="AutoShape 26">
            <a:extLst>
              <a:ext uri="{FF2B5EF4-FFF2-40B4-BE49-F238E27FC236}">
                <a16:creationId xmlns:a16="http://schemas.microsoft.com/office/drawing/2014/main" id="{C6782BD7-E7BF-FC91-A833-D37B182099A1}"/>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800" b="1" i="0" u="none" strike="noStrike" dirty="0" err="1">
                <a:solidFill>
                  <a:srgbClr val="26476A"/>
                </a:solidFill>
                <a:latin typeface="Noto Sans SC"/>
                <a:ea typeface="Noto Sans SC"/>
                <a:cs typeface="Noto Sans SC"/>
                <a:sym typeface="Noto Sans SC"/>
              </a:rPr>
              <a:t>模块化代码结构</a:t>
            </a:r>
            <a:endParaRPr lang="en-US" sz="1100" dirty="0"/>
          </a:p>
        </p:txBody>
      </p:sp>
      <p:sp>
        <p:nvSpPr>
          <p:cNvPr id="61" name="AutoShape 27">
            <a:extLst>
              <a:ext uri="{FF2B5EF4-FFF2-40B4-BE49-F238E27FC236}">
                <a16:creationId xmlns:a16="http://schemas.microsoft.com/office/drawing/2014/main" id="{C28FDCC8-CB19-2EF8-F717-623DBC71218C}"/>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err="1">
                <a:solidFill>
                  <a:srgbClr val="26476A"/>
                </a:solidFill>
                <a:latin typeface="Noto Sans SC"/>
                <a:ea typeface="Noto Sans SC"/>
                <a:cs typeface="Noto Sans SC"/>
                <a:sym typeface="Noto Sans SC"/>
              </a:rPr>
              <a:t>Seaborn高级可视化</a:t>
            </a:r>
            <a:endParaRPr lang="en-US" sz="1100" dirty="0"/>
          </a:p>
        </p:txBody>
      </p:sp>
      <p:sp>
        <p:nvSpPr>
          <p:cNvPr id="63" name="AutoShape 28">
            <a:extLst>
              <a:ext uri="{FF2B5EF4-FFF2-40B4-BE49-F238E27FC236}">
                <a16:creationId xmlns:a16="http://schemas.microsoft.com/office/drawing/2014/main" id="{FACD29EC-F1B8-A7D3-9547-4E5609780E60}"/>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err="1">
                <a:solidFill>
                  <a:srgbClr val="26476A"/>
                </a:solidFill>
                <a:latin typeface="Noto Sans SC"/>
                <a:ea typeface="Noto Sans SC"/>
                <a:cs typeface="Noto Sans SC"/>
                <a:sym typeface="Noto Sans SC"/>
              </a:rPr>
              <a:t>规范的代码注释</a:t>
            </a:r>
            <a:endParaRPr lang="en-US" sz="1100" dirty="0"/>
          </a:p>
        </p:txBody>
      </p:sp>
      <p:sp>
        <p:nvSpPr>
          <p:cNvPr id="65" name="AutoShape 29">
            <a:extLst>
              <a:ext uri="{FF2B5EF4-FFF2-40B4-BE49-F238E27FC236}">
                <a16:creationId xmlns:a16="http://schemas.microsoft.com/office/drawing/2014/main" id="{58C429E3-8996-56AB-6F7C-97AA61C9AD35}"/>
              </a:ext>
            </a:extLst>
          </p:cNvPr>
          <p:cNvSpPr/>
          <p:nvPr/>
        </p:nvSpPr>
        <p:spPr>
          <a:xfrm>
            <a:off x="3846639" y="3616551"/>
            <a:ext cx="2013672"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dirty="0" err="1">
                <a:solidFill>
                  <a:srgbClr val="404040"/>
                </a:solidFill>
                <a:latin typeface="Noto Sans SC"/>
                <a:ea typeface="Noto Sans SC"/>
                <a:cs typeface="Noto Sans SC"/>
                <a:sym typeface="Noto Sans SC"/>
              </a:rPr>
              <a:t>将五个分析任务独立封装为模块，实现代码解耦与复用。各模块独立生成图表，便于调试、维护及报告的快速整合</a:t>
            </a:r>
            <a:r>
              <a:rPr lang="en-US" sz="1300" b="0" i="0" u="none" strike="noStrike" dirty="0">
                <a:solidFill>
                  <a:srgbClr val="404040"/>
                </a:solidFill>
                <a:latin typeface="Noto Sans SC"/>
                <a:ea typeface="Noto Sans SC"/>
                <a:cs typeface="Noto Sans SC"/>
                <a:sym typeface="Noto Sans SC"/>
              </a:rPr>
              <a:t>。</a:t>
            </a:r>
            <a:endParaRPr lang="en-US" sz="1100" dirty="0"/>
          </a:p>
        </p:txBody>
      </p:sp>
      <p:sp>
        <p:nvSpPr>
          <p:cNvPr id="67" name="AutoShape 31">
            <a:extLst>
              <a:ext uri="{FF2B5EF4-FFF2-40B4-BE49-F238E27FC236}">
                <a16:creationId xmlns:a16="http://schemas.microsoft.com/office/drawing/2014/main" id="{91FA4578-9089-E756-461C-04ED8B2D9B3D}"/>
              </a:ext>
            </a:extLst>
          </p:cNvPr>
          <p:cNvSpPr/>
          <p:nvPr/>
        </p:nvSpPr>
        <p:spPr>
          <a:xfrm>
            <a:off x="6338204" y="3603851"/>
            <a:ext cx="2013672"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dirty="0">
                <a:solidFill>
                  <a:srgbClr val="404040"/>
                </a:solidFill>
                <a:latin typeface="Noto Sans SC"/>
                <a:ea typeface="Noto Sans SC"/>
                <a:cs typeface="Noto Sans SC"/>
                <a:sym typeface="Noto Sans SC"/>
              </a:rPr>
              <a:t>调用Seaborn的barplot、heatmap等高级接口，简化复杂绘图逻辑。优化配色与布局细节，显著提升图表的专业度与美观性。</a:t>
            </a:r>
            <a:endParaRPr lang="en-US" sz="1100" dirty="0"/>
          </a:p>
        </p:txBody>
      </p:sp>
      <p:sp>
        <p:nvSpPr>
          <p:cNvPr id="69" name="AutoShape 32">
            <a:extLst>
              <a:ext uri="{FF2B5EF4-FFF2-40B4-BE49-F238E27FC236}">
                <a16:creationId xmlns:a16="http://schemas.microsoft.com/office/drawing/2014/main" id="{23912A2E-4D38-3C79-75A4-54E3CD0886E2}"/>
              </a:ext>
            </a:extLst>
          </p:cNvPr>
          <p:cNvSpPr/>
          <p:nvPr/>
        </p:nvSpPr>
        <p:spPr>
          <a:xfrm>
            <a:off x="8816770" y="3616551"/>
            <a:ext cx="2013672"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dirty="0" err="1">
                <a:solidFill>
                  <a:srgbClr val="404040"/>
                </a:solidFill>
                <a:latin typeface="Noto Sans SC"/>
                <a:ea typeface="Noto Sans SC"/>
                <a:cs typeface="Noto Sans SC"/>
                <a:sym typeface="Noto Sans SC"/>
              </a:rPr>
              <a:t>保持代码高可读性，添加清晰的逻辑注释与文档说明。便于后期回顾、修改与复用，同时体现严谨规范的编程素养</a:t>
            </a:r>
            <a:r>
              <a:rPr lang="en-US" sz="1300" b="0" i="0" u="none" strike="noStrike" dirty="0">
                <a:solidFill>
                  <a:srgbClr val="404040"/>
                </a:solidFill>
                <a:latin typeface="Noto Sans SC"/>
                <a:ea typeface="Noto Sans SC"/>
                <a:cs typeface="Noto Sans SC"/>
                <a:sym typeface="Noto Sans SC"/>
              </a:rPr>
              <a:t>。</a:t>
            </a:r>
            <a:endParaRPr lang="en-US" sz="1100" dirty="0"/>
          </a:p>
        </p:txBody>
      </p:sp>
      <p:sp>
        <p:nvSpPr>
          <p:cNvPr id="71" name="AutoShape 53">
            <a:extLst>
              <a:ext uri="{FF2B5EF4-FFF2-40B4-BE49-F238E27FC236}">
                <a16:creationId xmlns:a16="http://schemas.microsoft.com/office/drawing/2014/main" id="{E51F20D6-0DEC-D5E8-FE4F-559B74D4795D}"/>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26476A"/>
                </a:solidFill>
                <a:latin typeface="Noto Sans SC"/>
                <a:ea typeface="Noto Sans SC"/>
                <a:cs typeface="Noto Sans SC"/>
                <a:sym typeface="Noto Sans SC"/>
              </a:rPr>
              <a:t>关键技术实现（二）</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grpSp>
        <p:nvGrpSpPr>
          <p:cNvPr id="38" name="组合 37">
            <a:extLst>
              <a:ext uri="{FF2B5EF4-FFF2-40B4-BE49-F238E27FC236}">
                <a16:creationId xmlns:a16="http://schemas.microsoft.com/office/drawing/2014/main" id="{77D0941E-897E-7258-C00B-715CE378C16A}"/>
              </a:ext>
            </a:extLst>
          </p:cNvPr>
          <p:cNvGrpSpPr/>
          <p:nvPr/>
        </p:nvGrpSpPr>
        <p:grpSpPr>
          <a:xfrm>
            <a:off x="6553200" y="5530112"/>
            <a:ext cx="3111500" cy="381000"/>
            <a:chOff x="2032000" y="5372100"/>
            <a:chExt cx="3111500" cy="381000"/>
          </a:xfrm>
        </p:grpSpPr>
        <p:sp>
          <p:nvSpPr>
            <p:cNvPr id="39" name="AutoShape 24">
              <a:extLst>
                <a:ext uri="{FF2B5EF4-FFF2-40B4-BE49-F238E27FC236}">
                  <a16:creationId xmlns:a16="http://schemas.microsoft.com/office/drawing/2014/main" id="{06D4A917-F794-B2A3-80B9-1AB909F04B8E}"/>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25">
              <a:extLst>
                <a:ext uri="{FF2B5EF4-FFF2-40B4-BE49-F238E27FC236}">
                  <a16:creationId xmlns:a16="http://schemas.microsoft.com/office/drawing/2014/main" id="{15CA8129-120B-0C0E-E33E-4ABF4A6B031A}"/>
                </a:ext>
              </a:extLst>
            </p:cNvPr>
            <p:cNvSpPr/>
            <p:nvPr/>
          </p:nvSpPr>
          <p:spPr>
            <a:xfrm>
              <a:off x="2349500" y="5372100"/>
              <a:ext cx="2794000" cy="3810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1600" b="1" i="0" u="none" strike="noStrike" dirty="0">
                  <a:solidFill>
                    <a:srgbClr val="26476A"/>
                  </a:solidFill>
                  <a:latin typeface="Noto Sans SC"/>
                  <a:ea typeface="Noto Sans SC"/>
                  <a:cs typeface="Noto Sans SC"/>
                  <a:sym typeface="Noto Sans SC"/>
                </a:rPr>
                <a:t>日期：2026年7月</a:t>
              </a:r>
              <a:endParaRPr lang="en-US" sz="1100" dirty="0"/>
            </a:p>
          </p:txBody>
        </p:sp>
      </p:grpSp>
      <p:grpSp>
        <p:nvGrpSpPr>
          <p:cNvPr id="41" name="组合 40">
            <a:extLst>
              <a:ext uri="{FF2B5EF4-FFF2-40B4-BE49-F238E27FC236}">
                <a16:creationId xmlns:a16="http://schemas.microsoft.com/office/drawing/2014/main" id="{90734D3B-0DB7-9845-13E4-31C78B4EEFC8}"/>
              </a:ext>
            </a:extLst>
          </p:cNvPr>
          <p:cNvGrpSpPr/>
          <p:nvPr/>
        </p:nvGrpSpPr>
        <p:grpSpPr>
          <a:xfrm>
            <a:off x="2032000" y="4889500"/>
            <a:ext cx="3606800" cy="381000"/>
            <a:chOff x="2032000" y="5372100"/>
            <a:chExt cx="3606800" cy="381000"/>
          </a:xfrm>
        </p:grpSpPr>
        <p:sp>
          <p:nvSpPr>
            <p:cNvPr id="42" name="AutoShape 24">
              <a:extLst>
                <a:ext uri="{FF2B5EF4-FFF2-40B4-BE49-F238E27FC236}">
                  <a16:creationId xmlns:a16="http://schemas.microsoft.com/office/drawing/2014/main" id="{5E9BF573-FDB0-C63A-2126-BF33C7FFD708}"/>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25">
              <a:extLst>
                <a:ext uri="{FF2B5EF4-FFF2-40B4-BE49-F238E27FC236}">
                  <a16:creationId xmlns:a16="http://schemas.microsoft.com/office/drawing/2014/main" id="{5DE0DD00-2B9F-44D3-5C73-FAE523C20A7D}"/>
                </a:ext>
              </a:extLst>
            </p:cNvPr>
            <p:cNvSpPr/>
            <p:nvPr/>
          </p:nvSpPr>
          <p:spPr>
            <a:xfrm>
              <a:off x="2349500" y="5372100"/>
              <a:ext cx="3289300" cy="381000"/>
            </a:xfrm>
            <a:prstGeom prst="rect">
              <a:avLst/>
            </a:prstGeom>
            <a:noFill/>
            <a:ln w="12700" cap="flat" cmpd="sng">
              <a:noFill/>
              <a:prstDash val="solid"/>
              <a:round/>
            </a:ln>
          </p:spPr>
          <p:txBody>
            <a:bodyPr vert="horz" wrap="none" lIns="0" tIns="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26476A"/>
                  </a:solidFill>
                  <a:effectLst/>
                  <a:uLnTx/>
                  <a:uFillTx/>
                  <a:latin typeface="Noto Sans SC"/>
                  <a:ea typeface="Noto Sans SC"/>
                  <a:cs typeface="Arial"/>
                  <a:sym typeface="Noto Sans SC"/>
                </a:rPr>
                <a:t>项目小组：超级无敌雷霆暴龙战士组</a:t>
              </a:r>
              <a:endParaRPr kumimoji="0" lang="en-US" altLang="zh-CN" sz="1100" b="0" i="0" u="none" strike="noStrike" kern="0" cap="none" spc="0" normalizeH="0" baseline="0" noProof="0" dirty="0">
                <a:ln>
                  <a:noFill/>
                </a:ln>
                <a:solidFill>
                  <a:srgbClr val="000000"/>
                </a:solidFill>
                <a:effectLst/>
                <a:uLnTx/>
                <a:uFillTx/>
                <a:latin typeface="Arial"/>
                <a:cs typeface="Arial"/>
                <a:sym typeface="Arial"/>
              </a:endParaRPr>
            </a:p>
            <a:p>
              <a:pPr marL="0" indent="0" algn="l">
                <a:lnSpc>
                  <a:spcPct val="100000"/>
                </a:lnSpc>
                <a:defRPr/>
              </a:pPr>
              <a:endParaRPr lang="en-US" sz="1100" dirty="0"/>
            </a:p>
          </p:txBody>
        </p:sp>
      </p:grpSp>
      <p:grpSp>
        <p:nvGrpSpPr>
          <p:cNvPr id="44" name="组合 43">
            <a:extLst>
              <a:ext uri="{FF2B5EF4-FFF2-40B4-BE49-F238E27FC236}">
                <a16:creationId xmlns:a16="http://schemas.microsoft.com/office/drawing/2014/main" id="{7BEFF8F1-2FC4-4007-97A1-294122597134}"/>
              </a:ext>
            </a:extLst>
          </p:cNvPr>
          <p:cNvGrpSpPr/>
          <p:nvPr/>
        </p:nvGrpSpPr>
        <p:grpSpPr>
          <a:xfrm>
            <a:off x="6553200" y="4885956"/>
            <a:ext cx="3606800" cy="381000"/>
            <a:chOff x="2032000" y="5372100"/>
            <a:chExt cx="3606800" cy="381000"/>
          </a:xfrm>
        </p:grpSpPr>
        <p:sp>
          <p:nvSpPr>
            <p:cNvPr id="45" name="AutoShape 24">
              <a:extLst>
                <a:ext uri="{FF2B5EF4-FFF2-40B4-BE49-F238E27FC236}">
                  <a16:creationId xmlns:a16="http://schemas.microsoft.com/office/drawing/2014/main" id="{E4023CF4-83EE-1536-9387-F1DA4EF61CFD}"/>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AutoShape 25">
              <a:extLst>
                <a:ext uri="{FF2B5EF4-FFF2-40B4-BE49-F238E27FC236}">
                  <a16:creationId xmlns:a16="http://schemas.microsoft.com/office/drawing/2014/main" id="{134690D6-FEF3-0FCF-0A03-17658110314F}"/>
                </a:ext>
              </a:extLst>
            </p:cNvPr>
            <p:cNvSpPr/>
            <p:nvPr/>
          </p:nvSpPr>
          <p:spPr>
            <a:xfrm>
              <a:off x="2349500" y="5372100"/>
              <a:ext cx="3289300" cy="381000"/>
            </a:xfrm>
            <a:prstGeom prst="rect">
              <a:avLst/>
            </a:prstGeom>
            <a:noFill/>
            <a:ln w="12700" cap="flat" cmpd="sng">
              <a:noFill/>
              <a:prstDash val="solid"/>
              <a:round/>
            </a:ln>
          </p:spPr>
          <p:txBody>
            <a:bodyPr vert="horz" wrap="none" lIns="0" tIns="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26476A"/>
                  </a:solidFill>
                  <a:effectLst/>
                  <a:uLnTx/>
                  <a:uFillTx/>
                  <a:latin typeface="Noto Sans SC"/>
                  <a:ea typeface="Noto Sans SC"/>
                  <a:cs typeface="Arial"/>
                  <a:sym typeface="Noto Sans SC"/>
                </a:rPr>
                <a:t>项目成员：钟翌，刁英东，李晨</a:t>
              </a:r>
              <a:endParaRPr kumimoji="0" lang="en-US" altLang="zh-CN" sz="1100" b="0" i="0" u="none" strike="noStrike" kern="0" cap="none" spc="0" normalizeH="0" baseline="0" noProof="0" dirty="0">
                <a:ln>
                  <a:noFill/>
                </a:ln>
                <a:solidFill>
                  <a:srgbClr val="000000"/>
                </a:solidFill>
                <a:effectLst/>
                <a:uLnTx/>
                <a:uFillTx/>
                <a:latin typeface="Arial"/>
                <a:cs typeface="Arial"/>
                <a:sym typeface="Arial"/>
              </a:endParaRPr>
            </a:p>
            <a:p>
              <a:pPr marL="0" indent="0" algn="l">
                <a:lnSpc>
                  <a:spcPct val="100000"/>
                </a:lnSpc>
                <a:defRPr/>
              </a:pPr>
              <a:endParaRPr lang="en-US" sz="1100" dirty="0"/>
            </a:p>
          </p:txBody>
        </p:sp>
      </p:grpSp>
      <p:grpSp>
        <p:nvGrpSpPr>
          <p:cNvPr id="47" name="组合 46">
            <a:extLst>
              <a:ext uri="{FF2B5EF4-FFF2-40B4-BE49-F238E27FC236}">
                <a16:creationId xmlns:a16="http://schemas.microsoft.com/office/drawing/2014/main" id="{B12FAD40-4221-154D-96A1-2E1F186FAA8F}"/>
              </a:ext>
            </a:extLst>
          </p:cNvPr>
          <p:cNvGrpSpPr/>
          <p:nvPr/>
        </p:nvGrpSpPr>
        <p:grpSpPr>
          <a:xfrm>
            <a:off x="2032000" y="5530112"/>
            <a:ext cx="3111500" cy="381000"/>
            <a:chOff x="2032000" y="5372100"/>
            <a:chExt cx="3111500" cy="381000"/>
          </a:xfrm>
        </p:grpSpPr>
        <p:sp>
          <p:nvSpPr>
            <p:cNvPr id="48" name="AutoShape 24">
              <a:extLst>
                <a:ext uri="{FF2B5EF4-FFF2-40B4-BE49-F238E27FC236}">
                  <a16:creationId xmlns:a16="http://schemas.microsoft.com/office/drawing/2014/main" id="{5C60F880-52E6-02BF-5D0A-78BB57D27DD1}"/>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25">
              <a:extLst>
                <a:ext uri="{FF2B5EF4-FFF2-40B4-BE49-F238E27FC236}">
                  <a16:creationId xmlns:a16="http://schemas.microsoft.com/office/drawing/2014/main" id="{C12E886D-E2A5-B22A-61C3-383CEED9D3DD}"/>
                </a:ext>
              </a:extLst>
            </p:cNvPr>
            <p:cNvSpPr/>
            <p:nvPr/>
          </p:nvSpPr>
          <p:spPr>
            <a:xfrm>
              <a:off x="2349500" y="5372100"/>
              <a:ext cx="2794000" cy="3810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zh-CN" altLang="en-US" sz="1600" b="1" dirty="0">
                  <a:solidFill>
                    <a:srgbClr val="26476A"/>
                  </a:solidFill>
                  <a:latin typeface="Noto Sans SC"/>
                  <a:ea typeface="Noto Sans SC"/>
                  <a:sym typeface="Noto Sans SC"/>
                </a:rPr>
                <a:t>汇报人：钟翌</a:t>
              </a:r>
              <a:endParaRPr lang="en-US" sz="1100" dirty="0"/>
            </a:p>
          </p:txBody>
        </p:sp>
      </p:grpSp>
      <p:sp>
        <p:nvSpPr>
          <p:cNvPr id="51" name="AutoShape 18">
            <a:extLst>
              <a:ext uri="{FF2B5EF4-FFF2-40B4-BE49-F238E27FC236}">
                <a16:creationId xmlns:a16="http://schemas.microsoft.com/office/drawing/2014/main" id="{824E0D68-7F4C-51C7-E896-2898FF7F75F6}"/>
              </a:ext>
            </a:extLst>
          </p:cNvPr>
          <p:cNvSpPr/>
          <p:nvPr/>
        </p:nvSpPr>
        <p:spPr>
          <a:xfrm>
            <a:off x="1016000" y="2616200"/>
            <a:ext cx="10160000" cy="12700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zh-CN" altLang="en-US" sz="7200" dirty="0">
                <a:solidFill>
                  <a:srgbClr val="26476A"/>
                </a:solidFill>
                <a:latin typeface="Noto Sans SC"/>
                <a:ea typeface="Noto Sans SC"/>
                <a:sym typeface="Noto Sans SC"/>
              </a:rPr>
              <a:t>谢谢观看</a:t>
            </a:r>
            <a:endParaRPr lang="en-US" sz="1100" dirty="0"/>
          </a:p>
        </p:txBody>
      </p:sp>
      <p:sp>
        <p:nvSpPr>
          <p:cNvPr id="53" name="AutoShape 19">
            <a:extLst>
              <a:ext uri="{FF2B5EF4-FFF2-40B4-BE49-F238E27FC236}">
                <a16:creationId xmlns:a16="http://schemas.microsoft.com/office/drawing/2014/main" id="{D665ACDC-5D67-5CA9-A317-3D762AADC003}"/>
              </a:ext>
            </a:extLst>
          </p:cNvPr>
          <p:cNvSpPr/>
          <p:nvPr/>
        </p:nvSpPr>
        <p:spPr>
          <a:xfrm>
            <a:off x="3530600" y="3851643"/>
            <a:ext cx="5156200" cy="310414"/>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b="0" i="0" u="none" strike="noStrike" dirty="0">
                <a:solidFill>
                  <a:srgbClr val="26476A"/>
                </a:solidFill>
                <a:latin typeface="Noto Sans SC"/>
                <a:ea typeface="Noto Sans SC"/>
                <a:cs typeface="Noto Sans SC"/>
                <a:sym typeface="Noto Sans SC"/>
              </a:rPr>
              <a:t>THANKS</a:t>
            </a:r>
            <a:endParaRPr lang="en-US" sz="1000" dirty="0"/>
          </a:p>
        </p:txBody>
      </p:sp>
    </p:spTree>
  </p:cSld>
  <p:clrMapOvr>
    <a:masterClrMapping/>
  </p:clrMapOvr>
</p:sld>
</file>

<file path=ppt/theme/theme1.xml><?xml version="1.0" encoding="utf-8"?>
<a:theme xmlns:a="http://schemas.openxmlformats.org/drawingml/2006/main" name="深蓝色学术风项目答辩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深蓝色学术风项目答辩PPT模板" id="{B81C11D0-DD4B-40B8-893F-200624FA9622}" vid="{A480BCF9-7CB7-4B6E-AE45-338217376A1C}"/>
    </a:ext>
  </a:extLst>
</a:theme>
</file>

<file path=ppt/theme/theme2.xml><?xml version="1.0" encoding="utf-8"?>
<a:theme xmlns:a="http://schemas.openxmlformats.org/drawingml/2006/main" name="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深蓝色学术风项目答辩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深蓝色学术风项目答辩PPT模板" id="{91907723-3685-4C06-9771-9601C123EE11}" vid="{BF62F9DD-D198-4A8C-B8EA-A12FC5136952}"/>
    </a:ext>
  </a:extLst>
</a:theme>
</file>

<file path=ppt/theme/theme4.xml><?xml version="1.0" encoding="utf-8"?>
<a:theme xmlns:a="http://schemas.openxmlformats.org/drawingml/2006/main" name="1_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深蓝色学术风项目答辩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深蓝色学术风项目答辩PPT模板" id="{A07A827A-5D6E-46DB-B74B-AA1422761E5A}" vid="{7C067DC9-0F57-4C9B-8FBD-4F913BADF1CD}"/>
    </a:ext>
  </a:extLst>
</a:theme>
</file>

<file path=ppt/theme/theme7.xml><?xml version="1.0" encoding="utf-8"?>
<a:theme xmlns:a="http://schemas.openxmlformats.org/drawingml/2006/main" name="3_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深蓝色学术风项目答辩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深蓝色学术风项目答辩PPT模板" id="{29FA6CC9-F464-40AA-AB83-F1707CAFA71A}" vid="{4C644483-669E-4E6C-804A-AE0D3B34F7C5}"/>
    </a:ext>
  </a:extLst>
</a:theme>
</file>

<file path=ppt/theme/theme9.xml><?xml version="1.0" encoding="utf-8"?>
<a:theme xmlns:a="http://schemas.openxmlformats.org/drawingml/2006/main" name="4_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4_深蓝色学术风项目答辩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深蓝色学术风项目答辩PPT模板" id="{9399E096-7A2C-4F7F-AE88-8FD7029385D0}" vid="{8C5F3508-FECC-4823-A88B-8C807D9C51FE}"/>
    </a:ext>
  </a:extLst>
</a:theme>
</file>

<file path=ppt/theme/theme11.xml><?xml version="1.0" encoding="utf-8"?>
<a:theme xmlns:a="http://schemas.openxmlformats.org/drawingml/2006/main" name="5_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深蓝色学术风项目答辩PPT模板</Template>
  <TotalTime>225</TotalTime>
  <Words>986</Words>
  <Application>Microsoft Office PowerPoint</Application>
  <PresentationFormat>宽屏</PresentationFormat>
  <Paragraphs>133</Paragraphs>
  <Slides>13</Slides>
  <Notes>12</Notes>
  <HiddenSlides>0</HiddenSlides>
  <MMClips>0</MMClips>
  <ScaleCrop>false</ScaleCrop>
  <HeadingPairs>
    <vt:vector size="6" baseType="variant">
      <vt:variant>
        <vt:lpstr>已用的字体</vt:lpstr>
      </vt:variant>
      <vt:variant>
        <vt:i4>4</vt:i4>
      </vt:variant>
      <vt:variant>
        <vt:lpstr>主题</vt:lpstr>
      </vt:variant>
      <vt:variant>
        <vt:i4>11</vt:i4>
      </vt:variant>
      <vt:variant>
        <vt:lpstr>幻灯片标题</vt:lpstr>
      </vt:variant>
      <vt:variant>
        <vt:i4>13</vt:i4>
      </vt:variant>
    </vt:vector>
  </HeadingPairs>
  <TitlesOfParts>
    <vt:vector size="28" baseType="lpstr">
      <vt:lpstr>Noto Sans SC</vt:lpstr>
      <vt:lpstr>等线</vt:lpstr>
      <vt:lpstr>思源黑体 CN Regular</vt:lpstr>
      <vt:lpstr>Arial</vt:lpstr>
      <vt:lpstr>深蓝色学术风项目答辩PPT模板</vt:lpstr>
      <vt:lpstr>Office 主题​​</vt:lpstr>
      <vt:lpstr>1_深蓝色学术风项目答辩PPT模板</vt:lpstr>
      <vt:lpstr>1_Office 主题​​</vt:lpstr>
      <vt:lpstr>2_Office 主题​​</vt:lpstr>
      <vt:lpstr>2_深蓝色学术风项目答辩PPT模板</vt:lpstr>
      <vt:lpstr>3_Office 主题​​</vt:lpstr>
      <vt:lpstr>3_深蓝色学术风项目答辩PPT模板</vt:lpstr>
      <vt:lpstr>4_Office 主题​​</vt:lpstr>
      <vt:lpstr>4_深蓝色学术风项目答辩PPT模板</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 yd</dc:creator>
  <cp:lastModifiedBy>d yd</cp:lastModifiedBy>
  <cp:revision>5</cp:revision>
  <dcterms:modified xsi:type="dcterms:W3CDTF">2026-07-13T03:59:49Z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{"Label":"1","ContentProducer":"001191110102MACQD9K64010000","ProduceID":"7661545051965066471","ReservedCode1":"","ContentPropagator":"","PropagateID":"","ReservedCode2":""}</vt:lpwstr>
  </property>
</Properties>
</file>