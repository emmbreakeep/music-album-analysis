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4.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5.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6.xml" ContentType="application/vnd.openxmlformats-officedocument.theme+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7.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8.xml" ContentType="application/vnd.openxmlformats-officedocument.theme+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57483774" r:id="rId1"/>
    <p:sldMasterId id="2157483780" r:id="rId2"/>
    <p:sldMasterId id="2157483792" r:id="rId3"/>
    <p:sldMasterId id="2157483798" r:id="rId4"/>
    <p:sldMasterId id="2157483810" r:id="rId5"/>
    <p:sldMasterId id="2157483822" r:id="rId6"/>
    <p:sldMasterId id="2157483828" r:id="rId7"/>
    <p:sldMasterId id="2157483841" r:id="rId8"/>
    <p:sldMasterId id="2157483847" r:id="rId9"/>
  </p:sldMasterIdLst>
  <p:notesMasterIdLst>
    <p:notesMasterId r:id="rId25"/>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135" autoAdjust="0"/>
    <p:restoredTop sz="94660"/>
  </p:normalViewPr>
  <p:slideViewPr>
    <p:cSldViewPr snapToGrid="0">
      <p:cViewPr>
        <p:scale>
          <a:sx n="80" d="100"/>
          <a:sy n="80" d="100"/>
        </p:scale>
        <p:origin x="240" y="51"/>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slide" Target="slides/slide12.xml"/><Relationship Id="rId7" Type="http://schemas.openxmlformats.org/officeDocument/2006/relationships/slideMaster" Target="slideMasters/slideMaster7.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7.xml"/><Relationship Id="rId20" Type="http://schemas.openxmlformats.org/officeDocument/2006/relationships/slide" Target="slides/slide11.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2.xml"/><Relationship Id="rId24" Type="http://schemas.openxmlformats.org/officeDocument/2006/relationships/slide" Target="slides/slide15.xml"/><Relationship Id="rId5" Type="http://schemas.openxmlformats.org/officeDocument/2006/relationships/slideMaster" Target="slideMasters/slideMaster5.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theme" Target="theme/theme1.xml"/><Relationship Id="rId10" Type="http://schemas.openxmlformats.org/officeDocument/2006/relationships/slide" Target="slides/slide1.xml"/><Relationship Id="rId19" Type="http://schemas.openxmlformats.org/officeDocument/2006/relationships/slide" Target="slides/slide10.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12.07.2026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a:ea typeface="等线"/>
                <a:cs typeface="等线"/>
                <a:sym typeface="等线"/>
              </a:rPr>
              <a:t>尊敬的各位评委老师，下午好。我是来自西南交通大学数学学院的张伟。今天我将向大家汇报我的数据分析实训项目——《音乐专辑数据分析》。本次分析基于超过10万条音乐专辑数据，旨在通过数据挖掘和可视化技术，揭示音乐行业的发行规律和市场趋势。接下来，我将详细介绍本次项目的背景、过程、分析结果以及我的收获与心得。</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a:ea typeface="等线"/>
                <a:cs typeface="等线"/>
                <a:sym typeface="等线"/>
              </a:rPr>
              <a:t>本次汇报将围绕以下六个部分展开。首先，我会对为期两周的实训成果进行一个总体概述。接着，介绍本次项目的背景和意义。然后，详细说明我们使用的数据集和分析维度。第四部分是本次汇报的核心，将展示具体的分析结果和可视化图表。之后，我会分享项目中的一些技术亮点。最后，总结本次实训的经验教训与个人心得。</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dirty="0">
                <a:solidFill>
                  <a:srgbClr val="000000"/>
                </a:solidFill>
                <a:latin typeface="等线"/>
                <a:ea typeface="等线"/>
                <a:cs typeface="等线"/>
                <a:sym typeface="等线"/>
              </a:rPr>
              <a:t>在为期两周的实训中，我系统地学习了Python编程与数据分析的全流程。整个过程分为四个阶段。第一阶段是Python基础，我掌握了核心语法并完成了多个小型程序。第二阶段是Python进阶，学习了装饰器、生成器等高级特性。第三阶段，我深入学习了NumPy、Pandas和Matplotlib等数据分析核心库。最后在第四阶段，我学习了数据采集技术，并综合运用所学知识，独立完成了本次音乐专辑数据分析项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a:ea typeface="等线"/>
                <a:cs typeface="等线"/>
                <a:sym typeface="等线"/>
              </a:rPr>
              <a:t>在Python基础阶段，我重点学习了语法、函数、文件操作以及面向对象编程等核心概念。通过完成学生成绩管理系统、数学计算器等几个小型项目，我不仅巩固了理论知识，更重要的是，具备了独立编写小型命令行程序的能力，并初步掌握了面向对象的设计思想和基本的代码调试技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a:ea typeface="等线"/>
                <a:cs typeface="等线"/>
                <a:sym typeface="等线"/>
              </a:rPr>
              <a:t>进入进阶阶段，我学习了装饰器、生成器等Python高级特性，这些知识让我的代码变得更加简洁和高效。期间，我完成了一个课程资料整理器的命令行工具，这个项目让我学会了如何使用argparse模块解析命令行参数，并锻炼了我设计模块化项目结构的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a:ea typeface="等线"/>
                <a:cs typeface="等线"/>
                <a:sym typeface="等线"/>
              </a:rPr>
              <a:t>在数据分析核心库的学习中，我系统掌握了NumPy的向量化计算、Pandas的数据处理以及Matplotlib和Seaborn的可视化技术。通过完成电商订单分析、泰坦尼克数据清洗等多个案例，我学会了如何运用这些库进行数据清洗、转换、分析和可视化，为后续的实战项目打下了坚实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a:ea typeface="等线"/>
                <a:cs typeface="等线"/>
                <a:sym typeface="等线"/>
              </a:rPr>
              <a:t>最后是数据采集与综合实战阶段。我学习了使用Requests、BeautifulSoup和Selenium等工具进行数据爬取。通过这些技术，我成功获取了本次项目所需的10万条音乐专辑数据。这个阶段让我具备了从0到1完成一个完整数据分析项目的能力，包括数据获取、清洗、分析和可视化的全流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a:ea typeface="等线"/>
                <a:cs typeface="等线"/>
                <a:sym typeface="等线"/>
              </a:rPr>
              <a:t>那么，我为什么选择做这个分析呢？音乐行业是一个数据密集型的行业，每天都有海量的数据产生。我希望通过这次分析，回答几个核心问题：比如，哪种音乐类型最受欢迎？市场销量和发行量之间有什么关系？近20年行业有什么样的发展趋势？以及专业媒体和大众的评分标准有何不同？我的目标很明确，就是用数据来揭示这些背后的规律和趋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a:ea typeface="等线"/>
                <a:cs typeface="等线"/>
                <a:sym typeface="等线"/>
              </a:rPr>
              <a:t>本次项目由我独立完成。我负责了从数据准备、数据处理、代码编写，到可视化图表绘制和最终报告撰写的全部流程。这个过程不仅锻炼了我的技术能力，也极大地提升了我的项目管理和独立解决问题的能力。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a:ea typeface="等线"/>
                <a:cs typeface="等线"/>
                <a:sym typeface="等线"/>
              </a:rPr>
              <a:t>本次分析的数据来源于Kaggle上的一个公开数据集，包含超过10万条音乐专辑记录。我选取了其中的专辑类型、发行年份、销量和评分等核心字段。基于这些数据，我设定了五个分析维度，涵盖了数量、销量、时间趋势和评分对比。整个项目的技术栈是Python，主要使用Pandas进行数据处理，Matplotlib和Seaborn进行可视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a:ea typeface="等线"/>
                <a:cs typeface="等线"/>
                <a:sym typeface="等线"/>
              </a:rPr>
              <a:t>经过分析，我得出了五个核心发现。首先，在专辑数量上，摇滚和流行是发行最多的类型。其次，销量方面，这两种类型同样领先，说明发行量和市场需求基本正相关。第三，近20年来，专辑和单曲的发行数量整体呈上升趋势。第四，从年份销量趋势看，摇滚常年领先，但其他类型也有各自的黄金时期。最后，评分方面，各类型平均分差异不大，且与销量没有直接关系，但不同评分体系的标准差异明显。</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a:ea typeface="等线"/>
                <a:cs typeface="等线"/>
                <a:sym typeface="等线"/>
              </a:rPr>
              <a:t>为了更直观地展示分析结果，我绘制了五张核心图表。左上角是各类型专辑数量的柱状图，可以看到摇滚和流行的发行数量遥遥领先。右上角是销量总数图，趋势与数量图基本一致。左下角是近20年专辑和单曲数量的双轴图，蓝色柱状代表专辑，红色折线代表单曲，整体呈上升趋势。右下角是销量前五类型的年份销量趋势，可以看到摇滚的领先地位。最后这张是评分对比图，直观展示了不同评分体系的差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a:ea typeface="等线"/>
                <a:cs typeface="等线"/>
                <a:sym typeface="等线"/>
              </a:rPr>
              <a:t>在技术实现上，我主要运用了三个关键技巧。首先是向量化计算，通过使用Pandas和NumPy的内置函数，避免了低效的Python循环，使得处理10万条数据变得非常迅速。其次是多维度交叉分析，通过groupby和unstack操作，我能够从多个角度深入挖掘数据。最后是双轴图的可视化，我使用twinx()函数在同一坐标系中展示了专辑数量和单曲数量两个不同量纲的指标，使趋势对比一目了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a:ea typeface="等线"/>
                <a:cs typeface="等线"/>
                <a:sym typeface="等线"/>
              </a:rPr>
              <a:t>此外，我还使用了分组柱状图来对比不同评分体系的差异。在代码结构上，我采用了模块化设计，将五个分析任务独立封装，提高了代码的可维护性和复用性。同时，我大量使用了Seaborn库来简化绘图代码并提升图表的美观度。最后，良好的代码注释习惯也让整个开发过程更加顺畅。</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a:ea typeface="等线"/>
                <a:cs typeface="等线"/>
                <a:sym typeface="等线"/>
              </a:rPr>
              <a:t>最后，我想总结一下本次实训的收获。技术上，我掌握了从数据获取到可视化的完整技能链。思维上，我学会了用数据驱动的方式思考问题。个人层面，独立解决问题的能力得到了极大的锻炼。当然，项目还有一些可以改进的地方，比如可以引入更多数据源或尝试机器学习预测。在此，我要特别感谢指导老师和助教在实训期间给予我的悉心指导和帮助。我的汇报到此结束，感谢各位老师的聆听！</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8.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9.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3_标题幻灯片">
    <p:spTree>
      <p:nvGrpSpPr>
        <p:cNvPr id="1" name=""/>
        <p:cNvGrpSpPr/>
        <p:nvPr/>
      </p:nvGrpSpPr>
      <p:grpSpPr>
        <a:xfrm>
          <a:off x="0" y="0"/>
          <a:ext cx="0" cy="0"/>
          <a:chOff x="0" y="0"/>
          <a:chExt cx="0" cy="0"/>
        </a:xfrm>
      </p:grpSpPr>
      <p:sp>
        <p:nvSpPr>
          <p:cNvPr id="36" name="矩形 1"/>
          <p:cNvSpPr/>
          <p:nvPr/>
        </p:nvSpPr>
        <p:spPr>
          <a:xfrm>
            <a:off x="2339341" y="1828800"/>
            <a:ext cx="7513320" cy="1261242"/>
          </a:xfrm>
          <a:custGeom>
            <a:avLst/>
            <a:gdLst>
              <a:gd name="connsiteX0" fmla="*/ 0 w 8313683"/>
              <a:gd name="connsiteY0" fmla="*/ 0 h 2207173"/>
              <a:gd name="connsiteX1" fmla="*/ 8313683 w 8313683"/>
              <a:gd name="connsiteY1" fmla="*/ 0 h 2207173"/>
              <a:gd name="connsiteX2" fmla="*/ 8313683 w 8313683"/>
              <a:gd name="connsiteY2" fmla="*/ 2207173 h 2207173"/>
              <a:gd name="connsiteX3" fmla="*/ 0 w 8313683"/>
              <a:gd name="connsiteY3" fmla="*/ 2207173 h 2207173"/>
              <a:gd name="connsiteX4" fmla="*/ 0 w 8313683"/>
              <a:gd name="connsiteY4" fmla="*/ 0 h 2207173"/>
              <a:gd name="connsiteX0-1" fmla="*/ 0 w 8313683"/>
              <a:gd name="connsiteY0-2" fmla="*/ 2207173 h 2298613"/>
              <a:gd name="connsiteX1-3" fmla="*/ 0 w 8313683"/>
              <a:gd name="connsiteY1-4" fmla="*/ 0 h 2298613"/>
              <a:gd name="connsiteX2-5" fmla="*/ 8313683 w 8313683"/>
              <a:gd name="connsiteY2-6" fmla="*/ 0 h 2298613"/>
              <a:gd name="connsiteX3-7" fmla="*/ 8313683 w 8313683"/>
              <a:gd name="connsiteY3-8" fmla="*/ 2207173 h 2298613"/>
              <a:gd name="connsiteX4-9" fmla="*/ 91440 w 8313683"/>
              <a:gd name="connsiteY4-10" fmla="*/ 2298613 h 2298613"/>
              <a:gd name="connsiteX0-11" fmla="*/ 0 w 8313683"/>
              <a:gd name="connsiteY0-12" fmla="*/ 2207173 h 2207173"/>
              <a:gd name="connsiteX1-13" fmla="*/ 0 w 8313683"/>
              <a:gd name="connsiteY1-14" fmla="*/ 0 h 2207173"/>
              <a:gd name="connsiteX2-15" fmla="*/ 8313683 w 8313683"/>
              <a:gd name="connsiteY2-16" fmla="*/ 0 h 2207173"/>
              <a:gd name="connsiteX3-17" fmla="*/ 8313683 w 8313683"/>
              <a:gd name="connsiteY3-18" fmla="*/ 2207173 h 2207173"/>
            </a:gdLst>
            <a:ahLst/>
            <a:cxnLst>
              <a:cxn ang="0">
                <a:pos x="connsiteX0-1" y="connsiteY0-2"/>
              </a:cxn>
              <a:cxn ang="0">
                <a:pos x="connsiteX1-3" y="connsiteY1-4"/>
              </a:cxn>
              <a:cxn ang="0">
                <a:pos x="connsiteX2-5" y="connsiteY2-6"/>
              </a:cxn>
              <a:cxn ang="0">
                <a:pos x="connsiteX3-7" y="connsiteY3-8"/>
              </a:cxn>
            </a:cxnLst>
            <a:rect l="l" t="t" r="r" b="b"/>
            <a:pathLst>
              <a:path w="8313683" h="2207173">
                <a:moveTo>
                  <a:pt x="0" y="2207173"/>
                </a:moveTo>
                <a:lnTo>
                  <a:pt x="0" y="0"/>
                </a:lnTo>
                <a:lnTo>
                  <a:pt x="8313683" y="0"/>
                </a:lnTo>
                <a:lnTo>
                  <a:pt x="8313683" y="2207173"/>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1"/>
              </a:solidFill>
            </a:endParaRPr>
          </a:p>
        </p:txBody>
      </p:sp>
      <p:sp>
        <p:nvSpPr>
          <p:cNvPr id="37" name="矩形 1"/>
          <p:cNvSpPr/>
          <p:nvPr/>
        </p:nvSpPr>
        <p:spPr>
          <a:xfrm flipV="1">
            <a:off x="2339341" y="3975538"/>
            <a:ext cx="7513320" cy="1261242"/>
          </a:xfrm>
          <a:custGeom>
            <a:avLst/>
            <a:gdLst>
              <a:gd name="connsiteX0" fmla="*/ 0 w 8313683"/>
              <a:gd name="connsiteY0" fmla="*/ 0 h 2207173"/>
              <a:gd name="connsiteX1" fmla="*/ 8313683 w 8313683"/>
              <a:gd name="connsiteY1" fmla="*/ 0 h 2207173"/>
              <a:gd name="connsiteX2" fmla="*/ 8313683 w 8313683"/>
              <a:gd name="connsiteY2" fmla="*/ 2207173 h 2207173"/>
              <a:gd name="connsiteX3" fmla="*/ 0 w 8313683"/>
              <a:gd name="connsiteY3" fmla="*/ 2207173 h 2207173"/>
              <a:gd name="connsiteX4" fmla="*/ 0 w 8313683"/>
              <a:gd name="connsiteY4" fmla="*/ 0 h 2207173"/>
              <a:gd name="connsiteX0-1" fmla="*/ 0 w 8313683"/>
              <a:gd name="connsiteY0-2" fmla="*/ 2207173 h 2298613"/>
              <a:gd name="connsiteX1-3" fmla="*/ 0 w 8313683"/>
              <a:gd name="connsiteY1-4" fmla="*/ 0 h 2298613"/>
              <a:gd name="connsiteX2-5" fmla="*/ 8313683 w 8313683"/>
              <a:gd name="connsiteY2-6" fmla="*/ 0 h 2298613"/>
              <a:gd name="connsiteX3-7" fmla="*/ 8313683 w 8313683"/>
              <a:gd name="connsiteY3-8" fmla="*/ 2207173 h 2298613"/>
              <a:gd name="connsiteX4-9" fmla="*/ 91440 w 8313683"/>
              <a:gd name="connsiteY4-10" fmla="*/ 2298613 h 2298613"/>
              <a:gd name="connsiteX0-11" fmla="*/ 0 w 8313683"/>
              <a:gd name="connsiteY0-12" fmla="*/ 2207173 h 2207173"/>
              <a:gd name="connsiteX1-13" fmla="*/ 0 w 8313683"/>
              <a:gd name="connsiteY1-14" fmla="*/ 0 h 2207173"/>
              <a:gd name="connsiteX2-15" fmla="*/ 8313683 w 8313683"/>
              <a:gd name="connsiteY2-16" fmla="*/ 0 h 2207173"/>
              <a:gd name="connsiteX3-17" fmla="*/ 8313683 w 8313683"/>
              <a:gd name="connsiteY3-18" fmla="*/ 2207173 h 2207173"/>
            </a:gdLst>
            <a:ahLst/>
            <a:cxnLst>
              <a:cxn ang="0">
                <a:pos x="connsiteX0-1" y="connsiteY0-2"/>
              </a:cxn>
              <a:cxn ang="0">
                <a:pos x="connsiteX1-3" y="connsiteY1-4"/>
              </a:cxn>
              <a:cxn ang="0">
                <a:pos x="connsiteX2-5" y="connsiteY2-6"/>
              </a:cxn>
              <a:cxn ang="0">
                <a:pos x="connsiteX3-7" y="connsiteY3-8"/>
              </a:cxn>
            </a:cxnLst>
            <a:rect l="l" t="t" r="r" b="b"/>
            <a:pathLst>
              <a:path w="8313683" h="2207173">
                <a:moveTo>
                  <a:pt x="0" y="2207173"/>
                </a:moveTo>
                <a:lnTo>
                  <a:pt x="0" y="0"/>
                </a:lnTo>
                <a:lnTo>
                  <a:pt x="8313683" y="0"/>
                </a:lnTo>
                <a:lnTo>
                  <a:pt x="8313683" y="2207173"/>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1"/>
              </a:solidFill>
            </a:endParaRPr>
          </a:p>
        </p:txBody>
      </p:sp>
      <p:sp>
        <p:nvSpPr>
          <p:cNvPr id="39" name="直角三角形 38"/>
          <p:cNvSpPr/>
          <p:nvPr/>
        </p:nvSpPr>
        <p:spPr>
          <a:xfrm>
            <a:off x="2339339" y="5007505"/>
            <a:ext cx="229275" cy="229275"/>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1"/>
              </a:solidFill>
            </a:endParaRPr>
          </a:p>
        </p:txBody>
      </p:sp>
      <p:sp>
        <p:nvSpPr>
          <p:cNvPr id="40" name="直角三角形 39"/>
          <p:cNvSpPr/>
          <p:nvPr/>
        </p:nvSpPr>
        <p:spPr>
          <a:xfrm flipH="1">
            <a:off x="9623384" y="5007505"/>
            <a:ext cx="229275" cy="229275"/>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1"/>
              </a:solidFill>
            </a:endParaRPr>
          </a:p>
        </p:txBody>
      </p:sp>
    </p:spTree>
    <p:extLst>
      <p:ext uri="{BB962C8B-B14F-4D97-AF65-F5344CB8AC3E}">
        <p14:creationId xmlns:p14="http://schemas.microsoft.com/office/powerpoint/2010/main" val="940570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标题幻灯片">
    <p:spTree>
      <p:nvGrpSpPr>
        <p:cNvPr id="1" name=""/>
        <p:cNvGrpSpPr/>
        <p:nvPr/>
      </p:nvGrpSpPr>
      <p:grpSpPr>
        <a:xfrm>
          <a:off x="0" y="0"/>
          <a:ext cx="0" cy="0"/>
          <a:chOff x="0" y="0"/>
          <a:chExt cx="0" cy="0"/>
        </a:xfrm>
      </p:grpSpPr>
      <p:sp>
        <p:nvSpPr>
          <p:cNvPr id="28" name="矩形: 圆角 27"/>
          <p:cNvSpPr/>
          <p:nvPr/>
        </p:nvSpPr>
        <p:spPr>
          <a:xfrm>
            <a:off x="1804988" y="1238249"/>
            <a:ext cx="8582025" cy="4381502"/>
          </a:xfrm>
          <a:prstGeom prst="roundRect">
            <a:avLst>
              <a:gd name="adj" fmla="val 10270"/>
            </a:avLst>
          </a:prstGeom>
          <a:solidFill>
            <a:srgbClr val="083B5E"/>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dirty="0"/>
          </a:p>
        </p:txBody>
      </p:sp>
      <p:sp>
        <p:nvSpPr>
          <p:cNvPr id="47" name="矩形 46"/>
          <p:cNvSpPr/>
          <p:nvPr/>
        </p:nvSpPr>
        <p:spPr>
          <a:xfrm>
            <a:off x="2382811" y="1236586"/>
            <a:ext cx="1041400" cy="2349645"/>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dirty="0"/>
          </a:p>
        </p:txBody>
      </p:sp>
      <p:sp>
        <p:nvSpPr>
          <p:cNvPr id="48" name="箭头: V 形 47"/>
          <p:cNvSpPr/>
          <p:nvPr/>
        </p:nvSpPr>
        <p:spPr>
          <a:xfrm rot="16200000">
            <a:off x="2346397" y="3081437"/>
            <a:ext cx="1114224" cy="1041399"/>
          </a:xfrm>
          <a:prstGeom prst="chevron">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dirty="0">
              <a:solidFill>
                <a:schemeClr val="tx1"/>
              </a:solidFill>
            </a:endParaRPr>
          </a:p>
        </p:txBody>
      </p:sp>
      <p:sp>
        <p:nvSpPr>
          <p:cNvPr id="49" name="文本框 48"/>
          <p:cNvSpPr txBox="1"/>
          <p:nvPr/>
        </p:nvSpPr>
        <p:spPr>
          <a:xfrm>
            <a:off x="2429808" y="1806775"/>
            <a:ext cx="923330" cy="1538883"/>
          </a:xfrm>
          <a:prstGeom prst="rect">
            <a:avLst/>
          </a:prstGeom>
          <a:noFill/>
        </p:spPr>
        <p:txBody>
          <a:bodyPr vert="eaVert" wrap="none" lIns="0" tIns="0" rIns="0" bIns="0" rtlCol="0" anchor="t">
            <a:spAutoFit/>
          </a:bodyPr>
          <a:lstStyle/>
          <a:p>
            <a:pPr algn="l"/>
            <a:r>
              <a:rPr lang="zh-CN" altLang="en-US" sz="6000" dirty="0">
                <a:solidFill>
                  <a:schemeClr val="bg1"/>
                </a:solidFill>
              </a:rPr>
              <a:t>目录</a:t>
            </a:r>
          </a:p>
        </p:txBody>
      </p:sp>
      <p:sp>
        <p:nvSpPr>
          <p:cNvPr id="50" name="文本框 49"/>
          <p:cNvSpPr txBox="1"/>
          <p:nvPr/>
        </p:nvSpPr>
        <p:spPr>
          <a:xfrm>
            <a:off x="2374986" y="4412874"/>
            <a:ext cx="1075615" cy="246221"/>
          </a:xfrm>
          <a:prstGeom prst="rect">
            <a:avLst/>
          </a:prstGeom>
          <a:noFill/>
        </p:spPr>
        <p:txBody>
          <a:bodyPr vert="horz" wrap="none" lIns="0" tIns="0" rIns="0" bIns="0" rtlCol="0" anchor="t">
            <a:spAutoFit/>
          </a:bodyPr>
          <a:lstStyle/>
          <a:p>
            <a:pPr algn="l"/>
            <a:r>
              <a:rPr lang="en-US" altLang="zh-CN" sz="1600" dirty="0">
                <a:solidFill>
                  <a:schemeClr val="bg1"/>
                </a:solidFill>
              </a:rPr>
              <a:t>CONTENTS</a:t>
            </a:r>
            <a:endParaRPr lang="zh-CN" altLang="en-US" sz="1600" dirty="0">
              <a:solidFill>
                <a:schemeClr val="bg1"/>
              </a:solidFill>
            </a:endParaRPr>
          </a:p>
        </p:txBody>
      </p:sp>
    </p:spTree>
    <p:extLst>
      <p:ext uri="{BB962C8B-B14F-4D97-AF65-F5344CB8AC3E}">
        <p14:creationId xmlns:p14="http://schemas.microsoft.com/office/powerpoint/2010/main" val="1956208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标题幻灯片">
    <p:spTree>
      <p:nvGrpSpPr>
        <p:cNvPr id="1" name=""/>
        <p:cNvGrpSpPr/>
        <p:nvPr/>
      </p:nvGrpSpPr>
      <p:grpSpPr>
        <a:xfrm>
          <a:off x="0" y="0"/>
          <a:ext cx="0" cy="0"/>
          <a:chOff x="0" y="0"/>
          <a:chExt cx="0" cy="0"/>
        </a:xfrm>
      </p:grpSpPr>
      <p:grpSp>
        <p:nvGrpSpPr>
          <p:cNvPr id="11" name="组合 10"/>
          <p:cNvGrpSpPr/>
          <p:nvPr/>
        </p:nvGrpSpPr>
        <p:grpSpPr>
          <a:xfrm>
            <a:off x="5423533" y="1111885"/>
            <a:ext cx="1292800" cy="551590"/>
            <a:chOff x="1678849" y="4526839"/>
            <a:chExt cx="1924050" cy="905586"/>
          </a:xfrm>
        </p:grpSpPr>
        <p:pic>
          <p:nvPicPr>
            <p:cNvPr id="12" name="图片 11"/>
            <p:cNvPicPr>
              <a:picLocks noChangeAspect="1"/>
            </p:cNvPicPr>
            <p:nvPr/>
          </p:nvPicPr>
          <p:blipFill>
            <a:blip r:embed="rId2"/>
            <a:stretch>
              <a:fillRect/>
            </a:stretch>
          </p:blipFill>
          <p:spPr>
            <a:xfrm>
              <a:off x="2222456" y="4805814"/>
              <a:ext cx="841321" cy="626611"/>
            </a:xfrm>
            <a:prstGeom prst="rect">
              <a:avLst/>
            </a:prstGeom>
          </p:spPr>
        </p:pic>
        <p:grpSp>
          <p:nvGrpSpPr>
            <p:cNvPr id="13" name="组合 12"/>
            <p:cNvGrpSpPr/>
            <p:nvPr/>
          </p:nvGrpSpPr>
          <p:grpSpPr>
            <a:xfrm>
              <a:off x="1678849" y="4526839"/>
              <a:ext cx="1924050" cy="870092"/>
              <a:chOff x="-2243" y="91934"/>
              <a:chExt cx="1924050" cy="870092"/>
            </a:xfrm>
          </p:grpSpPr>
          <p:sp>
            <p:nvSpPr>
              <p:cNvPr id="14" name="Rectangle 40"/>
              <p:cNvSpPr/>
              <p:nvPr/>
            </p:nvSpPr>
            <p:spPr>
              <a:xfrm>
                <a:off x="1622424" y="901700"/>
                <a:ext cx="60327" cy="60326"/>
              </a:xfrm>
              <a:prstGeom prst="rect">
                <a:avLst/>
              </a:prstGeom>
              <a:solidFill>
                <a:srgbClr val="3A5569"/>
              </a:solidFill>
              <a:ln w="12700" cap="flat">
                <a:noFill/>
                <a:miter lim="400000"/>
              </a:ln>
              <a:effectLst/>
            </p:spPr>
            <p:txBody>
              <a:bodyPr wrap="square" lIns="91439" tIns="91439" rIns="91439" bIns="91439" numCol="1"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0" marR="0" indent="457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0" marR="0" indent="914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0" marR="0" indent="1371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0" marR="0" indent="18288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5pPr>
                <a:lvl6pPr marL="0" marR="0" indent="22860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6pPr>
                <a:lvl7pPr marL="0" marR="0" indent="2743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7pPr>
                <a:lvl8pPr marL="0" marR="0" indent="3200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8pPr>
                <a:lvl9pPr marL="0" marR="0" indent="3657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9pPr>
              </a:lstStyle>
              <a:p>
                <a:endParaRPr/>
              </a:p>
            </p:txBody>
          </p:sp>
          <p:sp>
            <p:nvSpPr>
              <p:cNvPr id="15" name="Rectangle 43"/>
              <p:cNvSpPr/>
              <p:nvPr/>
            </p:nvSpPr>
            <p:spPr>
              <a:xfrm>
                <a:off x="1622424" y="422273"/>
                <a:ext cx="60327" cy="479427"/>
              </a:xfrm>
              <a:prstGeom prst="rect">
                <a:avLst/>
              </a:prstGeom>
              <a:solidFill>
                <a:srgbClr val="F05F50"/>
              </a:solidFill>
              <a:ln w="12700" cap="flat">
                <a:noFill/>
                <a:miter lim="400000"/>
              </a:ln>
              <a:effectLst/>
            </p:spPr>
            <p:txBody>
              <a:bodyPr wrap="square" lIns="91439" tIns="91439" rIns="91439" bIns="91439" numCol="1"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0" marR="0" indent="457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0" marR="0" indent="914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0" marR="0" indent="1371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0" marR="0" indent="18288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5pPr>
                <a:lvl6pPr marL="0" marR="0" indent="22860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6pPr>
                <a:lvl7pPr marL="0" marR="0" indent="2743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7pPr>
                <a:lvl8pPr marL="0" marR="0" indent="3200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8pPr>
                <a:lvl9pPr marL="0" marR="0" indent="3657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9pPr>
              </a:lstStyle>
              <a:p>
                <a:endParaRPr/>
              </a:p>
            </p:txBody>
          </p:sp>
          <p:sp>
            <p:nvSpPr>
              <p:cNvPr id="16" name="Freeform 44"/>
              <p:cNvSpPr/>
              <p:nvPr/>
            </p:nvSpPr>
            <p:spPr>
              <a:xfrm>
                <a:off x="-2243" y="91934"/>
                <a:ext cx="1924050" cy="619306"/>
              </a:xfrm>
              <a:custGeom>
                <a:avLst/>
                <a:gdLst/>
                <a:ahLst/>
                <a:cxnLst>
                  <a:cxn ang="0">
                    <a:pos x="wd2" y="hd2"/>
                  </a:cxn>
                  <a:cxn ang="5400000">
                    <a:pos x="wd2" y="hd2"/>
                  </a:cxn>
                  <a:cxn ang="10800000">
                    <a:pos x="wd2" y="hd2"/>
                  </a:cxn>
                  <a:cxn ang="16200000">
                    <a:pos x="wd2" y="hd2"/>
                  </a:cxn>
                </a:cxnLst>
                <a:rect l="0" t="0" r="r" b="b"/>
                <a:pathLst>
                  <a:path w="21600" h="21600" extrusionOk="0">
                    <a:moveTo>
                      <a:pt x="10800" y="21600"/>
                    </a:moveTo>
                    <a:lnTo>
                      <a:pt x="0" y="10848"/>
                    </a:lnTo>
                    <a:lnTo>
                      <a:pt x="10800" y="0"/>
                    </a:lnTo>
                    <a:lnTo>
                      <a:pt x="21600" y="10848"/>
                    </a:lnTo>
                    <a:lnTo>
                      <a:pt x="10800" y="21600"/>
                    </a:lnTo>
                    <a:close/>
                  </a:path>
                </a:pathLst>
              </a:custGeom>
              <a:solidFill>
                <a:srgbClr val="647A8A"/>
              </a:solidFill>
              <a:ln w="12700" cap="flat">
                <a:noFill/>
                <a:miter lim="400000"/>
              </a:ln>
              <a:effectLst/>
            </p:spPr>
            <p:txBody>
              <a:bodyPr wrap="square" lIns="91439" tIns="91439" rIns="91439" bIns="91439" numCol="1"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0" marR="0" indent="457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0" marR="0" indent="914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0" marR="0" indent="1371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0" marR="0" indent="18288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5pPr>
                <a:lvl6pPr marL="0" marR="0" indent="22860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6pPr>
                <a:lvl7pPr marL="0" marR="0" indent="2743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7pPr>
                <a:lvl8pPr marL="0" marR="0" indent="3200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8pPr>
                <a:lvl9pPr marL="0" marR="0" indent="3657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9pPr>
              </a:lstStyle>
              <a:p>
                <a:endParaRPr/>
              </a:p>
            </p:txBody>
          </p:sp>
          <p:sp>
            <p:nvSpPr>
              <p:cNvPr id="17" name="Oval 45"/>
              <p:cNvSpPr/>
              <p:nvPr/>
            </p:nvSpPr>
            <p:spPr>
              <a:xfrm>
                <a:off x="901700" y="330200"/>
                <a:ext cx="120652" cy="60329"/>
              </a:xfrm>
              <a:prstGeom prst="ellipse">
                <a:avLst/>
              </a:prstGeom>
              <a:solidFill>
                <a:srgbClr val="3A5569"/>
              </a:solidFill>
              <a:ln w="12700" cap="flat">
                <a:noFill/>
                <a:miter lim="400000"/>
              </a:ln>
              <a:effectLst/>
            </p:spPr>
            <p:txBody>
              <a:bodyPr wrap="square" lIns="91439" tIns="91439" rIns="91439" bIns="91439" numCol="1"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0" marR="0" indent="457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0" marR="0" indent="914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0" marR="0" indent="1371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0" marR="0" indent="18288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5pPr>
                <a:lvl6pPr marL="0" marR="0" indent="22860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6pPr>
                <a:lvl7pPr marL="0" marR="0" indent="2743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7pPr>
                <a:lvl8pPr marL="0" marR="0" indent="3200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8pPr>
                <a:lvl9pPr marL="0" marR="0" indent="3657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9pPr>
              </a:lstStyle>
              <a:p>
                <a:endParaRPr/>
              </a:p>
            </p:txBody>
          </p:sp>
        </p:grpSp>
      </p:grpSp>
      <p:cxnSp>
        <p:nvCxnSpPr>
          <p:cNvPr id="20" name="直接连接符 19"/>
          <p:cNvCxnSpPr/>
          <p:nvPr/>
        </p:nvCxnSpPr>
        <p:spPr>
          <a:xfrm flipH="1">
            <a:off x="2501900" y="3996560"/>
            <a:ext cx="1430020" cy="0"/>
          </a:xfrm>
          <a:prstGeom prst="line">
            <a:avLst/>
          </a:prstGeom>
          <a:ln w="19050">
            <a:solidFill>
              <a:schemeClr val="accent1">
                <a:lumMod val="10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8284464" y="3996560"/>
            <a:ext cx="1430020" cy="0"/>
          </a:xfrm>
          <a:prstGeom prst="line">
            <a:avLst/>
          </a:prstGeom>
          <a:ln w="19050">
            <a:solidFill>
              <a:schemeClr val="accent1">
                <a:lumMod val="10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13934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cxnSp>
        <p:nvCxnSpPr>
          <p:cNvPr id="3" name="Connector 16">
            <a:extLst>
              <a:ext uri="{FF2B5EF4-FFF2-40B4-BE49-F238E27FC236}">
                <a16:creationId xmlns:a16="http://schemas.microsoft.com/office/drawing/2014/main" id="{2BA872FF-D57A-E66F-A590-0DD2972C1AD3}"/>
              </a:ext>
            </a:extLst>
          </p:cNvPr>
          <p:cNvCxnSpPr/>
          <p:nvPr/>
        </p:nvCxnSpPr>
        <p:spPr>
          <a:xfrm rot="10739157">
            <a:off x="2501844" y="4000500"/>
            <a:ext cx="1435156" cy="12700"/>
          </a:xfrm>
          <a:prstGeom prst="line">
            <a:avLst/>
          </a:prstGeom>
          <a:solidFill>
            <a:srgbClr val="DEE0E3">
              <a:alpha val="100000"/>
            </a:srgbClr>
          </a:solidFill>
          <a:ln w="12700" cap="flat" cmpd="sng">
            <a:solidFill>
              <a:srgbClr val="26476A">
                <a:alpha val="100000"/>
              </a:srgbClr>
            </a:solidFill>
            <a:prstDash val="solid"/>
            <a:miter lim="10000000"/>
            <a:headEnd type="none" w="med" len="med"/>
            <a:tailEnd type="none" w="med" len="med"/>
          </a:ln>
        </p:spPr>
      </p:cxnSp>
      <p:cxnSp>
        <p:nvCxnSpPr>
          <p:cNvPr id="4" name="Connector 17">
            <a:extLst>
              <a:ext uri="{FF2B5EF4-FFF2-40B4-BE49-F238E27FC236}">
                <a16:creationId xmlns:a16="http://schemas.microsoft.com/office/drawing/2014/main" id="{B72F5999-8D01-F5EB-4497-20EED7FFC857}"/>
              </a:ext>
            </a:extLst>
          </p:cNvPr>
          <p:cNvCxnSpPr/>
          <p:nvPr/>
        </p:nvCxnSpPr>
        <p:spPr>
          <a:xfrm rot="10739157">
            <a:off x="8280344" y="4000500"/>
            <a:ext cx="1435156" cy="12700"/>
          </a:xfrm>
          <a:prstGeom prst="line">
            <a:avLst/>
          </a:prstGeom>
          <a:solidFill>
            <a:srgbClr val="DEE0E3">
              <a:alpha val="100000"/>
            </a:srgbClr>
          </a:solidFill>
          <a:ln w="12700" cap="flat" cmpd="sng">
            <a:solidFill>
              <a:srgbClr val="26476A">
                <a:alpha val="100000"/>
              </a:srgbClr>
            </a:solidFill>
            <a:prstDash val="solid"/>
            <a:miter lim="10000000"/>
            <a:headEnd type="none" w="med" len="med"/>
            <a:tailEnd type="none" w="med" len="med"/>
          </a:ln>
        </p:spPr>
      </p:cxnSp>
      <p:sp>
        <p:nvSpPr>
          <p:cNvPr id="5" name="AutoShape 18">
            <a:extLst>
              <a:ext uri="{FF2B5EF4-FFF2-40B4-BE49-F238E27FC236}">
                <a16:creationId xmlns:a16="http://schemas.microsoft.com/office/drawing/2014/main" id="{DB27A922-6DC8-7216-5DBF-0CE92AB2F1D4}"/>
              </a:ext>
            </a:extLst>
          </p:cNvPr>
          <p:cNvSpPr/>
          <p:nvPr/>
        </p:nvSpPr>
        <p:spPr>
          <a:xfrm>
            <a:off x="2794000" y="2616200"/>
            <a:ext cx="6604000" cy="1104900"/>
          </a:xfrm>
          <a:prstGeom prst="rect">
            <a:avLst/>
          </a:prstGeom>
          <a:noFill/>
          <a:ln w="12700" cap="flat" cmpd="sng">
            <a:noFill/>
            <a:prstDash val="solid"/>
            <a:round/>
          </a:ln>
        </p:spPr>
        <p:txBody>
          <a:bodyPr vert="horz" wrap="none" lIns="0" tIns="0" rIns="0" bIns="0" rtlCol="0" anchor="t" anchorCtr="0"/>
          <a:lstStyle/>
          <a:p>
            <a:pPr marL="0" indent="0" algn="ctr">
              <a:lnSpc>
                <a:spcPct val="100000"/>
              </a:lnSpc>
              <a:defRPr/>
            </a:pPr>
            <a:endParaRPr lang="en-US" sz="1100" dirty="0"/>
          </a:p>
        </p:txBody>
      </p:sp>
      <p:sp>
        <p:nvSpPr>
          <p:cNvPr id="6" name="AutoShape 19">
            <a:extLst>
              <a:ext uri="{FF2B5EF4-FFF2-40B4-BE49-F238E27FC236}">
                <a16:creationId xmlns:a16="http://schemas.microsoft.com/office/drawing/2014/main" id="{00902952-820D-3028-5E3B-6BA7398D1C82}"/>
              </a:ext>
            </a:extLst>
          </p:cNvPr>
          <p:cNvSpPr/>
          <p:nvPr/>
        </p:nvSpPr>
        <p:spPr>
          <a:xfrm>
            <a:off x="5168900" y="3810000"/>
            <a:ext cx="1841500" cy="368300"/>
          </a:xfrm>
          <a:prstGeom prst="rect">
            <a:avLst/>
          </a:prstGeom>
          <a:noFill/>
          <a:ln w="12700" cap="flat" cmpd="sng">
            <a:noFill/>
            <a:prstDash val="solid"/>
            <a:round/>
          </a:ln>
        </p:spPr>
        <p:txBody>
          <a:bodyPr vert="horz" wrap="none" lIns="0" tIns="0" rIns="0" bIns="0" rtlCol="0" anchor="t" anchorCtr="0"/>
          <a:lstStyle/>
          <a:p>
            <a:pPr marL="0" indent="0" algn="ctr">
              <a:lnSpc>
                <a:spcPct val="100000"/>
              </a:lnSpc>
              <a:defRPr/>
            </a:pPr>
            <a:r>
              <a:rPr lang="en-US" sz="2400" b="0" i="0" u="none" strike="noStrike">
                <a:solidFill>
                  <a:srgbClr val="26476A"/>
                </a:solidFill>
                <a:latin typeface="Noto Sans SC"/>
                <a:ea typeface="Noto Sans SC"/>
                <a:cs typeface="Noto Sans SC"/>
                <a:sym typeface="Noto Sans SC"/>
              </a:rPr>
              <a:t>THANKS</a:t>
            </a:r>
            <a:endParaRPr lang="en-US" sz="1100"/>
          </a:p>
        </p:txBody>
      </p:sp>
      <p:sp>
        <p:nvSpPr>
          <p:cNvPr id="7" name="AutoShape 20">
            <a:extLst>
              <a:ext uri="{FF2B5EF4-FFF2-40B4-BE49-F238E27FC236}">
                <a16:creationId xmlns:a16="http://schemas.microsoft.com/office/drawing/2014/main" id="{EAB3F337-91A1-1454-6295-E0EFC812B30E}"/>
              </a:ext>
            </a:extLst>
          </p:cNvPr>
          <p:cNvSpPr/>
          <p:nvPr/>
        </p:nvSpPr>
        <p:spPr>
          <a:xfrm>
            <a:off x="4330700" y="4635500"/>
            <a:ext cx="165100" cy="1651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21">
            <a:extLst>
              <a:ext uri="{FF2B5EF4-FFF2-40B4-BE49-F238E27FC236}">
                <a16:creationId xmlns:a16="http://schemas.microsoft.com/office/drawing/2014/main" id="{A376A097-1993-C3DF-435B-74D640349EF8}"/>
              </a:ext>
            </a:extLst>
          </p:cNvPr>
          <p:cNvSpPr/>
          <p:nvPr/>
        </p:nvSpPr>
        <p:spPr>
          <a:xfrm>
            <a:off x="4648200" y="4584700"/>
            <a:ext cx="2540000" cy="317500"/>
          </a:xfrm>
          <a:prstGeom prst="rect">
            <a:avLst/>
          </a:prstGeom>
          <a:noFill/>
          <a:ln w="12700" cap="flat" cmpd="sng">
            <a:noFill/>
            <a:prstDash val="solid"/>
            <a:round/>
          </a:ln>
        </p:spPr>
        <p:txBody>
          <a:bodyPr vert="horz" wrap="none" lIns="0" tIns="0" rIns="0" bIns="0" rtlCol="0" anchor="t" anchorCtr="0"/>
          <a:lstStyle/>
          <a:p>
            <a:pPr marL="0" indent="0" algn="l">
              <a:lnSpc>
                <a:spcPct val="100000"/>
              </a:lnSpc>
              <a:defRPr/>
            </a:pPr>
            <a:endParaRPr lang="en-US" sz="1100" dirty="0"/>
          </a:p>
        </p:txBody>
      </p:sp>
      <p:sp>
        <p:nvSpPr>
          <p:cNvPr id="9" name="AutoShape 22">
            <a:extLst>
              <a:ext uri="{FF2B5EF4-FFF2-40B4-BE49-F238E27FC236}">
                <a16:creationId xmlns:a16="http://schemas.microsoft.com/office/drawing/2014/main" id="{87165766-B8A9-85BE-BC61-27AE8BE9000D}"/>
              </a:ext>
            </a:extLst>
          </p:cNvPr>
          <p:cNvSpPr/>
          <p:nvPr/>
        </p:nvSpPr>
        <p:spPr>
          <a:xfrm>
            <a:off x="4330700" y="5080000"/>
            <a:ext cx="165100" cy="1651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23">
            <a:extLst>
              <a:ext uri="{FF2B5EF4-FFF2-40B4-BE49-F238E27FC236}">
                <a16:creationId xmlns:a16="http://schemas.microsoft.com/office/drawing/2014/main" id="{ECAE423B-7C55-6B5A-1BD9-8BA7DBCAA443}"/>
              </a:ext>
            </a:extLst>
          </p:cNvPr>
          <p:cNvSpPr/>
          <p:nvPr/>
        </p:nvSpPr>
        <p:spPr>
          <a:xfrm>
            <a:off x="4648200" y="5029200"/>
            <a:ext cx="4064000" cy="317500"/>
          </a:xfrm>
          <a:prstGeom prst="rect">
            <a:avLst/>
          </a:prstGeom>
          <a:noFill/>
          <a:ln w="12700" cap="flat" cmpd="sng">
            <a:noFill/>
            <a:prstDash val="solid"/>
            <a:round/>
          </a:ln>
        </p:spPr>
        <p:txBody>
          <a:bodyPr vert="horz" wrap="none" lIns="0" tIns="0" rIns="0" bIns="0" rtlCol="0" anchor="t" anchorCtr="0"/>
          <a:lstStyle/>
          <a:p>
            <a:pPr marL="0" indent="0" algn="l">
              <a:lnSpc>
                <a:spcPct val="100000"/>
              </a:lnSpc>
              <a:defRPr/>
            </a:pPr>
            <a:endParaRPr lang="en-US" sz="1100" dirty="0"/>
          </a:p>
        </p:txBody>
      </p:sp>
      <p:sp>
        <p:nvSpPr>
          <p:cNvPr id="11" name="AutoShape 24">
            <a:extLst>
              <a:ext uri="{FF2B5EF4-FFF2-40B4-BE49-F238E27FC236}">
                <a16:creationId xmlns:a16="http://schemas.microsoft.com/office/drawing/2014/main" id="{E34DD8FC-1247-63F1-7FF1-941D322F8D15}"/>
              </a:ext>
            </a:extLst>
          </p:cNvPr>
          <p:cNvSpPr/>
          <p:nvPr/>
        </p:nvSpPr>
        <p:spPr>
          <a:xfrm>
            <a:off x="4330700" y="5524500"/>
            <a:ext cx="165100" cy="1651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25">
            <a:extLst>
              <a:ext uri="{FF2B5EF4-FFF2-40B4-BE49-F238E27FC236}">
                <a16:creationId xmlns:a16="http://schemas.microsoft.com/office/drawing/2014/main" id="{8CEA0E75-24CC-3010-F5C4-BC9963791E7F}"/>
              </a:ext>
            </a:extLst>
          </p:cNvPr>
          <p:cNvSpPr/>
          <p:nvPr/>
        </p:nvSpPr>
        <p:spPr>
          <a:xfrm>
            <a:off x="4648200" y="5473700"/>
            <a:ext cx="2540000" cy="317500"/>
          </a:xfrm>
          <a:prstGeom prst="rect">
            <a:avLst/>
          </a:prstGeom>
          <a:noFill/>
          <a:ln w="12700" cap="flat" cmpd="sng">
            <a:noFill/>
            <a:prstDash val="solid"/>
            <a:round/>
          </a:ln>
        </p:spPr>
        <p:txBody>
          <a:bodyPr vert="horz" wrap="none" lIns="0" tIns="0" rIns="0" bIns="0" rtlCol="0" anchor="t" anchorCtr="0"/>
          <a:lstStyle/>
          <a:p>
            <a:pPr marL="0" indent="0" algn="l">
              <a:lnSpc>
                <a:spcPct val="100000"/>
              </a:lnSpc>
              <a:defRPr/>
            </a:pPr>
            <a:endParaRPr lang="en-US" sz="1100" dirty="0"/>
          </a:p>
        </p:txBody>
      </p:sp>
    </p:spTree>
    <p:extLst>
      <p:ext uri="{BB962C8B-B14F-4D97-AF65-F5344CB8AC3E}">
        <p14:creationId xmlns:p14="http://schemas.microsoft.com/office/powerpoint/2010/main" val="16167731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940831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标题幻灯片">
    <p:spTree>
      <p:nvGrpSpPr>
        <p:cNvPr id="1" name=""/>
        <p:cNvGrpSpPr/>
        <p:nvPr/>
      </p:nvGrpSpPr>
      <p:grpSpPr>
        <a:xfrm>
          <a:off x="0" y="0"/>
          <a:ext cx="0" cy="0"/>
          <a:chOff x="0" y="0"/>
          <a:chExt cx="0" cy="0"/>
        </a:xfrm>
      </p:grpSpPr>
      <p:sp>
        <p:nvSpPr>
          <p:cNvPr id="2" name="直角三角形 1"/>
          <p:cNvSpPr/>
          <p:nvPr userDrawn="1"/>
        </p:nvSpPr>
        <p:spPr>
          <a:xfrm rot="16200000" flipH="1">
            <a:off x="7834886" y="-998659"/>
            <a:ext cx="3358453" cy="5355774"/>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直角三角形 2"/>
          <p:cNvSpPr/>
          <p:nvPr userDrawn="1"/>
        </p:nvSpPr>
        <p:spPr>
          <a:xfrm rot="5400000" flipH="1">
            <a:off x="998661" y="2526232"/>
            <a:ext cx="3358453" cy="5355774"/>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6"/>
          <p:cNvSpPr/>
          <p:nvPr userDrawn="1"/>
        </p:nvSpPr>
        <p:spPr>
          <a:xfrm>
            <a:off x="526741" y="476250"/>
            <a:ext cx="11124485" cy="5883942"/>
          </a:xfrm>
          <a:prstGeom prst="roundRect">
            <a:avLst>
              <a:gd name="adj" fmla="val 5129"/>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userDrawn="1"/>
        </p:nvSpPr>
        <p:spPr>
          <a:xfrm>
            <a:off x="10350073" y="697231"/>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userDrawn="1"/>
        </p:nvSpPr>
        <p:spPr>
          <a:xfrm>
            <a:off x="10620460" y="697231"/>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userDrawn="1"/>
        </p:nvSpPr>
        <p:spPr>
          <a:xfrm>
            <a:off x="10890847" y="697231"/>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userDrawn="1"/>
        </p:nvSpPr>
        <p:spPr>
          <a:xfrm>
            <a:off x="986102" y="5948499"/>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userDrawn="1"/>
        </p:nvSpPr>
        <p:spPr>
          <a:xfrm>
            <a:off x="1256489" y="5948499"/>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userDrawn="1"/>
        </p:nvSpPr>
        <p:spPr>
          <a:xfrm>
            <a:off x="1526876" y="5948499"/>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1"/>
          <p:cNvSpPr/>
          <p:nvPr userDrawn="1"/>
        </p:nvSpPr>
        <p:spPr>
          <a:xfrm>
            <a:off x="2339341" y="1828800"/>
            <a:ext cx="7513320" cy="1261242"/>
          </a:xfrm>
          <a:custGeom>
            <a:avLst/>
            <a:gdLst>
              <a:gd name="connsiteX0" fmla="*/ 0 w 8313683"/>
              <a:gd name="connsiteY0" fmla="*/ 0 h 2207173"/>
              <a:gd name="connsiteX1" fmla="*/ 8313683 w 8313683"/>
              <a:gd name="connsiteY1" fmla="*/ 0 h 2207173"/>
              <a:gd name="connsiteX2" fmla="*/ 8313683 w 8313683"/>
              <a:gd name="connsiteY2" fmla="*/ 2207173 h 2207173"/>
              <a:gd name="connsiteX3" fmla="*/ 0 w 8313683"/>
              <a:gd name="connsiteY3" fmla="*/ 2207173 h 2207173"/>
              <a:gd name="connsiteX4" fmla="*/ 0 w 8313683"/>
              <a:gd name="connsiteY4" fmla="*/ 0 h 2207173"/>
              <a:gd name="connsiteX0-1" fmla="*/ 0 w 8313683"/>
              <a:gd name="connsiteY0-2" fmla="*/ 2207173 h 2298613"/>
              <a:gd name="connsiteX1-3" fmla="*/ 0 w 8313683"/>
              <a:gd name="connsiteY1-4" fmla="*/ 0 h 2298613"/>
              <a:gd name="connsiteX2-5" fmla="*/ 8313683 w 8313683"/>
              <a:gd name="connsiteY2-6" fmla="*/ 0 h 2298613"/>
              <a:gd name="connsiteX3-7" fmla="*/ 8313683 w 8313683"/>
              <a:gd name="connsiteY3-8" fmla="*/ 2207173 h 2298613"/>
              <a:gd name="connsiteX4-9" fmla="*/ 91440 w 8313683"/>
              <a:gd name="connsiteY4-10" fmla="*/ 2298613 h 2298613"/>
              <a:gd name="connsiteX0-11" fmla="*/ 0 w 8313683"/>
              <a:gd name="connsiteY0-12" fmla="*/ 2207173 h 2207173"/>
              <a:gd name="connsiteX1-13" fmla="*/ 0 w 8313683"/>
              <a:gd name="connsiteY1-14" fmla="*/ 0 h 2207173"/>
              <a:gd name="connsiteX2-15" fmla="*/ 8313683 w 8313683"/>
              <a:gd name="connsiteY2-16" fmla="*/ 0 h 2207173"/>
              <a:gd name="connsiteX3-17" fmla="*/ 8313683 w 8313683"/>
              <a:gd name="connsiteY3-18" fmla="*/ 2207173 h 2207173"/>
            </a:gdLst>
            <a:ahLst/>
            <a:cxnLst>
              <a:cxn ang="0">
                <a:pos x="connsiteX0-1" y="connsiteY0-2"/>
              </a:cxn>
              <a:cxn ang="0">
                <a:pos x="connsiteX1-3" y="connsiteY1-4"/>
              </a:cxn>
              <a:cxn ang="0">
                <a:pos x="connsiteX2-5" y="connsiteY2-6"/>
              </a:cxn>
              <a:cxn ang="0">
                <a:pos x="connsiteX3-7" y="connsiteY3-8"/>
              </a:cxn>
            </a:cxnLst>
            <a:rect l="l" t="t" r="r" b="b"/>
            <a:pathLst>
              <a:path w="8313683" h="2207173">
                <a:moveTo>
                  <a:pt x="0" y="2207173"/>
                </a:moveTo>
                <a:lnTo>
                  <a:pt x="0" y="0"/>
                </a:lnTo>
                <a:lnTo>
                  <a:pt x="8313683" y="0"/>
                </a:lnTo>
                <a:lnTo>
                  <a:pt x="8313683" y="2207173"/>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1"/>
              </a:solidFill>
            </a:endParaRPr>
          </a:p>
        </p:txBody>
      </p:sp>
      <p:sp>
        <p:nvSpPr>
          <p:cNvPr id="37" name="矩形 1"/>
          <p:cNvSpPr/>
          <p:nvPr userDrawn="1"/>
        </p:nvSpPr>
        <p:spPr>
          <a:xfrm flipV="1">
            <a:off x="2339341" y="3975538"/>
            <a:ext cx="7513320" cy="1261242"/>
          </a:xfrm>
          <a:custGeom>
            <a:avLst/>
            <a:gdLst>
              <a:gd name="connsiteX0" fmla="*/ 0 w 8313683"/>
              <a:gd name="connsiteY0" fmla="*/ 0 h 2207173"/>
              <a:gd name="connsiteX1" fmla="*/ 8313683 w 8313683"/>
              <a:gd name="connsiteY1" fmla="*/ 0 h 2207173"/>
              <a:gd name="connsiteX2" fmla="*/ 8313683 w 8313683"/>
              <a:gd name="connsiteY2" fmla="*/ 2207173 h 2207173"/>
              <a:gd name="connsiteX3" fmla="*/ 0 w 8313683"/>
              <a:gd name="connsiteY3" fmla="*/ 2207173 h 2207173"/>
              <a:gd name="connsiteX4" fmla="*/ 0 w 8313683"/>
              <a:gd name="connsiteY4" fmla="*/ 0 h 2207173"/>
              <a:gd name="connsiteX0-1" fmla="*/ 0 w 8313683"/>
              <a:gd name="connsiteY0-2" fmla="*/ 2207173 h 2298613"/>
              <a:gd name="connsiteX1-3" fmla="*/ 0 w 8313683"/>
              <a:gd name="connsiteY1-4" fmla="*/ 0 h 2298613"/>
              <a:gd name="connsiteX2-5" fmla="*/ 8313683 w 8313683"/>
              <a:gd name="connsiteY2-6" fmla="*/ 0 h 2298613"/>
              <a:gd name="connsiteX3-7" fmla="*/ 8313683 w 8313683"/>
              <a:gd name="connsiteY3-8" fmla="*/ 2207173 h 2298613"/>
              <a:gd name="connsiteX4-9" fmla="*/ 91440 w 8313683"/>
              <a:gd name="connsiteY4-10" fmla="*/ 2298613 h 2298613"/>
              <a:gd name="connsiteX0-11" fmla="*/ 0 w 8313683"/>
              <a:gd name="connsiteY0-12" fmla="*/ 2207173 h 2207173"/>
              <a:gd name="connsiteX1-13" fmla="*/ 0 w 8313683"/>
              <a:gd name="connsiteY1-14" fmla="*/ 0 h 2207173"/>
              <a:gd name="connsiteX2-15" fmla="*/ 8313683 w 8313683"/>
              <a:gd name="connsiteY2-16" fmla="*/ 0 h 2207173"/>
              <a:gd name="connsiteX3-17" fmla="*/ 8313683 w 8313683"/>
              <a:gd name="connsiteY3-18" fmla="*/ 2207173 h 2207173"/>
            </a:gdLst>
            <a:ahLst/>
            <a:cxnLst>
              <a:cxn ang="0">
                <a:pos x="connsiteX0-1" y="connsiteY0-2"/>
              </a:cxn>
              <a:cxn ang="0">
                <a:pos x="connsiteX1-3" y="connsiteY1-4"/>
              </a:cxn>
              <a:cxn ang="0">
                <a:pos x="connsiteX2-5" y="connsiteY2-6"/>
              </a:cxn>
              <a:cxn ang="0">
                <a:pos x="connsiteX3-7" y="connsiteY3-8"/>
              </a:cxn>
            </a:cxnLst>
            <a:rect l="l" t="t" r="r" b="b"/>
            <a:pathLst>
              <a:path w="8313683" h="2207173">
                <a:moveTo>
                  <a:pt x="0" y="2207173"/>
                </a:moveTo>
                <a:lnTo>
                  <a:pt x="0" y="0"/>
                </a:lnTo>
                <a:lnTo>
                  <a:pt x="8313683" y="0"/>
                </a:lnTo>
                <a:lnTo>
                  <a:pt x="8313683" y="2207173"/>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1"/>
              </a:solidFill>
            </a:endParaRPr>
          </a:p>
        </p:txBody>
      </p:sp>
      <p:sp>
        <p:nvSpPr>
          <p:cNvPr id="39" name="直角三角形 38"/>
          <p:cNvSpPr/>
          <p:nvPr userDrawn="1"/>
        </p:nvSpPr>
        <p:spPr>
          <a:xfrm>
            <a:off x="2339339" y="5007505"/>
            <a:ext cx="229275" cy="229275"/>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1"/>
              </a:solidFill>
            </a:endParaRPr>
          </a:p>
        </p:txBody>
      </p:sp>
      <p:sp>
        <p:nvSpPr>
          <p:cNvPr id="40" name="直角三角形 39"/>
          <p:cNvSpPr/>
          <p:nvPr userDrawn="1"/>
        </p:nvSpPr>
        <p:spPr>
          <a:xfrm flipH="1">
            <a:off x="9623384" y="5007505"/>
            <a:ext cx="229275" cy="229275"/>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1"/>
              </a:solidFill>
            </a:endParaRPr>
          </a:p>
        </p:txBody>
      </p:sp>
    </p:spTree>
    <p:extLst>
      <p:ext uri="{BB962C8B-B14F-4D97-AF65-F5344CB8AC3E}">
        <p14:creationId xmlns:p14="http://schemas.microsoft.com/office/powerpoint/2010/main" val="3343965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标题幻灯片">
    <p:spTree>
      <p:nvGrpSpPr>
        <p:cNvPr id="1" name=""/>
        <p:cNvGrpSpPr/>
        <p:nvPr/>
      </p:nvGrpSpPr>
      <p:grpSpPr>
        <a:xfrm>
          <a:off x="0" y="0"/>
          <a:ext cx="0" cy="0"/>
          <a:chOff x="0" y="0"/>
          <a:chExt cx="0" cy="0"/>
        </a:xfrm>
      </p:grpSpPr>
      <p:sp>
        <p:nvSpPr>
          <p:cNvPr id="2" name="直角三角形 1"/>
          <p:cNvSpPr/>
          <p:nvPr userDrawn="1"/>
        </p:nvSpPr>
        <p:spPr>
          <a:xfrm rot="16200000" flipH="1">
            <a:off x="7834886" y="-998659"/>
            <a:ext cx="3358453" cy="5355774"/>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直角三角形 2"/>
          <p:cNvSpPr/>
          <p:nvPr userDrawn="1"/>
        </p:nvSpPr>
        <p:spPr>
          <a:xfrm rot="5400000" flipH="1">
            <a:off x="998661" y="2526232"/>
            <a:ext cx="3358453" cy="5355774"/>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6"/>
          <p:cNvSpPr/>
          <p:nvPr userDrawn="1"/>
        </p:nvSpPr>
        <p:spPr>
          <a:xfrm>
            <a:off x="526741" y="476250"/>
            <a:ext cx="11124485" cy="5883942"/>
          </a:xfrm>
          <a:prstGeom prst="roundRect">
            <a:avLst>
              <a:gd name="adj" fmla="val 5129"/>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userDrawn="1"/>
        </p:nvSpPr>
        <p:spPr>
          <a:xfrm>
            <a:off x="10350073" y="697231"/>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userDrawn="1"/>
        </p:nvSpPr>
        <p:spPr>
          <a:xfrm>
            <a:off x="10620460" y="697231"/>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userDrawn="1"/>
        </p:nvSpPr>
        <p:spPr>
          <a:xfrm>
            <a:off x="10890847" y="697231"/>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userDrawn="1"/>
        </p:nvSpPr>
        <p:spPr>
          <a:xfrm>
            <a:off x="986102" y="5948499"/>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userDrawn="1"/>
        </p:nvSpPr>
        <p:spPr>
          <a:xfrm>
            <a:off x="1256489" y="5948499"/>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userDrawn="1"/>
        </p:nvSpPr>
        <p:spPr>
          <a:xfrm>
            <a:off x="1526876" y="5948499"/>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圆角 27"/>
          <p:cNvSpPr/>
          <p:nvPr/>
        </p:nvSpPr>
        <p:spPr>
          <a:xfrm>
            <a:off x="1804988" y="1238249"/>
            <a:ext cx="8582025" cy="4381502"/>
          </a:xfrm>
          <a:prstGeom prst="roundRect">
            <a:avLst>
              <a:gd name="adj" fmla="val 10270"/>
            </a:avLst>
          </a:prstGeom>
          <a:solidFill>
            <a:schemeClr val="accent1"/>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dirty="0"/>
          </a:p>
        </p:txBody>
      </p:sp>
      <p:sp>
        <p:nvSpPr>
          <p:cNvPr id="47" name="矩形 46"/>
          <p:cNvSpPr/>
          <p:nvPr/>
        </p:nvSpPr>
        <p:spPr>
          <a:xfrm>
            <a:off x="2382811" y="1236586"/>
            <a:ext cx="1041400" cy="234964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dirty="0"/>
          </a:p>
        </p:txBody>
      </p:sp>
      <p:sp>
        <p:nvSpPr>
          <p:cNvPr id="48" name="箭头: V 形 47"/>
          <p:cNvSpPr/>
          <p:nvPr/>
        </p:nvSpPr>
        <p:spPr>
          <a:xfrm rot="16200000">
            <a:off x="2346397" y="3081437"/>
            <a:ext cx="1114224" cy="1041399"/>
          </a:xfrm>
          <a:prstGeom prst="chevron">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dirty="0">
              <a:solidFill>
                <a:schemeClr val="tx1"/>
              </a:solidFill>
            </a:endParaRPr>
          </a:p>
        </p:txBody>
      </p:sp>
      <p:sp>
        <p:nvSpPr>
          <p:cNvPr id="49" name="文本框 48"/>
          <p:cNvSpPr txBox="1"/>
          <p:nvPr/>
        </p:nvSpPr>
        <p:spPr>
          <a:xfrm>
            <a:off x="2429808" y="1806775"/>
            <a:ext cx="923330" cy="1538883"/>
          </a:xfrm>
          <a:prstGeom prst="rect">
            <a:avLst/>
          </a:prstGeom>
          <a:noFill/>
        </p:spPr>
        <p:txBody>
          <a:bodyPr vert="eaVert" wrap="none" lIns="0" tIns="0" rIns="0" bIns="0" rtlCol="0" anchor="t">
            <a:spAutoFit/>
          </a:bodyPr>
          <a:lstStyle/>
          <a:p>
            <a:pPr algn="l"/>
            <a:r>
              <a:rPr lang="zh-CN" altLang="en-US" sz="6000" dirty="0">
                <a:solidFill>
                  <a:schemeClr val="bg1"/>
                </a:solidFill>
              </a:rPr>
              <a:t>目录</a:t>
            </a:r>
          </a:p>
        </p:txBody>
      </p:sp>
      <p:sp>
        <p:nvSpPr>
          <p:cNvPr id="50" name="文本框 49"/>
          <p:cNvSpPr txBox="1"/>
          <p:nvPr/>
        </p:nvSpPr>
        <p:spPr>
          <a:xfrm>
            <a:off x="2374986" y="4412874"/>
            <a:ext cx="1075615" cy="246221"/>
          </a:xfrm>
          <a:prstGeom prst="rect">
            <a:avLst/>
          </a:prstGeom>
          <a:noFill/>
        </p:spPr>
        <p:txBody>
          <a:bodyPr vert="horz" wrap="none" lIns="0" tIns="0" rIns="0" bIns="0" rtlCol="0" anchor="t">
            <a:spAutoFit/>
          </a:bodyPr>
          <a:lstStyle/>
          <a:p>
            <a:pPr algn="l"/>
            <a:r>
              <a:rPr lang="en-US" altLang="zh-CN" sz="1600" dirty="0">
                <a:solidFill>
                  <a:schemeClr val="bg1"/>
                </a:solidFill>
              </a:rPr>
              <a:t>CONTENTS</a:t>
            </a:r>
            <a:endParaRPr lang="zh-CN" altLang="en-US" sz="1600" dirty="0">
              <a:solidFill>
                <a:schemeClr val="bg1"/>
              </a:solidFill>
            </a:endParaRPr>
          </a:p>
        </p:txBody>
      </p:sp>
    </p:spTree>
    <p:extLst>
      <p:ext uri="{BB962C8B-B14F-4D97-AF65-F5344CB8AC3E}">
        <p14:creationId xmlns:p14="http://schemas.microsoft.com/office/powerpoint/2010/main" val="26430598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标题幻灯片">
    <p:spTree>
      <p:nvGrpSpPr>
        <p:cNvPr id="1" name=""/>
        <p:cNvGrpSpPr/>
        <p:nvPr/>
      </p:nvGrpSpPr>
      <p:grpSpPr>
        <a:xfrm>
          <a:off x="0" y="0"/>
          <a:ext cx="0" cy="0"/>
          <a:chOff x="0" y="0"/>
          <a:chExt cx="0" cy="0"/>
        </a:xfrm>
      </p:grpSpPr>
      <p:sp>
        <p:nvSpPr>
          <p:cNvPr id="2" name="直角三角形 1"/>
          <p:cNvSpPr/>
          <p:nvPr userDrawn="1"/>
        </p:nvSpPr>
        <p:spPr>
          <a:xfrm rot="16200000" flipH="1">
            <a:off x="7834886" y="-998659"/>
            <a:ext cx="3358453" cy="5355774"/>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直角三角形 2"/>
          <p:cNvSpPr/>
          <p:nvPr userDrawn="1"/>
        </p:nvSpPr>
        <p:spPr>
          <a:xfrm rot="5400000" flipH="1">
            <a:off x="998661" y="2526232"/>
            <a:ext cx="3358453" cy="5355774"/>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6"/>
          <p:cNvSpPr/>
          <p:nvPr userDrawn="1"/>
        </p:nvSpPr>
        <p:spPr>
          <a:xfrm>
            <a:off x="526741" y="476250"/>
            <a:ext cx="11124485" cy="5883942"/>
          </a:xfrm>
          <a:prstGeom prst="roundRect">
            <a:avLst>
              <a:gd name="adj" fmla="val 5129"/>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userDrawn="1"/>
        </p:nvSpPr>
        <p:spPr>
          <a:xfrm>
            <a:off x="10350073" y="697231"/>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userDrawn="1"/>
        </p:nvSpPr>
        <p:spPr>
          <a:xfrm>
            <a:off x="10620460" y="697231"/>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椭圆 6"/>
          <p:cNvSpPr/>
          <p:nvPr userDrawn="1"/>
        </p:nvSpPr>
        <p:spPr>
          <a:xfrm>
            <a:off x="10890847" y="697231"/>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userDrawn="1"/>
        </p:nvSpPr>
        <p:spPr>
          <a:xfrm>
            <a:off x="986102" y="5948499"/>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userDrawn="1"/>
        </p:nvSpPr>
        <p:spPr>
          <a:xfrm>
            <a:off x="1256489" y="5948499"/>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userDrawn="1"/>
        </p:nvSpPr>
        <p:spPr>
          <a:xfrm>
            <a:off x="1526876" y="5948499"/>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p:cNvGrpSpPr/>
          <p:nvPr userDrawn="1"/>
        </p:nvGrpSpPr>
        <p:grpSpPr>
          <a:xfrm>
            <a:off x="5423533" y="1111885"/>
            <a:ext cx="1292800" cy="551590"/>
            <a:chOff x="1678849" y="4526839"/>
            <a:chExt cx="1924050" cy="905586"/>
          </a:xfrm>
        </p:grpSpPr>
        <p:pic>
          <p:nvPicPr>
            <p:cNvPr id="12" name="图片 11"/>
            <p:cNvPicPr>
              <a:picLocks noChangeAspect="1"/>
            </p:cNvPicPr>
            <p:nvPr/>
          </p:nvPicPr>
          <p:blipFill>
            <a:blip r:embed="rId2"/>
            <a:stretch>
              <a:fillRect/>
            </a:stretch>
          </p:blipFill>
          <p:spPr>
            <a:xfrm>
              <a:off x="2222456" y="4805814"/>
              <a:ext cx="841321" cy="626611"/>
            </a:xfrm>
            <a:prstGeom prst="rect">
              <a:avLst/>
            </a:prstGeom>
          </p:spPr>
        </p:pic>
        <p:grpSp>
          <p:nvGrpSpPr>
            <p:cNvPr id="13" name="组合 12"/>
            <p:cNvGrpSpPr/>
            <p:nvPr/>
          </p:nvGrpSpPr>
          <p:grpSpPr>
            <a:xfrm>
              <a:off x="1678849" y="4526839"/>
              <a:ext cx="1924050" cy="870092"/>
              <a:chOff x="-2243" y="91934"/>
              <a:chExt cx="1924050" cy="870092"/>
            </a:xfrm>
          </p:grpSpPr>
          <p:sp>
            <p:nvSpPr>
              <p:cNvPr id="14" name="Rectangle 40"/>
              <p:cNvSpPr/>
              <p:nvPr/>
            </p:nvSpPr>
            <p:spPr>
              <a:xfrm>
                <a:off x="1622424" y="901700"/>
                <a:ext cx="60327" cy="60326"/>
              </a:xfrm>
              <a:prstGeom prst="rect">
                <a:avLst/>
              </a:prstGeom>
              <a:solidFill>
                <a:srgbClr val="3A5569"/>
              </a:solidFill>
              <a:ln w="12700" cap="flat">
                <a:noFill/>
                <a:miter lim="400000"/>
              </a:ln>
              <a:effectLst/>
            </p:spPr>
            <p:txBody>
              <a:bodyPr wrap="square" lIns="91439" tIns="91439" rIns="91439" bIns="91439" numCol="1"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0" marR="0" indent="457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0" marR="0" indent="914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0" marR="0" indent="1371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0" marR="0" indent="18288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5pPr>
                <a:lvl6pPr marL="0" marR="0" indent="22860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6pPr>
                <a:lvl7pPr marL="0" marR="0" indent="2743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7pPr>
                <a:lvl8pPr marL="0" marR="0" indent="3200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8pPr>
                <a:lvl9pPr marL="0" marR="0" indent="3657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9pPr>
              </a:lstStyle>
              <a:p>
                <a:endParaRPr/>
              </a:p>
            </p:txBody>
          </p:sp>
          <p:sp>
            <p:nvSpPr>
              <p:cNvPr id="15" name="Rectangle 43"/>
              <p:cNvSpPr/>
              <p:nvPr/>
            </p:nvSpPr>
            <p:spPr>
              <a:xfrm>
                <a:off x="1622424" y="422273"/>
                <a:ext cx="60327" cy="479427"/>
              </a:xfrm>
              <a:prstGeom prst="rect">
                <a:avLst/>
              </a:prstGeom>
              <a:solidFill>
                <a:srgbClr val="F05F50"/>
              </a:solidFill>
              <a:ln w="12700" cap="flat">
                <a:noFill/>
                <a:miter lim="400000"/>
              </a:ln>
              <a:effectLst/>
            </p:spPr>
            <p:txBody>
              <a:bodyPr wrap="square" lIns="91439" tIns="91439" rIns="91439" bIns="91439" numCol="1"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0" marR="0" indent="457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0" marR="0" indent="914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0" marR="0" indent="1371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0" marR="0" indent="18288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5pPr>
                <a:lvl6pPr marL="0" marR="0" indent="22860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6pPr>
                <a:lvl7pPr marL="0" marR="0" indent="2743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7pPr>
                <a:lvl8pPr marL="0" marR="0" indent="3200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8pPr>
                <a:lvl9pPr marL="0" marR="0" indent="3657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9pPr>
              </a:lstStyle>
              <a:p>
                <a:endParaRPr/>
              </a:p>
            </p:txBody>
          </p:sp>
          <p:sp>
            <p:nvSpPr>
              <p:cNvPr id="16" name="Freeform 44"/>
              <p:cNvSpPr/>
              <p:nvPr/>
            </p:nvSpPr>
            <p:spPr>
              <a:xfrm>
                <a:off x="-2243" y="91934"/>
                <a:ext cx="1924050" cy="619306"/>
              </a:xfrm>
              <a:custGeom>
                <a:avLst/>
                <a:gdLst/>
                <a:ahLst/>
                <a:cxnLst>
                  <a:cxn ang="0">
                    <a:pos x="wd2" y="hd2"/>
                  </a:cxn>
                  <a:cxn ang="5400000">
                    <a:pos x="wd2" y="hd2"/>
                  </a:cxn>
                  <a:cxn ang="10800000">
                    <a:pos x="wd2" y="hd2"/>
                  </a:cxn>
                  <a:cxn ang="16200000">
                    <a:pos x="wd2" y="hd2"/>
                  </a:cxn>
                </a:cxnLst>
                <a:rect l="0" t="0" r="r" b="b"/>
                <a:pathLst>
                  <a:path w="21600" h="21600" extrusionOk="0">
                    <a:moveTo>
                      <a:pt x="10800" y="21600"/>
                    </a:moveTo>
                    <a:lnTo>
                      <a:pt x="0" y="10848"/>
                    </a:lnTo>
                    <a:lnTo>
                      <a:pt x="10800" y="0"/>
                    </a:lnTo>
                    <a:lnTo>
                      <a:pt x="21600" y="10848"/>
                    </a:lnTo>
                    <a:lnTo>
                      <a:pt x="10800" y="21600"/>
                    </a:lnTo>
                    <a:close/>
                  </a:path>
                </a:pathLst>
              </a:custGeom>
              <a:solidFill>
                <a:srgbClr val="647A8A"/>
              </a:solidFill>
              <a:ln w="12700" cap="flat">
                <a:noFill/>
                <a:miter lim="400000"/>
              </a:ln>
              <a:effectLst/>
            </p:spPr>
            <p:txBody>
              <a:bodyPr wrap="square" lIns="91439" tIns="91439" rIns="91439" bIns="91439" numCol="1"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0" marR="0" indent="457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0" marR="0" indent="914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0" marR="0" indent="1371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0" marR="0" indent="18288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5pPr>
                <a:lvl6pPr marL="0" marR="0" indent="22860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6pPr>
                <a:lvl7pPr marL="0" marR="0" indent="2743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7pPr>
                <a:lvl8pPr marL="0" marR="0" indent="3200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8pPr>
                <a:lvl9pPr marL="0" marR="0" indent="3657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9pPr>
              </a:lstStyle>
              <a:p>
                <a:endParaRPr/>
              </a:p>
            </p:txBody>
          </p:sp>
          <p:sp>
            <p:nvSpPr>
              <p:cNvPr id="17" name="Oval 45"/>
              <p:cNvSpPr/>
              <p:nvPr/>
            </p:nvSpPr>
            <p:spPr>
              <a:xfrm>
                <a:off x="901700" y="330200"/>
                <a:ext cx="120652" cy="60329"/>
              </a:xfrm>
              <a:prstGeom prst="ellipse">
                <a:avLst/>
              </a:prstGeom>
              <a:solidFill>
                <a:srgbClr val="3A5569"/>
              </a:solidFill>
              <a:ln w="12700" cap="flat">
                <a:noFill/>
                <a:miter lim="400000"/>
              </a:ln>
              <a:effectLst/>
            </p:spPr>
            <p:txBody>
              <a:bodyPr wrap="square" lIns="91439" tIns="91439" rIns="91439" bIns="91439" numCol="1"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0" marR="0" indent="457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0" marR="0" indent="914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0" marR="0" indent="1371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0" marR="0" indent="18288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5pPr>
                <a:lvl6pPr marL="0" marR="0" indent="22860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6pPr>
                <a:lvl7pPr marL="0" marR="0" indent="2743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7pPr>
                <a:lvl8pPr marL="0" marR="0" indent="3200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8pPr>
                <a:lvl9pPr marL="0" marR="0" indent="3657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9pPr>
              </a:lstStyle>
              <a:p>
                <a:endParaRPr/>
              </a:p>
            </p:txBody>
          </p:sp>
        </p:grpSp>
      </p:grpSp>
      <p:cxnSp>
        <p:nvCxnSpPr>
          <p:cNvPr id="20" name="直接连接符 19"/>
          <p:cNvCxnSpPr/>
          <p:nvPr userDrawn="1"/>
        </p:nvCxnSpPr>
        <p:spPr>
          <a:xfrm flipH="1">
            <a:off x="2501900" y="3996560"/>
            <a:ext cx="1430020" cy="0"/>
          </a:xfrm>
          <a:prstGeom prst="line">
            <a:avLst/>
          </a:prstGeom>
          <a:ln w="19050">
            <a:solidFill>
              <a:schemeClr val="accent1">
                <a:lumMod val="10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userDrawn="1"/>
        </p:nvCxnSpPr>
        <p:spPr>
          <a:xfrm flipH="1">
            <a:off x="8284464" y="3996560"/>
            <a:ext cx="1430020" cy="0"/>
          </a:xfrm>
          <a:prstGeom prst="line">
            <a:avLst/>
          </a:prstGeom>
          <a:ln w="19050">
            <a:solidFill>
              <a:schemeClr val="accent1">
                <a:lumMod val="10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12167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标题幻灯片">
    <p:spTree>
      <p:nvGrpSpPr>
        <p:cNvPr id="1" name=""/>
        <p:cNvGrpSpPr/>
        <p:nvPr/>
      </p:nvGrpSpPr>
      <p:grpSpPr>
        <a:xfrm>
          <a:off x="0" y="0"/>
          <a:ext cx="0" cy="0"/>
          <a:chOff x="0" y="0"/>
          <a:chExt cx="0" cy="0"/>
        </a:xfrm>
      </p:grpSpPr>
      <p:sp>
        <p:nvSpPr>
          <p:cNvPr id="2" name="直角三角形 1"/>
          <p:cNvSpPr/>
          <p:nvPr userDrawn="1"/>
        </p:nvSpPr>
        <p:spPr>
          <a:xfrm rot="16200000" flipH="1">
            <a:off x="10544357" y="-377641"/>
            <a:ext cx="1269999" cy="2025286"/>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直角三角形 2"/>
          <p:cNvSpPr/>
          <p:nvPr userDrawn="1"/>
        </p:nvSpPr>
        <p:spPr>
          <a:xfrm rot="5400000" flipH="1">
            <a:off x="377644" y="5210357"/>
            <a:ext cx="1269999" cy="2025286"/>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6"/>
          <p:cNvSpPr/>
          <p:nvPr userDrawn="1"/>
        </p:nvSpPr>
        <p:spPr>
          <a:xfrm>
            <a:off x="666750" y="419100"/>
            <a:ext cx="10858500" cy="6019800"/>
          </a:xfrm>
          <a:prstGeom prst="roundRect">
            <a:avLst>
              <a:gd name="adj" fmla="val 5129"/>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userDrawn="1"/>
        </p:nvGrpSpPr>
        <p:grpSpPr>
          <a:xfrm>
            <a:off x="708660" y="812494"/>
            <a:ext cx="3561080" cy="199333"/>
            <a:chOff x="708660" y="722903"/>
            <a:chExt cx="3561080" cy="199333"/>
          </a:xfrm>
        </p:grpSpPr>
        <p:sp>
          <p:nvSpPr>
            <p:cNvPr id="8" name="任意多边形: 形状 7"/>
            <p:cNvSpPr/>
            <p:nvPr/>
          </p:nvSpPr>
          <p:spPr>
            <a:xfrm flipH="1">
              <a:off x="708660" y="807350"/>
              <a:ext cx="3561080" cy="114886"/>
            </a:xfrm>
            <a:custGeom>
              <a:avLst/>
              <a:gdLst>
                <a:gd name="connsiteX0" fmla="*/ 0 w 3561080"/>
                <a:gd name="connsiteY0" fmla="*/ 208280 h 208280"/>
                <a:gd name="connsiteX1" fmla="*/ 208280 w 3561080"/>
                <a:gd name="connsiteY1" fmla="*/ 0 h 208280"/>
                <a:gd name="connsiteX2" fmla="*/ 3561080 w 3561080"/>
                <a:gd name="connsiteY2" fmla="*/ 0 h 208280"/>
              </a:gdLst>
              <a:ahLst/>
              <a:cxnLst>
                <a:cxn ang="0">
                  <a:pos x="connsiteX0" y="connsiteY0"/>
                </a:cxn>
                <a:cxn ang="0">
                  <a:pos x="connsiteX1" y="connsiteY1"/>
                </a:cxn>
                <a:cxn ang="0">
                  <a:pos x="connsiteX2" y="connsiteY2"/>
                </a:cxn>
              </a:cxnLst>
              <a:rect l="l" t="t" r="r" b="b"/>
              <a:pathLst>
                <a:path w="3561080" h="208280">
                  <a:moveTo>
                    <a:pt x="0" y="208280"/>
                  </a:moveTo>
                  <a:lnTo>
                    <a:pt x="208280" y="0"/>
                  </a:lnTo>
                  <a:lnTo>
                    <a:pt x="3561080" y="0"/>
                  </a:lnTo>
                </a:path>
              </a:pathLst>
            </a:custGeom>
            <a:noFill/>
            <a:ln w="25400">
              <a:gradFill>
                <a:gsLst>
                  <a:gs pos="100000">
                    <a:schemeClr val="accent1">
                      <a:alpha val="0"/>
                    </a:schemeClr>
                  </a:gs>
                  <a:gs pos="0">
                    <a:schemeClr val="accent1"/>
                  </a:gs>
                </a:gsLst>
                <a:lin ang="0" scaled="0"/>
              </a:gradFill>
              <a:head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p:cNvCxnSpPr/>
            <p:nvPr/>
          </p:nvCxnSpPr>
          <p:spPr>
            <a:xfrm>
              <a:off x="2781301" y="887209"/>
              <a:ext cx="1223486"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cxnSp>
          <p:nvCxnSpPr>
            <p:cNvPr id="10" name="直接连接符 9"/>
            <p:cNvCxnSpPr/>
            <p:nvPr/>
          </p:nvCxnSpPr>
          <p:spPr>
            <a:xfrm>
              <a:off x="1690688" y="722903"/>
              <a:ext cx="2071212"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grpSp>
      <p:grpSp>
        <p:nvGrpSpPr>
          <p:cNvPr id="11" name="组合 10"/>
          <p:cNvGrpSpPr/>
          <p:nvPr userDrawn="1"/>
        </p:nvGrpSpPr>
        <p:grpSpPr>
          <a:xfrm flipH="1">
            <a:off x="7922260" y="812494"/>
            <a:ext cx="3561080" cy="199333"/>
            <a:chOff x="708660" y="722903"/>
            <a:chExt cx="3561080" cy="199333"/>
          </a:xfrm>
        </p:grpSpPr>
        <p:sp>
          <p:nvSpPr>
            <p:cNvPr id="12" name="任意多边形: 形状 11"/>
            <p:cNvSpPr/>
            <p:nvPr/>
          </p:nvSpPr>
          <p:spPr>
            <a:xfrm flipH="1">
              <a:off x="708660" y="807350"/>
              <a:ext cx="3561080" cy="114886"/>
            </a:xfrm>
            <a:custGeom>
              <a:avLst/>
              <a:gdLst>
                <a:gd name="connsiteX0" fmla="*/ 0 w 3561080"/>
                <a:gd name="connsiteY0" fmla="*/ 208280 h 208280"/>
                <a:gd name="connsiteX1" fmla="*/ 208280 w 3561080"/>
                <a:gd name="connsiteY1" fmla="*/ 0 h 208280"/>
                <a:gd name="connsiteX2" fmla="*/ 3561080 w 3561080"/>
                <a:gd name="connsiteY2" fmla="*/ 0 h 208280"/>
              </a:gdLst>
              <a:ahLst/>
              <a:cxnLst>
                <a:cxn ang="0">
                  <a:pos x="connsiteX0" y="connsiteY0"/>
                </a:cxn>
                <a:cxn ang="0">
                  <a:pos x="connsiteX1" y="connsiteY1"/>
                </a:cxn>
                <a:cxn ang="0">
                  <a:pos x="connsiteX2" y="connsiteY2"/>
                </a:cxn>
              </a:cxnLst>
              <a:rect l="l" t="t" r="r" b="b"/>
              <a:pathLst>
                <a:path w="3561080" h="208280">
                  <a:moveTo>
                    <a:pt x="0" y="208280"/>
                  </a:moveTo>
                  <a:lnTo>
                    <a:pt x="208280" y="0"/>
                  </a:lnTo>
                  <a:lnTo>
                    <a:pt x="3561080" y="0"/>
                  </a:lnTo>
                </a:path>
              </a:pathLst>
            </a:custGeom>
            <a:noFill/>
            <a:ln w="25400">
              <a:gradFill>
                <a:gsLst>
                  <a:gs pos="100000">
                    <a:schemeClr val="accent1">
                      <a:alpha val="0"/>
                    </a:schemeClr>
                  </a:gs>
                  <a:gs pos="0">
                    <a:schemeClr val="accent1"/>
                  </a:gs>
                </a:gsLst>
                <a:lin ang="0" scaled="0"/>
              </a:gradFill>
              <a:head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 name="直接连接符 12"/>
            <p:cNvCxnSpPr/>
            <p:nvPr/>
          </p:nvCxnSpPr>
          <p:spPr>
            <a:xfrm>
              <a:off x="2781301" y="887209"/>
              <a:ext cx="1223486"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cxnSp>
          <p:nvCxnSpPr>
            <p:cNvPr id="14" name="直接连接符 13"/>
            <p:cNvCxnSpPr/>
            <p:nvPr/>
          </p:nvCxnSpPr>
          <p:spPr>
            <a:xfrm>
              <a:off x="1690688" y="722903"/>
              <a:ext cx="2071212"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grpSp>
    </p:spTree>
    <p:extLst>
      <p:ext uri="{BB962C8B-B14F-4D97-AF65-F5344CB8AC3E}">
        <p14:creationId xmlns:p14="http://schemas.microsoft.com/office/powerpoint/2010/main" val="17300863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6646218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5_标题幻灯片">
    <p:spTree>
      <p:nvGrpSpPr>
        <p:cNvPr id="1" name=""/>
        <p:cNvGrpSpPr/>
        <p:nvPr/>
      </p:nvGrpSpPr>
      <p:grpSpPr>
        <a:xfrm>
          <a:off x="0" y="0"/>
          <a:ext cx="0" cy="0"/>
          <a:chOff x="0" y="0"/>
          <a:chExt cx="0" cy="0"/>
        </a:xfrm>
      </p:grpSpPr>
      <p:sp>
        <p:nvSpPr>
          <p:cNvPr id="22" name="AutoShape 11">
            <a:extLst>
              <a:ext uri="{FF2B5EF4-FFF2-40B4-BE49-F238E27FC236}">
                <a16:creationId xmlns:a16="http://schemas.microsoft.com/office/drawing/2014/main" id="{777F70BD-4E4B-2EF1-27AA-1DF5A4C1665F}"/>
              </a:ext>
            </a:extLst>
          </p:cNvPr>
          <p:cNvSpPr/>
          <p:nvPr/>
        </p:nvSpPr>
        <p:spPr>
          <a:xfrm>
            <a:off x="1917700" y="2019300"/>
            <a:ext cx="927100" cy="9271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12">
            <a:extLst>
              <a:ext uri="{FF2B5EF4-FFF2-40B4-BE49-F238E27FC236}">
                <a16:creationId xmlns:a16="http://schemas.microsoft.com/office/drawing/2014/main" id="{EED6143E-96A9-84C4-F8F8-91BBF291BF6E}"/>
              </a:ext>
            </a:extLst>
          </p:cNvPr>
          <p:cNvSpPr/>
          <p:nvPr/>
        </p:nvSpPr>
        <p:spPr>
          <a:xfrm>
            <a:off x="1333500" y="2501900"/>
            <a:ext cx="2082800" cy="3086100"/>
          </a:xfrm>
          <a:prstGeom prst="roundRect">
            <a:avLst>
              <a:gd name="adj" fmla="val 0"/>
            </a:avLst>
          </a:prstGeom>
          <a:noFill/>
          <a:ln w="12700" cap="flat" cmpd="sng">
            <a:solidFill>
              <a:srgbClr val="26476A">
                <a:alpha val="100000"/>
              </a:srgbClr>
            </a:solidFill>
            <a:prstDash val="solid"/>
            <a:miter lim="10000000"/>
          </a:ln>
        </p:spPr>
        <p:txBody>
          <a:bodyPr vert="horz" wrap="square" lIns="63500" tIns="63500" rIns="63500" bIns="63500" rtlCol="0" anchor="ctr"/>
          <a:lstStyle/>
          <a:p>
            <a:pPr algn="ctr">
              <a:defRPr/>
            </a:pPr>
            <a:endParaRPr/>
          </a:p>
        </p:txBody>
      </p:sp>
      <p:sp>
        <p:nvSpPr>
          <p:cNvPr id="24" name="AutoShape 13">
            <a:extLst>
              <a:ext uri="{FF2B5EF4-FFF2-40B4-BE49-F238E27FC236}">
                <a16:creationId xmlns:a16="http://schemas.microsoft.com/office/drawing/2014/main" id="{C4CCE2D0-7F92-2E3A-F775-376A9EE8B703}"/>
              </a:ext>
            </a:extLst>
          </p:cNvPr>
          <p:cNvSpPr/>
          <p:nvPr/>
        </p:nvSpPr>
        <p:spPr>
          <a:xfrm>
            <a:off x="1333500" y="5334000"/>
            <a:ext cx="2082800" cy="2413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14">
            <a:extLst>
              <a:ext uri="{FF2B5EF4-FFF2-40B4-BE49-F238E27FC236}">
                <a16:creationId xmlns:a16="http://schemas.microsoft.com/office/drawing/2014/main" id="{0DEEF6A3-776F-76F2-0C90-E0106FE24BD5}"/>
              </a:ext>
            </a:extLst>
          </p:cNvPr>
          <p:cNvSpPr/>
          <p:nvPr/>
        </p:nvSpPr>
        <p:spPr>
          <a:xfrm>
            <a:off x="4394200" y="2019300"/>
            <a:ext cx="927100" cy="927100"/>
          </a:xfrm>
          <a:prstGeom prst="ellipse">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15">
            <a:extLst>
              <a:ext uri="{FF2B5EF4-FFF2-40B4-BE49-F238E27FC236}">
                <a16:creationId xmlns:a16="http://schemas.microsoft.com/office/drawing/2014/main" id="{A3FBDAB0-A31A-CC72-8FDD-6336DBE22D99}"/>
              </a:ext>
            </a:extLst>
          </p:cNvPr>
          <p:cNvSpPr/>
          <p:nvPr/>
        </p:nvSpPr>
        <p:spPr>
          <a:xfrm>
            <a:off x="3810000" y="2501900"/>
            <a:ext cx="2082800" cy="3086100"/>
          </a:xfrm>
          <a:prstGeom prst="roundRect">
            <a:avLst>
              <a:gd name="adj" fmla="val 0"/>
            </a:avLst>
          </a:prstGeom>
          <a:noFill/>
          <a:ln w="12700" cap="flat" cmpd="sng">
            <a:solidFill>
              <a:srgbClr val="009DD9">
                <a:alpha val="100000"/>
              </a:srgbClr>
            </a:solidFill>
            <a:prstDash val="solid"/>
            <a:miter lim="10000000"/>
          </a:ln>
        </p:spPr>
        <p:txBody>
          <a:bodyPr vert="horz" wrap="square" lIns="63500" tIns="63500" rIns="63500" bIns="63500" rtlCol="0" anchor="ctr"/>
          <a:lstStyle/>
          <a:p>
            <a:pPr algn="ctr">
              <a:defRPr/>
            </a:pPr>
            <a:endParaRPr/>
          </a:p>
        </p:txBody>
      </p:sp>
      <p:sp>
        <p:nvSpPr>
          <p:cNvPr id="27" name="AutoShape 16">
            <a:extLst>
              <a:ext uri="{FF2B5EF4-FFF2-40B4-BE49-F238E27FC236}">
                <a16:creationId xmlns:a16="http://schemas.microsoft.com/office/drawing/2014/main" id="{C7AD95B7-C8FB-F636-D520-ADBAF4BC96A1}"/>
              </a:ext>
            </a:extLst>
          </p:cNvPr>
          <p:cNvSpPr/>
          <p:nvPr/>
        </p:nvSpPr>
        <p:spPr>
          <a:xfrm>
            <a:off x="3810000" y="5334000"/>
            <a:ext cx="2082800" cy="241300"/>
          </a:xfrm>
          <a:prstGeom prst="roundRect">
            <a:avLst>
              <a:gd name="adj" fmla="val 0"/>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17">
            <a:extLst>
              <a:ext uri="{FF2B5EF4-FFF2-40B4-BE49-F238E27FC236}">
                <a16:creationId xmlns:a16="http://schemas.microsoft.com/office/drawing/2014/main" id="{B98BD100-8E6C-E393-4828-AC699115079E}"/>
              </a:ext>
            </a:extLst>
          </p:cNvPr>
          <p:cNvSpPr/>
          <p:nvPr/>
        </p:nvSpPr>
        <p:spPr>
          <a:xfrm>
            <a:off x="6870700" y="2019300"/>
            <a:ext cx="927100" cy="9271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18">
            <a:extLst>
              <a:ext uri="{FF2B5EF4-FFF2-40B4-BE49-F238E27FC236}">
                <a16:creationId xmlns:a16="http://schemas.microsoft.com/office/drawing/2014/main" id="{5626A40E-E729-C60B-448F-96058EE6936D}"/>
              </a:ext>
            </a:extLst>
          </p:cNvPr>
          <p:cNvSpPr/>
          <p:nvPr/>
        </p:nvSpPr>
        <p:spPr>
          <a:xfrm>
            <a:off x="6299200" y="2501900"/>
            <a:ext cx="2082800" cy="3086100"/>
          </a:xfrm>
          <a:prstGeom prst="roundRect">
            <a:avLst>
              <a:gd name="adj" fmla="val 0"/>
            </a:avLst>
          </a:prstGeom>
          <a:noFill/>
          <a:ln w="12700" cap="flat" cmpd="sng">
            <a:solidFill>
              <a:srgbClr val="26476A">
                <a:alpha val="100000"/>
              </a:srgbClr>
            </a:solidFill>
            <a:prstDash val="solid"/>
            <a:miter lim="10000000"/>
          </a:ln>
        </p:spPr>
        <p:txBody>
          <a:bodyPr vert="horz" wrap="square" lIns="63500" tIns="63500" rIns="63500" bIns="63500" rtlCol="0" anchor="ctr"/>
          <a:lstStyle/>
          <a:p>
            <a:pPr algn="ctr">
              <a:defRPr/>
            </a:pPr>
            <a:endParaRPr/>
          </a:p>
        </p:txBody>
      </p:sp>
      <p:sp>
        <p:nvSpPr>
          <p:cNvPr id="30" name="AutoShape 19">
            <a:extLst>
              <a:ext uri="{FF2B5EF4-FFF2-40B4-BE49-F238E27FC236}">
                <a16:creationId xmlns:a16="http://schemas.microsoft.com/office/drawing/2014/main" id="{DD2FA33B-F1B4-F0F3-6C16-93712B192CB8}"/>
              </a:ext>
            </a:extLst>
          </p:cNvPr>
          <p:cNvSpPr/>
          <p:nvPr/>
        </p:nvSpPr>
        <p:spPr>
          <a:xfrm>
            <a:off x="6299200" y="5334000"/>
            <a:ext cx="2082800" cy="2413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AutoShape 20">
            <a:extLst>
              <a:ext uri="{FF2B5EF4-FFF2-40B4-BE49-F238E27FC236}">
                <a16:creationId xmlns:a16="http://schemas.microsoft.com/office/drawing/2014/main" id="{01C81C89-FBBE-D01B-0EEF-15DB16FE0C28}"/>
              </a:ext>
            </a:extLst>
          </p:cNvPr>
          <p:cNvSpPr/>
          <p:nvPr/>
        </p:nvSpPr>
        <p:spPr>
          <a:xfrm>
            <a:off x="9359900" y="2019300"/>
            <a:ext cx="927100" cy="927100"/>
          </a:xfrm>
          <a:prstGeom prst="ellipse">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AutoShape 21">
            <a:extLst>
              <a:ext uri="{FF2B5EF4-FFF2-40B4-BE49-F238E27FC236}">
                <a16:creationId xmlns:a16="http://schemas.microsoft.com/office/drawing/2014/main" id="{0E9827E6-630D-19EE-F0FE-73626FB2EDDA}"/>
              </a:ext>
            </a:extLst>
          </p:cNvPr>
          <p:cNvSpPr/>
          <p:nvPr/>
        </p:nvSpPr>
        <p:spPr>
          <a:xfrm>
            <a:off x="8775700" y="2501900"/>
            <a:ext cx="2082800" cy="3086100"/>
          </a:xfrm>
          <a:prstGeom prst="roundRect">
            <a:avLst>
              <a:gd name="adj" fmla="val 0"/>
            </a:avLst>
          </a:prstGeom>
          <a:noFill/>
          <a:ln w="12700" cap="flat" cmpd="sng">
            <a:solidFill>
              <a:srgbClr val="009DD9">
                <a:alpha val="100000"/>
              </a:srgbClr>
            </a:solidFill>
            <a:prstDash val="solid"/>
            <a:miter lim="10000000"/>
          </a:ln>
        </p:spPr>
        <p:txBody>
          <a:bodyPr vert="horz" wrap="square" lIns="63500" tIns="63500" rIns="63500" bIns="63500" rtlCol="0" anchor="ctr"/>
          <a:lstStyle/>
          <a:p>
            <a:pPr algn="ctr">
              <a:defRPr/>
            </a:pPr>
            <a:endParaRPr/>
          </a:p>
        </p:txBody>
      </p:sp>
      <p:sp>
        <p:nvSpPr>
          <p:cNvPr id="33" name="AutoShape 22">
            <a:extLst>
              <a:ext uri="{FF2B5EF4-FFF2-40B4-BE49-F238E27FC236}">
                <a16:creationId xmlns:a16="http://schemas.microsoft.com/office/drawing/2014/main" id="{BAEF8623-1D15-BDAC-1583-183584CFEA1A}"/>
              </a:ext>
            </a:extLst>
          </p:cNvPr>
          <p:cNvSpPr/>
          <p:nvPr/>
        </p:nvSpPr>
        <p:spPr>
          <a:xfrm>
            <a:off x="8775700" y="5334000"/>
            <a:ext cx="2082800" cy="241300"/>
          </a:xfrm>
          <a:prstGeom prst="roundRect">
            <a:avLst>
              <a:gd name="adj" fmla="val 0"/>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34" name="Connector 23">
            <a:extLst>
              <a:ext uri="{FF2B5EF4-FFF2-40B4-BE49-F238E27FC236}">
                <a16:creationId xmlns:a16="http://schemas.microsoft.com/office/drawing/2014/main" id="{06F4D476-40EE-C2CF-3CE3-7B43AC852482}"/>
              </a:ext>
            </a:extLst>
          </p:cNvPr>
          <p:cNvCxnSpPr/>
          <p:nvPr/>
        </p:nvCxnSpPr>
        <p:spPr>
          <a:xfrm>
            <a:off x="2374900" y="2019300"/>
            <a:ext cx="7442211" cy="12700"/>
          </a:xfrm>
          <a:prstGeom prst="line">
            <a:avLst/>
          </a:prstGeom>
          <a:solidFill>
            <a:srgbClr val="DEE0E3">
              <a:alpha val="100000"/>
            </a:srgbClr>
          </a:solidFill>
          <a:ln w="12700" cap="flat" cmpd="sng">
            <a:solidFill>
              <a:srgbClr val="26476A">
                <a:alpha val="100000"/>
              </a:srgbClr>
            </a:solidFill>
            <a:prstDash val="solid"/>
            <a:miter lim="10000000"/>
            <a:headEnd type="none" w="med" len="med"/>
            <a:tailEnd type="none" w="med" len="med"/>
          </a:ln>
        </p:spPr>
      </p:cxnSp>
      <p:sp>
        <p:nvSpPr>
          <p:cNvPr id="35" name="AutoShape 24">
            <a:extLst>
              <a:ext uri="{FF2B5EF4-FFF2-40B4-BE49-F238E27FC236}">
                <a16:creationId xmlns:a16="http://schemas.microsoft.com/office/drawing/2014/main" id="{516F39C7-22F4-4A60-46AE-95E999A6693A}"/>
              </a:ext>
            </a:extLst>
          </p:cNvPr>
          <p:cNvSpPr/>
          <p:nvPr/>
        </p:nvSpPr>
        <p:spPr>
          <a:xfrm>
            <a:off x="1524000" y="3771900"/>
            <a:ext cx="18542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36" name="AutoShape 25">
            <a:extLst>
              <a:ext uri="{FF2B5EF4-FFF2-40B4-BE49-F238E27FC236}">
                <a16:creationId xmlns:a16="http://schemas.microsoft.com/office/drawing/2014/main" id="{D6F5603A-9C05-D62F-34CF-35766B53B9DE}"/>
              </a:ext>
            </a:extLst>
          </p:cNvPr>
          <p:cNvSpPr/>
          <p:nvPr/>
        </p:nvSpPr>
        <p:spPr>
          <a:xfrm>
            <a:off x="1485900" y="3124200"/>
            <a:ext cx="1841500" cy="6477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endParaRPr lang="en-US" sz="1600" b="1" i="0" u="none" strike="noStrike" dirty="0">
              <a:solidFill>
                <a:srgbClr val="26476A"/>
              </a:solidFill>
              <a:latin typeface="Noto Sans SC"/>
              <a:ea typeface="Noto Sans SC"/>
              <a:cs typeface="Noto Sans SC"/>
              <a:sym typeface="Noto Sans SC"/>
            </a:endParaRPr>
          </a:p>
        </p:txBody>
      </p:sp>
      <p:sp>
        <p:nvSpPr>
          <p:cNvPr id="37" name="AutoShape 26">
            <a:extLst>
              <a:ext uri="{FF2B5EF4-FFF2-40B4-BE49-F238E27FC236}">
                <a16:creationId xmlns:a16="http://schemas.microsoft.com/office/drawing/2014/main" id="{78BDF310-BF23-5AFA-C0C4-636823C464AB}"/>
              </a:ext>
            </a:extLst>
          </p:cNvPr>
          <p:cNvSpPr/>
          <p:nvPr/>
        </p:nvSpPr>
        <p:spPr>
          <a:xfrm>
            <a:off x="3949700" y="3124200"/>
            <a:ext cx="1841500" cy="6477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endParaRPr lang="en-US" sz="1600" b="1" i="0" u="none" strike="noStrike" dirty="0">
              <a:solidFill>
                <a:srgbClr val="26476A"/>
              </a:solidFill>
              <a:latin typeface="Noto Sans SC"/>
              <a:ea typeface="Noto Sans SC"/>
              <a:cs typeface="Noto Sans SC"/>
              <a:sym typeface="Noto Sans SC"/>
            </a:endParaRPr>
          </a:p>
        </p:txBody>
      </p:sp>
      <p:sp>
        <p:nvSpPr>
          <p:cNvPr id="38" name="AutoShape 27">
            <a:extLst>
              <a:ext uri="{FF2B5EF4-FFF2-40B4-BE49-F238E27FC236}">
                <a16:creationId xmlns:a16="http://schemas.microsoft.com/office/drawing/2014/main" id="{8B9EDDAF-9CB2-2E90-8449-1AC9D613EDF2}"/>
              </a:ext>
            </a:extLst>
          </p:cNvPr>
          <p:cNvSpPr/>
          <p:nvPr/>
        </p:nvSpPr>
        <p:spPr>
          <a:xfrm>
            <a:off x="6451600" y="3124200"/>
            <a:ext cx="1803400" cy="927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endParaRPr lang="en-US" sz="1600" b="1" i="0" u="none" strike="noStrike" dirty="0">
              <a:solidFill>
                <a:srgbClr val="26476A"/>
              </a:solidFill>
              <a:latin typeface="Noto Sans SC"/>
              <a:ea typeface="Noto Sans SC"/>
              <a:cs typeface="Noto Sans SC"/>
              <a:sym typeface="Noto Sans SC"/>
            </a:endParaRPr>
          </a:p>
        </p:txBody>
      </p:sp>
      <p:sp>
        <p:nvSpPr>
          <p:cNvPr id="39" name="AutoShape 28">
            <a:extLst>
              <a:ext uri="{FF2B5EF4-FFF2-40B4-BE49-F238E27FC236}">
                <a16:creationId xmlns:a16="http://schemas.microsoft.com/office/drawing/2014/main" id="{C8A72F0E-4944-93DF-455E-DCF83C396F34}"/>
              </a:ext>
            </a:extLst>
          </p:cNvPr>
          <p:cNvSpPr/>
          <p:nvPr/>
        </p:nvSpPr>
        <p:spPr>
          <a:xfrm>
            <a:off x="8940800" y="3124200"/>
            <a:ext cx="1803400" cy="927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endParaRPr lang="en-US" sz="1600" b="1" i="0" u="none" strike="noStrike" dirty="0">
              <a:solidFill>
                <a:srgbClr val="26476A"/>
              </a:solidFill>
              <a:latin typeface="Noto Sans SC"/>
              <a:ea typeface="Noto Sans SC"/>
              <a:cs typeface="Noto Sans SC"/>
              <a:sym typeface="Noto Sans SC"/>
            </a:endParaRPr>
          </a:p>
        </p:txBody>
      </p:sp>
      <p:sp>
        <p:nvSpPr>
          <p:cNvPr id="40" name="AutoShape 29">
            <a:extLst>
              <a:ext uri="{FF2B5EF4-FFF2-40B4-BE49-F238E27FC236}">
                <a16:creationId xmlns:a16="http://schemas.microsoft.com/office/drawing/2014/main" id="{95BEB450-3522-D794-9195-AB69412C4282}"/>
              </a:ext>
            </a:extLst>
          </p:cNvPr>
          <p:cNvSpPr/>
          <p:nvPr/>
        </p:nvSpPr>
        <p:spPr>
          <a:xfrm>
            <a:off x="3987800" y="3797300"/>
            <a:ext cx="18034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41" name="AutoShape 30">
            <a:extLst>
              <a:ext uri="{FF2B5EF4-FFF2-40B4-BE49-F238E27FC236}">
                <a16:creationId xmlns:a16="http://schemas.microsoft.com/office/drawing/2014/main" id="{A1AEA079-7095-A8D3-6CE6-3CCA8F7F873D}"/>
              </a:ext>
            </a:extLst>
          </p:cNvPr>
          <p:cNvSpPr/>
          <p:nvPr/>
        </p:nvSpPr>
        <p:spPr>
          <a:xfrm>
            <a:off x="4762500" y="3378200"/>
            <a:ext cx="190500" cy="368300"/>
          </a:xfrm>
          <a:prstGeom prst="rect">
            <a:avLst/>
          </a:prstGeom>
          <a:noFill/>
          <a:ln w="12700" cap="flat" cmpd="sng">
            <a:noFill/>
            <a:prstDash val="solid"/>
            <a:round/>
          </a:ln>
        </p:spPr>
        <p:txBody>
          <a:bodyPr vert="horz" wrap="none" lIns="88900" tIns="50800" rIns="88900" bIns="50800" rtlCol="0" anchor="t" anchorCtr="0"/>
          <a:lstStyle/>
          <a:p>
            <a:pPr algn="ctr">
              <a:defRPr/>
            </a:pPr>
            <a:endParaRPr/>
          </a:p>
        </p:txBody>
      </p:sp>
      <p:sp>
        <p:nvSpPr>
          <p:cNvPr id="42" name="AutoShape 31">
            <a:extLst>
              <a:ext uri="{FF2B5EF4-FFF2-40B4-BE49-F238E27FC236}">
                <a16:creationId xmlns:a16="http://schemas.microsoft.com/office/drawing/2014/main" id="{F2B62CF2-7090-28E9-C86A-FB598A9052D6}"/>
              </a:ext>
            </a:extLst>
          </p:cNvPr>
          <p:cNvSpPr/>
          <p:nvPr/>
        </p:nvSpPr>
        <p:spPr>
          <a:xfrm>
            <a:off x="6426200" y="3784600"/>
            <a:ext cx="18034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43" name="AutoShape 32">
            <a:extLst>
              <a:ext uri="{FF2B5EF4-FFF2-40B4-BE49-F238E27FC236}">
                <a16:creationId xmlns:a16="http://schemas.microsoft.com/office/drawing/2014/main" id="{93FCF18E-2706-2849-FBB2-76EB68E51891}"/>
              </a:ext>
            </a:extLst>
          </p:cNvPr>
          <p:cNvSpPr/>
          <p:nvPr/>
        </p:nvSpPr>
        <p:spPr>
          <a:xfrm>
            <a:off x="8915400" y="3797300"/>
            <a:ext cx="18034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44" name="Freeform 33">
            <a:extLst>
              <a:ext uri="{FF2B5EF4-FFF2-40B4-BE49-F238E27FC236}">
                <a16:creationId xmlns:a16="http://schemas.microsoft.com/office/drawing/2014/main" id="{D93EA3E8-9BAE-159E-D678-E6A8B18BB649}"/>
              </a:ext>
            </a:extLst>
          </p:cNvPr>
          <p:cNvSpPr/>
          <p:nvPr/>
        </p:nvSpPr>
        <p:spPr>
          <a:xfrm>
            <a:off x="7148897" y="2362200"/>
            <a:ext cx="209551" cy="124764"/>
          </a:xfrm>
          <a:custGeom>
            <a:avLst/>
            <a:gdLst/>
            <a:ahLst/>
            <a:cxnLst/>
            <a:rect l="l" t="t" r="r" b="b"/>
            <a:pathLst>
              <a:path w="209551" h="124764">
                <a:moveTo>
                  <a:pt x="166196" y="124764"/>
                </a:moveTo>
                <a:cubicBezTo>
                  <a:pt x="190284" y="124764"/>
                  <a:pt x="209552" y="105570"/>
                  <a:pt x="209552" y="81576"/>
                </a:cubicBezTo>
                <a:cubicBezTo>
                  <a:pt x="209552" y="57582"/>
                  <a:pt x="209552" y="57582"/>
                  <a:pt x="209552" y="57582"/>
                </a:cubicBezTo>
                <a:cubicBezTo>
                  <a:pt x="204731" y="47988"/>
                  <a:pt x="195096" y="43188"/>
                  <a:pt x="185463" y="43188"/>
                </a:cubicBezTo>
                <a:cubicBezTo>
                  <a:pt x="146929" y="43188"/>
                  <a:pt x="146929" y="43188"/>
                  <a:pt x="146929" y="43188"/>
                </a:cubicBezTo>
                <a:cubicBezTo>
                  <a:pt x="146929" y="40791"/>
                  <a:pt x="146929" y="40791"/>
                  <a:pt x="146929" y="40791"/>
                </a:cubicBezTo>
                <a:cubicBezTo>
                  <a:pt x="146929" y="19194"/>
                  <a:pt x="130067" y="0"/>
                  <a:pt x="108385" y="0"/>
                </a:cubicBezTo>
                <a:cubicBezTo>
                  <a:pt x="55395" y="0"/>
                  <a:pt x="55395" y="0"/>
                  <a:pt x="55395" y="0"/>
                </a:cubicBezTo>
                <a:cubicBezTo>
                  <a:pt x="33723" y="0"/>
                  <a:pt x="16861" y="19194"/>
                  <a:pt x="16861" y="40791"/>
                </a:cubicBezTo>
                <a:cubicBezTo>
                  <a:pt x="16861" y="43188"/>
                  <a:pt x="16861" y="43188"/>
                  <a:pt x="16861" y="43188"/>
                </a:cubicBezTo>
                <a:cubicBezTo>
                  <a:pt x="4821" y="43188"/>
                  <a:pt x="4821" y="43188"/>
                  <a:pt x="4821" y="43188"/>
                </a:cubicBezTo>
                <a:cubicBezTo>
                  <a:pt x="0" y="62382"/>
                  <a:pt x="0" y="81576"/>
                  <a:pt x="4821" y="100769"/>
                </a:cubicBezTo>
                <a:cubicBezTo>
                  <a:pt x="7228" y="110369"/>
                  <a:pt x="9633" y="117566"/>
                  <a:pt x="14455" y="124764"/>
                </a:cubicBezTo>
                <a:cubicBezTo>
                  <a:pt x="74673" y="124764"/>
                  <a:pt x="74673" y="124764"/>
                  <a:pt x="74673" y="124764"/>
                </a:cubicBezTo>
                <a:cubicBezTo>
                  <a:pt x="74673" y="119964"/>
                  <a:pt x="74673" y="119964"/>
                  <a:pt x="74673" y="119964"/>
                </a:cubicBezTo>
                <a:cubicBezTo>
                  <a:pt x="74673" y="115164"/>
                  <a:pt x="77078" y="112767"/>
                  <a:pt x="79485" y="112767"/>
                </a:cubicBezTo>
                <a:cubicBezTo>
                  <a:pt x="86712" y="112767"/>
                  <a:pt x="86712" y="112767"/>
                  <a:pt x="86712" y="112767"/>
                </a:cubicBezTo>
                <a:cubicBezTo>
                  <a:pt x="89117" y="112767"/>
                  <a:pt x="91524" y="115164"/>
                  <a:pt x="91524" y="119964"/>
                </a:cubicBezTo>
                <a:cubicBezTo>
                  <a:pt x="91524" y="124764"/>
                  <a:pt x="91524" y="124764"/>
                  <a:pt x="91524" y="124764"/>
                </a:cubicBezTo>
                <a:lnTo>
                  <a:pt x="166196" y="124764"/>
                </a:lnTo>
                <a:close/>
                <a:moveTo>
                  <a:pt x="38535" y="43188"/>
                </a:moveTo>
                <a:cubicBezTo>
                  <a:pt x="38535" y="40791"/>
                  <a:pt x="38535" y="40791"/>
                  <a:pt x="38535" y="40791"/>
                </a:cubicBezTo>
                <a:cubicBezTo>
                  <a:pt x="38535" y="28793"/>
                  <a:pt x="45762" y="21591"/>
                  <a:pt x="55395" y="21591"/>
                </a:cubicBezTo>
                <a:cubicBezTo>
                  <a:pt x="108385" y="21591"/>
                  <a:pt x="108385" y="21591"/>
                  <a:pt x="108385" y="21591"/>
                </a:cubicBezTo>
                <a:cubicBezTo>
                  <a:pt x="118028" y="21591"/>
                  <a:pt x="127662" y="28793"/>
                  <a:pt x="127662" y="40791"/>
                </a:cubicBezTo>
                <a:cubicBezTo>
                  <a:pt x="127662" y="43188"/>
                  <a:pt x="127662" y="43188"/>
                  <a:pt x="127662" y="43188"/>
                </a:cubicBezTo>
                <a:lnTo>
                  <a:pt x="38535" y="43188"/>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5" name="Freeform 34">
            <a:extLst>
              <a:ext uri="{FF2B5EF4-FFF2-40B4-BE49-F238E27FC236}">
                <a16:creationId xmlns:a16="http://schemas.microsoft.com/office/drawing/2014/main" id="{9F21A119-C7F2-6FD7-4B78-658660C41FBA}"/>
              </a:ext>
            </a:extLst>
          </p:cNvPr>
          <p:cNvSpPr/>
          <p:nvPr/>
        </p:nvSpPr>
        <p:spPr>
          <a:xfrm>
            <a:off x="7162800" y="2476500"/>
            <a:ext cx="192595" cy="82368"/>
          </a:xfrm>
          <a:custGeom>
            <a:avLst/>
            <a:gdLst/>
            <a:ahLst/>
            <a:cxnLst/>
            <a:rect l="l" t="t" r="r" b="b"/>
            <a:pathLst>
              <a:path w="192595" h="82368">
                <a:moveTo>
                  <a:pt x="122780" y="79948"/>
                </a:moveTo>
                <a:cubicBezTo>
                  <a:pt x="154076" y="72680"/>
                  <a:pt x="178151" y="53296"/>
                  <a:pt x="192596" y="29073"/>
                </a:cubicBezTo>
                <a:cubicBezTo>
                  <a:pt x="192596" y="0"/>
                  <a:pt x="192596" y="0"/>
                  <a:pt x="192596" y="0"/>
                </a:cubicBezTo>
                <a:cubicBezTo>
                  <a:pt x="185373" y="19380"/>
                  <a:pt x="166113" y="31495"/>
                  <a:pt x="144446" y="31495"/>
                </a:cubicBezTo>
                <a:cubicBezTo>
                  <a:pt x="69816" y="31495"/>
                  <a:pt x="69816" y="31495"/>
                  <a:pt x="69816" y="31495"/>
                </a:cubicBezTo>
                <a:cubicBezTo>
                  <a:pt x="69816" y="38763"/>
                  <a:pt x="69816" y="38763"/>
                  <a:pt x="69816" y="38763"/>
                </a:cubicBezTo>
                <a:cubicBezTo>
                  <a:pt x="69816" y="41185"/>
                  <a:pt x="67408" y="43605"/>
                  <a:pt x="65001" y="43605"/>
                </a:cubicBezTo>
                <a:cubicBezTo>
                  <a:pt x="57779" y="43605"/>
                  <a:pt x="57779" y="43605"/>
                  <a:pt x="57779" y="43605"/>
                </a:cubicBezTo>
                <a:cubicBezTo>
                  <a:pt x="55371" y="43605"/>
                  <a:pt x="52964" y="41185"/>
                  <a:pt x="52964" y="38763"/>
                </a:cubicBezTo>
                <a:cubicBezTo>
                  <a:pt x="52964" y="31495"/>
                  <a:pt x="52964" y="31495"/>
                  <a:pt x="52964" y="31495"/>
                </a:cubicBezTo>
                <a:cubicBezTo>
                  <a:pt x="0" y="31495"/>
                  <a:pt x="0" y="31495"/>
                  <a:pt x="0" y="31495"/>
                </a:cubicBezTo>
                <a:cubicBezTo>
                  <a:pt x="21667" y="62989"/>
                  <a:pt x="55371" y="82368"/>
                  <a:pt x="96298" y="82368"/>
                </a:cubicBezTo>
                <a:cubicBezTo>
                  <a:pt x="105927" y="82368"/>
                  <a:pt x="113149" y="82368"/>
                  <a:pt x="122780" y="7994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6" name="Freeform 35">
            <a:extLst>
              <a:ext uri="{FF2B5EF4-FFF2-40B4-BE49-F238E27FC236}">
                <a16:creationId xmlns:a16="http://schemas.microsoft.com/office/drawing/2014/main" id="{0E7FF4EF-D77D-CC7D-1811-A97E0D0A5295}"/>
              </a:ext>
            </a:extLst>
          </p:cNvPr>
          <p:cNvSpPr/>
          <p:nvPr/>
        </p:nvSpPr>
        <p:spPr>
          <a:xfrm>
            <a:off x="7069658" y="2256373"/>
            <a:ext cx="502683" cy="405793"/>
          </a:xfrm>
          <a:custGeom>
            <a:avLst/>
            <a:gdLst/>
            <a:ahLst/>
            <a:cxnLst/>
            <a:rect l="l" t="t" r="r" b="b"/>
            <a:pathLst>
              <a:path w="502683" h="405793">
                <a:moveTo>
                  <a:pt x="481039" y="338556"/>
                </a:moveTo>
                <a:cubicBezTo>
                  <a:pt x="384832" y="273722"/>
                  <a:pt x="384832" y="273722"/>
                  <a:pt x="384832" y="273722"/>
                </a:cubicBezTo>
                <a:cubicBezTo>
                  <a:pt x="375196" y="268932"/>
                  <a:pt x="365585" y="268932"/>
                  <a:pt x="355974" y="268932"/>
                </a:cubicBezTo>
                <a:cubicBezTo>
                  <a:pt x="353553" y="271337"/>
                  <a:pt x="348759" y="271337"/>
                  <a:pt x="346339" y="273722"/>
                </a:cubicBezTo>
                <a:cubicBezTo>
                  <a:pt x="331910" y="264122"/>
                  <a:pt x="331910" y="264122"/>
                  <a:pt x="331910" y="264122"/>
                </a:cubicBezTo>
                <a:cubicBezTo>
                  <a:pt x="351156" y="228109"/>
                  <a:pt x="355974" y="187285"/>
                  <a:pt x="346339" y="144076"/>
                </a:cubicBezTo>
                <a:cubicBezTo>
                  <a:pt x="324696" y="55233"/>
                  <a:pt x="235702" y="0"/>
                  <a:pt x="144312" y="21604"/>
                </a:cubicBezTo>
                <a:cubicBezTo>
                  <a:pt x="55318" y="43229"/>
                  <a:pt x="0" y="134457"/>
                  <a:pt x="21644" y="223299"/>
                </a:cubicBezTo>
                <a:cubicBezTo>
                  <a:pt x="43287" y="312141"/>
                  <a:pt x="134700" y="367375"/>
                  <a:pt x="223670" y="345769"/>
                </a:cubicBezTo>
                <a:cubicBezTo>
                  <a:pt x="259766" y="336150"/>
                  <a:pt x="288623" y="316951"/>
                  <a:pt x="310266" y="292941"/>
                </a:cubicBezTo>
                <a:cubicBezTo>
                  <a:pt x="327115" y="302541"/>
                  <a:pt x="327115" y="302541"/>
                  <a:pt x="327115" y="302541"/>
                </a:cubicBezTo>
                <a:cubicBezTo>
                  <a:pt x="327115" y="314546"/>
                  <a:pt x="331910" y="328956"/>
                  <a:pt x="343942" y="336150"/>
                </a:cubicBezTo>
                <a:cubicBezTo>
                  <a:pt x="440150" y="398598"/>
                  <a:pt x="440150" y="398598"/>
                  <a:pt x="440150" y="398598"/>
                </a:cubicBezTo>
                <a:cubicBezTo>
                  <a:pt x="449762" y="403389"/>
                  <a:pt x="459396" y="405793"/>
                  <a:pt x="469007" y="403389"/>
                </a:cubicBezTo>
                <a:cubicBezTo>
                  <a:pt x="478643" y="400984"/>
                  <a:pt x="485856" y="396193"/>
                  <a:pt x="490651" y="386594"/>
                </a:cubicBezTo>
                <a:cubicBezTo>
                  <a:pt x="502683" y="369779"/>
                  <a:pt x="497866" y="348175"/>
                  <a:pt x="481039" y="338556"/>
                </a:cubicBezTo>
                <a:close/>
                <a:moveTo>
                  <a:pt x="216456" y="314546"/>
                </a:moveTo>
                <a:cubicBezTo>
                  <a:pt x="144312" y="333765"/>
                  <a:pt x="69747" y="288132"/>
                  <a:pt x="52921" y="216104"/>
                </a:cubicBezTo>
                <a:cubicBezTo>
                  <a:pt x="36072" y="144076"/>
                  <a:pt x="79382" y="69642"/>
                  <a:pt x="151526" y="52829"/>
                </a:cubicBezTo>
                <a:cubicBezTo>
                  <a:pt x="226091" y="33610"/>
                  <a:pt x="298236" y="79242"/>
                  <a:pt x="317481" y="151271"/>
                </a:cubicBezTo>
                <a:cubicBezTo>
                  <a:pt x="334330" y="225704"/>
                  <a:pt x="288623" y="297751"/>
                  <a:pt x="216456" y="314546"/>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7" name="Freeform 36">
            <a:extLst>
              <a:ext uri="{FF2B5EF4-FFF2-40B4-BE49-F238E27FC236}">
                <a16:creationId xmlns:a16="http://schemas.microsoft.com/office/drawing/2014/main" id="{455E703C-5770-9777-3516-468A37C18A73}"/>
              </a:ext>
            </a:extLst>
          </p:cNvPr>
          <p:cNvSpPr/>
          <p:nvPr/>
        </p:nvSpPr>
        <p:spPr>
          <a:xfrm>
            <a:off x="9626600" y="2286000"/>
            <a:ext cx="443266" cy="399807"/>
          </a:xfrm>
          <a:custGeom>
            <a:avLst/>
            <a:gdLst/>
            <a:ahLst/>
            <a:cxnLst/>
            <a:rect l="l" t="t" r="r" b="b"/>
            <a:pathLst>
              <a:path w="443266" h="399807">
                <a:moveTo>
                  <a:pt x="379691" y="136305"/>
                </a:moveTo>
                <a:cubicBezTo>
                  <a:pt x="346979" y="119943"/>
                  <a:pt x="346979" y="119943"/>
                  <a:pt x="346979" y="119943"/>
                </a:cubicBezTo>
                <a:cubicBezTo>
                  <a:pt x="332449" y="129031"/>
                  <a:pt x="332449" y="129031"/>
                  <a:pt x="332449" y="129031"/>
                </a:cubicBezTo>
                <a:cubicBezTo>
                  <a:pt x="345173" y="149021"/>
                  <a:pt x="352438" y="174454"/>
                  <a:pt x="352438" y="199904"/>
                </a:cubicBezTo>
                <a:cubicBezTo>
                  <a:pt x="352438" y="283493"/>
                  <a:pt x="283403" y="352553"/>
                  <a:pt x="199840" y="352553"/>
                </a:cubicBezTo>
                <a:cubicBezTo>
                  <a:pt x="118081" y="352553"/>
                  <a:pt x="49046" y="283493"/>
                  <a:pt x="49046" y="199904"/>
                </a:cubicBezTo>
                <a:cubicBezTo>
                  <a:pt x="49046" y="116314"/>
                  <a:pt x="118081" y="49069"/>
                  <a:pt x="199840" y="49069"/>
                </a:cubicBezTo>
                <a:cubicBezTo>
                  <a:pt x="248886" y="49069"/>
                  <a:pt x="290667" y="70874"/>
                  <a:pt x="317920" y="105413"/>
                </a:cubicBezTo>
                <a:cubicBezTo>
                  <a:pt x="294300" y="121756"/>
                  <a:pt x="294300" y="121756"/>
                  <a:pt x="294300" y="121756"/>
                </a:cubicBezTo>
                <a:cubicBezTo>
                  <a:pt x="272506" y="94492"/>
                  <a:pt x="237989" y="76333"/>
                  <a:pt x="199840" y="76333"/>
                </a:cubicBezTo>
                <a:cubicBezTo>
                  <a:pt x="132611" y="76333"/>
                  <a:pt x="78125" y="132659"/>
                  <a:pt x="78125" y="199904"/>
                </a:cubicBezTo>
                <a:cubicBezTo>
                  <a:pt x="78125" y="268963"/>
                  <a:pt x="132611" y="323474"/>
                  <a:pt x="199840" y="323474"/>
                </a:cubicBezTo>
                <a:cubicBezTo>
                  <a:pt x="268874" y="323474"/>
                  <a:pt x="323359" y="268963"/>
                  <a:pt x="323359" y="199904"/>
                </a:cubicBezTo>
                <a:cubicBezTo>
                  <a:pt x="323359" y="179913"/>
                  <a:pt x="319726" y="159923"/>
                  <a:pt x="310656" y="143561"/>
                </a:cubicBezTo>
                <a:cubicBezTo>
                  <a:pt x="270680" y="169012"/>
                  <a:pt x="270680" y="169012"/>
                  <a:pt x="270680" y="169012"/>
                </a:cubicBezTo>
                <a:cubicBezTo>
                  <a:pt x="274312" y="178100"/>
                  <a:pt x="277945" y="189001"/>
                  <a:pt x="277945" y="199904"/>
                </a:cubicBezTo>
                <a:cubicBezTo>
                  <a:pt x="277945" y="243512"/>
                  <a:pt x="243427" y="278051"/>
                  <a:pt x="199840" y="278051"/>
                </a:cubicBezTo>
                <a:cubicBezTo>
                  <a:pt x="158057" y="278051"/>
                  <a:pt x="123539" y="243512"/>
                  <a:pt x="123539" y="199904"/>
                </a:cubicBezTo>
                <a:cubicBezTo>
                  <a:pt x="123539" y="158109"/>
                  <a:pt x="158057" y="123570"/>
                  <a:pt x="199840" y="123570"/>
                </a:cubicBezTo>
                <a:cubicBezTo>
                  <a:pt x="221633" y="123570"/>
                  <a:pt x="241621" y="132659"/>
                  <a:pt x="256150" y="147207"/>
                </a:cubicBezTo>
                <a:cubicBezTo>
                  <a:pt x="228897" y="163551"/>
                  <a:pt x="228897" y="163551"/>
                  <a:pt x="228897" y="163551"/>
                </a:cubicBezTo>
                <a:cubicBezTo>
                  <a:pt x="221633" y="158109"/>
                  <a:pt x="210736" y="154462"/>
                  <a:pt x="199840" y="154462"/>
                </a:cubicBezTo>
                <a:cubicBezTo>
                  <a:pt x="174393" y="154462"/>
                  <a:pt x="154424" y="174454"/>
                  <a:pt x="154424" y="199904"/>
                </a:cubicBezTo>
                <a:cubicBezTo>
                  <a:pt x="154424" y="225355"/>
                  <a:pt x="174393" y="247159"/>
                  <a:pt x="199840" y="247159"/>
                </a:cubicBezTo>
                <a:cubicBezTo>
                  <a:pt x="227091" y="247159"/>
                  <a:pt x="247059" y="225355"/>
                  <a:pt x="247059" y="199904"/>
                </a:cubicBezTo>
                <a:cubicBezTo>
                  <a:pt x="247059" y="196276"/>
                  <a:pt x="245254" y="190816"/>
                  <a:pt x="245254" y="187188"/>
                </a:cubicBezTo>
                <a:cubicBezTo>
                  <a:pt x="207104" y="210806"/>
                  <a:pt x="207104" y="210806"/>
                  <a:pt x="207104" y="210806"/>
                </a:cubicBezTo>
                <a:cubicBezTo>
                  <a:pt x="201646" y="203531"/>
                  <a:pt x="201646" y="203531"/>
                  <a:pt x="201646" y="203531"/>
                </a:cubicBezTo>
                <a:cubicBezTo>
                  <a:pt x="348806" y="105413"/>
                  <a:pt x="348806" y="105413"/>
                  <a:pt x="348806" y="105413"/>
                </a:cubicBezTo>
                <a:cubicBezTo>
                  <a:pt x="385129" y="121756"/>
                  <a:pt x="385129" y="121756"/>
                  <a:pt x="385129" y="121756"/>
                </a:cubicBezTo>
                <a:cubicBezTo>
                  <a:pt x="443266" y="83589"/>
                  <a:pt x="443266" y="83589"/>
                  <a:pt x="443266" y="83589"/>
                </a:cubicBezTo>
                <a:cubicBezTo>
                  <a:pt x="406942" y="67245"/>
                  <a:pt x="406942" y="67245"/>
                  <a:pt x="406942" y="67245"/>
                </a:cubicBezTo>
                <a:cubicBezTo>
                  <a:pt x="417840" y="61786"/>
                  <a:pt x="417840" y="61786"/>
                  <a:pt x="417840" y="61786"/>
                </a:cubicBezTo>
                <a:cubicBezTo>
                  <a:pt x="408748" y="47255"/>
                  <a:pt x="408748" y="47255"/>
                  <a:pt x="408748" y="47255"/>
                </a:cubicBezTo>
                <a:cubicBezTo>
                  <a:pt x="397852" y="52697"/>
                  <a:pt x="397852" y="52697"/>
                  <a:pt x="397852" y="52697"/>
                </a:cubicBezTo>
                <a:cubicBezTo>
                  <a:pt x="397852" y="14530"/>
                  <a:pt x="397852" y="14530"/>
                  <a:pt x="397852" y="14530"/>
                </a:cubicBezTo>
                <a:cubicBezTo>
                  <a:pt x="339714" y="52697"/>
                  <a:pt x="339714" y="52697"/>
                  <a:pt x="339714" y="52697"/>
                </a:cubicBezTo>
                <a:cubicBezTo>
                  <a:pt x="339714" y="90863"/>
                  <a:pt x="339714" y="90863"/>
                  <a:pt x="339714" y="90863"/>
                </a:cubicBezTo>
                <a:cubicBezTo>
                  <a:pt x="326991" y="99952"/>
                  <a:pt x="326991" y="99952"/>
                  <a:pt x="326991" y="99952"/>
                </a:cubicBezTo>
                <a:cubicBezTo>
                  <a:pt x="326991" y="56344"/>
                  <a:pt x="326991" y="56344"/>
                  <a:pt x="326991" y="56344"/>
                </a:cubicBezTo>
                <a:cubicBezTo>
                  <a:pt x="332449" y="50883"/>
                  <a:pt x="332449" y="50883"/>
                  <a:pt x="332449" y="50883"/>
                </a:cubicBezTo>
                <a:cubicBezTo>
                  <a:pt x="297932" y="19990"/>
                  <a:pt x="250692" y="0"/>
                  <a:pt x="199840" y="0"/>
                </a:cubicBezTo>
                <a:cubicBezTo>
                  <a:pt x="90828" y="0"/>
                  <a:pt x="0" y="90863"/>
                  <a:pt x="0" y="199904"/>
                </a:cubicBezTo>
                <a:cubicBezTo>
                  <a:pt x="0" y="310758"/>
                  <a:pt x="90828" y="399807"/>
                  <a:pt x="199840" y="399807"/>
                </a:cubicBezTo>
                <a:cubicBezTo>
                  <a:pt x="310656" y="399807"/>
                  <a:pt x="399658" y="310758"/>
                  <a:pt x="399658" y="199904"/>
                </a:cubicBezTo>
                <a:cubicBezTo>
                  <a:pt x="399658" y="176286"/>
                  <a:pt x="396025" y="152649"/>
                  <a:pt x="386955" y="130844"/>
                </a:cubicBezTo>
                <a:lnTo>
                  <a:pt x="379691" y="136305"/>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8" name="Freeform 37">
            <a:extLst>
              <a:ext uri="{FF2B5EF4-FFF2-40B4-BE49-F238E27FC236}">
                <a16:creationId xmlns:a16="http://schemas.microsoft.com/office/drawing/2014/main" id="{835F28A2-720B-7AF5-EBBD-69C57D4F785A}"/>
              </a:ext>
            </a:extLst>
          </p:cNvPr>
          <p:cNvSpPr/>
          <p:nvPr/>
        </p:nvSpPr>
        <p:spPr>
          <a:xfrm>
            <a:off x="4800600" y="2273300"/>
            <a:ext cx="311617" cy="278232"/>
          </a:xfrm>
          <a:custGeom>
            <a:avLst/>
            <a:gdLst/>
            <a:ahLst/>
            <a:cxnLst/>
            <a:rect l="l" t="t" r="r" b="b"/>
            <a:pathLst>
              <a:path w="311617" h="278232">
                <a:moveTo>
                  <a:pt x="17413" y="278232"/>
                </a:moveTo>
                <a:cubicBezTo>
                  <a:pt x="43525" y="202980"/>
                  <a:pt x="43525" y="202980"/>
                  <a:pt x="43525" y="202980"/>
                </a:cubicBezTo>
                <a:cubicBezTo>
                  <a:pt x="15668" y="180232"/>
                  <a:pt x="0" y="150490"/>
                  <a:pt x="0" y="120747"/>
                </a:cubicBezTo>
                <a:cubicBezTo>
                  <a:pt x="0" y="54242"/>
                  <a:pt x="69638" y="0"/>
                  <a:pt x="156674" y="0"/>
                </a:cubicBezTo>
                <a:cubicBezTo>
                  <a:pt x="241979" y="0"/>
                  <a:pt x="311617" y="54242"/>
                  <a:pt x="311617" y="120747"/>
                </a:cubicBezTo>
                <a:cubicBezTo>
                  <a:pt x="311617" y="185487"/>
                  <a:pt x="241979" y="239729"/>
                  <a:pt x="156674" y="239729"/>
                </a:cubicBezTo>
                <a:cubicBezTo>
                  <a:pt x="137530" y="239729"/>
                  <a:pt x="118386" y="237978"/>
                  <a:pt x="100973" y="232735"/>
                </a:cubicBezTo>
                <a:cubicBezTo>
                  <a:pt x="94004" y="236239"/>
                  <a:pt x="67892" y="248488"/>
                  <a:pt x="48748" y="260739"/>
                </a:cubicBezTo>
                <a:cubicBezTo>
                  <a:pt x="17413" y="278232"/>
                  <a:pt x="17413" y="278232"/>
                  <a:pt x="17413" y="278232"/>
                </a:cubicBezTo>
                <a:close/>
                <a:moveTo>
                  <a:pt x="156674" y="26252"/>
                </a:moveTo>
                <a:cubicBezTo>
                  <a:pt x="83560" y="26252"/>
                  <a:pt x="26112" y="68243"/>
                  <a:pt x="26112" y="120747"/>
                </a:cubicBezTo>
                <a:cubicBezTo>
                  <a:pt x="26112" y="145233"/>
                  <a:pt x="40034" y="169734"/>
                  <a:pt x="66147" y="187239"/>
                </a:cubicBezTo>
                <a:cubicBezTo>
                  <a:pt x="74860" y="192481"/>
                  <a:pt x="74860" y="192481"/>
                  <a:pt x="74860" y="192481"/>
                </a:cubicBezTo>
                <a:cubicBezTo>
                  <a:pt x="66147" y="220485"/>
                  <a:pt x="66147" y="220485"/>
                  <a:pt x="66147" y="220485"/>
                </a:cubicBezTo>
                <a:cubicBezTo>
                  <a:pt x="94004" y="204732"/>
                  <a:pt x="99226" y="204732"/>
                  <a:pt x="100973" y="204732"/>
                </a:cubicBezTo>
                <a:cubicBezTo>
                  <a:pt x="104450" y="204732"/>
                  <a:pt x="104450" y="204732"/>
                  <a:pt x="104450" y="204732"/>
                </a:cubicBezTo>
                <a:cubicBezTo>
                  <a:pt x="106195" y="206483"/>
                  <a:pt x="106195" y="206483"/>
                  <a:pt x="106195" y="206483"/>
                </a:cubicBezTo>
                <a:cubicBezTo>
                  <a:pt x="121863" y="209987"/>
                  <a:pt x="139276" y="213491"/>
                  <a:pt x="156674" y="213491"/>
                </a:cubicBezTo>
                <a:cubicBezTo>
                  <a:pt x="228058" y="213491"/>
                  <a:pt x="285505" y="171486"/>
                  <a:pt x="285505" y="120747"/>
                </a:cubicBezTo>
                <a:cubicBezTo>
                  <a:pt x="285505" y="68243"/>
                  <a:pt x="228058" y="26252"/>
                  <a:pt x="156674" y="26252"/>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9" name="AutoShape 38">
            <a:extLst>
              <a:ext uri="{FF2B5EF4-FFF2-40B4-BE49-F238E27FC236}">
                <a16:creationId xmlns:a16="http://schemas.microsoft.com/office/drawing/2014/main" id="{A3A1C825-7423-A62A-99C6-BBBE7B09AB13}"/>
              </a:ext>
            </a:extLst>
          </p:cNvPr>
          <p:cNvSpPr/>
          <p:nvPr/>
        </p:nvSpPr>
        <p:spPr>
          <a:xfrm>
            <a:off x="4876800" y="2349500"/>
            <a:ext cx="152400" cy="127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0" name="AutoShape 39">
            <a:extLst>
              <a:ext uri="{FF2B5EF4-FFF2-40B4-BE49-F238E27FC236}">
                <a16:creationId xmlns:a16="http://schemas.microsoft.com/office/drawing/2014/main" id="{FB9EBB77-0209-65EC-D8AA-ECE000B6CEAC}"/>
              </a:ext>
            </a:extLst>
          </p:cNvPr>
          <p:cNvSpPr/>
          <p:nvPr/>
        </p:nvSpPr>
        <p:spPr>
          <a:xfrm>
            <a:off x="4876800" y="2387600"/>
            <a:ext cx="152400" cy="127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1" name="AutoShape 40">
            <a:extLst>
              <a:ext uri="{FF2B5EF4-FFF2-40B4-BE49-F238E27FC236}">
                <a16:creationId xmlns:a16="http://schemas.microsoft.com/office/drawing/2014/main" id="{385F520C-B127-1568-0511-8D481B81B2A4}"/>
              </a:ext>
            </a:extLst>
          </p:cNvPr>
          <p:cNvSpPr/>
          <p:nvPr/>
        </p:nvSpPr>
        <p:spPr>
          <a:xfrm>
            <a:off x="4876800" y="2413000"/>
            <a:ext cx="152400" cy="127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2" name="Freeform 41">
            <a:extLst>
              <a:ext uri="{FF2B5EF4-FFF2-40B4-BE49-F238E27FC236}">
                <a16:creationId xmlns:a16="http://schemas.microsoft.com/office/drawing/2014/main" id="{A30BC8CB-DC67-3B54-DD6F-CBB3DC865199}"/>
              </a:ext>
            </a:extLst>
          </p:cNvPr>
          <p:cNvSpPr/>
          <p:nvPr/>
        </p:nvSpPr>
        <p:spPr>
          <a:xfrm>
            <a:off x="4635500" y="2434044"/>
            <a:ext cx="221192" cy="240669"/>
          </a:xfrm>
          <a:custGeom>
            <a:avLst/>
            <a:gdLst/>
            <a:ahLst/>
            <a:cxnLst/>
            <a:rect l="l" t="t" r="r" b="b"/>
            <a:pathLst>
              <a:path w="221192" h="240669">
                <a:moveTo>
                  <a:pt x="208996" y="165682"/>
                </a:moveTo>
                <a:cubicBezTo>
                  <a:pt x="186355" y="155209"/>
                  <a:pt x="161972" y="148234"/>
                  <a:pt x="137589" y="146496"/>
                </a:cubicBezTo>
                <a:cubicBezTo>
                  <a:pt x="139330" y="139521"/>
                  <a:pt x="139330" y="134283"/>
                  <a:pt x="141072" y="129059"/>
                </a:cubicBezTo>
                <a:cubicBezTo>
                  <a:pt x="146304" y="125571"/>
                  <a:pt x="149786" y="120334"/>
                  <a:pt x="149786" y="115097"/>
                </a:cubicBezTo>
                <a:cubicBezTo>
                  <a:pt x="149786" y="109871"/>
                  <a:pt x="151526" y="104635"/>
                  <a:pt x="151526" y="99409"/>
                </a:cubicBezTo>
                <a:cubicBezTo>
                  <a:pt x="153267" y="101148"/>
                  <a:pt x="153267" y="101148"/>
                  <a:pt x="155009" y="101148"/>
                </a:cubicBezTo>
                <a:cubicBezTo>
                  <a:pt x="156750" y="101148"/>
                  <a:pt x="160231" y="99409"/>
                  <a:pt x="160231" y="97660"/>
                </a:cubicBezTo>
                <a:cubicBezTo>
                  <a:pt x="161972" y="71498"/>
                  <a:pt x="161972" y="71498"/>
                  <a:pt x="161972" y="71498"/>
                </a:cubicBezTo>
                <a:cubicBezTo>
                  <a:pt x="161972" y="69760"/>
                  <a:pt x="160231" y="66272"/>
                  <a:pt x="158490" y="66272"/>
                </a:cubicBezTo>
                <a:cubicBezTo>
                  <a:pt x="156750" y="66272"/>
                  <a:pt x="156750" y="66272"/>
                  <a:pt x="155009" y="68011"/>
                </a:cubicBezTo>
                <a:cubicBezTo>
                  <a:pt x="156750" y="62785"/>
                  <a:pt x="156750" y="57549"/>
                  <a:pt x="156750" y="52323"/>
                </a:cubicBezTo>
                <a:cubicBezTo>
                  <a:pt x="158490" y="47086"/>
                  <a:pt x="160231" y="29648"/>
                  <a:pt x="148045" y="17437"/>
                </a:cubicBezTo>
                <a:cubicBezTo>
                  <a:pt x="130626" y="0"/>
                  <a:pt x="90566" y="0"/>
                  <a:pt x="73147" y="17437"/>
                </a:cubicBezTo>
                <a:cubicBezTo>
                  <a:pt x="59220" y="29648"/>
                  <a:pt x="62701" y="47086"/>
                  <a:pt x="64442" y="52323"/>
                </a:cubicBezTo>
                <a:cubicBezTo>
                  <a:pt x="64442" y="57549"/>
                  <a:pt x="64442" y="62785"/>
                  <a:pt x="64442" y="68011"/>
                </a:cubicBezTo>
                <a:cubicBezTo>
                  <a:pt x="64442" y="66272"/>
                  <a:pt x="62701" y="66272"/>
                  <a:pt x="62701" y="66272"/>
                </a:cubicBezTo>
                <a:cubicBezTo>
                  <a:pt x="59220" y="66272"/>
                  <a:pt x="57479" y="69760"/>
                  <a:pt x="59220" y="71498"/>
                </a:cubicBezTo>
                <a:cubicBezTo>
                  <a:pt x="60961" y="97660"/>
                  <a:pt x="60961" y="97660"/>
                  <a:pt x="60961" y="97660"/>
                </a:cubicBezTo>
                <a:cubicBezTo>
                  <a:pt x="60961" y="99409"/>
                  <a:pt x="62701" y="101148"/>
                  <a:pt x="66184" y="101148"/>
                </a:cubicBezTo>
                <a:cubicBezTo>
                  <a:pt x="67925" y="101148"/>
                  <a:pt x="67925" y="101148"/>
                  <a:pt x="69666" y="99409"/>
                </a:cubicBezTo>
                <a:cubicBezTo>
                  <a:pt x="69666" y="104635"/>
                  <a:pt x="69666" y="109871"/>
                  <a:pt x="71406" y="115097"/>
                </a:cubicBezTo>
                <a:cubicBezTo>
                  <a:pt x="71406" y="120334"/>
                  <a:pt x="74888" y="125571"/>
                  <a:pt x="80120" y="129059"/>
                </a:cubicBezTo>
                <a:cubicBezTo>
                  <a:pt x="81862" y="134283"/>
                  <a:pt x="81862" y="139521"/>
                  <a:pt x="83603" y="146496"/>
                </a:cubicBezTo>
                <a:cubicBezTo>
                  <a:pt x="59220" y="148234"/>
                  <a:pt x="34837" y="155209"/>
                  <a:pt x="12196" y="165682"/>
                </a:cubicBezTo>
                <a:cubicBezTo>
                  <a:pt x="5222" y="170908"/>
                  <a:pt x="0" y="179633"/>
                  <a:pt x="0" y="188345"/>
                </a:cubicBezTo>
                <a:cubicBezTo>
                  <a:pt x="1741" y="197070"/>
                  <a:pt x="1741" y="205793"/>
                  <a:pt x="3482" y="214507"/>
                </a:cubicBezTo>
                <a:cubicBezTo>
                  <a:pt x="3482" y="221482"/>
                  <a:pt x="10446" y="228456"/>
                  <a:pt x="17419" y="230206"/>
                </a:cubicBezTo>
                <a:cubicBezTo>
                  <a:pt x="80120" y="240669"/>
                  <a:pt x="141072" y="240669"/>
                  <a:pt x="203773" y="230206"/>
                </a:cubicBezTo>
                <a:cubicBezTo>
                  <a:pt x="210746" y="228456"/>
                  <a:pt x="217710" y="221482"/>
                  <a:pt x="217710" y="214507"/>
                </a:cubicBezTo>
                <a:cubicBezTo>
                  <a:pt x="217710" y="205793"/>
                  <a:pt x="219451" y="197070"/>
                  <a:pt x="219451" y="188345"/>
                </a:cubicBezTo>
                <a:cubicBezTo>
                  <a:pt x="221192" y="179633"/>
                  <a:pt x="215970" y="170908"/>
                  <a:pt x="208996" y="165682"/>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3" name="Freeform 42">
            <a:extLst>
              <a:ext uri="{FF2B5EF4-FFF2-40B4-BE49-F238E27FC236}">
                <a16:creationId xmlns:a16="http://schemas.microsoft.com/office/drawing/2014/main" id="{A52BC4D1-8C2D-4263-C388-5C64EE40BA91}"/>
              </a:ext>
            </a:extLst>
          </p:cNvPr>
          <p:cNvSpPr/>
          <p:nvPr/>
        </p:nvSpPr>
        <p:spPr>
          <a:xfrm>
            <a:off x="2362200" y="2260600"/>
            <a:ext cx="25706" cy="63586"/>
          </a:xfrm>
          <a:custGeom>
            <a:avLst/>
            <a:gdLst/>
            <a:ahLst/>
            <a:cxnLst/>
            <a:rect l="l" t="t" r="r" b="b"/>
            <a:pathLst>
              <a:path w="25706" h="63586">
                <a:moveTo>
                  <a:pt x="13710" y="63586"/>
                </a:moveTo>
                <a:cubicBezTo>
                  <a:pt x="6855" y="63586"/>
                  <a:pt x="0" y="56892"/>
                  <a:pt x="0" y="50201"/>
                </a:cubicBezTo>
                <a:cubicBezTo>
                  <a:pt x="0" y="11713"/>
                  <a:pt x="0" y="11713"/>
                  <a:pt x="0" y="11713"/>
                </a:cubicBezTo>
                <a:cubicBezTo>
                  <a:pt x="0" y="5019"/>
                  <a:pt x="6855" y="0"/>
                  <a:pt x="13710" y="0"/>
                </a:cubicBezTo>
                <a:cubicBezTo>
                  <a:pt x="20565" y="0"/>
                  <a:pt x="25706" y="5019"/>
                  <a:pt x="25706" y="11713"/>
                </a:cubicBezTo>
                <a:cubicBezTo>
                  <a:pt x="25706" y="50201"/>
                  <a:pt x="25706" y="50201"/>
                  <a:pt x="25706" y="50201"/>
                </a:cubicBezTo>
                <a:cubicBezTo>
                  <a:pt x="25706" y="56892"/>
                  <a:pt x="20565" y="63586"/>
                  <a:pt x="13710" y="63586"/>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4" name="Freeform 43">
            <a:extLst>
              <a:ext uri="{FF2B5EF4-FFF2-40B4-BE49-F238E27FC236}">
                <a16:creationId xmlns:a16="http://schemas.microsoft.com/office/drawing/2014/main" id="{9B0B4C7B-BB97-02D8-33C7-3C718F3BACB8}"/>
              </a:ext>
            </a:extLst>
          </p:cNvPr>
          <p:cNvSpPr/>
          <p:nvPr/>
        </p:nvSpPr>
        <p:spPr>
          <a:xfrm>
            <a:off x="2258978" y="2271599"/>
            <a:ext cx="47352" cy="59527"/>
          </a:xfrm>
          <a:custGeom>
            <a:avLst/>
            <a:gdLst/>
            <a:ahLst/>
            <a:cxnLst/>
            <a:rect l="l" t="t" r="r" b="b"/>
            <a:pathLst>
              <a:path w="47352" h="59527">
                <a:moveTo>
                  <a:pt x="33824" y="59528"/>
                </a:moveTo>
                <a:cubicBezTo>
                  <a:pt x="28749" y="59528"/>
                  <a:pt x="25366" y="57827"/>
                  <a:pt x="21986" y="54426"/>
                </a:cubicBezTo>
                <a:cubicBezTo>
                  <a:pt x="3382" y="20411"/>
                  <a:pt x="3382" y="20411"/>
                  <a:pt x="3382" y="20411"/>
                </a:cubicBezTo>
                <a:cubicBezTo>
                  <a:pt x="0" y="13606"/>
                  <a:pt x="1691" y="6805"/>
                  <a:pt x="6766" y="3402"/>
                </a:cubicBezTo>
                <a:cubicBezTo>
                  <a:pt x="13528" y="0"/>
                  <a:pt x="20294" y="1701"/>
                  <a:pt x="23676" y="8506"/>
                </a:cubicBezTo>
                <a:cubicBezTo>
                  <a:pt x="43970" y="42521"/>
                  <a:pt x="43970" y="42521"/>
                  <a:pt x="43970" y="42521"/>
                </a:cubicBezTo>
                <a:cubicBezTo>
                  <a:pt x="47352" y="47623"/>
                  <a:pt x="45662" y="56127"/>
                  <a:pt x="38896" y="59528"/>
                </a:cubicBezTo>
                <a:cubicBezTo>
                  <a:pt x="37205" y="59528"/>
                  <a:pt x="35514" y="59528"/>
                  <a:pt x="33824" y="5952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5" name="Freeform 44">
            <a:extLst>
              <a:ext uri="{FF2B5EF4-FFF2-40B4-BE49-F238E27FC236}">
                <a16:creationId xmlns:a16="http://schemas.microsoft.com/office/drawing/2014/main" id="{88E159D1-E204-7C76-81CE-D83A54D58A79}"/>
              </a:ext>
            </a:extLst>
          </p:cNvPr>
          <p:cNvSpPr/>
          <p:nvPr/>
        </p:nvSpPr>
        <p:spPr>
          <a:xfrm>
            <a:off x="2195417" y="2347797"/>
            <a:ext cx="62233" cy="45997"/>
          </a:xfrm>
          <a:custGeom>
            <a:avLst/>
            <a:gdLst/>
            <a:ahLst/>
            <a:cxnLst/>
            <a:rect l="l" t="t" r="r" b="b"/>
            <a:pathLst>
              <a:path w="62233" h="45997">
                <a:moveTo>
                  <a:pt x="47096" y="45997"/>
                </a:moveTo>
                <a:cubicBezTo>
                  <a:pt x="45413" y="45997"/>
                  <a:pt x="43730" y="45997"/>
                  <a:pt x="42051" y="44294"/>
                </a:cubicBezTo>
                <a:cubicBezTo>
                  <a:pt x="8410" y="23851"/>
                  <a:pt x="8410" y="23851"/>
                  <a:pt x="8410" y="23851"/>
                </a:cubicBezTo>
                <a:cubicBezTo>
                  <a:pt x="1683" y="20443"/>
                  <a:pt x="0" y="13628"/>
                  <a:pt x="3366" y="8518"/>
                </a:cubicBezTo>
                <a:cubicBezTo>
                  <a:pt x="6727" y="1703"/>
                  <a:pt x="15137" y="0"/>
                  <a:pt x="20183" y="3406"/>
                </a:cubicBezTo>
                <a:cubicBezTo>
                  <a:pt x="53823" y="23851"/>
                  <a:pt x="53823" y="23851"/>
                  <a:pt x="53823" y="23851"/>
                </a:cubicBezTo>
                <a:cubicBezTo>
                  <a:pt x="58869" y="27257"/>
                  <a:pt x="62233" y="34071"/>
                  <a:pt x="58869" y="39182"/>
                </a:cubicBezTo>
                <a:cubicBezTo>
                  <a:pt x="55506" y="44294"/>
                  <a:pt x="52140" y="45997"/>
                  <a:pt x="47096" y="45997"/>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6" name="Freeform 45">
            <a:extLst>
              <a:ext uri="{FF2B5EF4-FFF2-40B4-BE49-F238E27FC236}">
                <a16:creationId xmlns:a16="http://schemas.microsoft.com/office/drawing/2014/main" id="{5BC79689-18A2-D5FF-B2C2-70E6F90DED15}"/>
              </a:ext>
            </a:extLst>
          </p:cNvPr>
          <p:cNvSpPr/>
          <p:nvPr/>
        </p:nvSpPr>
        <p:spPr>
          <a:xfrm>
            <a:off x="2159000" y="2451100"/>
            <a:ext cx="63588" cy="22998"/>
          </a:xfrm>
          <a:custGeom>
            <a:avLst/>
            <a:gdLst/>
            <a:ahLst/>
            <a:cxnLst/>
            <a:rect l="l" t="t" r="r" b="b"/>
            <a:pathLst>
              <a:path w="63588" h="22998">
                <a:moveTo>
                  <a:pt x="51873" y="22998"/>
                </a:moveTo>
                <a:cubicBezTo>
                  <a:pt x="13386" y="22998"/>
                  <a:pt x="13386" y="22998"/>
                  <a:pt x="13386" y="22998"/>
                </a:cubicBezTo>
                <a:cubicBezTo>
                  <a:pt x="6694" y="22998"/>
                  <a:pt x="0" y="18070"/>
                  <a:pt x="0" y="11500"/>
                </a:cubicBezTo>
                <a:cubicBezTo>
                  <a:pt x="0" y="4929"/>
                  <a:pt x="6694" y="0"/>
                  <a:pt x="13386" y="0"/>
                </a:cubicBezTo>
                <a:cubicBezTo>
                  <a:pt x="51873" y="0"/>
                  <a:pt x="51873" y="0"/>
                  <a:pt x="51873" y="0"/>
                </a:cubicBezTo>
                <a:cubicBezTo>
                  <a:pt x="58567" y="0"/>
                  <a:pt x="63588" y="4929"/>
                  <a:pt x="63588" y="11500"/>
                </a:cubicBezTo>
                <a:cubicBezTo>
                  <a:pt x="63588" y="18070"/>
                  <a:pt x="58567" y="22998"/>
                  <a:pt x="51873" y="2299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7" name="Freeform 46">
            <a:extLst>
              <a:ext uri="{FF2B5EF4-FFF2-40B4-BE49-F238E27FC236}">
                <a16:creationId xmlns:a16="http://schemas.microsoft.com/office/drawing/2014/main" id="{6A96BFDD-92D8-2BD0-18BD-C600C71DE98D}"/>
              </a:ext>
            </a:extLst>
          </p:cNvPr>
          <p:cNvSpPr/>
          <p:nvPr/>
        </p:nvSpPr>
        <p:spPr>
          <a:xfrm>
            <a:off x="2182390" y="2525664"/>
            <a:ext cx="62233" cy="45998"/>
          </a:xfrm>
          <a:custGeom>
            <a:avLst/>
            <a:gdLst/>
            <a:ahLst/>
            <a:cxnLst/>
            <a:rect l="l" t="t" r="r" b="b"/>
            <a:pathLst>
              <a:path w="62233" h="45998">
                <a:moveTo>
                  <a:pt x="15137" y="45998"/>
                </a:moveTo>
                <a:cubicBezTo>
                  <a:pt x="10091" y="45998"/>
                  <a:pt x="6727" y="42592"/>
                  <a:pt x="3364" y="39185"/>
                </a:cubicBezTo>
                <a:cubicBezTo>
                  <a:pt x="0" y="34073"/>
                  <a:pt x="3364" y="25555"/>
                  <a:pt x="8410" y="22148"/>
                </a:cubicBezTo>
                <a:cubicBezTo>
                  <a:pt x="42049" y="3408"/>
                  <a:pt x="42049" y="3408"/>
                  <a:pt x="42049" y="3408"/>
                </a:cubicBezTo>
                <a:cubicBezTo>
                  <a:pt x="48776" y="0"/>
                  <a:pt x="55504" y="1705"/>
                  <a:pt x="58867" y="6815"/>
                </a:cubicBezTo>
                <a:cubicBezTo>
                  <a:pt x="62232" y="13630"/>
                  <a:pt x="60549" y="20445"/>
                  <a:pt x="53822" y="23852"/>
                </a:cubicBezTo>
                <a:cubicBezTo>
                  <a:pt x="20181" y="44295"/>
                  <a:pt x="20181" y="44295"/>
                  <a:pt x="20181" y="44295"/>
                </a:cubicBezTo>
                <a:cubicBezTo>
                  <a:pt x="18502" y="44295"/>
                  <a:pt x="16819" y="45998"/>
                  <a:pt x="15137" y="4599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8" name="Freeform 47">
            <a:extLst>
              <a:ext uri="{FF2B5EF4-FFF2-40B4-BE49-F238E27FC236}">
                <a16:creationId xmlns:a16="http://schemas.microsoft.com/office/drawing/2014/main" id="{8F783BDC-3B95-4352-99DF-5D7E16BC892E}"/>
              </a:ext>
            </a:extLst>
          </p:cNvPr>
          <p:cNvSpPr/>
          <p:nvPr/>
        </p:nvSpPr>
        <p:spPr>
          <a:xfrm>
            <a:off x="2500217" y="2538297"/>
            <a:ext cx="62235" cy="45997"/>
          </a:xfrm>
          <a:custGeom>
            <a:avLst/>
            <a:gdLst/>
            <a:ahLst/>
            <a:cxnLst/>
            <a:rect l="l" t="t" r="r" b="b"/>
            <a:pathLst>
              <a:path w="62235" h="45997">
                <a:moveTo>
                  <a:pt x="48780" y="45997"/>
                </a:moveTo>
                <a:cubicBezTo>
                  <a:pt x="45415" y="45997"/>
                  <a:pt x="43733" y="45997"/>
                  <a:pt x="42052" y="44294"/>
                </a:cubicBezTo>
                <a:cubicBezTo>
                  <a:pt x="8410" y="25554"/>
                  <a:pt x="8410" y="25554"/>
                  <a:pt x="8410" y="25554"/>
                </a:cubicBezTo>
                <a:cubicBezTo>
                  <a:pt x="1683" y="22146"/>
                  <a:pt x="0" y="13628"/>
                  <a:pt x="3366" y="8518"/>
                </a:cubicBezTo>
                <a:cubicBezTo>
                  <a:pt x="6729" y="1703"/>
                  <a:pt x="15139" y="0"/>
                  <a:pt x="20183" y="3406"/>
                </a:cubicBezTo>
                <a:cubicBezTo>
                  <a:pt x="53825" y="23851"/>
                  <a:pt x="53825" y="23851"/>
                  <a:pt x="53825" y="23851"/>
                </a:cubicBezTo>
                <a:cubicBezTo>
                  <a:pt x="60553" y="27257"/>
                  <a:pt x="62235" y="34071"/>
                  <a:pt x="58870" y="39182"/>
                </a:cubicBezTo>
                <a:cubicBezTo>
                  <a:pt x="57191" y="44294"/>
                  <a:pt x="52143" y="45997"/>
                  <a:pt x="48780" y="45997"/>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9" name="Freeform 48">
            <a:extLst>
              <a:ext uri="{FF2B5EF4-FFF2-40B4-BE49-F238E27FC236}">
                <a16:creationId xmlns:a16="http://schemas.microsoft.com/office/drawing/2014/main" id="{5FD30585-1182-1E87-DBED-249A98131618}"/>
              </a:ext>
            </a:extLst>
          </p:cNvPr>
          <p:cNvSpPr/>
          <p:nvPr/>
        </p:nvSpPr>
        <p:spPr>
          <a:xfrm>
            <a:off x="2527300" y="2463800"/>
            <a:ext cx="62234" cy="22998"/>
          </a:xfrm>
          <a:custGeom>
            <a:avLst/>
            <a:gdLst/>
            <a:ahLst/>
            <a:cxnLst/>
            <a:rect l="l" t="t" r="r" b="b"/>
            <a:pathLst>
              <a:path w="62234" h="22998">
                <a:moveTo>
                  <a:pt x="50461" y="22998"/>
                </a:moveTo>
                <a:cubicBezTo>
                  <a:pt x="11773" y="22998"/>
                  <a:pt x="11773" y="22998"/>
                  <a:pt x="11773" y="22998"/>
                </a:cubicBezTo>
                <a:cubicBezTo>
                  <a:pt x="5044" y="22998"/>
                  <a:pt x="0" y="18070"/>
                  <a:pt x="0" y="11500"/>
                </a:cubicBezTo>
                <a:cubicBezTo>
                  <a:pt x="0" y="4929"/>
                  <a:pt x="5044" y="0"/>
                  <a:pt x="11773" y="0"/>
                </a:cubicBezTo>
                <a:cubicBezTo>
                  <a:pt x="50461" y="0"/>
                  <a:pt x="50461" y="0"/>
                  <a:pt x="50461" y="0"/>
                </a:cubicBezTo>
                <a:cubicBezTo>
                  <a:pt x="57189" y="0"/>
                  <a:pt x="62234" y="4929"/>
                  <a:pt x="62234" y="11500"/>
                </a:cubicBezTo>
                <a:cubicBezTo>
                  <a:pt x="62234" y="18070"/>
                  <a:pt x="57189" y="22998"/>
                  <a:pt x="50461" y="2299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0" name="Freeform 49">
            <a:extLst>
              <a:ext uri="{FF2B5EF4-FFF2-40B4-BE49-F238E27FC236}">
                <a16:creationId xmlns:a16="http://schemas.microsoft.com/office/drawing/2014/main" id="{3957F574-629D-1D0F-C4CB-1A4F6EC922D2}"/>
              </a:ext>
            </a:extLst>
          </p:cNvPr>
          <p:cNvSpPr/>
          <p:nvPr/>
        </p:nvSpPr>
        <p:spPr>
          <a:xfrm>
            <a:off x="2500217" y="2360497"/>
            <a:ext cx="62233" cy="45997"/>
          </a:xfrm>
          <a:custGeom>
            <a:avLst/>
            <a:gdLst/>
            <a:ahLst/>
            <a:cxnLst/>
            <a:rect l="l" t="t" r="r" b="b"/>
            <a:pathLst>
              <a:path w="62233" h="45997">
                <a:moveTo>
                  <a:pt x="13456" y="45997"/>
                </a:moveTo>
                <a:cubicBezTo>
                  <a:pt x="10093" y="45997"/>
                  <a:pt x="5045" y="44294"/>
                  <a:pt x="3366" y="40886"/>
                </a:cubicBezTo>
                <a:cubicBezTo>
                  <a:pt x="0" y="34071"/>
                  <a:pt x="1683" y="27257"/>
                  <a:pt x="8410" y="23851"/>
                </a:cubicBezTo>
                <a:cubicBezTo>
                  <a:pt x="42051" y="3406"/>
                  <a:pt x="42051" y="3406"/>
                  <a:pt x="42051" y="3406"/>
                </a:cubicBezTo>
                <a:cubicBezTo>
                  <a:pt x="47096" y="0"/>
                  <a:pt x="55506" y="1703"/>
                  <a:pt x="58869" y="8518"/>
                </a:cubicBezTo>
                <a:cubicBezTo>
                  <a:pt x="62233" y="13628"/>
                  <a:pt x="58869" y="22146"/>
                  <a:pt x="53823" y="25554"/>
                </a:cubicBezTo>
                <a:cubicBezTo>
                  <a:pt x="20183" y="44294"/>
                  <a:pt x="20183" y="44294"/>
                  <a:pt x="20183" y="44294"/>
                </a:cubicBezTo>
                <a:cubicBezTo>
                  <a:pt x="18503" y="45997"/>
                  <a:pt x="15137" y="45997"/>
                  <a:pt x="13456" y="45997"/>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1" name="Freeform 50">
            <a:extLst>
              <a:ext uri="{FF2B5EF4-FFF2-40B4-BE49-F238E27FC236}">
                <a16:creationId xmlns:a16="http://schemas.microsoft.com/office/drawing/2014/main" id="{4A9A299C-F477-027A-74D7-6CA3D55F16EC}"/>
              </a:ext>
            </a:extLst>
          </p:cNvPr>
          <p:cNvSpPr/>
          <p:nvPr/>
        </p:nvSpPr>
        <p:spPr>
          <a:xfrm>
            <a:off x="2449431" y="2284368"/>
            <a:ext cx="48705" cy="59527"/>
          </a:xfrm>
          <a:custGeom>
            <a:avLst/>
            <a:gdLst/>
            <a:ahLst/>
            <a:cxnLst/>
            <a:rect l="l" t="t" r="r" b="b"/>
            <a:pathLst>
              <a:path w="48705" h="59527">
                <a:moveTo>
                  <a:pt x="13916" y="59527"/>
                </a:moveTo>
                <a:cubicBezTo>
                  <a:pt x="12177" y="59527"/>
                  <a:pt x="8697" y="59527"/>
                  <a:pt x="6959" y="57827"/>
                </a:cubicBezTo>
                <a:cubicBezTo>
                  <a:pt x="1739" y="54426"/>
                  <a:pt x="0" y="47621"/>
                  <a:pt x="3480" y="40818"/>
                </a:cubicBezTo>
                <a:cubicBezTo>
                  <a:pt x="22614" y="6805"/>
                  <a:pt x="22614" y="6805"/>
                  <a:pt x="22614" y="6805"/>
                </a:cubicBezTo>
                <a:cubicBezTo>
                  <a:pt x="26091" y="1701"/>
                  <a:pt x="33049" y="0"/>
                  <a:pt x="40008" y="3401"/>
                </a:cubicBezTo>
                <a:cubicBezTo>
                  <a:pt x="45226" y="6805"/>
                  <a:pt x="48705" y="13606"/>
                  <a:pt x="45226" y="18710"/>
                </a:cubicBezTo>
                <a:cubicBezTo>
                  <a:pt x="24352" y="54426"/>
                  <a:pt x="24352" y="54426"/>
                  <a:pt x="24352" y="54426"/>
                </a:cubicBezTo>
                <a:cubicBezTo>
                  <a:pt x="22614" y="57827"/>
                  <a:pt x="17394" y="59527"/>
                  <a:pt x="13916" y="59527"/>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2" name="Freeform 51">
            <a:extLst>
              <a:ext uri="{FF2B5EF4-FFF2-40B4-BE49-F238E27FC236}">
                <a16:creationId xmlns:a16="http://schemas.microsoft.com/office/drawing/2014/main" id="{6E688BC9-B9EF-28A1-0AF7-4D0ACD5AC80B}"/>
              </a:ext>
            </a:extLst>
          </p:cNvPr>
          <p:cNvSpPr/>
          <p:nvPr/>
        </p:nvSpPr>
        <p:spPr>
          <a:xfrm>
            <a:off x="2260600" y="2362200"/>
            <a:ext cx="228639" cy="274634"/>
          </a:xfrm>
          <a:custGeom>
            <a:avLst/>
            <a:gdLst/>
            <a:ahLst/>
            <a:cxnLst/>
            <a:rect l="l" t="t" r="r" b="b"/>
            <a:pathLst>
              <a:path w="228639" h="274634">
                <a:moveTo>
                  <a:pt x="228639" y="113579"/>
                </a:moveTo>
                <a:cubicBezTo>
                  <a:pt x="228639" y="50858"/>
                  <a:pt x="177449" y="0"/>
                  <a:pt x="114319" y="0"/>
                </a:cubicBezTo>
                <a:cubicBezTo>
                  <a:pt x="51190" y="0"/>
                  <a:pt x="0" y="50858"/>
                  <a:pt x="0" y="113579"/>
                </a:cubicBezTo>
                <a:cubicBezTo>
                  <a:pt x="0" y="116973"/>
                  <a:pt x="0" y="120368"/>
                  <a:pt x="0" y="123750"/>
                </a:cubicBezTo>
                <a:cubicBezTo>
                  <a:pt x="0" y="125454"/>
                  <a:pt x="1704" y="169523"/>
                  <a:pt x="44362" y="223775"/>
                </a:cubicBezTo>
                <a:cubicBezTo>
                  <a:pt x="58017" y="240725"/>
                  <a:pt x="52894" y="274634"/>
                  <a:pt x="52894" y="274634"/>
                </a:cubicBezTo>
                <a:cubicBezTo>
                  <a:pt x="69957" y="274634"/>
                  <a:pt x="87020" y="274634"/>
                  <a:pt x="105788" y="274634"/>
                </a:cubicBezTo>
                <a:cubicBezTo>
                  <a:pt x="110912" y="274634"/>
                  <a:pt x="116023" y="274634"/>
                  <a:pt x="121147" y="274634"/>
                </a:cubicBezTo>
                <a:cubicBezTo>
                  <a:pt x="139915" y="274634"/>
                  <a:pt x="156977" y="274634"/>
                  <a:pt x="174041" y="274634"/>
                </a:cubicBezTo>
                <a:cubicBezTo>
                  <a:pt x="174041" y="274634"/>
                  <a:pt x="168918" y="240725"/>
                  <a:pt x="182573" y="223775"/>
                </a:cubicBezTo>
                <a:cubicBezTo>
                  <a:pt x="225231" y="169523"/>
                  <a:pt x="228639" y="125454"/>
                  <a:pt x="226935" y="123750"/>
                </a:cubicBezTo>
                <a:cubicBezTo>
                  <a:pt x="226935" y="120368"/>
                  <a:pt x="228639" y="116973"/>
                  <a:pt x="228639" y="113579"/>
                </a:cubicBezTo>
                <a:close/>
                <a:moveTo>
                  <a:pt x="100665" y="254291"/>
                </a:moveTo>
                <a:cubicBezTo>
                  <a:pt x="100665" y="200038"/>
                  <a:pt x="100665" y="200038"/>
                  <a:pt x="100665" y="200038"/>
                </a:cubicBezTo>
                <a:cubicBezTo>
                  <a:pt x="100665" y="198347"/>
                  <a:pt x="100665" y="198347"/>
                  <a:pt x="98961" y="196656"/>
                </a:cubicBezTo>
                <a:cubicBezTo>
                  <a:pt x="76784" y="154266"/>
                  <a:pt x="76784" y="154266"/>
                  <a:pt x="76784" y="154266"/>
                </a:cubicBezTo>
                <a:cubicBezTo>
                  <a:pt x="78489" y="154266"/>
                  <a:pt x="80193" y="154266"/>
                  <a:pt x="81897" y="152574"/>
                </a:cubicBezTo>
                <a:cubicBezTo>
                  <a:pt x="85316" y="152574"/>
                  <a:pt x="88725" y="149179"/>
                  <a:pt x="92133" y="147489"/>
                </a:cubicBezTo>
                <a:cubicBezTo>
                  <a:pt x="95552" y="150884"/>
                  <a:pt x="100665" y="154266"/>
                  <a:pt x="104084" y="154266"/>
                </a:cubicBezTo>
                <a:cubicBezTo>
                  <a:pt x="110912" y="155969"/>
                  <a:pt x="117728" y="152574"/>
                  <a:pt x="124555" y="147489"/>
                </a:cubicBezTo>
                <a:cubicBezTo>
                  <a:pt x="124555" y="147489"/>
                  <a:pt x="124555" y="147489"/>
                  <a:pt x="124555" y="149179"/>
                </a:cubicBezTo>
                <a:cubicBezTo>
                  <a:pt x="127974" y="154266"/>
                  <a:pt x="133087" y="155969"/>
                  <a:pt x="136506" y="155969"/>
                </a:cubicBezTo>
                <a:cubicBezTo>
                  <a:pt x="138210" y="155969"/>
                  <a:pt x="138210" y="155969"/>
                  <a:pt x="138210" y="155969"/>
                </a:cubicBezTo>
                <a:cubicBezTo>
                  <a:pt x="139915" y="155969"/>
                  <a:pt x="141619" y="155969"/>
                  <a:pt x="143323" y="154266"/>
                </a:cubicBezTo>
                <a:cubicBezTo>
                  <a:pt x="121147" y="196656"/>
                  <a:pt x="121147" y="196656"/>
                  <a:pt x="121147" y="196656"/>
                </a:cubicBezTo>
                <a:cubicBezTo>
                  <a:pt x="121147" y="198347"/>
                  <a:pt x="121147" y="198347"/>
                  <a:pt x="121147" y="200038"/>
                </a:cubicBezTo>
                <a:cubicBezTo>
                  <a:pt x="121147" y="254291"/>
                  <a:pt x="121147" y="254291"/>
                  <a:pt x="121147" y="254291"/>
                </a:cubicBezTo>
                <a:lnTo>
                  <a:pt x="100665" y="254291"/>
                </a:lnTo>
                <a:close/>
                <a:moveTo>
                  <a:pt x="93848" y="122060"/>
                </a:moveTo>
                <a:cubicBezTo>
                  <a:pt x="93848" y="122060"/>
                  <a:pt x="93848" y="122060"/>
                  <a:pt x="93848" y="122060"/>
                </a:cubicBezTo>
                <a:cubicBezTo>
                  <a:pt x="93848" y="122060"/>
                  <a:pt x="93848" y="122060"/>
                  <a:pt x="95552" y="122060"/>
                </a:cubicBezTo>
                <a:cubicBezTo>
                  <a:pt x="97257" y="122060"/>
                  <a:pt x="97257" y="122060"/>
                  <a:pt x="97257" y="125454"/>
                </a:cubicBezTo>
                <a:cubicBezTo>
                  <a:pt x="97257" y="127145"/>
                  <a:pt x="95552" y="130541"/>
                  <a:pt x="93848" y="135626"/>
                </a:cubicBezTo>
                <a:cubicBezTo>
                  <a:pt x="92133" y="128836"/>
                  <a:pt x="92133" y="123750"/>
                  <a:pt x="93848" y="122060"/>
                </a:cubicBezTo>
                <a:close/>
                <a:moveTo>
                  <a:pt x="126260" y="120368"/>
                </a:moveTo>
                <a:cubicBezTo>
                  <a:pt x="126260" y="118665"/>
                  <a:pt x="127974" y="118665"/>
                  <a:pt x="127974" y="118665"/>
                </a:cubicBezTo>
                <a:cubicBezTo>
                  <a:pt x="127974" y="118665"/>
                  <a:pt x="127974" y="118665"/>
                  <a:pt x="127974" y="118665"/>
                </a:cubicBezTo>
                <a:cubicBezTo>
                  <a:pt x="129678" y="118665"/>
                  <a:pt x="129678" y="118665"/>
                  <a:pt x="129678" y="118665"/>
                </a:cubicBezTo>
                <a:cubicBezTo>
                  <a:pt x="129678" y="120368"/>
                  <a:pt x="129678" y="125454"/>
                  <a:pt x="126260" y="132231"/>
                </a:cubicBezTo>
                <a:cubicBezTo>
                  <a:pt x="124555" y="127145"/>
                  <a:pt x="124555" y="122060"/>
                  <a:pt x="126260" y="120368"/>
                </a:cubicBezTo>
                <a:close/>
                <a:moveTo>
                  <a:pt x="208167" y="116973"/>
                </a:moveTo>
                <a:cubicBezTo>
                  <a:pt x="206452" y="130541"/>
                  <a:pt x="206452" y="130541"/>
                  <a:pt x="206452" y="130541"/>
                </a:cubicBezTo>
                <a:cubicBezTo>
                  <a:pt x="206452" y="130541"/>
                  <a:pt x="206452" y="130541"/>
                  <a:pt x="206452" y="130541"/>
                </a:cubicBezTo>
                <a:cubicBezTo>
                  <a:pt x="204748" y="142403"/>
                  <a:pt x="196216" y="174608"/>
                  <a:pt x="167213" y="211913"/>
                </a:cubicBezTo>
                <a:cubicBezTo>
                  <a:pt x="156977" y="223775"/>
                  <a:pt x="153558" y="240725"/>
                  <a:pt x="153558" y="254291"/>
                </a:cubicBezTo>
                <a:cubicBezTo>
                  <a:pt x="134791" y="254291"/>
                  <a:pt x="134791" y="254291"/>
                  <a:pt x="134791" y="254291"/>
                </a:cubicBezTo>
                <a:cubicBezTo>
                  <a:pt x="134791" y="201742"/>
                  <a:pt x="134791" y="201742"/>
                  <a:pt x="134791" y="201742"/>
                </a:cubicBezTo>
                <a:cubicBezTo>
                  <a:pt x="160386" y="152574"/>
                  <a:pt x="160386" y="152574"/>
                  <a:pt x="160386" y="152574"/>
                </a:cubicBezTo>
                <a:cubicBezTo>
                  <a:pt x="162090" y="149179"/>
                  <a:pt x="160386" y="144094"/>
                  <a:pt x="156977" y="142403"/>
                </a:cubicBezTo>
                <a:cubicBezTo>
                  <a:pt x="153558" y="140712"/>
                  <a:pt x="150151" y="142403"/>
                  <a:pt x="148446" y="145797"/>
                </a:cubicBezTo>
                <a:cubicBezTo>
                  <a:pt x="145026" y="147489"/>
                  <a:pt x="141619" y="149179"/>
                  <a:pt x="138210" y="149179"/>
                </a:cubicBezTo>
                <a:cubicBezTo>
                  <a:pt x="134791" y="149179"/>
                  <a:pt x="133087" y="147489"/>
                  <a:pt x="131383" y="144094"/>
                </a:cubicBezTo>
                <a:cubicBezTo>
                  <a:pt x="129678" y="144094"/>
                  <a:pt x="129678" y="142403"/>
                  <a:pt x="127974" y="140712"/>
                </a:cubicBezTo>
                <a:cubicBezTo>
                  <a:pt x="127974" y="140712"/>
                  <a:pt x="127974" y="140712"/>
                  <a:pt x="127974" y="140712"/>
                </a:cubicBezTo>
                <a:cubicBezTo>
                  <a:pt x="134791" y="132231"/>
                  <a:pt x="138210" y="122060"/>
                  <a:pt x="134791" y="115283"/>
                </a:cubicBezTo>
                <a:cubicBezTo>
                  <a:pt x="134791" y="111888"/>
                  <a:pt x="131383" y="110197"/>
                  <a:pt x="127974" y="111888"/>
                </a:cubicBezTo>
                <a:cubicBezTo>
                  <a:pt x="124555" y="111888"/>
                  <a:pt x="121147" y="113579"/>
                  <a:pt x="119442" y="116973"/>
                </a:cubicBezTo>
                <a:cubicBezTo>
                  <a:pt x="117728" y="122060"/>
                  <a:pt x="117728" y="132231"/>
                  <a:pt x="121147" y="139008"/>
                </a:cubicBezTo>
                <a:cubicBezTo>
                  <a:pt x="116023" y="144094"/>
                  <a:pt x="110912" y="149179"/>
                  <a:pt x="105788" y="147489"/>
                </a:cubicBezTo>
                <a:cubicBezTo>
                  <a:pt x="102380" y="147489"/>
                  <a:pt x="98961" y="145797"/>
                  <a:pt x="97257" y="142403"/>
                </a:cubicBezTo>
                <a:cubicBezTo>
                  <a:pt x="102380" y="135626"/>
                  <a:pt x="104084" y="130541"/>
                  <a:pt x="104084" y="123750"/>
                </a:cubicBezTo>
                <a:cubicBezTo>
                  <a:pt x="104084" y="120368"/>
                  <a:pt x="102380" y="115283"/>
                  <a:pt x="97257" y="115283"/>
                </a:cubicBezTo>
                <a:cubicBezTo>
                  <a:pt x="93848" y="113579"/>
                  <a:pt x="90429" y="115283"/>
                  <a:pt x="88725" y="116973"/>
                </a:cubicBezTo>
                <a:cubicBezTo>
                  <a:pt x="83612" y="122060"/>
                  <a:pt x="85316" y="130541"/>
                  <a:pt x="87020" y="137317"/>
                </a:cubicBezTo>
                <a:cubicBezTo>
                  <a:pt x="87020" y="139008"/>
                  <a:pt x="87020" y="140712"/>
                  <a:pt x="88725" y="140712"/>
                </a:cubicBezTo>
                <a:cubicBezTo>
                  <a:pt x="85316" y="144094"/>
                  <a:pt x="81897" y="145797"/>
                  <a:pt x="80193" y="147489"/>
                </a:cubicBezTo>
                <a:cubicBezTo>
                  <a:pt x="76784" y="147489"/>
                  <a:pt x="75080" y="147489"/>
                  <a:pt x="73365" y="147489"/>
                </a:cubicBezTo>
                <a:cubicBezTo>
                  <a:pt x="73365" y="145797"/>
                  <a:pt x="73365" y="145797"/>
                  <a:pt x="73365" y="145797"/>
                </a:cubicBezTo>
                <a:cubicBezTo>
                  <a:pt x="71661" y="142403"/>
                  <a:pt x="68254" y="140712"/>
                  <a:pt x="64834" y="142403"/>
                </a:cubicBezTo>
                <a:cubicBezTo>
                  <a:pt x="64834" y="142403"/>
                  <a:pt x="64834" y="142403"/>
                  <a:pt x="63129" y="142403"/>
                </a:cubicBezTo>
                <a:cubicBezTo>
                  <a:pt x="63129" y="142403"/>
                  <a:pt x="63129" y="142403"/>
                  <a:pt x="63129" y="142403"/>
                </a:cubicBezTo>
                <a:cubicBezTo>
                  <a:pt x="63129" y="142403"/>
                  <a:pt x="63129" y="142403"/>
                  <a:pt x="63129" y="142403"/>
                </a:cubicBezTo>
                <a:cubicBezTo>
                  <a:pt x="63129" y="142403"/>
                  <a:pt x="63129" y="142403"/>
                  <a:pt x="63129" y="142403"/>
                </a:cubicBezTo>
                <a:cubicBezTo>
                  <a:pt x="63129" y="142403"/>
                  <a:pt x="63129" y="142403"/>
                  <a:pt x="63129" y="142403"/>
                </a:cubicBezTo>
                <a:cubicBezTo>
                  <a:pt x="59722" y="144094"/>
                  <a:pt x="59722" y="149179"/>
                  <a:pt x="61426" y="152574"/>
                </a:cubicBezTo>
                <a:cubicBezTo>
                  <a:pt x="87020" y="201742"/>
                  <a:pt x="87020" y="201742"/>
                  <a:pt x="87020" y="201742"/>
                </a:cubicBezTo>
                <a:cubicBezTo>
                  <a:pt x="87020" y="254291"/>
                  <a:pt x="87020" y="254291"/>
                  <a:pt x="87020" y="254291"/>
                </a:cubicBezTo>
                <a:cubicBezTo>
                  <a:pt x="73365" y="254291"/>
                  <a:pt x="73365" y="254291"/>
                  <a:pt x="73365" y="254291"/>
                </a:cubicBezTo>
                <a:cubicBezTo>
                  <a:pt x="73365" y="240725"/>
                  <a:pt x="69957" y="223775"/>
                  <a:pt x="61426" y="211913"/>
                </a:cubicBezTo>
                <a:cubicBezTo>
                  <a:pt x="30707" y="174608"/>
                  <a:pt x="22187" y="142403"/>
                  <a:pt x="20471" y="130541"/>
                </a:cubicBezTo>
                <a:cubicBezTo>
                  <a:pt x="20471" y="130541"/>
                  <a:pt x="20471" y="130541"/>
                  <a:pt x="20471" y="130541"/>
                </a:cubicBezTo>
                <a:cubicBezTo>
                  <a:pt x="18768" y="116973"/>
                  <a:pt x="18768" y="116973"/>
                  <a:pt x="18768" y="116973"/>
                </a:cubicBezTo>
                <a:cubicBezTo>
                  <a:pt x="18768" y="115283"/>
                  <a:pt x="18768" y="113579"/>
                  <a:pt x="18768" y="113579"/>
                </a:cubicBezTo>
                <a:cubicBezTo>
                  <a:pt x="18768" y="61030"/>
                  <a:pt x="61426" y="18652"/>
                  <a:pt x="114319" y="18652"/>
                </a:cubicBezTo>
                <a:cubicBezTo>
                  <a:pt x="165509" y="18652"/>
                  <a:pt x="208167" y="61030"/>
                  <a:pt x="208167" y="113579"/>
                </a:cubicBezTo>
                <a:cubicBezTo>
                  <a:pt x="208167" y="113579"/>
                  <a:pt x="208167" y="115283"/>
                  <a:pt x="208167" y="116973"/>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3" name="Freeform 52">
            <a:extLst>
              <a:ext uri="{FF2B5EF4-FFF2-40B4-BE49-F238E27FC236}">
                <a16:creationId xmlns:a16="http://schemas.microsoft.com/office/drawing/2014/main" id="{2B629E9A-7805-74F1-F217-3E50B0D814D9}"/>
              </a:ext>
            </a:extLst>
          </p:cNvPr>
          <p:cNvSpPr/>
          <p:nvPr/>
        </p:nvSpPr>
        <p:spPr>
          <a:xfrm>
            <a:off x="2311400" y="2641600"/>
            <a:ext cx="120409" cy="68998"/>
          </a:xfrm>
          <a:custGeom>
            <a:avLst/>
            <a:gdLst/>
            <a:ahLst/>
            <a:cxnLst/>
            <a:rect l="l" t="t" r="r" b="b"/>
            <a:pathLst>
              <a:path w="120409" h="68998">
                <a:moveTo>
                  <a:pt x="0" y="10349"/>
                </a:moveTo>
                <a:cubicBezTo>
                  <a:pt x="5089" y="10349"/>
                  <a:pt x="5089" y="10349"/>
                  <a:pt x="5089" y="10349"/>
                </a:cubicBezTo>
                <a:cubicBezTo>
                  <a:pt x="5089" y="18975"/>
                  <a:pt x="5089" y="18975"/>
                  <a:pt x="5089" y="18975"/>
                </a:cubicBezTo>
                <a:cubicBezTo>
                  <a:pt x="0" y="18975"/>
                  <a:pt x="0" y="18975"/>
                  <a:pt x="0" y="18975"/>
                </a:cubicBezTo>
                <a:cubicBezTo>
                  <a:pt x="0" y="29324"/>
                  <a:pt x="0" y="29324"/>
                  <a:pt x="0" y="29324"/>
                </a:cubicBezTo>
                <a:cubicBezTo>
                  <a:pt x="5089" y="29324"/>
                  <a:pt x="5089" y="29324"/>
                  <a:pt x="5089" y="29324"/>
                </a:cubicBezTo>
                <a:cubicBezTo>
                  <a:pt x="5089" y="37949"/>
                  <a:pt x="5089" y="37949"/>
                  <a:pt x="5089" y="37949"/>
                </a:cubicBezTo>
                <a:cubicBezTo>
                  <a:pt x="0" y="37949"/>
                  <a:pt x="0" y="37949"/>
                  <a:pt x="0" y="37949"/>
                </a:cubicBezTo>
                <a:cubicBezTo>
                  <a:pt x="1694" y="48298"/>
                  <a:pt x="11873" y="58649"/>
                  <a:pt x="27136" y="58649"/>
                </a:cubicBezTo>
                <a:cubicBezTo>
                  <a:pt x="28832" y="65549"/>
                  <a:pt x="33920" y="68998"/>
                  <a:pt x="40700" y="68998"/>
                </a:cubicBezTo>
                <a:cubicBezTo>
                  <a:pt x="79709" y="68998"/>
                  <a:pt x="79709" y="68998"/>
                  <a:pt x="79709" y="68998"/>
                </a:cubicBezTo>
                <a:cubicBezTo>
                  <a:pt x="86488" y="68998"/>
                  <a:pt x="91577" y="65549"/>
                  <a:pt x="94973" y="58649"/>
                </a:cubicBezTo>
                <a:cubicBezTo>
                  <a:pt x="108535" y="58649"/>
                  <a:pt x="118715" y="48298"/>
                  <a:pt x="120409" y="37949"/>
                </a:cubicBezTo>
                <a:cubicBezTo>
                  <a:pt x="115320" y="37949"/>
                  <a:pt x="115320" y="37949"/>
                  <a:pt x="115320" y="37949"/>
                </a:cubicBezTo>
                <a:cubicBezTo>
                  <a:pt x="115320" y="29324"/>
                  <a:pt x="115320" y="29324"/>
                  <a:pt x="115320" y="29324"/>
                </a:cubicBezTo>
                <a:cubicBezTo>
                  <a:pt x="120409" y="29324"/>
                  <a:pt x="120409" y="29324"/>
                  <a:pt x="120409" y="29324"/>
                </a:cubicBezTo>
                <a:cubicBezTo>
                  <a:pt x="120409" y="18975"/>
                  <a:pt x="120409" y="18975"/>
                  <a:pt x="120409" y="18975"/>
                </a:cubicBezTo>
                <a:cubicBezTo>
                  <a:pt x="115320" y="18975"/>
                  <a:pt x="115320" y="18975"/>
                  <a:pt x="115320" y="18975"/>
                </a:cubicBezTo>
                <a:cubicBezTo>
                  <a:pt x="115320" y="10349"/>
                  <a:pt x="115320" y="10349"/>
                  <a:pt x="115320" y="10349"/>
                </a:cubicBezTo>
                <a:cubicBezTo>
                  <a:pt x="120409" y="10349"/>
                  <a:pt x="120409" y="10349"/>
                  <a:pt x="120409" y="10349"/>
                </a:cubicBezTo>
                <a:cubicBezTo>
                  <a:pt x="120409" y="0"/>
                  <a:pt x="120409" y="0"/>
                  <a:pt x="120409" y="0"/>
                </a:cubicBezTo>
                <a:cubicBezTo>
                  <a:pt x="0" y="0"/>
                  <a:pt x="0" y="0"/>
                  <a:pt x="0" y="0"/>
                </a:cubicBezTo>
                <a:lnTo>
                  <a:pt x="0" y="10349"/>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Tree>
    <p:extLst>
      <p:ext uri="{BB962C8B-B14F-4D97-AF65-F5344CB8AC3E}">
        <p14:creationId xmlns:p14="http://schemas.microsoft.com/office/powerpoint/2010/main" val="26902266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4_标题幻灯片">
    <p:spTree>
      <p:nvGrpSpPr>
        <p:cNvPr id="1" name=""/>
        <p:cNvGrpSpPr/>
        <p:nvPr/>
      </p:nvGrpSpPr>
      <p:grpSpPr>
        <a:xfrm>
          <a:off x="0" y="0"/>
          <a:ext cx="0" cy="0"/>
          <a:chOff x="0" y="0"/>
          <a:chExt cx="0" cy="0"/>
        </a:xfrm>
      </p:grpSpPr>
      <p:sp>
        <p:nvSpPr>
          <p:cNvPr id="24" name="矩形 23">
            <a:extLst>
              <a:ext uri="{FF2B5EF4-FFF2-40B4-BE49-F238E27FC236}">
                <a16:creationId xmlns:a16="http://schemas.microsoft.com/office/drawing/2014/main" id="{6FDE90AF-D06B-A0A7-4121-3791C83777E6}"/>
              </a:ext>
            </a:extLst>
          </p:cNvPr>
          <p:cNvSpPr/>
          <p:nvPr/>
        </p:nvSpPr>
        <p:spPr>
          <a:xfrm>
            <a:off x="666750" y="2740061"/>
            <a:ext cx="10858500" cy="134411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AutoShape 13">
            <a:extLst>
              <a:ext uri="{FF2B5EF4-FFF2-40B4-BE49-F238E27FC236}">
                <a16:creationId xmlns:a16="http://schemas.microsoft.com/office/drawing/2014/main" id="{6557337C-E8A3-E738-19B1-E705B4956512}"/>
              </a:ext>
            </a:extLst>
          </p:cNvPr>
          <p:cNvSpPr/>
          <p:nvPr/>
        </p:nvSpPr>
        <p:spPr>
          <a:xfrm>
            <a:off x="4565650" y="1430925"/>
            <a:ext cx="3060700" cy="3644900"/>
          </a:xfrm>
          <a:prstGeom prst="roundRect">
            <a:avLst>
              <a:gd name="adj" fmla="val 3319"/>
            </a:avLst>
          </a:prstGeom>
          <a:solidFill>
            <a:srgbClr val="F9F9F9">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sp>
        <p:nvSpPr>
          <p:cNvPr id="15" name="AutoShape 14">
            <a:extLst>
              <a:ext uri="{FF2B5EF4-FFF2-40B4-BE49-F238E27FC236}">
                <a16:creationId xmlns:a16="http://schemas.microsoft.com/office/drawing/2014/main" id="{DB99849A-52EA-95E5-FCAF-524325A70610}"/>
              </a:ext>
            </a:extLst>
          </p:cNvPr>
          <p:cNvSpPr/>
          <p:nvPr/>
        </p:nvSpPr>
        <p:spPr>
          <a:xfrm>
            <a:off x="8261350" y="1430925"/>
            <a:ext cx="3060700" cy="3644900"/>
          </a:xfrm>
          <a:prstGeom prst="roundRect">
            <a:avLst>
              <a:gd name="adj" fmla="val 3319"/>
            </a:avLst>
          </a:prstGeom>
          <a:solidFill>
            <a:srgbClr val="F9F9F9">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sp>
        <p:nvSpPr>
          <p:cNvPr id="17" name="Freeform 18">
            <a:extLst>
              <a:ext uri="{FF2B5EF4-FFF2-40B4-BE49-F238E27FC236}">
                <a16:creationId xmlns:a16="http://schemas.microsoft.com/office/drawing/2014/main" id="{4BAC272A-A091-BEDC-9631-7449FE6F123F}"/>
              </a:ext>
            </a:extLst>
          </p:cNvPr>
          <p:cNvSpPr/>
          <p:nvPr/>
        </p:nvSpPr>
        <p:spPr>
          <a:xfrm>
            <a:off x="4578350" y="5012325"/>
            <a:ext cx="3050577" cy="66674"/>
          </a:xfrm>
          <a:custGeom>
            <a:avLst/>
            <a:gdLst/>
            <a:ahLst/>
            <a:cxnLst/>
            <a:rect l="l" t="t" r="r" b="b"/>
            <a:pathLst>
              <a:path w="3050577" h="66674">
                <a:moveTo>
                  <a:pt x="0" y="0"/>
                </a:moveTo>
                <a:lnTo>
                  <a:pt x="3050577" y="0"/>
                </a:lnTo>
                <a:lnTo>
                  <a:pt x="3049436" y="5650"/>
                </a:lnTo>
                <a:cubicBezTo>
                  <a:pt x="3034267" y="41511"/>
                  <a:pt x="2998760" y="66674"/>
                  <a:pt x="2957372" y="66674"/>
                </a:cubicBezTo>
                <a:lnTo>
                  <a:pt x="93205" y="66674"/>
                </a:lnTo>
                <a:cubicBezTo>
                  <a:pt x="51819" y="66674"/>
                  <a:pt x="16308" y="41511"/>
                  <a:pt x="1140" y="5650"/>
                </a:cubicBezTo>
                <a:close/>
              </a:path>
            </a:pathLst>
          </a:custGeom>
          <a:solidFill>
            <a:srgbClr val="17406D">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sp>
        <p:nvSpPr>
          <p:cNvPr id="18" name="Freeform 19">
            <a:extLst>
              <a:ext uri="{FF2B5EF4-FFF2-40B4-BE49-F238E27FC236}">
                <a16:creationId xmlns:a16="http://schemas.microsoft.com/office/drawing/2014/main" id="{8598B6D2-3046-F8D8-FBB0-F4647994D27E}"/>
              </a:ext>
            </a:extLst>
          </p:cNvPr>
          <p:cNvSpPr/>
          <p:nvPr/>
        </p:nvSpPr>
        <p:spPr>
          <a:xfrm>
            <a:off x="8274050" y="5012325"/>
            <a:ext cx="3050577" cy="66674"/>
          </a:xfrm>
          <a:custGeom>
            <a:avLst/>
            <a:gdLst/>
            <a:ahLst/>
            <a:cxnLst/>
            <a:rect l="l" t="t" r="r" b="b"/>
            <a:pathLst>
              <a:path w="3050577" h="66674">
                <a:moveTo>
                  <a:pt x="0" y="0"/>
                </a:moveTo>
                <a:lnTo>
                  <a:pt x="3050577" y="0"/>
                </a:lnTo>
                <a:lnTo>
                  <a:pt x="3049436" y="5650"/>
                </a:lnTo>
                <a:cubicBezTo>
                  <a:pt x="3034267" y="41511"/>
                  <a:pt x="2998760" y="66674"/>
                  <a:pt x="2957372" y="66674"/>
                </a:cubicBezTo>
                <a:lnTo>
                  <a:pt x="93205" y="66674"/>
                </a:lnTo>
                <a:cubicBezTo>
                  <a:pt x="51819" y="66674"/>
                  <a:pt x="16308" y="41511"/>
                  <a:pt x="1140" y="5650"/>
                </a:cubicBezTo>
                <a:close/>
              </a:path>
            </a:pathLst>
          </a:custGeom>
          <a:solidFill>
            <a:srgbClr val="17406D">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cxnSp>
        <p:nvCxnSpPr>
          <p:cNvPr id="20" name="Connector 25">
            <a:extLst>
              <a:ext uri="{FF2B5EF4-FFF2-40B4-BE49-F238E27FC236}">
                <a16:creationId xmlns:a16="http://schemas.microsoft.com/office/drawing/2014/main" id="{08384863-0AF4-D3D8-13D8-FF039DBB945B}"/>
              </a:ext>
            </a:extLst>
          </p:cNvPr>
          <p:cNvCxnSpPr/>
          <p:nvPr/>
        </p:nvCxnSpPr>
        <p:spPr>
          <a:xfrm rot="5">
            <a:off x="5657850" y="2319926"/>
            <a:ext cx="889091" cy="12700"/>
          </a:xfrm>
          <a:prstGeom prst="line">
            <a:avLst/>
          </a:prstGeom>
          <a:solidFill>
            <a:srgbClr val="DEE0E3">
              <a:alpha val="100000"/>
            </a:srgbClr>
          </a:solidFill>
          <a:ln w="25400" cap="flat" cmpd="sng">
            <a:solidFill>
              <a:srgbClr val="17406D">
                <a:alpha val="100000"/>
              </a:srgbClr>
            </a:solidFill>
            <a:prstDash val="solid"/>
            <a:miter lim="10000000"/>
            <a:headEnd type="none" w="med" len="med"/>
            <a:tailEnd type="none" w="med" len="med"/>
          </a:ln>
        </p:spPr>
      </p:cxnSp>
      <p:cxnSp>
        <p:nvCxnSpPr>
          <p:cNvPr id="21" name="Connector 26">
            <a:extLst>
              <a:ext uri="{FF2B5EF4-FFF2-40B4-BE49-F238E27FC236}">
                <a16:creationId xmlns:a16="http://schemas.microsoft.com/office/drawing/2014/main" id="{5CF3A5FD-E24F-F5D6-E620-A9FECD69AAC0}"/>
              </a:ext>
            </a:extLst>
          </p:cNvPr>
          <p:cNvCxnSpPr/>
          <p:nvPr/>
        </p:nvCxnSpPr>
        <p:spPr>
          <a:xfrm rot="4">
            <a:off x="9340850" y="2319926"/>
            <a:ext cx="901789" cy="12700"/>
          </a:xfrm>
          <a:prstGeom prst="line">
            <a:avLst/>
          </a:prstGeom>
          <a:solidFill>
            <a:srgbClr val="DEE0E3">
              <a:alpha val="100000"/>
            </a:srgbClr>
          </a:solidFill>
          <a:ln w="25400" cap="flat" cmpd="sng">
            <a:solidFill>
              <a:srgbClr val="17406D">
                <a:alpha val="100000"/>
              </a:srgbClr>
            </a:solidFill>
            <a:prstDash val="solid"/>
            <a:miter lim="10000000"/>
            <a:headEnd type="none" w="med" len="med"/>
            <a:tailEnd type="none" w="med" len="med"/>
          </a:ln>
        </p:spPr>
      </p:cxnSp>
      <p:sp>
        <p:nvSpPr>
          <p:cNvPr id="5" name="AutoShape 12">
            <a:extLst>
              <a:ext uri="{FF2B5EF4-FFF2-40B4-BE49-F238E27FC236}">
                <a16:creationId xmlns:a16="http://schemas.microsoft.com/office/drawing/2014/main" id="{148892B6-CD71-F624-A4BE-77AC8FBAAB95}"/>
              </a:ext>
            </a:extLst>
          </p:cNvPr>
          <p:cNvSpPr/>
          <p:nvPr/>
        </p:nvSpPr>
        <p:spPr>
          <a:xfrm>
            <a:off x="869950" y="1430925"/>
            <a:ext cx="3060700" cy="3644900"/>
          </a:xfrm>
          <a:prstGeom prst="roundRect">
            <a:avLst>
              <a:gd name="adj" fmla="val 3319"/>
            </a:avLst>
          </a:prstGeom>
          <a:solidFill>
            <a:srgbClr val="F9F9F9">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sp>
        <p:nvSpPr>
          <p:cNvPr id="16" name="Freeform 17">
            <a:extLst>
              <a:ext uri="{FF2B5EF4-FFF2-40B4-BE49-F238E27FC236}">
                <a16:creationId xmlns:a16="http://schemas.microsoft.com/office/drawing/2014/main" id="{F5B0D683-35DA-8DD7-6794-57E57B657050}"/>
              </a:ext>
            </a:extLst>
          </p:cNvPr>
          <p:cNvSpPr/>
          <p:nvPr/>
        </p:nvSpPr>
        <p:spPr>
          <a:xfrm>
            <a:off x="875362" y="5012325"/>
            <a:ext cx="3050577" cy="66674"/>
          </a:xfrm>
          <a:custGeom>
            <a:avLst/>
            <a:gdLst/>
            <a:ahLst/>
            <a:cxnLst/>
            <a:rect l="l" t="t" r="r" b="b"/>
            <a:pathLst>
              <a:path w="3050577" h="66674">
                <a:moveTo>
                  <a:pt x="0" y="0"/>
                </a:moveTo>
                <a:lnTo>
                  <a:pt x="3050577" y="0"/>
                </a:lnTo>
                <a:lnTo>
                  <a:pt x="3049436" y="5650"/>
                </a:lnTo>
                <a:cubicBezTo>
                  <a:pt x="3034267" y="41511"/>
                  <a:pt x="2998760" y="66674"/>
                  <a:pt x="2957372" y="66674"/>
                </a:cubicBezTo>
                <a:lnTo>
                  <a:pt x="93205" y="66674"/>
                </a:lnTo>
                <a:cubicBezTo>
                  <a:pt x="51819" y="66674"/>
                  <a:pt x="16308" y="41511"/>
                  <a:pt x="1140" y="5650"/>
                </a:cubicBezTo>
                <a:close/>
              </a:path>
            </a:pathLst>
          </a:custGeom>
          <a:solidFill>
            <a:srgbClr val="17406D">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cxnSp>
        <p:nvCxnSpPr>
          <p:cNvPr id="19" name="Connector 23">
            <a:extLst>
              <a:ext uri="{FF2B5EF4-FFF2-40B4-BE49-F238E27FC236}">
                <a16:creationId xmlns:a16="http://schemas.microsoft.com/office/drawing/2014/main" id="{6D27593A-F22D-88F9-C79C-97F432C7A2F8}"/>
              </a:ext>
            </a:extLst>
          </p:cNvPr>
          <p:cNvCxnSpPr/>
          <p:nvPr/>
        </p:nvCxnSpPr>
        <p:spPr>
          <a:xfrm rot="4">
            <a:off x="1962150" y="2319926"/>
            <a:ext cx="901789" cy="12700"/>
          </a:xfrm>
          <a:prstGeom prst="line">
            <a:avLst/>
          </a:prstGeom>
          <a:solidFill>
            <a:srgbClr val="DEE0E3">
              <a:alpha val="100000"/>
            </a:srgbClr>
          </a:solidFill>
          <a:ln w="25400" cap="flat" cmpd="sng">
            <a:solidFill>
              <a:srgbClr val="17406D">
                <a:alpha val="100000"/>
              </a:srgbClr>
            </a:solidFill>
            <a:prstDash val="solid"/>
            <a:miter lim="10000000"/>
            <a:headEnd type="none" w="med" len="med"/>
            <a:tailEnd type="none" w="med" len="med"/>
          </a:ln>
        </p:spPr>
      </p:cxnSp>
    </p:spTree>
    <p:extLst>
      <p:ext uri="{BB962C8B-B14F-4D97-AF65-F5344CB8AC3E}">
        <p14:creationId xmlns:p14="http://schemas.microsoft.com/office/powerpoint/2010/main" val="19134992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pic>
        <p:nvPicPr>
          <p:cNvPr id="4" name="Picture 11">
            <a:extLst>
              <a:ext uri="{FF2B5EF4-FFF2-40B4-BE49-F238E27FC236}">
                <a16:creationId xmlns:a16="http://schemas.microsoft.com/office/drawing/2014/main" id="{D67635CD-646D-7B00-FCB3-502BC52DBDF0}"/>
              </a:ext>
            </a:extLst>
          </p:cNvPr>
          <p:cNvPicPr>
            <a:picLocks noChangeAspect="1"/>
          </p:cNvPicPr>
          <p:nvPr/>
        </p:nvPicPr>
        <p:blipFill>
          <a:blip r:embed="rId2"/>
          <a:srcRect t="28415" b="28415"/>
          <a:stretch>
            <a:fillRect/>
          </a:stretch>
        </p:blipFill>
        <p:spPr>
          <a:xfrm>
            <a:off x="2895600" y="1727200"/>
            <a:ext cx="8623300" cy="2006600"/>
          </a:xfrm>
          <a:prstGeom prst="rect">
            <a:avLst/>
          </a:prstGeom>
          <a:noFill/>
          <a:ln w="25400" cap="flat" cmpd="sng">
            <a:noFill/>
            <a:prstDash val="solid"/>
            <a:round/>
          </a:ln>
        </p:spPr>
      </p:pic>
      <p:sp>
        <p:nvSpPr>
          <p:cNvPr id="6" name="AutoShape 12">
            <a:extLst>
              <a:ext uri="{FF2B5EF4-FFF2-40B4-BE49-F238E27FC236}">
                <a16:creationId xmlns:a16="http://schemas.microsoft.com/office/drawing/2014/main" id="{9CF639FF-1518-D6A9-E84A-E75D4DA37251}"/>
              </a:ext>
            </a:extLst>
          </p:cNvPr>
          <p:cNvSpPr/>
          <p:nvPr/>
        </p:nvSpPr>
        <p:spPr>
          <a:xfrm>
            <a:off x="673100" y="1739900"/>
            <a:ext cx="10845800" cy="2006600"/>
          </a:xfrm>
          <a:prstGeom prst="roundRect">
            <a:avLst>
              <a:gd name="adj" fmla="val 0"/>
            </a:avLst>
          </a:prstGeom>
          <a:gradFill rotWithShape="1">
            <a:gsLst>
              <a:gs pos="0">
                <a:srgbClr val="F2F6FA">
                  <a:alpha val="53000"/>
                </a:srgbClr>
              </a:gs>
              <a:gs pos="74000">
                <a:srgbClr val="26476A">
                  <a:alpha val="100000"/>
                </a:srgbClr>
              </a:gs>
              <a:gs pos="83000">
                <a:srgbClr val="26476A">
                  <a:alpha val="100000"/>
                </a:srgbClr>
              </a:gs>
              <a:gs pos="100000">
                <a:srgbClr val="26476A">
                  <a:alpha val="100000"/>
                </a:srgbClr>
              </a:gs>
            </a:gsLst>
            <a:lin ang="10800000"/>
          </a:gradFill>
          <a:ln w="25400" cap="flat" cmpd="sng">
            <a:noFill/>
            <a:prstDash val="solid"/>
            <a:round/>
          </a:ln>
        </p:spPr>
        <p:txBody>
          <a:bodyPr vert="horz" wrap="square" lIns="63500" tIns="63500" rIns="63500" bIns="63500" rtlCol="0" anchor="ctr"/>
          <a:lstStyle/>
          <a:p>
            <a:pPr algn="ctr">
              <a:defRPr/>
            </a:pPr>
            <a:endParaRPr/>
          </a:p>
        </p:txBody>
      </p:sp>
      <p:pic>
        <p:nvPicPr>
          <p:cNvPr id="8" name="Picture 13">
            <a:extLst>
              <a:ext uri="{FF2B5EF4-FFF2-40B4-BE49-F238E27FC236}">
                <a16:creationId xmlns:a16="http://schemas.microsoft.com/office/drawing/2014/main" id="{E818FDEA-2A9D-C31B-55EA-2C411CE978DA}"/>
              </a:ext>
            </a:extLst>
          </p:cNvPr>
          <p:cNvPicPr>
            <a:picLocks noChangeAspect="1"/>
          </p:cNvPicPr>
          <p:nvPr/>
        </p:nvPicPr>
        <p:blipFill>
          <a:blip r:embed="rId3"/>
          <a:srcRect/>
          <a:stretch>
            <a:fillRect/>
          </a:stretch>
        </p:blipFill>
        <p:spPr>
          <a:xfrm>
            <a:off x="596900" y="2273300"/>
            <a:ext cx="749300" cy="749300"/>
          </a:xfrm>
          <a:prstGeom prst="rect">
            <a:avLst/>
          </a:prstGeom>
          <a:noFill/>
          <a:ln w="25400" cap="flat" cmpd="sng">
            <a:noFill/>
            <a:prstDash val="solid"/>
            <a:round/>
          </a:ln>
        </p:spPr>
      </p:pic>
      <p:sp>
        <p:nvSpPr>
          <p:cNvPr id="10" name="AutoShape 14">
            <a:extLst>
              <a:ext uri="{FF2B5EF4-FFF2-40B4-BE49-F238E27FC236}">
                <a16:creationId xmlns:a16="http://schemas.microsoft.com/office/drawing/2014/main" id="{34D927B9-7D42-4BA5-B690-F733FA82FBB2}"/>
              </a:ext>
            </a:extLst>
          </p:cNvPr>
          <p:cNvSpPr/>
          <p:nvPr/>
        </p:nvSpPr>
        <p:spPr>
          <a:xfrm>
            <a:off x="1574800" y="2070100"/>
            <a:ext cx="7137400" cy="11557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25000"/>
              </a:lnSpc>
              <a:defRPr/>
            </a:pPr>
            <a:endParaRPr lang="en-US" sz="1100" dirty="0"/>
          </a:p>
        </p:txBody>
      </p:sp>
      <p:sp>
        <p:nvSpPr>
          <p:cNvPr id="12" name="AutoShape 15">
            <a:extLst>
              <a:ext uri="{FF2B5EF4-FFF2-40B4-BE49-F238E27FC236}">
                <a16:creationId xmlns:a16="http://schemas.microsoft.com/office/drawing/2014/main" id="{4DA18B41-8979-5166-98A7-8E7C79B88FE6}"/>
              </a:ext>
            </a:extLst>
          </p:cNvPr>
          <p:cNvSpPr/>
          <p:nvPr/>
        </p:nvSpPr>
        <p:spPr>
          <a:xfrm rot="5400000">
            <a:off x="1257300" y="2578100"/>
            <a:ext cx="254000" cy="127000"/>
          </a:xfrm>
          <a:prstGeom prst="triangle">
            <a:avLst>
              <a:gd name="adj" fmla="val 5000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6">
            <a:extLst>
              <a:ext uri="{FF2B5EF4-FFF2-40B4-BE49-F238E27FC236}">
                <a16:creationId xmlns:a16="http://schemas.microsoft.com/office/drawing/2014/main" id="{A0AA7D50-A1E0-D31C-9673-874898DD7A2C}"/>
              </a:ext>
            </a:extLst>
          </p:cNvPr>
          <p:cNvSpPr/>
          <p:nvPr/>
        </p:nvSpPr>
        <p:spPr>
          <a:xfrm>
            <a:off x="1016000" y="3492500"/>
            <a:ext cx="3060700" cy="2667000"/>
          </a:xfrm>
          <a:prstGeom prst="roundRect">
            <a:avLst>
              <a:gd name="adj" fmla="val 0"/>
            </a:avLst>
          </a:prstGeom>
          <a:solidFill>
            <a:srgbClr val="FFFFFF">
              <a:alpha val="100000"/>
            </a:srgbClr>
          </a:solidFill>
          <a:ln w="25400" cap="flat" cmpd="sng">
            <a:noFill/>
            <a:prstDash val="solid"/>
            <a:round/>
          </a:ln>
          <a:effectLst>
            <a:outerShdw blurRad="254000" algn="ctr" rotWithShape="0">
              <a:srgbClr val="000000">
                <a:alpha val="15000"/>
              </a:srgbClr>
            </a:outerShdw>
          </a:effectLst>
        </p:spPr>
        <p:txBody>
          <a:bodyPr vert="horz" wrap="square" lIns="63500" tIns="63500" rIns="63500" bIns="63500" rtlCol="0" anchor="ctr"/>
          <a:lstStyle/>
          <a:p>
            <a:pPr algn="ctr">
              <a:defRPr/>
            </a:pPr>
            <a:endParaRPr/>
          </a:p>
        </p:txBody>
      </p:sp>
      <p:sp>
        <p:nvSpPr>
          <p:cNvPr id="16" name="AutoShape 17">
            <a:extLst>
              <a:ext uri="{FF2B5EF4-FFF2-40B4-BE49-F238E27FC236}">
                <a16:creationId xmlns:a16="http://schemas.microsoft.com/office/drawing/2014/main" id="{C8B75C00-2E7F-7A98-39B6-F78DAED698A6}"/>
              </a:ext>
            </a:extLst>
          </p:cNvPr>
          <p:cNvSpPr/>
          <p:nvPr/>
        </p:nvSpPr>
        <p:spPr>
          <a:xfrm>
            <a:off x="4559300" y="3492500"/>
            <a:ext cx="3060700" cy="2667000"/>
          </a:xfrm>
          <a:prstGeom prst="roundRect">
            <a:avLst>
              <a:gd name="adj" fmla="val 0"/>
            </a:avLst>
          </a:prstGeom>
          <a:solidFill>
            <a:srgbClr val="FFFFFF">
              <a:alpha val="100000"/>
            </a:srgbClr>
          </a:solidFill>
          <a:ln w="25400" cap="flat" cmpd="sng">
            <a:noFill/>
            <a:prstDash val="solid"/>
            <a:round/>
          </a:ln>
          <a:effectLst>
            <a:outerShdw blurRad="254000" algn="ctr" rotWithShape="0">
              <a:srgbClr val="000000">
                <a:alpha val="15000"/>
              </a:srgbClr>
            </a:outerShdw>
          </a:effectLst>
        </p:spPr>
        <p:txBody>
          <a:bodyPr vert="horz" wrap="square" lIns="63500" tIns="63500" rIns="63500" bIns="63500" rtlCol="0" anchor="ctr"/>
          <a:lstStyle/>
          <a:p>
            <a:pPr algn="ctr">
              <a:defRPr/>
            </a:pPr>
            <a:endParaRPr/>
          </a:p>
        </p:txBody>
      </p:sp>
      <p:sp>
        <p:nvSpPr>
          <p:cNvPr id="18" name="AutoShape 18">
            <a:extLst>
              <a:ext uri="{FF2B5EF4-FFF2-40B4-BE49-F238E27FC236}">
                <a16:creationId xmlns:a16="http://schemas.microsoft.com/office/drawing/2014/main" id="{3DF8ACAC-F5D3-1791-834A-57AB480033ED}"/>
              </a:ext>
            </a:extLst>
          </p:cNvPr>
          <p:cNvSpPr/>
          <p:nvPr/>
        </p:nvSpPr>
        <p:spPr>
          <a:xfrm>
            <a:off x="8115300" y="3492500"/>
            <a:ext cx="3060700" cy="2667000"/>
          </a:xfrm>
          <a:prstGeom prst="roundRect">
            <a:avLst>
              <a:gd name="adj" fmla="val 0"/>
            </a:avLst>
          </a:prstGeom>
          <a:solidFill>
            <a:srgbClr val="FFFFFF">
              <a:alpha val="100000"/>
            </a:srgbClr>
          </a:solidFill>
          <a:ln w="25400" cap="flat" cmpd="sng">
            <a:noFill/>
            <a:prstDash val="solid"/>
            <a:round/>
          </a:ln>
          <a:effectLst>
            <a:outerShdw blurRad="254000" algn="ctr" rotWithShape="0">
              <a:srgbClr val="000000">
                <a:alpha val="15000"/>
              </a:srgbClr>
            </a:outerShdw>
          </a:effectLst>
        </p:spPr>
        <p:txBody>
          <a:bodyPr vert="horz" wrap="square" lIns="63500" tIns="63500" rIns="63500" bIns="63500" rtlCol="0" anchor="ctr"/>
          <a:lstStyle/>
          <a:p>
            <a:pPr algn="ctr">
              <a:defRPr/>
            </a:pPr>
            <a:endParaRPr/>
          </a:p>
        </p:txBody>
      </p:sp>
      <p:sp>
        <p:nvSpPr>
          <p:cNvPr id="20" name="AutoShape 19">
            <a:extLst>
              <a:ext uri="{FF2B5EF4-FFF2-40B4-BE49-F238E27FC236}">
                <a16:creationId xmlns:a16="http://schemas.microsoft.com/office/drawing/2014/main" id="{A389D54C-1E28-ACA2-8067-2F7E43CB2966}"/>
              </a:ext>
            </a:extLst>
          </p:cNvPr>
          <p:cNvSpPr/>
          <p:nvPr/>
        </p:nvSpPr>
        <p:spPr>
          <a:xfrm>
            <a:off x="1219200" y="4533900"/>
            <a:ext cx="2755900" cy="3683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00000"/>
              </a:lnSpc>
              <a:defRPr/>
            </a:pPr>
            <a:endParaRPr lang="en-US" sz="1100" dirty="0"/>
          </a:p>
        </p:txBody>
      </p:sp>
      <p:sp>
        <p:nvSpPr>
          <p:cNvPr id="22" name="AutoShape 20">
            <a:extLst>
              <a:ext uri="{FF2B5EF4-FFF2-40B4-BE49-F238E27FC236}">
                <a16:creationId xmlns:a16="http://schemas.microsoft.com/office/drawing/2014/main" id="{420DDB25-6659-9E49-231E-EB244D98E151}"/>
              </a:ext>
            </a:extLst>
          </p:cNvPr>
          <p:cNvSpPr/>
          <p:nvPr/>
        </p:nvSpPr>
        <p:spPr>
          <a:xfrm>
            <a:off x="1320800" y="4953000"/>
            <a:ext cx="2476500" cy="8890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16666"/>
              </a:lnSpc>
              <a:defRPr/>
            </a:pPr>
            <a:endParaRPr lang="en-US" sz="1100" dirty="0"/>
          </a:p>
        </p:txBody>
      </p:sp>
      <p:sp>
        <p:nvSpPr>
          <p:cNvPr id="24" name="AutoShape 21">
            <a:extLst>
              <a:ext uri="{FF2B5EF4-FFF2-40B4-BE49-F238E27FC236}">
                <a16:creationId xmlns:a16="http://schemas.microsoft.com/office/drawing/2014/main" id="{5FF928F7-2E1B-69BE-B570-5AD5304AD93E}"/>
              </a:ext>
            </a:extLst>
          </p:cNvPr>
          <p:cNvSpPr/>
          <p:nvPr/>
        </p:nvSpPr>
        <p:spPr>
          <a:xfrm>
            <a:off x="1866900" y="6083300"/>
            <a:ext cx="1371600" cy="762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2">
            <a:extLst>
              <a:ext uri="{FF2B5EF4-FFF2-40B4-BE49-F238E27FC236}">
                <a16:creationId xmlns:a16="http://schemas.microsoft.com/office/drawing/2014/main" id="{6EE6E1BE-923D-18CE-6D5E-B179186DF5F9}"/>
              </a:ext>
            </a:extLst>
          </p:cNvPr>
          <p:cNvSpPr/>
          <p:nvPr/>
        </p:nvSpPr>
        <p:spPr>
          <a:xfrm>
            <a:off x="5410200" y="6083300"/>
            <a:ext cx="1371600" cy="762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3">
            <a:extLst>
              <a:ext uri="{FF2B5EF4-FFF2-40B4-BE49-F238E27FC236}">
                <a16:creationId xmlns:a16="http://schemas.microsoft.com/office/drawing/2014/main" id="{E21A4340-6557-91FD-BB02-DBE3EED720AB}"/>
              </a:ext>
            </a:extLst>
          </p:cNvPr>
          <p:cNvSpPr/>
          <p:nvPr/>
        </p:nvSpPr>
        <p:spPr>
          <a:xfrm>
            <a:off x="8966200" y="6083300"/>
            <a:ext cx="1371600" cy="762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AutoShape 24">
            <a:extLst>
              <a:ext uri="{FF2B5EF4-FFF2-40B4-BE49-F238E27FC236}">
                <a16:creationId xmlns:a16="http://schemas.microsoft.com/office/drawing/2014/main" id="{2BEF0DF9-E39D-63C2-364A-FBA037F34491}"/>
              </a:ext>
            </a:extLst>
          </p:cNvPr>
          <p:cNvSpPr/>
          <p:nvPr/>
        </p:nvSpPr>
        <p:spPr>
          <a:xfrm>
            <a:off x="4762500" y="4533900"/>
            <a:ext cx="2781300" cy="3683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00000"/>
              </a:lnSpc>
              <a:defRPr/>
            </a:pPr>
            <a:endParaRPr lang="en-US" sz="1100" dirty="0"/>
          </a:p>
        </p:txBody>
      </p:sp>
      <p:sp>
        <p:nvSpPr>
          <p:cNvPr id="32" name="AutoShape 25">
            <a:extLst>
              <a:ext uri="{FF2B5EF4-FFF2-40B4-BE49-F238E27FC236}">
                <a16:creationId xmlns:a16="http://schemas.microsoft.com/office/drawing/2014/main" id="{BE0A1C4A-DA1B-BA9C-E658-4D2F4E7C8F55}"/>
              </a:ext>
            </a:extLst>
          </p:cNvPr>
          <p:cNvSpPr/>
          <p:nvPr/>
        </p:nvSpPr>
        <p:spPr>
          <a:xfrm>
            <a:off x="4864100" y="4953000"/>
            <a:ext cx="2476500" cy="8890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16666"/>
              </a:lnSpc>
              <a:defRPr/>
            </a:pPr>
            <a:endParaRPr lang="en-US" sz="1100" dirty="0"/>
          </a:p>
        </p:txBody>
      </p:sp>
      <p:sp>
        <p:nvSpPr>
          <p:cNvPr id="34" name="AutoShape 26">
            <a:extLst>
              <a:ext uri="{FF2B5EF4-FFF2-40B4-BE49-F238E27FC236}">
                <a16:creationId xmlns:a16="http://schemas.microsoft.com/office/drawing/2014/main" id="{EF639CB7-C0C6-78BE-90A2-F36E36BFFE05}"/>
              </a:ext>
            </a:extLst>
          </p:cNvPr>
          <p:cNvSpPr/>
          <p:nvPr/>
        </p:nvSpPr>
        <p:spPr>
          <a:xfrm>
            <a:off x="8293100" y="4533900"/>
            <a:ext cx="2768600" cy="3683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00000"/>
              </a:lnSpc>
              <a:defRPr/>
            </a:pPr>
            <a:endParaRPr lang="en-US" sz="1100" dirty="0"/>
          </a:p>
        </p:txBody>
      </p:sp>
      <p:sp>
        <p:nvSpPr>
          <p:cNvPr id="36" name="AutoShape 27">
            <a:extLst>
              <a:ext uri="{FF2B5EF4-FFF2-40B4-BE49-F238E27FC236}">
                <a16:creationId xmlns:a16="http://schemas.microsoft.com/office/drawing/2014/main" id="{281FBB5F-C6A6-9A45-8DEF-466E1DDE6AB4}"/>
              </a:ext>
            </a:extLst>
          </p:cNvPr>
          <p:cNvSpPr/>
          <p:nvPr/>
        </p:nvSpPr>
        <p:spPr>
          <a:xfrm>
            <a:off x="8407400" y="4953000"/>
            <a:ext cx="2476500" cy="8890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16666"/>
              </a:lnSpc>
              <a:defRPr/>
            </a:pPr>
            <a:endParaRPr lang="en-US" sz="1100" dirty="0"/>
          </a:p>
        </p:txBody>
      </p:sp>
      <p:sp>
        <p:nvSpPr>
          <p:cNvPr id="38" name="Freeform 28">
            <a:extLst>
              <a:ext uri="{FF2B5EF4-FFF2-40B4-BE49-F238E27FC236}">
                <a16:creationId xmlns:a16="http://schemas.microsoft.com/office/drawing/2014/main" id="{88F219D0-E60E-7B40-921E-FFEA251AE664}"/>
              </a:ext>
            </a:extLst>
          </p:cNvPr>
          <p:cNvSpPr/>
          <p:nvPr/>
        </p:nvSpPr>
        <p:spPr>
          <a:xfrm>
            <a:off x="2247900" y="3810000"/>
            <a:ext cx="609685" cy="568123"/>
          </a:xfrm>
          <a:custGeom>
            <a:avLst/>
            <a:gdLst/>
            <a:ahLst/>
            <a:cxnLst/>
            <a:rect l="l" t="t" r="r" b="b"/>
            <a:pathLst>
              <a:path w="609685" h="568123">
                <a:moveTo>
                  <a:pt x="261931" y="446413"/>
                </a:moveTo>
                <a:lnTo>
                  <a:pt x="246750" y="507224"/>
                </a:lnTo>
                <a:lnTo>
                  <a:pt x="362936" y="507224"/>
                </a:lnTo>
                <a:lnTo>
                  <a:pt x="347665" y="446413"/>
                </a:lnTo>
                <a:close/>
                <a:moveTo>
                  <a:pt x="0" y="365272"/>
                </a:moveTo>
                <a:lnTo>
                  <a:pt x="609685" y="365272"/>
                </a:lnTo>
                <a:lnTo>
                  <a:pt x="609685" y="400760"/>
                </a:lnTo>
                <a:cubicBezTo>
                  <a:pt x="609685" y="425905"/>
                  <a:pt x="589145" y="446413"/>
                  <a:pt x="563960" y="446413"/>
                </a:cubicBezTo>
                <a:lnTo>
                  <a:pt x="368651" y="446413"/>
                </a:lnTo>
                <a:lnTo>
                  <a:pt x="383922" y="507224"/>
                </a:lnTo>
                <a:lnTo>
                  <a:pt x="386155" y="507224"/>
                </a:lnTo>
                <a:cubicBezTo>
                  <a:pt x="414106" y="507224"/>
                  <a:pt x="436880" y="530050"/>
                  <a:pt x="436880" y="557958"/>
                </a:cubicBezTo>
                <a:cubicBezTo>
                  <a:pt x="436880" y="563575"/>
                  <a:pt x="432326" y="568123"/>
                  <a:pt x="426789" y="568123"/>
                </a:cubicBezTo>
                <a:lnTo>
                  <a:pt x="182897" y="568123"/>
                </a:lnTo>
                <a:cubicBezTo>
                  <a:pt x="177270" y="568123"/>
                  <a:pt x="172716" y="563575"/>
                  <a:pt x="172716" y="557958"/>
                </a:cubicBezTo>
                <a:cubicBezTo>
                  <a:pt x="172716" y="530050"/>
                  <a:pt x="195489" y="507224"/>
                  <a:pt x="223530" y="507224"/>
                </a:cubicBezTo>
                <a:lnTo>
                  <a:pt x="225763" y="507224"/>
                </a:lnTo>
                <a:lnTo>
                  <a:pt x="241033" y="446413"/>
                </a:lnTo>
                <a:lnTo>
                  <a:pt x="45724" y="446413"/>
                </a:lnTo>
                <a:cubicBezTo>
                  <a:pt x="20540" y="446413"/>
                  <a:pt x="0" y="425905"/>
                  <a:pt x="0" y="400760"/>
                </a:cubicBezTo>
                <a:close/>
                <a:moveTo>
                  <a:pt x="101629" y="284042"/>
                </a:moveTo>
                <a:cubicBezTo>
                  <a:pt x="96003" y="284042"/>
                  <a:pt x="91448" y="288590"/>
                  <a:pt x="91448" y="294208"/>
                </a:cubicBezTo>
                <a:cubicBezTo>
                  <a:pt x="91448" y="299827"/>
                  <a:pt x="96003" y="304375"/>
                  <a:pt x="101629" y="304375"/>
                </a:cubicBezTo>
                <a:lnTo>
                  <a:pt x="142263" y="304375"/>
                </a:lnTo>
                <a:cubicBezTo>
                  <a:pt x="147889" y="304375"/>
                  <a:pt x="152443" y="299827"/>
                  <a:pt x="152443" y="294208"/>
                </a:cubicBezTo>
                <a:cubicBezTo>
                  <a:pt x="152443" y="288590"/>
                  <a:pt x="147889" y="284042"/>
                  <a:pt x="142263" y="284042"/>
                </a:cubicBezTo>
                <a:close/>
                <a:moveTo>
                  <a:pt x="101629" y="243464"/>
                </a:moveTo>
                <a:cubicBezTo>
                  <a:pt x="96003" y="243464"/>
                  <a:pt x="91448" y="248012"/>
                  <a:pt x="91448" y="253630"/>
                </a:cubicBezTo>
                <a:cubicBezTo>
                  <a:pt x="91448" y="259249"/>
                  <a:pt x="96003" y="263797"/>
                  <a:pt x="101629" y="263797"/>
                </a:cubicBezTo>
                <a:lnTo>
                  <a:pt x="121901" y="263797"/>
                </a:lnTo>
                <a:cubicBezTo>
                  <a:pt x="127528" y="263797"/>
                  <a:pt x="132083" y="259249"/>
                  <a:pt x="132083" y="253630"/>
                </a:cubicBezTo>
                <a:cubicBezTo>
                  <a:pt x="132083" y="248012"/>
                  <a:pt x="127528" y="243464"/>
                  <a:pt x="121901" y="243464"/>
                </a:cubicBezTo>
                <a:close/>
                <a:moveTo>
                  <a:pt x="101629" y="202886"/>
                </a:moveTo>
                <a:cubicBezTo>
                  <a:pt x="96003" y="202886"/>
                  <a:pt x="91448" y="207435"/>
                  <a:pt x="91448" y="213054"/>
                </a:cubicBezTo>
                <a:cubicBezTo>
                  <a:pt x="91448" y="218671"/>
                  <a:pt x="96003" y="223220"/>
                  <a:pt x="101629" y="223220"/>
                </a:cubicBezTo>
                <a:lnTo>
                  <a:pt x="142263" y="223220"/>
                </a:lnTo>
                <a:cubicBezTo>
                  <a:pt x="147889" y="223220"/>
                  <a:pt x="152443" y="218671"/>
                  <a:pt x="152443" y="213054"/>
                </a:cubicBezTo>
                <a:cubicBezTo>
                  <a:pt x="152443" y="207435"/>
                  <a:pt x="147889" y="202886"/>
                  <a:pt x="142263" y="202886"/>
                </a:cubicBezTo>
                <a:close/>
                <a:moveTo>
                  <a:pt x="101629" y="162310"/>
                </a:moveTo>
                <a:cubicBezTo>
                  <a:pt x="96003" y="162310"/>
                  <a:pt x="91448" y="166858"/>
                  <a:pt x="91448" y="172476"/>
                </a:cubicBezTo>
                <a:cubicBezTo>
                  <a:pt x="91448" y="178095"/>
                  <a:pt x="96003" y="182643"/>
                  <a:pt x="101629" y="182643"/>
                </a:cubicBezTo>
                <a:lnTo>
                  <a:pt x="121901" y="182643"/>
                </a:lnTo>
                <a:cubicBezTo>
                  <a:pt x="127528" y="182643"/>
                  <a:pt x="132083" y="178095"/>
                  <a:pt x="132083" y="172476"/>
                </a:cubicBezTo>
                <a:cubicBezTo>
                  <a:pt x="132083" y="166858"/>
                  <a:pt x="127528" y="162310"/>
                  <a:pt x="121901" y="162310"/>
                </a:cubicBezTo>
                <a:close/>
                <a:moveTo>
                  <a:pt x="101629" y="121732"/>
                </a:moveTo>
                <a:cubicBezTo>
                  <a:pt x="96003" y="121732"/>
                  <a:pt x="91448" y="126281"/>
                  <a:pt x="91448" y="131898"/>
                </a:cubicBezTo>
                <a:cubicBezTo>
                  <a:pt x="91448" y="137428"/>
                  <a:pt x="96003" y="141976"/>
                  <a:pt x="101629" y="141976"/>
                </a:cubicBezTo>
                <a:lnTo>
                  <a:pt x="142263" y="141976"/>
                </a:lnTo>
                <a:cubicBezTo>
                  <a:pt x="147889" y="141976"/>
                  <a:pt x="152443" y="137428"/>
                  <a:pt x="152443" y="131898"/>
                </a:cubicBezTo>
                <a:cubicBezTo>
                  <a:pt x="152443" y="126281"/>
                  <a:pt x="147889" y="121732"/>
                  <a:pt x="142263" y="121732"/>
                </a:cubicBezTo>
                <a:close/>
                <a:moveTo>
                  <a:pt x="477603" y="101399"/>
                </a:moveTo>
                <a:cubicBezTo>
                  <a:pt x="471976" y="101399"/>
                  <a:pt x="467422" y="105947"/>
                  <a:pt x="467422" y="111566"/>
                </a:cubicBezTo>
                <a:cubicBezTo>
                  <a:pt x="467422" y="117184"/>
                  <a:pt x="471976" y="121732"/>
                  <a:pt x="477603" y="121732"/>
                </a:cubicBezTo>
                <a:lnTo>
                  <a:pt x="524130" y="121732"/>
                </a:lnTo>
                <a:lnTo>
                  <a:pt x="402408" y="243375"/>
                </a:lnTo>
                <a:lnTo>
                  <a:pt x="318105" y="159188"/>
                </a:lnTo>
                <a:cubicBezTo>
                  <a:pt x="318016" y="159099"/>
                  <a:pt x="318016" y="159099"/>
                  <a:pt x="317925" y="159099"/>
                </a:cubicBezTo>
                <a:cubicBezTo>
                  <a:pt x="317925" y="159009"/>
                  <a:pt x="317837" y="158920"/>
                  <a:pt x="317837" y="158920"/>
                </a:cubicBezTo>
                <a:cubicBezTo>
                  <a:pt x="317301" y="158474"/>
                  <a:pt x="316765" y="158297"/>
                  <a:pt x="316229" y="157940"/>
                </a:cubicBezTo>
                <a:cubicBezTo>
                  <a:pt x="315693" y="157583"/>
                  <a:pt x="315158" y="157137"/>
                  <a:pt x="314532" y="156958"/>
                </a:cubicBezTo>
                <a:cubicBezTo>
                  <a:pt x="313907" y="156690"/>
                  <a:pt x="313282" y="156690"/>
                  <a:pt x="312656" y="156514"/>
                </a:cubicBezTo>
                <a:cubicBezTo>
                  <a:pt x="312031" y="156423"/>
                  <a:pt x="311407" y="156246"/>
                  <a:pt x="310692" y="156246"/>
                </a:cubicBezTo>
                <a:cubicBezTo>
                  <a:pt x="310067" y="156246"/>
                  <a:pt x="309442" y="156514"/>
                  <a:pt x="308906" y="156601"/>
                </a:cubicBezTo>
                <a:cubicBezTo>
                  <a:pt x="308191" y="156780"/>
                  <a:pt x="307566" y="156780"/>
                  <a:pt x="306941" y="157048"/>
                </a:cubicBezTo>
                <a:cubicBezTo>
                  <a:pt x="306316" y="157316"/>
                  <a:pt x="305780" y="157851"/>
                  <a:pt x="305244" y="158206"/>
                </a:cubicBezTo>
                <a:cubicBezTo>
                  <a:pt x="304709" y="158565"/>
                  <a:pt x="304173" y="158742"/>
                  <a:pt x="303727" y="159188"/>
                </a:cubicBezTo>
                <a:cubicBezTo>
                  <a:pt x="303727" y="159277"/>
                  <a:pt x="303637" y="159277"/>
                  <a:pt x="303637" y="159367"/>
                </a:cubicBezTo>
                <a:cubicBezTo>
                  <a:pt x="303548" y="159456"/>
                  <a:pt x="303459" y="159456"/>
                  <a:pt x="303459" y="159456"/>
                </a:cubicBezTo>
                <a:lnTo>
                  <a:pt x="185576" y="287341"/>
                </a:lnTo>
                <a:cubicBezTo>
                  <a:pt x="181736" y="291443"/>
                  <a:pt x="182093" y="297865"/>
                  <a:pt x="186201" y="301699"/>
                </a:cubicBezTo>
                <a:cubicBezTo>
                  <a:pt x="188166" y="303483"/>
                  <a:pt x="190576" y="304375"/>
                  <a:pt x="193077" y="304375"/>
                </a:cubicBezTo>
                <a:cubicBezTo>
                  <a:pt x="195757" y="304375"/>
                  <a:pt x="198525" y="303304"/>
                  <a:pt x="200579" y="301075"/>
                </a:cubicBezTo>
                <a:lnTo>
                  <a:pt x="311227" y="181037"/>
                </a:lnTo>
                <a:lnTo>
                  <a:pt x="395174" y="264867"/>
                </a:lnTo>
                <a:cubicBezTo>
                  <a:pt x="397139" y="266830"/>
                  <a:pt x="399730" y="267810"/>
                  <a:pt x="402408" y="267810"/>
                </a:cubicBezTo>
                <a:cubicBezTo>
                  <a:pt x="404998" y="267810"/>
                  <a:pt x="407587" y="266830"/>
                  <a:pt x="409552" y="264867"/>
                </a:cubicBezTo>
                <a:lnTo>
                  <a:pt x="538509" y="136091"/>
                </a:lnTo>
                <a:lnTo>
                  <a:pt x="538509" y="182643"/>
                </a:lnTo>
                <a:cubicBezTo>
                  <a:pt x="538509" y="188172"/>
                  <a:pt x="543063" y="192720"/>
                  <a:pt x="548690" y="192720"/>
                </a:cubicBezTo>
                <a:cubicBezTo>
                  <a:pt x="554316" y="192720"/>
                  <a:pt x="558870" y="188172"/>
                  <a:pt x="558870" y="182643"/>
                </a:cubicBezTo>
                <a:lnTo>
                  <a:pt x="558870" y="111566"/>
                </a:lnTo>
                <a:cubicBezTo>
                  <a:pt x="558870" y="110228"/>
                  <a:pt x="558603" y="108980"/>
                  <a:pt x="558067" y="107730"/>
                </a:cubicBezTo>
                <a:cubicBezTo>
                  <a:pt x="556995" y="105233"/>
                  <a:pt x="555031" y="103271"/>
                  <a:pt x="552530" y="102202"/>
                </a:cubicBezTo>
                <a:cubicBezTo>
                  <a:pt x="551369" y="101666"/>
                  <a:pt x="550029" y="101399"/>
                  <a:pt x="548690" y="101399"/>
                </a:cubicBezTo>
                <a:close/>
                <a:moveTo>
                  <a:pt x="101629" y="81154"/>
                </a:moveTo>
                <a:cubicBezTo>
                  <a:pt x="96003" y="81154"/>
                  <a:pt x="91448" y="85702"/>
                  <a:pt x="91448" y="91322"/>
                </a:cubicBezTo>
                <a:cubicBezTo>
                  <a:pt x="91448" y="96851"/>
                  <a:pt x="96003" y="101399"/>
                  <a:pt x="101629" y="101399"/>
                </a:cubicBezTo>
                <a:lnTo>
                  <a:pt x="121901" y="101399"/>
                </a:lnTo>
                <a:cubicBezTo>
                  <a:pt x="127528" y="101399"/>
                  <a:pt x="132083" y="96851"/>
                  <a:pt x="132083" y="91322"/>
                </a:cubicBezTo>
                <a:cubicBezTo>
                  <a:pt x="132083" y="85702"/>
                  <a:pt x="127528" y="81154"/>
                  <a:pt x="121901" y="81154"/>
                </a:cubicBezTo>
                <a:close/>
                <a:moveTo>
                  <a:pt x="60996" y="70988"/>
                </a:moveTo>
                <a:cubicBezTo>
                  <a:pt x="55368" y="70988"/>
                  <a:pt x="50814" y="75536"/>
                  <a:pt x="50814" y="81154"/>
                </a:cubicBezTo>
                <a:lnTo>
                  <a:pt x="50814" y="304375"/>
                </a:lnTo>
                <a:cubicBezTo>
                  <a:pt x="50814" y="309993"/>
                  <a:pt x="55368" y="314541"/>
                  <a:pt x="60996" y="314541"/>
                </a:cubicBezTo>
                <a:cubicBezTo>
                  <a:pt x="66533" y="314541"/>
                  <a:pt x="71087" y="309993"/>
                  <a:pt x="71087" y="304375"/>
                </a:cubicBezTo>
                <a:lnTo>
                  <a:pt x="71087" y="81154"/>
                </a:lnTo>
                <a:cubicBezTo>
                  <a:pt x="71087" y="75536"/>
                  <a:pt x="66533" y="70988"/>
                  <a:pt x="60996" y="70988"/>
                </a:cubicBezTo>
                <a:close/>
                <a:moveTo>
                  <a:pt x="45724" y="0"/>
                </a:moveTo>
                <a:lnTo>
                  <a:pt x="563960" y="0"/>
                </a:lnTo>
                <a:cubicBezTo>
                  <a:pt x="589145" y="0"/>
                  <a:pt x="609685" y="20423"/>
                  <a:pt x="609685" y="45660"/>
                </a:cubicBezTo>
                <a:lnTo>
                  <a:pt x="609685" y="344952"/>
                </a:lnTo>
                <a:lnTo>
                  <a:pt x="0" y="344952"/>
                </a:lnTo>
                <a:lnTo>
                  <a:pt x="0" y="45660"/>
                </a:lnTo>
                <a:cubicBezTo>
                  <a:pt x="0" y="20423"/>
                  <a:pt x="20540" y="0"/>
                  <a:pt x="45724" y="0"/>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0" name="Freeform 29">
            <a:extLst>
              <a:ext uri="{FF2B5EF4-FFF2-40B4-BE49-F238E27FC236}">
                <a16:creationId xmlns:a16="http://schemas.microsoft.com/office/drawing/2014/main" id="{4B23951E-527C-B3DD-38D7-E5357D859195}"/>
              </a:ext>
            </a:extLst>
          </p:cNvPr>
          <p:cNvSpPr/>
          <p:nvPr/>
        </p:nvSpPr>
        <p:spPr>
          <a:xfrm>
            <a:off x="5803900" y="3797300"/>
            <a:ext cx="575113" cy="609685"/>
          </a:xfrm>
          <a:custGeom>
            <a:avLst/>
            <a:gdLst/>
            <a:ahLst/>
            <a:cxnLst/>
            <a:rect l="l" t="t" r="r" b="b"/>
            <a:pathLst>
              <a:path w="575113" h="609685">
                <a:moveTo>
                  <a:pt x="164238" y="420007"/>
                </a:moveTo>
                <a:cubicBezTo>
                  <a:pt x="186046" y="443031"/>
                  <a:pt x="213065" y="457672"/>
                  <a:pt x="243655" y="457672"/>
                </a:cubicBezTo>
                <a:cubicBezTo>
                  <a:pt x="274244" y="457672"/>
                  <a:pt x="301263" y="443031"/>
                  <a:pt x="323071" y="420007"/>
                </a:cubicBezTo>
                <a:cubicBezTo>
                  <a:pt x="388304" y="425787"/>
                  <a:pt x="444657" y="468944"/>
                  <a:pt x="466080" y="531753"/>
                </a:cubicBezTo>
                <a:lnTo>
                  <a:pt x="477851" y="566431"/>
                </a:lnTo>
                <a:cubicBezTo>
                  <a:pt x="481230" y="576450"/>
                  <a:pt x="479589" y="587432"/>
                  <a:pt x="473511" y="596006"/>
                </a:cubicBezTo>
                <a:cubicBezTo>
                  <a:pt x="467333" y="604580"/>
                  <a:pt x="457396" y="609685"/>
                  <a:pt x="446876" y="609685"/>
                </a:cubicBezTo>
                <a:lnTo>
                  <a:pt x="40433" y="609685"/>
                </a:lnTo>
                <a:cubicBezTo>
                  <a:pt x="29915" y="609685"/>
                  <a:pt x="19976" y="604580"/>
                  <a:pt x="13896" y="596006"/>
                </a:cubicBezTo>
                <a:cubicBezTo>
                  <a:pt x="7720" y="587432"/>
                  <a:pt x="6081" y="576450"/>
                  <a:pt x="9458" y="566431"/>
                </a:cubicBezTo>
                <a:lnTo>
                  <a:pt x="21231" y="531753"/>
                </a:lnTo>
                <a:cubicBezTo>
                  <a:pt x="42652" y="468944"/>
                  <a:pt x="99102" y="425787"/>
                  <a:pt x="164238" y="420007"/>
                </a:cubicBezTo>
                <a:close/>
                <a:moveTo>
                  <a:pt x="407384" y="314457"/>
                </a:moveTo>
                <a:cubicBezTo>
                  <a:pt x="443678" y="314457"/>
                  <a:pt x="473311" y="343945"/>
                  <a:pt x="473311" y="380177"/>
                </a:cubicBezTo>
                <a:cubicBezTo>
                  <a:pt x="473311" y="405039"/>
                  <a:pt x="459218" y="426432"/>
                  <a:pt x="438852" y="437610"/>
                </a:cubicBezTo>
                <a:cubicBezTo>
                  <a:pt x="412405" y="414291"/>
                  <a:pt x="379973" y="398294"/>
                  <a:pt x="344644" y="391645"/>
                </a:cubicBezTo>
                <a:cubicBezTo>
                  <a:pt x="357096" y="371601"/>
                  <a:pt x="366652" y="348571"/>
                  <a:pt x="372636" y="324575"/>
                </a:cubicBezTo>
                <a:cubicBezTo>
                  <a:pt x="382772" y="318215"/>
                  <a:pt x="394644" y="314457"/>
                  <a:pt x="407384" y="314457"/>
                </a:cubicBezTo>
                <a:close/>
                <a:moveTo>
                  <a:pt x="382525" y="212866"/>
                </a:moveTo>
                <a:lnTo>
                  <a:pt x="432312" y="212866"/>
                </a:lnTo>
                <a:cubicBezTo>
                  <a:pt x="439934" y="212866"/>
                  <a:pt x="446109" y="218935"/>
                  <a:pt x="446109" y="226546"/>
                </a:cubicBezTo>
                <a:lnTo>
                  <a:pt x="446109" y="254772"/>
                </a:lnTo>
                <a:cubicBezTo>
                  <a:pt x="454022" y="257181"/>
                  <a:pt x="461644" y="260361"/>
                  <a:pt x="468880" y="264215"/>
                </a:cubicBezTo>
                <a:lnTo>
                  <a:pt x="488950" y="244272"/>
                </a:lnTo>
                <a:cubicBezTo>
                  <a:pt x="491651" y="241574"/>
                  <a:pt x="495125" y="240226"/>
                  <a:pt x="498696" y="240226"/>
                </a:cubicBezTo>
                <a:cubicBezTo>
                  <a:pt x="502169" y="240226"/>
                  <a:pt x="505738" y="241574"/>
                  <a:pt x="508343" y="244272"/>
                </a:cubicBezTo>
                <a:lnTo>
                  <a:pt x="543561" y="279436"/>
                </a:lnTo>
                <a:cubicBezTo>
                  <a:pt x="546167" y="282037"/>
                  <a:pt x="547614" y="285505"/>
                  <a:pt x="547614" y="289165"/>
                </a:cubicBezTo>
                <a:cubicBezTo>
                  <a:pt x="547614" y="292730"/>
                  <a:pt x="546167" y="296295"/>
                  <a:pt x="543561" y="298799"/>
                </a:cubicBezTo>
                <a:lnTo>
                  <a:pt x="523589" y="318837"/>
                </a:lnTo>
                <a:cubicBezTo>
                  <a:pt x="527449" y="326062"/>
                  <a:pt x="530633" y="333673"/>
                  <a:pt x="533141" y="341574"/>
                </a:cubicBezTo>
                <a:lnTo>
                  <a:pt x="561316" y="341574"/>
                </a:lnTo>
                <a:cubicBezTo>
                  <a:pt x="568937" y="341574"/>
                  <a:pt x="575113" y="347739"/>
                  <a:pt x="575113" y="355350"/>
                </a:cubicBezTo>
                <a:lnTo>
                  <a:pt x="575113" y="405060"/>
                </a:lnTo>
                <a:cubicBezTo>
                  <a:pt x="575113" y="408720"/>
                  <a:pt x="573667" y="412189"/>
                  <a:pt x="571061" y="414790"/>
                </a:cubicBezTo>
                <a:cubicBezTo>
                  <a:pt x="568552" y="417391"/>
                  <a:pt x="564982" y="418836"/>
                  <a:pt x="561316" y="418836"/>
                </a:cubicBezTo>
                <a:lnTo>
                  <a:pt x="533141" y="418836"/>
                </a:lnTo>
                <a:cubicBezTo>
                  <a:pt x="530633" y="426737"/>
                  <a:pt x="527449" y="434346"/>
                  <a:pt x="523589" y="441571"/>
                </a:cubicBezTo>
                <a:lnTo>
                  <a:pt x="543658" y="461609"/>
                </a:lnTo>
                <a:cubicBezTo>
                  <a:pt x="546167" y="464114"/>
                  <a:pt x="547614" y="467679"/>
                  <a:pt x="547614" y="471244"/>
                </a:cubicBezTo>
                <a:cubicBezTo>
                  <a:pt x="547614" y="474904"/>
                  <a:pt x="546167" y="478373"/>
                  <a:pt x="543658" y="480973"/>
                </a:cubicBezTo>
                <a:lnTo>
                  <a:pt x="508441" y="516137"/>
                </a:lnTo>
                <a:cubicBezTo>
                  <a:pt x="505738" y="518834"/>
                  <a:pt x="502169" y="520183"/>
                  <a:pt x="498696" y="520183"/>
                </a:cubicBezTo>
                <a:cubicBezTo>
                  <a:pt x="497152" y="520183"/>
                  <a:pt x="495607" y="519797"/>
                  <a:pt x="494161" y="519317"/>
                </a:cubicBezTo>
                <a:cubicBezTo>
                  <a:pt x="485187" y="494076"/>
                  <a:pt x="471390" y="471533"/>
                  <a:pt x="454022" y="452554"/>
                </a:cubicBezTo>
                <a:cubicBezTo>
                  <a:pt x="477854" y="437140"/>
                  <a:pt x="493775" y="410552"/>
                  <a:pt x="493775" y="380205"/>
                </a:cubicBezTo>
                <a:cubicBezTo>
                  <a:pt x="493775" y="332710"/>
                  <a:pt x="454986" y="294079"/>
                  <a:pt x="407419" y="294079"/>
                </a:cubicBezTo>
                <a:cubicBezTo>
                  <a:pt x="396997" y="294079"/>
                  <a:pt x="387156" y="296198"/>
                  <a:pt x="377797" y="299570"/>
                </a:cubicBezTo>
                <a:cubicBezTo>
                  <a:pt x="379437" y="288299"/>
                  <a:pt x="380402" y="276931"/>
                  <a:pt x="380402" y="265659"/>
                </a:cubicBezTo>
                <a:cubicBezTo>
                  <a:pt x="380402" y="248030"/>
                  <a:pt x="378087" y="231460"/>
                  <a:pt x="373841" y="216141"/>
                </a:cubicBezTo>
                <a:cubicBezTo>
                  <a:pt x="376253" y="214215"/>
                  <a:pt x="379244" y="212866"/>
                  <a:pt x="382525" y="212866"/>
                </a:cubicBezTo>
                <a:close/>
                <a:moveTo>
                  <a:pt x="243677" y="144489"/>
                </a:moveTo>
                <a:cubicBezTo>
                  <a:pt x="296652" y="144537"/>
                  <a:pt x="349614" y="184959"/>
                  <a:pt x="349566" y="265609"/>
                </a:cubicBezTo>
                <a:cubicBezTo>
                  <a:pt x="349566" y="343465"/>
                  <a:pt x="302199" y="427006"/>
                  <a:pt x="243641" y="427006"/>
                </a:cubicBezTo>
                <a:cubicBezTo>
                  <a:pt x="185180" y="427006"/>
                  <a:pt x="137716" y="343465"/>
                  <a:pt x="137716" y="265609"/>
                </a:cubicBezTo>
                <a:cubicBezTo>
                  <a:pt x="137716" y="184766"/>
                  <a:pt x="190703" y="144441"/>
                  <a:pt x="243677" y="144489"/>
                </a:cubicBezTo>
                <a:close/>
                <a:moveTo>
                  <a:pt x="280380" y="119369"/>
                </a:moveTo>
                <a:cubicBezTo>
                  <a:pt x="294881" y="119369"/>
                  <a:pt x="309865" y="116862"/>
                  <a:pt x="310638" y="131425"/>
                </a:cubicBezTo>
                <a:cubicBezTo>
                  <a:pt x="301262" y="126216"/>
                  <a:pt x="291112" y="122166"/>
                  <a:pt x="280380" y="119369"/>
                </a:cubicBezTo>
                <a:close/>
                <a:moveTo>
                  <a:pt x="155368" y="95016"/>
                </a:moveTo>
                <a:cubicBezTo>
                  <a:pt x="175439" y="95016"/>
                  <a:pt x="193195" y="104939"/>
                  <a:pt x="204099" y="120065"/>
                </a:cubicBezTo>
                <a:cubicBezTo>
                  <a:pt x="164052" y="131722"/>
                  <a:pt x="133463" y="161106"/>
                  <a:pt x="118022" y="202051"/>
                </a:cubicBezTo>
                <a:cubicBezTo>
                  <a:pt x="72958" y="166211"/>
                  <a:pt x="98916" y="95016"/>
                  <a:pt x="155368" y="95016"/>
                </a:cubicBezTo>
                <a:close/>
                <a:moveTo>
                  <a:pt x="132207" y="0"/>
                </a:moveTo>
                <a:lnTo>
                  <a:pt x="178431" y="0"/>
                </a:lnTo>
                <a:cubicBezTo>
                  <a:pt x="185476" y="0"/>
                  <a:pt x="191169" y="5685"/>
                  <a:pt x="191169" y="12719"/>
                </a:cubicBezTo>
                <a:lnTo>
                  <a:pt x="191169" y="38829"/>
                </a:lnTo>
                <a:cubicBezTo>
                  <a:pt x="198600" y="41142"/>
                  <a:pt x="205646" y="44129"/>
                  <a:pt x="212303" y="47597"/>
                </a:cubicBezTo>
                <a:lnTo>
                  <a:pt x="230928" y="29098"/>
                </a:lnTo>
                <a:cubicBezTo>
                  <a:pt x="233341" y="26593"/>
                  <a:pt x="236621" y="25436"/>
                  <a:pt x="239903" y="25436"/>
                </a:cubicBezTo>
                <a:cubicBezTo>
                  <a:pt x="243183" y="25436"/>
                  <a:pt x="246369" y="26593"/>
                  <a:pt x="248877" y="29098"/>
                </a:cubicBezTo>
                <a:lnTo>
                  <a:pt x="281496" y="61760"/>
                </a:lnTo>
                <a:cubicBezTo>
                  <a:pt x="283908" y="64073"/>
                  <a:pt x="285259" y="67348"/>
                  <a:pt x="285259" y="70721"/>
                </a:cubicBezTo>
                <a:cubicBezTo>
                  <a:pt x="285259" y="74093"/>
                  <a:pt x="283908" y="77370"/>
                  <a:pt x="281496" y="79681"/>
                </a:cubicBezTo>
                <a:lnTo>
                  <a:pt x="262967" y="98181"/>
                </a:lnTo>
                <a:cubicBezTo>
                  <a:pt x="266151" y="104154"/>
                  <a:pt x="268757" y="110609"/>
                  <a:pt x="270880" y="117065"/>
                </a:cubicBezTo>
                <a:cubicBezTo>
                  <a:pt x="254089" y="113886"/>
                  <a:pt x="240193" y="113886"/>
                  <a:pt x="225332" y="115716"/>
                </a:cubicBezTo>
                <a:cubicBezTo>
                  <a:pt x="211435" y="91340"/>
                  <a:pt x="185476" y="74576"/>
                  <a:pt x="155368" y="74576"/>
                </a:cubicBezTo>
                <a:cubicBezTo>
                  <a:pt x="110880" y="74576"/>
                  <a:pt x="74596" y="110706"/>
                  <a:pt x="74596" y="155123"/>
                </a:cubicBezTo>
                <a:cubicBezTo>
                  <a:pt x="74596" y="183547"/>
                  <a:pt x="89554" y="208501"/>
                  <a:pt x="111845" y="222857"/>
                </a:cubicBezTo>
                <a:cubicBezTo>
                  <a:pt x="108758" y="236249"/>
                  <a:pt x="107020" y="250510"/>
                  <a:pt x="107020" y="265637"/>
                </a:cubicBezTo>
                <a:cubicBezTo>
                  <a:pt x="107020" y="265829"/>
                  <a:pt x="107020" y="266118"/>
                  <a:pt x="107020" y="266311"/>
                </a:cubicBezTo>
                <a:cubicBezTo>
                  <a:pt x="104221" y="265059"/>
                  <a:pt x="101133" y="264095"/>
                  <a:pt x="98335" y="262650"/>
                </a:cubicBezTo>
                <a:lnTo>
                  <a:pt x="79807" y="281149"/>
                </a:lnTo>
                <a:cubicBezTo>
                  <a:pt x="77394" y="283558"/>
                  <a:pt x="74210" y="284907"/>
                  <a:pt x="70832" y="284907"/>
                </a:cubicBezTo>
                <a:cubicBezTo>
                  <a:pt x="67455" y="284907"/>
                  <a:pt x="64173" y="283558"/>
                  <a:pt x="61761" y="281149"/>
                </a:cubicBezTo>
                <a:lnTo>
                  <a:pt x="29143" y="248582"/>
                </a:lnTo>
                <a:cubicBezTo>
                  <a:pt x="24126" y="243572"/>
                  <a:pt x="24126" y="235480"/>
                  <a:pt x="29143" y="230565"/>
                </a:cubicBezTo>
                <a:lnTo>
                  <a:pt x="47671" y="212066"/>
                </a:lnTo>
                <a:cubicBezTo>
                  <a:pt x="44102" y="205321"/>
                  <a:pt x="41110" y="198288"/>
                  <a:pt x="38793" y="190966"/>
                </a:cubicBezTo>
                <a:lnTo>
                  <a:pt x="12738" y="190966"/>
                </a:lnTo>
                <a:cubicBezTo>
                  <a:pt x="5693" y="190966"/>
                  <a:pt x="0" y="185185"/>
                  <a:pt x="0" y="178151"/>
                </a:cubicBezTo>
                <a:lnTo>
                  <a:pt x="0" y="132095"/>
                </a:lnTo>
                <a:cubicBezTo>
                  <a:pt x="0" y="125062"/>
                  <a:pt x="5693" y="119377"/>
                  <a:pt x="12738" y="119377"/>
                </a:cubicBezTo>
                <a:lnTo>
                  <a:pt x="38890" y="119377"/>
                </a:lnTo>
                <a:cubicBezTo>
                  <a:pt x="41110" y="111958"/>
                  <a:pt x="44102" y="104925"/>
                  <a:pt x="47671" y="98276"/>
                </a:cubicBezTo>
                <a:lnTo>
                  <a:pt x="29143" y="79778"/>
                </a:lnTo>
                <a:cubicBezTo>
                  <a:pt x="26731" y="77370"/>
                  <a:pt x="25380" y="74093"/>
                  <a:pt x="25380" y="70721"/>
                </a:cubicBezTo>
                <a:cubicBezTo>
                  <a:pt x="25380" y="67348"/>
                  <a:pt x="26731" y="64073"/>
                  <a:pt x="29143" y="61760"/>
                </a:cubicBezTo>
                <a:lnTo>
                  <a:pt x="61761" y="29098"/>
                </a:lnTo>
                <a:cubicBezTo>
                  <a:pt x="64270" y="26689"/>
                  <a:pt x="67551" y="25436"/>
                  <a:pt x="70832" y="25436"/>
                </a:cubicBezTo>
                <a:cubicBezTo>
                  <a:pt x="74113" y="25436"/>
                  <a:pt x="77299" y="26689"/>
                  <a:pt x="79807" y="29193"/>
                </a:cubicBezTo>
                <a:lnTo>
                  <a:pt x="98335" y="47597"/>
                </a:lnTo>
                <a:cubicBezTo>
                  <a:pt x="105090" y="44129"/>
                  <a:pt x="112135" y="41142"/>
                  <a:pt x="119469" y="38829"/>
                </a:cubicBezTo>
                <a:lnTo>
                  <a:pt x="119469" y="12719"/>
                </a:lnTo>
                <a:cubicBezTo>
                  <a:pt x="119469" y="5685"/>
                  <a:pt x="125259" y="0"/>
                  <a:pt x="132207" y="0"/>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2" name="Freeform 30">
            <a:extLst>
              <a:ext uri="{FF2B5EF4-FFF2-40B4-BE49-F238E27FC236}">
                <a16:creationId xmlns:a16="http://schemas.microsoft.com/office/drawing/2014/main" id="{EA9EE65B-6053-F139-8FAB-B6BAF565DE59}"/>
              </a:ext>
            </a:extLst>
          </p:cNvPr>
          <p:cNvSpPr/>
          <p:nvPr/>
        </p:nvSpPr>
        <p:spPr>
          <a:xfrm>
            <a:off x="9347200" y="3797300"/>
            <a:ext cx="609685" cy="608764"/>
          </a:xfrm>
          <a:custGeom>
            <a:avLst/>
            <a:gdLst/>
            <a:ahLst/>
            <a:cxnLst/>
            <a:rect l="l" t="t" r="r" b="b"/>
            <a:pathLst>
              <a:path w="609685" h="608764">
                <a:moveTo>
                  <a:pt x="304843" y="279036"/>
                </a:moveTo>
                <a:cubicBezTo>
                  <a:pt x="318861" y="279036"/>
                  <a:pt x="330227" y="290384"/>
                  <a:pt x="330227" y="304383"/>
                </a:cubicBezTo>
                <a:cubicBezTo>
                  <a:pt x="330227" y="318381"/>
                  <a:pt x="318861" y="329731"/>
                  <a:pt x="304843" y="329731"/>
                </a:cubicBezTo>
                <a:cubicBezTo>
                  <a:pt x="290824" y="329731"/>
                  <a:pt x="279460" y="318381"/>
                  <a:pt x="279460" y="304383"/>
                </a:cubicBezTo>
                <a:cubicBezTo>
                  <a:pt x="279460" y="290384"/>
                  <a:pt x="290824" y="279036"/>
                  <a:pt x="304843" y="279036"/>
                </a:cubicBezTo>
                <a:close/>
                <a:moveTo>
                  <a:pt x="304797" y="253586"/>
                </a:moveTo>
                <a:cubicBezTo>
                  <a:pt x="276850" y="253586"/>
                  <a:pt x="253992" y="276419"/>
                  <a:pt x="253992" y="304338"/>
                </a:cubicBezTo>
                <a:cubicBezTo>
                  <a:pt x="253992" y="332346"/>
                  <a:pt x="276850" y="355091"/>
                  <a:pt x="304797" y="355091"/>
                </a:cubicBezTo>
                <a:cubicBezTo>
                  <a:pt x="332835" y="355091"/>
                  <a:pt x="355604" y="332346"/>
                  <a:pt x="355604" y="304338"/>
                </a:cubicBezTo>
                <a:cubicBezTo>
                  <a:pt x="355604" y="276419"/>
                  <a:pt x="332835" y="253586"/>
                  <a:pt x="304797" y="253586"/>
                </a:cubicBezTo>
                <a:close/>
                <a:moveTo>
                  <a:pt x="304797" y="202922"/>
                </a:moveTo>
                <a:cubicBezTo>
                  <a:pt x="360870" y="202922"/>
                  <a:pt x="406409" y="248412"/>
                  <a:pt x="406409" y="304338"/>
                </a:cubicBezTo>
                <a:cubicBezTo>
                  <a:pt x="406409" y="360352"/>
                  <a:pt x="360870" y="405844"/>
                  <a:pt x="304797" y="405844"/>
                </a:cubicBezTo>
                <a:cubicBezTo>
                  <a:pt x="248813" y="405844"/>
                  <a:pt x="203275" y="360352"/>
                  <a:pt x="203275" y="304338"/>
                </a:cubicBezTo>
                <a:cubicBezTo>
                  <a:pt x="203275" y="248412"/>
                  <a:pt x="248813" y="202922"/>
                  <a:pt x="304797" y="202922"/>
                </a:cubicBezTo>
                <a:close/>
                <a:moveTo>
                  <a:pt x="304797" y="152213"/>
                </a:moveTo>
                <a:cubicBezTo>
                  <a:pt x="220762" y="152213"/>
                  <a:pt x="152443" y="220429"/>
                  <a:pt x="152443" y="304338"/>
                </a:cubicBezTo>
                <a:cubicBezTo>
                  <a:pt x="152443" y="388336"/>
                  <a:pt x="220762" y="456551"/>
                  <a:pt x="304797" y="456551"/>
                </a:cubicBezTo>
                <a:cubicBezTo>
                  <a:pt x="388924" y="456551"/>
                  <a:pt x="457242" y="388336"/>
                  <a:pt x="457242" y="304338"/>
                </a:cubicBezTo>
                <a:cubicBezTo>
                  <a:pt x="457242" y="220429"/>
                  <a:pt x="388924" y="152213"/>
                  <a:pt x="304797" y="152213"/>
                </a:cubicBezTo>
                <a:close/>
                <a:moveTo>
                  <a:pt x="253983" y="0"/>
                </a:moveTo>
                <a:lnTo>
                  <a:pt x="355613" y="0"/>
                </a:lnTo>
                <a:cubicBezTo>
                  <a:pt x="369722" y="0"/>
                  <a:pt x="381065" y="11325"/>
                  <a:pt x="381065" y="25324"/>
                </a:cubicBezTo>
                <a:lnTo>
                  <a:pt x="381065" y="62597"/>
                </a:lnTo>
                <a:cubicBezTo>
                  <a:pt x="395176" y="67056"/>
                  <a:pt x="408927" y="72763"/>
                  <a:pt x="422055" y="79718"/>
                </a:cubicBezTo>
                <a:lnTo>
                  <a:pt x="448490" y="53323"/>
                </a:lnTo>
                <a:cubicBezTo>
                  <a:pt x="458492" y="43336"/>
                  <a:pt x="474566" y="43336"/>
                  <a:pt x="484480" y="53323"/>
                </a:cubicBezTo>
                <a:lnTo>
                  <a:pt x="556280" y="125016"/>
                </a:lnTo>
                <a:cubicBezTo>
                  <a:pt x="566194" y="134915"/>
                  <a:pt x="566194" y="150965"/>
                  <a:pt x="556280" y="160862"/>
                </a:cubicBezTo>
                <a:lnTo>
                  <a:pt x="529847" y="187258"/>
                </a:lnTo>
                <a:cubicBezTo>
                  <a:pt x="536812" y="200454"/>
                  <a:pt x="542527" y="214187"/>
                  <a:pt x="546994" y="228276"/>
                </a:cubicBezTo>
                <a:lnTo>
                  <a:pt x="584233" y="228276"/>
                </a:lnTo>
                <a:cubicBezTo>
                  <a:pt x="598344" y="228276"/>
                  <a:pt x="609685" y="239599"/>
                  <a:pt x="609685" y="253600"/>
                </a:cubicBezTo>
                <a:lnTo>
                  <a:pt x="609685" y="355075"/>
                </a:lnTo>
                <a:cubicBezTo>
                  <a:pt x="609685" y="369165"/>
                  <a:pt x="598255" y="380488"/>
                  <a:pt x="584233" y="380488"/>
                </a:cubicBezTo>
                <a:lnTo>
                  <a:pt x="546994" y="380488"/>
                </a:lnTo>
                <a:cubicBezTo>
                  <a:pt x="542527" y="394578"/>
                  <a:pt x="536812" y="408310"/>
                  <a:pt x="529847" y="421418"/>
                </a:cubicBezTo>
                <a:lnTo>
                  <a:pt x="556280" y="447812"/>
                </a:lnTo>
                <a:cubicBezTo>
                  <a:pt x="566194" y="457798"/>
                  <a:pt x="566194" y="473850"/>
                  <a:pt x="556280" y="483748"/>
                </a:cubicBezTo>
                <a:lnTo>
                  <a:pt x="484480" y="555440"/>
                </a:lnTo>
                <a:cubicBezTo>
                  <a:pt x="474566" y="565338"/>
                  <a:pt x="458492" y="565338"/>
                  <a:pt x="448490" y="555440"/>
                </a:cubicBezTo>
                <a:lnTo>
                  <a:pt x="422055" y="529045"/>
                </a:lnTo>
                <a:cubicBezTo>
                  <a:pt x="408927" y="536001"/>
                  <a:pt x="395176" y="541618"/>
                  <a:pt x="381065" y="546077"/>
                </a:cubicBezTo>
                <a:lnTo>
                  <a:pt x="381065" y="583350"/>
                </a:lnTo>
                <a:cubicBezTo>
                  <a:pt x="381065" y="597438"/>
                  <a:pt x="369634" y="608764"/>
                  <a:pt x="355613" y="608764"/>
                </a:cubicBezTo>
                <a:lnTo>
                  <a:pt x="253983" y="608764"/>
                </a:lnTo>
                <a:cubicBezTo>
                  <a:pt x="239963" y="608764"/>
                  <a:pt x="228622" y="597438"/>
                  <a:pt x="228622" y="583350"/>
                </a:cubicBezTo>
                <a:lnTo>
                  <a:pt x="228622" y="546077"/>
                </a:lnTo>
                <a:cubicBezTo>
                  <a:pt x="214511" y="541618"/>
                  <a:pt x="200758" y="536001"/>
                  <a:pt x="187541" y="529045"/>
                </a:cubicBezTo>
                <a:lnTo>
                  <a:pt x="161107" y="555440"/>
                </a:lnTo>
                <a:cubicBezTo>
                  <a:pt x="151194" y="565338"/>
                  <a:pt x="135118" y="565338"/>
                  <a:pt x="125207" y="555440"/>
                </a:cubicBezTo>
                <a:lnTo>
                  <a:pt x="53405" y="483748"/>
                </a:lnTo>
                <a:cubicBezTo>
                  <a:pt x="43402" y="473850"/>
                  <a:pt x="43402" y="457798"/>
                  <a:pt x="53405" y="447812"/>
                </a:cubicBezTo>
                <a:lnTo>
                  <a:pt x="79750" y="421418"/>
                </a:lnTo>
                <a:cubicBezTo>
                  <a:pt x="72874" y="408310"/>
                  <a:pt x="67158" y="394578"/>
                  <a:pt x="62692" y="380488"/>
                </a:cubicBezTo>
                <a:lnTo>
                  <a:pt x="25363" y="380488"/>
                </a:lnTo>
                <a:cubicBezTo>
                  <a:pt x="11342" y="380488"/>
                  <a:pt x="0" y="369165"/>
                  <a:pt x="0" y="355075"/>
                </a:cubicBezTo>
                <a:lnTo>
                  <a:pt x="0" y="253600"/>
                </a:lnTo>
                <a:cubicBezTo>
                  <a:pt x="0" y="239599"/>
                  <a:pt x="11342" y="228276"/>
                  <a:pt x="25363" y="228276"/>
                </a:cubicBezTo>
                <a:lnTo>
                  <a:pt x="62692" y="228276"/>
                </a:lnTo>
                <a:cubicBezTo>
                  <a:pt x="67158" y="214187"/>
                  <a:pt x="72874" y="200454"/>
                  <a:pt x="79750" y="187258"/>
                </a:cubicBezTo>
                <a:lnTo>
                  <a:pt x="53405" y="160862"/>
                </a:lnTo>
                <a:cubicBezTo>
                  <a:pt x="43402" y="150965"/>
                  <a:pt x="43402" y="134915"/>
                  <a:pt x="53405" y="125016"/>
                </a:cubicBezTo>
                <a:lnTo>
                  <a:pt x="125207" y="53323"/>
                </a:lnTo>
                <a:cubicBezTo>
                  <a:pt x="135118" y="43336"/>
                  <a:pt x="151194" y="43336"/>
                  <a:pt x="161107" y="53323"/>
                </a:cubicBezTo>
                <a:lnTo>
                  <a:pt x="187541" y="79718"/>
                </a:lnTo>
                <a:cubicBezTo>
                  <a:pt x="200758" y="72763"/>
                  <a:pt x="214511" y="67056"/>
                  <a:pt x="228622" y="62597"/>
                </a:cubicBezTo>
                <a:lnTo>
                  <a:pt x="228622" y="25324"/>
                </a:lnTo>
                <a:cubicBezTo>
                  <a:pt x="228622" y="11325"/>
                  <a:pt x="239963" y="0"/>
                  <a:pt x="253983" y="0"/>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Tree>
    <p:extLst>
      <p:ext uri="{BB962C8B-B14F-4D97-AF65-F5344CB8AC3E}">
        <p14:creationId xmlns:p14="http://schemas.microsoft.com/office/powerpoint/2010/main" val="514235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_自定义版式">
    <p:spTree>
      <p:nvGrpSpPr>
        <p:cNvPr id="1" name=""/>
        <p:cNvGrpSpPr/>
        <p:nvPr/>
      </p:nvGrpSpPr>
      <p:grpSpPr>
        <a:xfrm>
          <a:off x="0" y="0"/>
          <a:ext cx="0" cy="0"/>
          <a:chOff x="0" y="0"/>
          <a:chExt cx="0" cy="0"/>
        </a:xfrm>
      </p:grpSpPr>
      <p:sp>
        <p:nvSpPr>
          <p:cNvPr id="3" name="AutoShape 11">
            <a:extLst>
              <a:ext uri="{FF2B5EF4-FFF2-40B4-BE49-F238E27FC236}">
                <a16:creationId xmlns:a16="http://schemas.microsoft.com/office/drawing/2014/main" id="{FFB01D0F-41AE-6544-D85A-0FE79166A571}"/>
              </a:ext>
            </a:extLst>
          </p:cNvPr>
          <p:cNvSpPr/>
          <p:nvPr/>
        </p:nvSpPr>
        <p:spPr>
          <a:xfrm>
            <a:off x="1155700" y="1574800"/>
            <a:ext cx="10147300" cy="4178300"/>
          </a:xfrm>
          <a:prstGeom prst="roundRect">
            <a:avLst>
              <a:gd name="adj" fmla="val 0"/>
            </a:avLst>
          </a:prstGeom>
          <a:noFill/>
          <a:ln w="12700" cap="flat" cmpd="sng">
            <a:solidFill>
              <a:srgbClr val="617299">
                <a:alpha val="100000"/>
              </a:srgbClr>
            </a:solidFill>
            <a:prstDash val="solid"/>
            <a:miter lim="8000000"/>
          </a:ln>
        </p:spPr>
        <p:txBody>
          <a:bodyPr vert="horz" wrap="square" lIns="63500" tIns="63500" rIns="63500" bIns="63500" rtlCol="0" anchor="ctr"/>
          <a:lstStyle/>
          <a:p>
            <a:pPr algn="ctr">
              <a:defRPr/>
            </a:pPr>
            <a:endParaRPr/>
          </a:p>
        </p:txBody>
      </p:sp>
      <p:sp>
        <p:nvSpPr>
          <p:cNvPr id="4" name="AutoShape 12">
            <a:extLst>
              <a:ext uri="{FF2B5EF4-FFF2-40B4-BE49-F238E27FC236}">
                <a16:creationId xmlns:a16="http://schemas.microsoft.com/office/drawing/2014/main" id="{1759F09C-A9EC-9BDF-4FA8-03B1CCE6E393}"/>
              </a:ext>
            </a:extLst>
          </p:cNvPr>
          <p:cNvSpPr/>
          <p:nvPr/>
        </p:nvSpPr>
        <p:spPr>
          <a:xfrm>
            <a:off x="1727200" y="2679700"/>
            <a:ext cx="762000" cy="762000"/>
          </a:xfrm>
          <a:prstGeom prst="ellipse">
            <a:avLst/>
          </a:prstGeom>
          <a:solidFill>
            <a:srgbClr val="297FD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13">
            <a:extLst>
              <a:ext uri="{FF2B5EF4-FFF2-40B4-BE49-F238E27FC236}">
                <a16:creationId xmlns:a16="http://schemas.microsoft.com/office/drawing/2014/main" id="{C1018B04-3DCF-D6D4-4DAF-3D4ED589DEB6}"/>
              </a:ext>
            </a:extLst>
          </p:cNvPr>
          <p:cNvSpPr/>
          <p:nvPr/>
        </p:nvSpPr>
        <p:spPr>
          <a:xfrm>
            <a:off x="1625600" y="2806700"/>
            <a:ext cx="965200" cy="5334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endParaRPr/>
          </a:p>
        </p:txBody>
      </p:sp>
      <p:sp>
        <p:nvSpPr>
          <p:cNvPr id="6" name="AutoShape 14">
            <a:extLst>
              <a:ext uri="{FF2B5EF4-FFF2-40B4-BE49-F238E27FC236}">
                <a16:creationId xmlns:a16="http://schemas.microsoft.com/office/drawing/2014/main" id="{B55D8007-F72B-0FED-4319-139F319041FB}"/>
              </a:ext>
            </a:extLst>
          </p:cNvPr>
          <p:cNvSpPr/>
          <p:nvPr/>
        </p:nvSpPr>
        <p:spPr>
          <a:xfrm>
            <a:off x="1727200" y="3898900"/>
            <a:ext cx="762000" cy="762000"/>
          </a:xfrm>
          <a:prstGeom prst="ellipse">
            <a:avLst/>
          </a:prstGeom>
          <a:solidFill>
            <a:srgbClr val="629DD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15">
            <a:extLst>
              <a:ext uri="{FF2B5EF4-FFF2-40B4-BE49-F238E27FC236}">
                <a16:creationId xmlns:a16="http://schemas.microsoft.com/office/drawing/2014/main" id="{852D9BA8-46BC-14E0-580E-5CD0209B3424}"/>
              </a:ext>
            </a:extLst>
          </p:cNvPr>
          <p:cNvSpPr/>
          <p:nvPr/>
        </p:nvSpPr>
        <p:spPr>
          <a:xfrm>
            <a:off x="1625600" y="4025900"/>
            <a:ext cx="965200" cy="5334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endParaRPr/>
          </a:p>
        </p:txBody>
      </p:sp>
      <p:sp>
        <p:nvSpPr>
          <p:cNvPr id="8" name="AutoShape 16">
            <a:extLst>
              <a:ext uri="{FF2B5EF4-FFF2-40B4-BE49-F238E27FC236}">
                <a16:creationId xmlns:a16="http://schemas.microsoft.com/office/drawing/2014/main" id="{18F99D92-8B3B-F39D-3749-0EFA45A5ED45}"/>
              </a:ext>
            </a:extLst>
          </p:cNvPr>
          <p:cNvSpPr/>
          <p:nvPr/>
        </p:nvSpPr>
        <p:spPr>
          <a:xfrm>
            <a:off x="1244600" y="18542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17">
            <a:extLst>
              <a:ext uri="{FF2B5EF4-FFF2-40B4-BE49-F238E27FC236}">
                <a16:creationId xmlns:a16="http://schemas.microsoft.com/office/drawing/2014/main" id="{4287BEF4-C035-C1A9-16FE-03BE163731CF}"/>
              </a:ext>
            </a:extLst>
          </p:cNvPr>
          <p:cNvSpPr/>
          <p:nvPr/>
        </p:nvSpPr>
        <p:spPr>
          <a:xfrm>
            <a:off x="889000" y="18542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8">
            <a:extLst>
              <a:ext uri="{FF2B5EF4-FFF2-40B4-BE49-F238E27FC236}">
                <a16:creationId xmlns:a16="http://schemas.microsoft.com/office/drawing/2014/main" id="{8E8C2DB4-317B-3656-3FB9-D50A6721B959}"/>
              </a:ext>
            </a:extLst>
          </p:cNvPr>
          <p:cNvSpPr/>
          <p:nvPr/>
        </p:nvSpPr>
        <p:spPr>
          <a:xfrm>
            <a:off x="939800" y="19050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9">
            <a:extLst>
              <a:ext uri="{FF2B5EF4-FFF2-40B4-BE49-F238E27FC236}">
                <a16:creationId xmlns:a16="http://schemas.microsoft.com/office/drawing/2014/main" id="{46F2B86F-3C1E-680E-D21F-8B96569A6B26}"/>
              </a:ext>
            </a:extLst>
          </p:cNvPr>
          <p:cNvSpPr/>
          <p:nvPr/>
        </p:nvSpPr>
        <p:spPr>
          <a:xfrm>
            <a:off x="1244600" y="24257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20">
            <a:extLst>
              <a:ext uri="{FF2B5EF4-FFF2-40B4-BE49-F238E27FC236}">
                <a16:creationId xmlns:a16="http://schemas.microsoft.com/office/drawing/2014/main" id="{AE8EF55D-F9E4-8AC0-711E-BDC372122321}"/>
              </a:ext>
            </a:extLst>
          </p:cNvPr>
          <p:cNvSpPr/>
          <p:nvPr/>
        </p:nvSpPr>
        <p:spPr>
          <a:xfrm>
            <a:off x="889000" y="24257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21">
            <a:extLst>
              <a:ext uri="{FF2B5EF4-FFF2-40B4-BE49-F238E27FC236}">
                <a16:creationId xmlns:a16="http://schemas.microsoft.com/office/drawing/2014/main" id="{31676453-E036-FCB6-0740-E77ECDDF9C11}"/>
              </a:ext>
            </a:extLst>
          </p:cNvPr>
          <p:cNvSpPr/>
          <p:nvPr/>
        </p:nvSpPr>
        <p:spPr>
          <a:xfrm>
            <a:off x="939800" y="24765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22">
            <a:extLst>
              <a:ext uri="{FF2B5EF4-FFF2-40B4-BE49-F238E27FC236}">
                <a16:creationId xmlns:a16="http://schemas.microsoft.com/office/drawing/2014/main" id="{DB91BAEC-8889-1B31-4F47-538BDC224A1A}"/>
              </a:ext>
            </a:extLst>
          </p:cNvPr>
          <p:cNvSpPr/>
          <p:nvPr/>
        </p:nvSpPr>
        <p:spPr>
          <a:xfrm>
            <a:off x="1244600" y="3009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23">
            <a:extLst>
              <a:ext uri="{FF2B5EF4-FFF2-40B4-BE49-F238E27FC236}">
                <a16:creationId xmlns:a16="http://schemas.microsoft.com/office/drawing/2014/main" id="{2169DC52-9902-E7E1-60A1-074A2C1A39A9}"/>
              </a:ext>
            </a:extLst>
          </p:cNvPr>
          <p:cNvSpPr/>
          <p:nvPr/>
        </p:nvSpPr>
        <p:spPr>
          <a:xfrm>
            <a:off x="889000" y="3009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24">
            <a:extLst>
              <a:ext uri="{FF2B5EF4-FFF2-40B4-BE49-F238E27FC236}">
                <a16:creationId xmlns:a16="http://schemas.microsoft.com/office/drawing/2014/main" id="{424EEBE2-330D-E44F-FF20-6ADA4F955D71}"/>
              </a:ext>
            </a:extLst>
          </p:cNvPr>
          <p:cNvSpPr/>
          <p:nvPr/>
        </p:nvSpPr>
        <p:spPr>
          <a:xfrm>
            <a:off x="939800" y="30480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25">
            <a:extLst>
              <a:ext uri="{FF2B5EF4-FFF2-40B4-BE49-F238E27FC236}">
                <a16:creationId xmlns:a16="http://schemas.microsoft.com/office/drawing/2014/main" id="{A87317F5-727E-EEB3-8F35-73F62370587D}"/>
              </a:ext>
            </a:extLst>
          </p:cNvPr>
          <p:cNvSpPr/>
          <p:nvPr/>
        </p:nvSpPr>
        <p:spPr>
          <a:xfrm>
            <a:off x="1244600" y="35814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26">
            <a:extLst>
              <a:ext uri="{FF2B5EF4-FFF2-40B4-BE49-F238E27FC236}">
                <a16:creationId xmlns:a16="http://schemas.microsoft.com/office/drawing/2014/main" id="{7369034C-57C7-C540-00C7-182D66713411}"/>
              </a:ext>
            </a:extLst>
          </p:cNvPr>
          <p:cNvSpPr/>
          <p:nvPr/>
        </p:nvSpPr>
        <p:spPr>
          <a:xfrm>
            <a:off x="889000" y="35814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27">
            <a:extLst>
              <a:ext uri="{FF2B5EF4-FFF2-40B4-BE49-F238E27FC236}">
                <a16:creationId xmlns:a16="http://schemas.microsoft.com/office/drawing/2014/main" id="{D86DA17D-FABF-0DA0-5145-C700FE8DBF05}"/>
              </a:ext>
            </a:extLst>
          </p:cNvPr>
          <p:cNvSpPr/>
          <p:nvPr/>
        </p:nvSpPr>
        <p:spPr>
          <a:xfrm>
            <a:off x="939800" y="36322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8">
            <a:extLst>
              <a:ext uri="{FF2B5EF4-FFF2-40B4-BE49-F238E27FC236}">
                <a16:creationId xmlns:a16="http://schemas.microsoft.com/office/drawing/2014/main" id="{9ADA088B-4436-5500-D9C8-A115B487C0AC}"/>
              </a:ext>
            </a:extLst>
          </p:cNvPr>
          <p:cNvSpPr/>
          <p:nvPr/>
        </p:nvSpPr>
        <p:spPr>
          <a:xfrm>
            <a:off x="1244600" y="4152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9">
            <a:extLst>
              <a:ext uri="{FF2B5EF4-FFF2-40B4-BE49-F238E27FC236}">
                <a16:creationId xmlns:a16="http://schemas.microsoft.com/office/drawing/2014/main" id="{4D16C78C-6CD0-B424-4A21-EF3BEAF452B1}"/>
              </a:ext>
            </a:extLst>
          </p:cNvPr>
          <p:cNvSpPr/>
          <p:nvPr/>
        </p:nvSpPr>
        <p:spPr>
          <a:xfrm>
            <a:off x="889000" y="4152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30">
            <a:extLst>
              <a:ext uri="{FF2B5EF4-FFF2-40B4-BE49-F238E27FC236}">
                <a16:creationId xmlns:a16="http://schemas.microsoft.com/office/drawing/2014/main" id="{AC28B12C-639E-9CF3-F73C-1228F7271D79}"/>
              </a:ext>
            </a:extLst>
          </p:cNvPr>
          <p:cNvSpPr/>
          <p:nvPr/>
        </p:nvSpPr>
        <p:spPr>
          <a:xfrm>
            <a:off x="939800" y="42037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31">
            <a:extLst>
              <a:ext uri="{FF2B5EF4-FFF2-40B4-BE49-F238E27FC236}">
                <a16:creationId xmlns:a16="http://schemas.microsoft.com/office/drawing/2014/main" id="{37743A3E-0088-EC55-685E-8F46626AB9A2}"/>
              </a:ext>
            </a:extLst>
          </p:cNvPr>
          <p:cNvSpPr/>
          <p:nvPr/>
        </p:nvSpPr>
        <p:spPr>
          <a:xfrm>
            <a:off x="1244600" y="47244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32">
            <a:extLst>
              <a:ext uri="{FF2B5EF4-FFF2-40B4-BE49-F238E27FC236}">
                <a16:creationId xmlns:a16="http://schemas.microsoft.com/office/drawing/2014/main" id="{6EF4D42B-2B05-8A11-CFAF-EEBD7DB22727}"/>
              </a:ext>
            </a:extLst>
          </p:cNvPr>
          <p:cNvSpPr/>
          <p:nvPr/>
        </p:nvSpPr>
        <p:spPr>
          <a:xfrm>
            <a:off x="889000" y="47244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33">
            <a:extLst>
              <a:ext uri="{FF2B5EF4-FFF2-40B4-BE49-F238E27FC236}">
                <a16:creationId xmlns:a16="http://schemas.microsoft.com/office/drawing/2014/main" id="{A73DC5E0-A810-CDE5-9092-1F479592771A}"/>
              </a:ext>
            </a:extLst>
          </p:cNvPr>
          <p:cNvSpPr/>
          <p:nvPr/>
        </p:nvSpPr>
        <p:spPr>
          <a:xfrm>
            <a:off x="939800" y="47752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34">
            <a:extLst>
              <a:ext uri="{FF2B5EF4-FFF2-40B4-BE49-F238E27FC236}">
                <a16:creationId xmlns:a16="http://schemas.microsoft.com/office/drawing/2014/main" id="{2FDC18C0-4835-FCFB-436A-DDAFED40DB86}"/>
              </a:ext>
            </a:extLst>
          </p:cNvPr>
          <p:cNvSpPr/>
          <p:nvPr/>
        </p:nvSpPr>
        <p:spPr>
          <a:xfrm>
            <a:off x="1244600" y="5295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AutoShape 35">
            <a:extLst>
              <a:ext uri="{FF2B5EF4-FFF2-40B4-BE49-F238E27FC236}">
                <a16:creationId xmlns:a16="http://schemas.microsoft.com/office/drawing/2014/main" id="{8A3D8BBA-F389-3EBF-F2F0-CEEA1FE71E61}"/>
              </a:ext>
            </a:extLst>
          </p:cNvPr>
          <p:cNvSpPr/>
          <p:nvPr/>
        </p:nvSpPr>
        <p:spPr>
          <a:xfrm>
            <a:off x="889000" y="5295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36">
            <a:extLst>
              <a:ext uri="{FF2B5EF4-FFF2-40B4-BE49-F238E27FC236}">
                <a16:creationId xmlns:a16="http://schemas.microsoft.com/office/drawing/2014/main" id="{AE7238FF-42C4-E09D-0999-D91C9F1940DF}"/>
              </a:ext>
            </a:extLst>
          </p:cNvPr>
          <p:cNvSpPr/>
          <p:nvPr/>
        </p:nvSpPr>
        <p:spPr>
          <a:xfrm>
            <a:off x="939800" y="53467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37">
            <a:extLst>
              <a:ext uri="{FF2B5EF4-FFF2-40B4-BE49-F238E27FC236}">
                <a16:creationId xmlns:a16="http://schemas.microsoft.com/office/drawing/2014/main" id="{5D4DD1C1-7615-7967-7FCC-1CF737AC059B}"/>
              </a:ext>
            </a:extLst>
          </p:cNvPr>
          <p:cNvSpPr/>
          <p:nvPr/>
        </p:nvSpPr>
        <p:spPr>
          <a:xfrm>
            <a:off x="2692400" y="2057400"/>
            <a:ext cx="8293100" cy="711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30" name="AutoShape 38">
            <a:extLst>
              <a:ext uri="{FF2B5EF4-FFF2-40B4-BE49-F238E27FC236}">
                <a16:creationId xmlns:a16="http://schemas.microsoft.com/office/drawing/2014/main" id="{6D9AEE91-BEB8-BFA1-A2AF-3800CEA2377A}"/>
              </a:ext>
            </a:extLst>
          </p:cNvPr>
          <p:cNvSpPr/>
          <p:nvPr/>
        </p:nvSpPr>
        <p:spPr>
          <a:xfrm>
            <a:off x="2692400" y="3314700"/>
            <a:ext cx="8293100" cy="711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31" name="AutoShape 39">
            <a:extLst>
              <a:ext uri="{FF2B5EF4-FFF2-40B4-BE49-F238E27FC236}">
                <a16:creationId xmlns:a16="http://schemas.microsoft.com/office/drawing/2014/main" id="{2E679C30-5DB3-CAD4-CE18-EAE2388A1949}"/>
              </a:ext>
            </a:extLst>
          </p:cNvPr>
          <p:cNvSpPr/>
          <p:nvPr/>
        </p:nvSpPr>
        <p:spPr>
          <a:xfrm>
            <a:off x="2692400" y="4572000"/>
            <a:ext cx="8293100" cy="711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cxnSp>
        <p:nvCxnSpPr>
          <p:cNvPr id="32" name="Connector 40">
            <a:extLst>
              <a:ext uri="{FF2B5EF4-FFF2-40B4-BE49-F238E27FC236}">
                <a16:creationId xmlns:a16="http://schemas.microsoft.com/office/drawing/2014/main" id="{0F23ADE6-5341-8DDB-A020-EB0917A539C5}"/>
              </a:ext>
            </a:extLst>
          </p:cNvPr>
          <p:cNvCxnSpPr/>
          <p:nvPr/>
        </p:nvCxnSpPr>
        <p:spPr>
          <a:xfrm>
            <a:off x="2806700" y="3035300"/>
            <a:ext cx="7950210" cy="12700"/>
          </a:xfrm>
          <a:prstGeom prst="line">
            <a:avLst/>
          </a:prstGeom>
          <a:solidFill>
            <a:srgbClr val="DEE0E3">
              <a:alpha val="100000"/>
            </a:srgbClr>
          </a:solidFill>
          <a:ln w="12700" cap="flat" cmpd="sng">
            <a:solidFill>
              <a:srgbClr val="4A66AC">
                <a:alpha val="100000"/>
              </a:srgbClr>
            </a:solidFill>
            <a:prstDash val="solid"/>
            <a:miter lim="8000000"/>
            <a:headEnd type="none" w="med" len="med"/>
            <a:tailEnd type="none" w="med" len="med"/>
          </a:ln>
        </p:spPr>
      </p:cxnSp>
      <p:cxnSp>
        <p:nvCxnSpPr>
          <p:cNvPr id="33" name="Connector 41">
            <a:extLst>
              <a:ext uri="{FF2B5EF4-FFF2-40B4-BE49-F238E27FC236}">
                <a16:creationId xmlns:a16="http://schemas.microsoft.com/office/drawing/2014/main" id="{D2BC8812-EFF3-9FC5-2C66-649566C9D751}"/>
              </a:ext>
            </a:extLst>
          </p:cNvPr>
          <p:cNvCxnSpPr/>
          <p:nvPr/>
        </p:nvCxnSpPr>
        <p:spPr>
          <a:xfrm>
            <a:off x="2806700" y="4292600"/>
            <a:ext cx="7950210" cy="12700"/>
          </a:xfrm>
          <a:prstGeom prst="line">
            <a:avLst/>
          </a:prstGeom>
          <a:solidFill>
            <a:srgbClr val="DEE0E3">
              <a:alpha val="100000"/>
            </a:srgbClr>
          </a:solidFill>
          <a:ln w="12700" cap="flat" cmpd="sng">
            <a:solidFill>
              <a:srgbClr val="4A66AC">
                <a:alpha val="100000"/>
              </a:srgbClr>
            </a:solidFill>
            <a:prstDash val="solid"/>
            <a:miter lim="8000000"/>
            <a:headEnd type="none" w="med" len="med"/>
            <a:tailEnd type="none" w="med" len="med"/>
          </a:ln>
        </p:spPr>
      </p:cxnSp>
    </p:spTree>
    <p:extLst>
      <p:ext uri="{BB962C8B-B14F-4D97-AF65-F5344CB8AC3E}">
        <p14:creationId xmlns:p14="http://schemas.microsoft.com/office/powerpoint/2010/main" val="14177560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2_自定义版式">
    <p:spTree>
      <p:nvGrpSpPr>
        <p:cNvPr id="1" name=""/>
        <p:cNvGrpSpPr/>
        <p:nvPr/>
      </p:nvGrpSpPr>
      <p:grpSpPr>
        <a:xfrm>
          <a:off x="0" y="0"/>
          <a:ext cx="0" cy="0"/>
          <a:chOff x="0" y="0"/>
          <a:chExt cx="0" cy="0"/>
        </a:xfrm>
      </p:grpSpPr>
      <p:sp>
        <p:nvSpPr>
          <p:cNvPr id="4" name="AutoShape 11">
            <a:extLst>
              <a:ext uri="{FF2B5EF4-FFF2-40B4-BE49-F238E27FC236}">
                <a16:creationId xmlns:a16="http://schemas.microsoft.com/office/drawing/2014/main" id="{777666A5-E308-86CE-DB68-04FFD47C8F01}"/>
              </a:ext>
            </a:extLst>
          </p:cNvPr>
          <p:cNvSpPr/>
          <p:nvPr/>
        </p:nvSpPr>
        <p:spPr>
          <a:xfrm>
            <a:off x="723900" y="1485900"/>
            <a:ext cx="5092700" cy="4267200"/>
          </a:xfrm>
          <a:prstGeom prst="roundRect">
            <a:avLst>
              <a:gd name="adj" fmla="val 0"/>
            </a:avLst>
          </a:prstGeom>
          <a:solidFill>
            <a:srgbClr val="FFFFFF">
              <a:alpha val="67000"/>
            </a:srgbClr>
          </a:solidFill>
          <a:ln w="25400" cap="flat" cmpd="sng">
            <a:noFill/>
            <a:prstDash val="solid"/>
            <a:round/>
          </a:ln>
          <a:effectLst>
            <a:outerShdw blurRad="63500" algn="ctr" rotWithShape="0">
              <a:srgbClr val="000000">
                <a:alpha val="5000"/>
              </a:srgbClr>
            </a:outerShdw>
          </a:effectLst>
        </p:spPr>
        <p:txBody>
          <a:bodyPr vert="horz" wrap="square" lIns="63500" tIns="63500" rIns="63500" bIns="63500" rtlCol="0" anchor="ctr"/>
          <a:lstStyle/>
          <a:p>
            <a:pPr algn="ctr">
              <a:defRPr/>
            </a:pPr>
            <a:endParaRPr/>
          </a:p>
        </p:txBody>
      </p:sp>
      <p:sp>
        <p:nvSpPr>
          <p:cNvPr id="6" name="AutoShape 12">
            <a:extLst>
              <a:ext uri="{FF2B5EF4-FFF2-40B4-BE49-F238E27FC236}">
                <a16:creationId xmlns:a16="http://schemas.microsoft.com/office/drawing/2014/main" id="{337FB9E3-E239-1B90-EBCD-5F7FC9294357}"/>
              </a:ext>
            </a:extLst>
          </p:cNvPr>
          <p:cNvSpPr/>
          <p:nvPr/>
        </p:nvSpPr>
        <p:spPr>
          <a:xfrm>
            <a:off x="850900" y="1651000"/>
            <a:ext cx="4800600" cy="3924300"/>
          </a:xfrm>
          <a:prstGeom prst="roundRect">
            <a:avLst>
              <a:gd name="adj" fmla="val 0"/>
            </a:avLst>
          </a:prstGeom>
          <a:noFill/>
          <a:ln w="12700" cap="flat" cmpd="sng">
            <a:solidFill>
              <a:srgbClr val="D9D9D9">
                <a:alpha val="100000"/>
              </a:srgbClr>
            </a:solidFill>
            <a:prstDash val="solid"/>
            <a:miter lim="10000000"/>
          </a:ln>
          <a:effectLst>
            <a:outerShdw blurRad="63500" algn="ctr" rotWithShape="0">
              <a:srgbClr val="000000">
                <a:alpha val="13000"/>
              </a:srgbClr>
            </a:outerShdw>
          </a:effectLst>
        </p:spPr>
        <p:txBody>
          <a:bodyPr vert="horz" wrap="square" lIns="63500" tIns="63500" rIns="63500" bIns="63500" rtlCol="0" anchor="ctr"/>
          <a:lstStyle/>
          <a:p>
            <a:pPr algn="ctr">
              <a:defRPr/>
            </a:pPr>
            <a:endParaRPr/>
          </a:p>
        </p:txBody>
      </p:sp>
      <p:sp>
        <p:nvSpPr>
          <p:cNvPr id="8" name="AutoShape 13">
            <a:extLst>
              <a:ext uri="{FF2B5EF4-FFF2-40B4-BE49-F238E27FC236}">
                <a16:creationId xmlns:a16="http://schemas.microsoft.com/office/drawing/2014/main" id="{B1A6A787-0ADD-6E7E-0BC4-6263E3623362}"/>
              </a:ext>
            </a:extLst>
          </p:cNvPr>
          <p:cNvSpPr/>
          <p:nvPr/>
        </p:nvSpPr>
        <p:spPr>
          <a:xfrm>
            <a:off x="1905000" y="2133600"/>
            <a:ext cx="27051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spcAft>
                <a:spcPts val="1200"/>
              </a:spcAft>
              <a:defRPr/>
            </a:pPr>
            <a:endParaRPr lang="en-US" sz="1100" dirty="0"/>
          </a:p>
        </p:txBody>
      </p:sp>
      <p:sp>
        <p:nvSpPr>
          <p:cNvPr id="10" name="AutoShape 14">
            <a:extLst>
              <a:ext uri="{FF2B5EF4-FFF2-40B4-BE49-F238E27FC236}">
                <a16:creationId xmlns:a16="http://schemas.microsoft.com/office/drawing/2014/main" id="{F3A838E8-0B3E-7CC4-4A80-B195DB077401}"/>
              </a:ext>
            </a:extLst>
          </p:cNvPr>
          <p:cNvSpPr/>
          <p:nvPr/>
        </p:nvSpPr>
        <p:spPr>
          <a:xfrm>
            <a:off x="1257300" y="2552700"/>
            <a:ext cx="3987800" cy="1244600"/>
          </a:xfrm>
          <a:prstGeom prst="rect">
            <a:avLst/>
          </a:prstGeom>
          <a:noFill/>
          <a:ln w="12700" cap="flat" cmpd="sng">
            <a:noFill/>
            <a:prstDash val="solid"/>
            <a:round/>
          </a:ln>
        </p:spPr>
        <p:txBody>
          <a:bodyPr vert="horz" wrap="square" lIns="88900" tIns="50800" rIns="88900" bIns="50800" rtlCol="0" anchor="t" anchorCtr="0"/>
          <a:lstStyle/>
          <a:p>
            <a:pPr marL="0" indent="0" algn="just">
              <a:lnSpc>
                <a:spcPct val="116666"/>
              </a:lnSpc>
              <a:defRPr/>
            </a:pPr>
            <a:endParaRPr lang="en-US" sz="1100" dirty="0"/>
          </a:p>
        </p:txBody>
      </p:sp>
      <p:sp>
        <p:nvSpPr>
          <p:cNvPr id="12" name="AutoShape 15">
            <a:extLst>
              <a:ext uri="{FF2B5EF4-FFF2-40B4-BE49-F238E27FC236}">
                <a16:creationId xmlns:a16="http://schemas.microsoft.com/office/drawing/2014/main" id="{B2FF78B2-2499-AFB2-6E70-925A1C36DC00}"/>
              </a:ext>
            </a:extLst>
          </p:cNvPr>
          <p:cNvSpPr/>
          <p:nvPr/>
        </p:nvSpPr>
        <p:spPr>
          <a:xfrm>
            <a:off x="6362700" y="1485900"/>
            <a:ext cx="5092700" cy="4267200"/>
          </a:xfrm>
          <a:prstGeom prst="roundRect">
            <a:avLst>
              <a:gd name="adj" fmla="val 0"/>
            </a:avLst>
          </a:prstGeom>
          <a:solidFill>
            <a:srgbClr val="FFFFFF">
              <a:alpha val="67000"/>
            </a:srgbClr>
          </a:solidFill>
          <a:ln w="25400" cap="flat" cmpd="sng">
            <a:noFill/>
            <a:prstDash val="solid"/>
            <a:round/>
          </a:ln>
          <a:effectLst>
            <a:outerShdw blurRad="63500" algn="ctr" rotWithShape="0">
              <a:srgbClr val="000000">
                <a:alpha val="5000"/>
              </a:srgbClr>
            </a:outerShdw>
          </a:effectLst>
        </p:spPr>
        <p:txBody>
          <a:bodyPr vert="horz" wrap="square" lIns="63500" tIns="63500" rIns="63500" bIns="63500" rtlCol="0" anchor="ctr"/>
          <a:lstStyle/>
          <a:p>
            <a:pPr algn="ctr">
              <a:defRPr/>
            </a:pPr>
            <a:endParaRPr/>
          </a:p>
        </p:txBody>
      </p:sp>
      <p:sp>
        <p:nvSpPr>
          <p:cNvPr id="14" name="AutoShape 16">
            <a:extLst>
              <a:ext uri="{FF2B5EF4-FFF2-40B4-BE49-F238E27FC236}">
                <a16:creationId xmlns:a16="http://schemas.microsoft.com/office/drawing/2014/main" id="{D3793847-702C-7BA1-103F-7EE22A8334BF}"/>
              </a:ext>
            </a:extLst>
          </p:cNvPr>
          <p:cNvSpPr/>
          <p:nvPr/>
        </p:nvSpPr>
        <p:spPr>
          <a:xfrm>
            <a:off x="6489700" y="1651000"/>
            <a:ext cx="4800600" cy="3924300"/>
          </a:xfrm>
          <a:prstGeom prst="roundRect">
            <a:avLst>
              <a:gd name="adj" fmla="val 0"/>
            </a:avLst>
          </a:prstGeom>
          <a:noFill/>
          <a:ln w="12700" cap="flat" cmpd="sng">
            <a:solidFill>
              <a:srgbClr val="D9D9D9">
                <a:alpha val="100000"/>
              </a:srgbClr>
            </a:solidFill>
            <a:prstDash val="solid"/>
            <a:miter lim="10000000"/>
          </a:ln>
          <a:effectLst>
            <a:outerShdw blurRad="63500" algn="ctr" rotWithShape="0">
              <a:srgbClr val="000000">
                <a:alpha val="13000"/>
              </a:srgbClr>
            </a:outerShdw>
          </a:effectLst>
        </p:spPr>
        <p:txBody>
          <a:bodyPr vert="horz" wrap="square" lIns="63500" tIns="63500" rIns="63500" bIns="63500" rtlCol="0" anchor="ctr"/>
          <a:lstStyle/>
          <a:p>
            <a:pPr algn="ctr">
              <a:defRPr/>
            </a:pPr>
            <a:endParaRPr/>
          </a:p>
        </p:txBody>
      </p:sp>
      <p:sp>
        <p:nvSpPr>
          <p:cNvPr id="16" name="AutoShape 17">
            <a:extLst>
              <a:ext uri="{FF2B5EF4-FFF2-40B4-BE49-F238E27FC236}">
                <a16:creationId xmlns:a16="http://schemas.microsoft.com/office/drawing/2014/main" id="{6BFC270F-646B-4252-442B-2C561115A40A}"/>
              </a:ext>
            </a:extLst>
          </p:cNvPr>
          <p:cNvSpPr/>
          <p:nvPr/>
        </p:nvSpPr>
        <p:spPr>
          <a:xfrm>
            <a:off x="7543800" y="2133600"/>
            <a:ext cx="27051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spcAft>
                <a:spcPts val="1200"/>
              </a:spcAft>
              <a:defRPr/>
            </a:pPr>
            <a:endParaRPr lang="en-US" sz="1100" dirty="0"/>
          </a:p>
        </p:txBody>
      </p:sp>
      <p:sp>
        <p:nvSpPr>
          <p:cNvPr id="18" name="AutoShape 18">
            <a:extLst>
              <a:ext uri="{FF2B5EF4-FFF2-40B4-BE49-F238E27FC236}">
                <a16:creationId xmlns:a16="http://schemas.microsoft.com/office/drawing/2014/main" id="{C4CA4FF0-7961-EA3C-3962-CA3D0214682D}"/>
              </a:ext>
            </a:extLst>
          </p:cNvPr>
          <p:cNvSpPr/>
          <p:nvPr/>
        </p:nvSpPr>
        <p:spPr>
          <a:xfrm>
            <a:off x="6896100" y="2552700"/>
            <a:ext cx="3987800" cy="1244600"/>
          </a:xfrm>
          <a:prstGeom prst="rect">
            <a:avLst/>
          </a:prstGeom>
          <a:noFill/>
          <a:ln w="12700" cap="flat" cmpd="sng">
            <a:noFill/>
            <a:prstDash val="solid"/>
            <a:round/>
          </a:ln>
        </p:spPr>
        <p:txBody>
          <a:bodyPr vert="horz" wrap="square" lIns="88900" tIns="50800" rIns="88900" bIns="50800" rtlCol="0" anchor="t" anchorCtr="0"/>
          <a:lstStyle/>
          <a:p>
            <a:pPr marL="0" indent="0" algn="just">
              <a:lnSpc>
                <a:spcPct val="116666"/>
              </a:lnSpc>
              <a:defRPr/>
            </a:pPr>
            <a:endParaRPr lang="en-US" sz="1100" dirty="0"/>
          </a:p>
        </p:txBody>
      </p:sp>
    </p:spTree>
    <p:extLst>
      <p:ext uri="{BB962C8B-B14F-4D97-AF65-F5344CB8AC3E}">
        <p14:creationId xmlns:p14="http://schemas.microsoft.com/office/powerpoint/2010/main" val="24900883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3_自定义版式">
    <p:spTree>
      <p:nvGrpSpPr>
        <p:cNvPr id="1" name=""/>
        <p:cNvGrpSpPr/>
        <p:nvPr/>
      </p:nvGrpSpPr>
      <p:grpSpPr>
        <a:xfrm>
          <a:off x="0" y="0"/>
          <a:ext cx="0" cy="0"/>
          <a:chOff x="0" y="0"/>
          <a:chExt cx="0" cy="0"/>
        </a:xfrm>
      </p:grpSpPr>
      <p:sp>
        <p:nvSpPr>
          <p:cNvPr id="3" name="Freeform 11">
            <a:extLst>
              <a:ext uri="{FF2B5EF4-FFF2-40B4-BE49-F238E27FC236}">
                <a16:creationId xmlns:a16="http://schemas.microsoft.com/office/drawing/2014/main" id="{3DA67CB2-74D5-95D4-E4C5-300370DF0582}"/>
              </a:ext>
            </a:extLst>
          </p:cNvPr>
          <p:cNvSpPr/>
          <p:nvPr/>
        </p:nvSpPr>
        <p:spPr>
          <a:xfrm>
            <a:off x="6146800" y="1866900"/>
            <a:ext cx="1795729" cy="1795725"/>
          </a:xfrm>
          <a:custGeom>
            <a:avLst/>
            <a:gdLst/>
            <a:ahLst/>
            <a:cxnLst/>
            <a:rect l="l" t="t" r="r" b="b"/>
            <a:pathLst>
              <a:path w="1795729" h="1795725">
                <a:moveTo>
                  <a:pt x="0" y="0"/>
                </a:moveTo>
                <a:lnTo>
                  <a:pt x="88795" y="4483"/>
                </a:lnTo>
                <a:cubicBezTo>
                  <a:pt x="986448" y="95645"/>
                  <a:pt x="1700083" y="809280"/>
                  <a:pt x="1791245" y="1706935"/>
                </a:cubicBezTo>
                <a:lnTo>
                  <a:pt x="1795729" y="1795725"/>
                </a:lnTo>
                <a:lnTo>
                  <a:pt x="1210380" y="1795725"/>
                </a:lnTo>
                <a:lnTo>
                  <a:pt x="1208742" y="1763292"/>
                </a:lnTo>
                <a:cubicBezTo>
                  <a:pt x="1144880" y="1134455"/>
                  <a:pt x="644954" y="634528"/>
                  <a:pt x="16116" y="570666"/>
                </a:cubicBezTo>
                <a:lnTo>
                  <a:pt x="0" y="569852"/>
                </a:lnTo>
                <a:lnTo>
                  <a:pt x="0" y="0"/>
                </a:ln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Freeform 12">
            <a:extLst>
              <a:ext uri="{FF2B5EF4-FFF2-40B4-BE49-F238E27FC236}">
                <a16:creationId xmlns:a16="http://schemas.microsoft.com/office/drawing/2014/main" id="{95CB6475-C771-37E2-17B0-99975A140F6B}"/>
              </a:ext>
            </a:extLst>
          </p:cNvPr>
          <p:cNvSpPr/>
          <p:nvPr/>
        </p:nvSpPr>
        <p:spPr>
          <a:xfrm>
            <a:off x="4140200" y="1866900"/>
            <a:ext cx="1795725" cy="1795725"/>
          </a:xfrm>
          <a:custGeom>
            <a:avLst/>
            <a:gdLst/>
            <a:ahLst/>
            <a:cxnLst/>
            <a:rect l="l" t="t" r="r" b="b"/>
            <a:pathLst>
              <a:path w="1795725" h="1795725">
                <a:moveTo>
                  <a:pt x="1795725" y="0"/>
                </a:moveTo>
                <a:lnTo>
                  <a:pt x="1795725" y="568411"/>
                </a:lnTo>
                <a:lnTo>
                  <a:pt x="1751054" y="570666"/>
                </a:lnTo>
                <a:cubicBezTo>
                  <a:pt x="1122216" y="634528"/>
                  <a:pt x="622290" y="1134455"/>
                  <a:pt x="558428" y="1763292"/>
                </a:cubicBezTo>
                <a:lnTo>
                  <a:pt x="556791" y="1795725"/>
                </a:lnTo>
                <a:lnTo>
                  <a:pt x="0" y="1795725"/>
                </a:lnTo>
                <a:lnTo>
                  <a:pt x="4483" y="1706935"/>
                </a:lnTo>
                <a:cubicBezTo>
                  <a:pt x="95645" y="809280"/>
                  <a:pt x="809281" y="95645"/>
                  <a:pt x="1706935" y="4483"/>
                </a:cubicBezTo>
                <a:lnTo>
                  <a:pt x="1795725" y="0"/>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Freeform 13">
            <a:extLst>
              <a:ext uri="{FF2B5EF4-FFF2-40B4-BE49-F238E27FC236}">
                <a16:creationId xmlns:a16="http://schemas.microsoft.com/office/drawing/2014/main" id="{94CBADAD-25F7-840F-69A7-EE69DF79A74C}"/>
              </a:ext>
            </a:extLst>
          </p:cNvPr>
          <p:cNvSpPr/>
          <p:nvPr/>
        </p:nvSpPr>
        <p:spPr>
          <a:xfrm>
            <a:off x="4140200" y="3873500"/>
            <a:ext cx="1795725" cy="1795728"/>
          </a:xfrm>
          <a:custGeom>
            <a:avLst/>
            <a:gdLst/>
            <a:ahLst/>
            <a:cxnLst/>
            <a:rect l="l" t="t" r="r" b="b"/>
            <a:pathLst>
              <a:path w="1795725" h="1795728">
                <a:moveTo>
                  <a:pt x="0" y="0"/>
                </a:moveTo>
                <a:lnTo>
                  <a:pt x="556997" y="0"/>
                </a:lnTo>
                <a:lnTo>
                  <a:pt x="558428" y="28353"/>
                </a:lnTo>
                <a:cubicBezTo>
                  <a:pt x="622290" y="657191"/>
                  <a:pt x="1122216" y="1157117"/>
                  <a:pt x="1751054" y="1220979"/>
                </a:cubicBezTo>
                <a:lnTo>
                  <a:pt x="1795725" y="1223235"/>
                </a:lnTo>
                <a:lnTo>
                  <a:pt x="1795725" y="1795728"/>
                </a:lnTo>
                <a:lnTo>
                  <a:pt x="1706935" y="1791244"/>
                </a:lnTo>
                <a:cubicBezTo>
                  <a:pt x="809281" y="1700082"/>
                  <a:pt x="95645" y="986448"/>
                  <a:pt x="4483" y="88793"/>
                </a:cubicBezTo>
                <a:lnTo>
                  <a:pt x="0" y="0"/>
                </a:ln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Freeform 14">
            <a:extLst>
              <a:ext uri="{FF2B5EF4-FFF2-40B4-BE49-F238E27FC236}">
                <a16:creationId xmlns:a16="http://schemas.microsoft.com/office/drawing/2014/main" id="{DBD16696-4C93-46B5-ACA4-21F917533263}"/>
              </a:ext>
            </a:extLst>
          </p:cNvPr>
          <p:cNvSpPr/>
          <p:nvPr/>
        </p:nvSpPr>
        <p:spPr>
          <a:xfrm>
            <a:off x="6146800" y="3873500"/>
            <a:ext cx="1795729" cy="1795728"/>
          </a:xfrm>
          <a:custGeom>
            <a:avLst/>
            <a:gdLst/>
            <a:ahLst/>
            <a:cxnLst/>
            <a:rect l="l" t="t" r="r" b="b"/>
            <a:pathLst>
              <a:path w="1795729" h="1795728">
                <a:moveTo>
                  <a:pt x="1210174" y="0"/>
                </a:moveTo>
                <a:lnTo>
                  <a:pt x="1795729" y="0"/>
                </a:lnTo>
                <a:lnTo>
                  <a:pt x="1791245" y="88793"/>
                </a:lnTo>
                <a:cubicBezTo>
                  <a:pt x="1700083" y="986448"/>
                  <a:pt x="986448" y="1700082"/>
                  <a:pt x="88795" y="1791244"/>
                </a:cubicBezTo>
                <a:lnTo>
                  <a:pt x="0" y="1795728"/>
                </a:lnTo>
                <a:lnTo>
                  <a:pt x="0" y="1221793"/>
                </a:lnTo>
                <a:lnTo>
                  <a:pt x="16116" y="1220979"/>
                </a:lnTo>
                <a:cubicBezTo>
                  <a:pt x="644954" y="1157117"/>
                  <a:pt x="1144880" y="657191"/>
                  <a:pt x="1208742" y="28353"/>
                </a:cubicBezTo>
                <a:lnTo>
                  <a:pt x="1210174" y="0"/>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15">
            <a:extLst>
              <a:ext uri="{FF2B5EF4-FFF2-40B4-BE49-F238E27FC236}">
                <a16:creationId xmlns:a16="http://schemas.microsoft.com/office/drawing/2014/main" id="{D4096B83-C640-E964-FDD1-11C9A0A61157}"/>
              </a:ext>
            </a:extLst>
          </p:cNvPr>
          <p:cNvSpPr/>
          <p:nvPr/>
        </p:nvSpPr>
        <p:spPr>
          <a:xfrm>
            <a:off x="4445000" y="3073400"/>
            <a:ext cx="3302000" cy="584200"/>
          </a:xfrm>
          <a:prstGeom prst="rect">
            <a:avLst/>
          </a:prstGeom>
          <a:noFill/>
          <a:ln w="12700" cap="flat" cmpd="sng">
            <a:noFill/>
            <a:prstDash val="solid"/>
            <a:round/>
          </a:ln>
        </p:spPr>
        <p:txBody>
          <a:bodyPr vert="horz" wrap="none" lIns="88900" tIns="50800" rIns="88900" bIns="50800" rtlCol="0" anchor="t" anchorCtr="0"/>
          <a:lstStyle/>
          <a:p>
            <a:pPr marL="0" indent="0" algn="ctr">
              <a:lnSpc>
                <a:spcPct val="100000"/>
              </a:lnSpc>
              <a:defRPr/>
            </a:pPr>
            <a:endParaRPr lang="en-US" sz="1100" dirty="0"/>
          </a:p>
        </p:txBody>
      </p:sp>
      <p:sp>
        <p:nvSpPr>
          <p:cNvPr id="8" name="Freeform 16">
            <a:extLst>
              <a:ext uri="{FF2B5EF4-FFF2-40B4-BE49-F238E27FC236}">
                <a16:creationId xmlns:a16="http://schemas.microsoft.com/office/drawing/2014/main" id="{5563BAA9-F7C7-3106-A9C9-E972856FCBB2}"/>
              </a:ext>
            </a:extLst>
          </p:cNvPr>
          <p:cNvSpPr/>
          <p:nvPr/>
        </p:nvSpPr>
        <p:spPr>
          <a:xfrm>
            <a:off x="5727700" y="3873500"/>
            <a:ext cx="631999" cy="627784"/>
          </a:xfrm>
          <a:custGeom>
            <a:avLst/>
            <a:gdLst/>
            <a:ahLst/>
            <a:cxnLst/>
            <a:rect l="l" t="t" r="r" b="b"/>
            <a:pathLst>
              <a:path w="631999" h="627784">
                <a:moveTo>
                  <a:pt x="59280" y="0"/>
                </a:moveTo>
                <a:cubicBezTo>
                  <a:pt x="23905" y="0"/>
                  <a:pt x="0" y="29790"/>
                  <a:pt x="0" y="64261"/>
                </a:cubicBezTo>
                <a:lnTo>
                  <a:pt x="0" y="340224"/>
                </a:lnTo>
                <a:cubicBezTo>
                  <a:pt x="0" y="377339"/>
                  <a:pt x="37686" y="386203"/>
                  <a:pt x="37686" y="386203"/>
                </a:cubicBezTo>
                <a:cubicBezTo>
                  <a:pt x="37686" y="386203"/>
                  <a:pt x="37686" y="103090"/>
                  <a:pt x="37686" y="74811"/>
                </a:cubicBezTo>
                <a:cubicBezTo>
                  <a:pt x="37686" y="46502"/>
                  <a:pt x="53047" y="41562"/>
                  <a:pt x="83125" y="41562"/>
                </a:cubicBezTo>
                <a:cubicBezTo>
                  <a:pt x="113175" y="41562"/>
                  <a:pt x="547996" y="41562"/>
                  <a:pt x="547996" y="41562"/>
                </a:cubicBezTo>
                <a:cubicBezTo>
                  <a:pt x="547996" y="41562"/>
                  <a:pt x="533864" y="0"/>
                  <a:pt x="506419" y="0"/>
                </a:cubicBezTo>
                <a:lnTo>
                  <a:pt x="59280" y="0"/>
                </a:lnTo>
                <a:close/>
                <a:moveTo>
                  <a:pt x="108610" y="70917"/>
                </a:moveTo>
                <a:cubicBezTo>
                  <a:pt x="67940" y="70917"/>
                  <a:pt x="70924" y="105270"/>
                  <a:pt x="70924" y="105270"/>
                </a:cubicBezTo>
                <a:cubicBezTo>
                  <a:pt x="70924" y="105270"/>
                  <a:pt x="70924" y="415529"/>
                  <a:pt x="70924" y="439391"/>
                </a:cubicBezTo>
                <a:cubicBezTo>
                  <a:pt x="70924" y="463281"/>
                  <a:pt x="85057" y="480953"/>
                  <a:pt x="108054" y="480953"/>
                </a:cubicBezTo>
                <a:cubicBezTo>
                  <a:pt x="131053" y="480953"/>
                  <a:pt x="262631" y="480953"/>
                  <a:pt x="262631" y="480953"/>
                </a:cubicBezTo>
                <a:lnTo>
                  <a:pt x="344089" y="627784"/>
                </a:lnTo>
                <a:lnTo>
                  <a:pt x="436051" y="478192"/>
                </a:lnTo>
                <a:cubicBezTo>
                  <a:pt x="436051" y="478192"/>
                  <a:pt x="559027" y="478192"/>
                  <a:pt x="587320" y="478192"/>
                </a:cubicBezTo>
                <a:cubicBezTo>
                  <a:pt x="615615" y="478192"/>
                  <a:pt x="629425" y="478046"/>
                  <a:pt x="629425" y="433840"/>
                </a:cubicBezTo>
                <a:lnTo>
                  <a:pt x="629425" y="121895"/>
                </a:lnTo>
                <a:cubicBezTo>
                  <a:pt x="629425" y="92714"/>
                  <a:pt x="631999" y="70917"/>
                  <a:pt x="593962" y="70917"/>
                </a:cubicBezTo>
                <a:lnTo>
                  <a:pt x="108610" y="70917"/>
                </a:lnTo>
                <a:close/>
              </a:path>
            </a:pathLst>
          </a:custGeom>
          <a:solidFill>
            <a:srgbClr val="284E7D">
              <a:alpha val="100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9" name="Connector 17">
            <a:extLst>
              <a:ext uri="{FF2B5EF4-FFF2-40B4-BE49-F238E27FC236}">
                <a16:creationId xmlns:a16="http://schemas.microsoft.com/office/drawing/2014/main" id="{1755CC42-AF77-37AB-D2FB-D3878D85654C}"/>
              </a:ext>
            </a:extLst>
          </p:cNvPr>
          <p:cNvCxnSpPr/>
          <p:nvPr/>
        </p:nvCxnSpPr>
        <p:spPr>
          <a:xfrm rot="3">
            <a:off x="3543300" y="2057400"/>
            <a:ext cx="1028778"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0" name="Connector 18">
            <a:extLst>
              <a:ext uri="{FF2B5EF4-FFF2-40B4-BE49-F238E27FC236}">
                <a16:creationId xmlns:a16="http://schemas.microsoft.com/office/drawing/2014/main" id="{4B272935-1530-FF7E-4523-541C8ECB743B}"/>
              </a:ext>
            </a:extLst>
          </p:cNvPr>
          <p:cNvCxnSpPr/>
          <p:nvPr/>
        </p:nvCxnSpPr>
        <p:spPr>
          <a:xfrm rot="5223772">
            <a:off x="4330621" y="2298781"/>
            <a:ext cx="495463"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1" name="Connector 19">
            <a:extLst>
              <a:ext uri="{FF2B5EF4-FFF2-40B4-BE49-F238E27FC236}">
                <a16:creationId xmlns:a16="http://schemas.microsoft.com/office/drawing/2014/main" id="{01E825D4-C761-C3A5-C8B7-F31EC43E5484}"/>
              </a:ext>
            </a:extLst>
          </p:cNvPr>
          <p:cNvCxnSpPr/>
          <p:nvPr/>
        </p:nvCxnSpPr>
        <p:spPr>
          <a:xfrm rot="3">
            <a:off x="7505700" y="2057400"/>
            <a:ext cx="1016079"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2" name="Connector 20">
            <a:extLst>
              <a:ext uri="{FF2B5EF4-FFF2-40B4-BE49-F238E27FC236}">
                <a16:creationId xmlns:a16="http://schemas.microsoft.com/office/drawing/2014/main" id="{E5D6AE73-5266-42FA-1FBF-80556DCBC3E4}"/>
              </a:ext>
            </a:extLst>
          </p:cNvPr>
          <p:cNvCxnSpPr/>
          <p:nvPr/>
        </p:nvCxnSpPr>
        <p:spPr>
          <a:xfrm rot="5223772">
            <a:off x="7238921" y="2298781"/>
            <a:ext cx="495463"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3" name="Connector 21">
            <a:extLst>
              <a:ext uri="{FF2B5EF4-FFF2-40B4-BE49-F238E27FC236}">
                <a16:creationId xmlns:a16="http://schemas.microsoft.com/office/drawing/2014/main" id="{8C9C02C5-5F20-329C-ED7A-1527C8BFEA2F}"/>
              </a:ext>
            </a:extLst>
          </p:cNvPr>
          <p:cNvCxnSpPr/>
          <p:nvPr/>
        </p:nvCxnSpPr>
        <p:spPr>
          <a:xfrm rot="3">
            <a:off x="3543300" y="5486400"/>
            <a:ext cx="1028778"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4" name="Connector 22">
            <a:extLst>
              <a:ext uri="{FF2B5EF4-FFF2-40B4-BE49-F238E27FC236}">
                <a16:creationId xmlns:a16="http://schemas.microsoft.com/office/drawing/2014/main" id="{A2C5BB72-C508-3A04-AF55-46C8B3E76327}"/>
              </a:ext>
            </a:extLst>
          </p:cNvPr>
          <p:cNvCxnSpPr/>
          <p:nvPr/>
        </p:nvCxnSpPr>
        <p:spPr>
          <a:xfrm rot="5223772">
            <a:off x="4330621" y="5232481"/>
            <a:ext cx="495463"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5" name="Connector 23">
            <a:extLst>
              <a:ext uri="{FF2B5EF4-FFF2-40B4-BE49-F238E27FC236}">
                <a16:creationId xmlns:a16="http://schemas.microsoft.com/office/drawing/2014/main" id="{CE10274B-30FF-9A07-C8A9-53BDD470907A}"/>
              </a:ext>
            </a:extLst>
          </p:cNvPr>
          <p:cNvCxnSpPr/>
          <p:nvPr/>
        </p:nvCxnSpPr>
        <p:spPr>
          <a:xfrm rot="3">
            <a:off x="7480300" y="5486400"/>
            <a:ext cx="1028778"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6" name="Connector 24">
            <a:extLst>
              <a:ext uri="{FF2B5EF4-FFF2-40B4-BE49-F238E27FC236}">
                <a16:creationId xmlns:a16="http://schemas.microsoft.com/office/drawing/2014/main" id="{AB4321F1-92DA-11D2-83F1-93B60EA127DB}"/>
              </a:ext>
            </a:extLst>
          </p:cNvPr>
          <p:cNvCxnSpPr/>
          <p:nvPr/>
        </p:nvCxnSpPr>
        <p:spPr>
          <a:xfrm rot="5223772">
            <a:off x="7251621" y="5232481"/>
            <a:ext cx="495463"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sp>
        <p:nvSpPr>
          <p:cNvPr id="17" name="AutoShape 25">
            <a:extLst>
              <a:ext uri="{FF2B5EF4-FFF2-40B4-BE49-F238E27FC236}">
                <a16:creationId xmlns:a16="http://schemas.microsoft.com/office/drawing/2014/main" id="{93008BEA-E94D-1DEC-55C8-A0D57986AE54}"/>
              </a:ext>
            </a:extLst>
          </p:cNvPr>
          <p:cNvSpPr/>
          <p:nvPr/>
        </p:nvSpPr>
        <p:spPr>
          <a:xfrm>
            <a:off x="3302000" y="1930400"/>
            <a:ext cx="254000" cy="254000"/>
          </a:xfrm>
          <a:prstGeom prst="ellipse">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26">
            <a:extLst>
              <a:ext uri="{FF2B5EF4-FFF2-40B4-BE49-F238E27FC236}">
                <a16:creationId xmlns:a16="http://schemas.microsoft.com/office/drawing/2014/main" id="{3A88A187-F5DD-4281-7B2A-748351EB4A6B}"/>
              </a:ext>
            </a:extLst>
          </p:cNvPr>
          <p:cNvSpPr/>
          <p:nvPr/>
        </p:nvSpPr>
        <p:spPr>
          <a:xfrm>
            <a:off x="3289300" y="5372100"/>
            <a:ext cx="254000" cy="2540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27">
            <a:extLst>
              <a:ext uri="{FF2B5EF4-FFF2-40B4-BE49-F238E27FC236}">
                <a16:creationId xmlns:a16="http://schemas.microsoft.com/office/drawing/2014/main" id="{181862E4-B5C0-89B6-CA49-3FAAFC7A3062}"/>
              </a:ext>
            </a:extLst>
          </p:cNvPr>
          <p:cNvSpPr/>
          <p:nvPr/>
        </p:nvSpPr>
        <p:spPr>
          <a:xfrm>
            <a:off x="8521700" y="1930400"/>
            <a:ext cx="254000" cy="2540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8">
            <a:extLst>
              <a:ext uri="{FF2B5EF4-FFF2-40B4-BE49-F238E27FC236}">
                <a16:creationId xmlns:a16="http://schemas.microsoft.com/office/drawing/2014/main" id="{BBF3AD1D-EE2F-D470-E13A-B497CC424F61}"/>
              </a:ext>
            </a:extLst>
          </p:cNvPr>
          <p:cNvSpPr/>
          <p:nvPr/>
        </p:nvSpPr>
        <p:spPr>
          <a:xfrm>
            <a:off x="8470900" y="5372100"/>
            <a:ext cx="254000" cy="254000"/>
          </a:xfrm>
          <a:prstGeom prst="ellipse">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Freeform 29">
            <a:extLst>
              <a:ext uri="{FF2B5EF4-FFF2-40B4-BE49-F238E27FC236}">
                <a16:creationId xmlns:a16="http://schemas.microsoft.com/office/drawing/2014/main" id="{0982D153-4420-00C6-DE2E-FB9371D4B6AA}"/>
              </a:ext>
            </a:extLst>
          </p:cNvPr>
          <p:cNvSpPr/>
          <p:nvPr/>
        </p:nvSpPr>
        <p:spPr>
          <a:xfrm>
            <a:off x="2283941" y="1646933"/>
            <a:ext cx="542149" cy="631850"/>
          </a:xfrm>
          <a:custGeom>
            <a:avLst/>
            <a:gdLst/>
            <a:ahLst/>
            <a:cxnLst/>
            <a:rect l="l" t="t" r="r" b="b"/>
            <a:pathLst>
              <a:path w="542149" h="631850">
                <a:moveTo>
                  <a:pt x="301044" y="452505"/>
                </a:moveTo>
                <a:lnTo>
                  <a:pt x="301044" y="303055"/>
                </a:lnTo>
                <a:cubicBezTo>
                  <a:pt x="301044" y="286498"/>
                  <a:pt x="287616" y="273100"/>
                  <a:pt x="271075" y="273100"/>
                </a:cubicBezTo>
                <a:cubicBezTo>
                  <a:pt x="254585" y="273100"/>
                  <a:pt x="241206" y="286498"/>
                  <a:pt x="241206" y="303055"/>
                </a:cubicBezTo>
                <a:lnTo>
                  <a:pt x="241206" y="452505"/>
                </a:lnTo>
                <a:lnTo>
                  <a:pt x="94149" y="452505"/>
                </a:lnTo>
                <a:lnTo>
                  <a:pt x="174869" y="351585"/>
                </a:lnTo>
                <a:cubicBezTo>
                  <a:pt x="182022" y="342546"/>
                  <a:pt x="183503" y="330319"/>
                  <a:pt x="178559" y="319992"/>
                </a:cubicBezTo>
                <a:cubicBezTo>
                  <a:pt x="173614" y="309520"/>
                  <a:pt x="163072" y="303055"/>
                  <a:pt x="151527" y="303055"/>
                </a:cubicBezTo>
                <a:lnTo>
                  <a:pt x="119324" y="303055"/>
                </a:lnTo>
                <a:lnTo>
                  <a:pt x="271075" y="86119"/>
                </a:lnTo>
                <a:lnTo>
                  <a:pt x="423053" y="303055"/>
                </a:lnTo>
                <a:lnTo>
                  <a:pt x="390674" y="303055"/>
                </a:lnTo>
                <a:cubicBezTo>
                  <a:pt x="379305" y="303055"/>
                  <a:pt x="368712" y="309520"/>
                  <a:pt x="363742" y="319992"/>
                </a:cubicBezTo>
                <a:cubicBezTo>
                  <a:pt x="358773" y="330319"/>
                  <a:pt x="360153" y="342546"/>
                  <a:pt x="367433" y="351585"/>
                </a:cubicBezTo>
                <a:lnTo>
                  <a:pt x="448177" y="452505"/>
                </a:lnTo>
                <a:cubicBezTo>
                  <a:pt x="448177" y="452505"/>
                  <a:pt x="301044" y="452505"/>
                  <a:pt x="301044" y="452505"/>
                </a:cubicBezTo>
                <a:close/>
                <a:moveTo>
                  <a:pt x="533666" y="463680"/>
                </a:moveTo>
                <a:lnTo>
                  <a:pt x="452946" y="362701"/>
                </a:lnTo>
                <a:lnTo>
                  <a:pt x="480380" y="362701"/>
                </a:lnTo>
                <a:cubicBezTo>
                  <a:pt x="491525" y="362701"/>
                  <a:pt x="501739" y="356528"/>
                  <a:pt x="506960" y="346641"/>
                </a:cubicBezTo>
                <a:cubicBezTo>
                  <a:pt x="512055" y="336724"/>
                  <a:pt x="511202" y="324877"/>
                  <a:pt x="504978" y="315721"/>
                </a:cubicBezTo>
                <a:lnTo>
                  <a:pt x="295598" y="16733"/>
                </a:lnTo>
                <a:cubicBezTo>
                  <a:pt x="286110" y="3335"/>
                  <a:pt x="267410" y="0"/>
                  <a:pt x="254033" y="9478"/>
                </a:cubicBezTo>
                <a:cubicBezTo>
                  <a:pt x="251222" y="11409"/>
                  <a:pt x="249214" y="13866"/>
                  <a:pt x="247306" y="16382"/>
                </a:cubicBezTo>
                <a:cubicBezTo>
                  <a:pt x="246578" y="16733"/>
                  <a:pt x="37374" y="315721"/>
                  <a:pt x="37374" y="315721"/>
                </a:cubicBezTo>
                <a:cubicBezTo>
                  <a:pt x="30973" y="324877"/>
                  <a:pt x="30271" y="336724"/>
                  <a:pt x="35366" y="346641"/>
                </a:cubicBezTo>
                <a:cubicBezTo>
                  <a:pt x="40461" y="356528"/>
                  <a:pt x="50652" y="362701"/>
                  <a:pt x="61896" y="362701"/>
                </a:cubicBezTo>
                <a:lnTo>
                  <a:pt x="89380" y="362701"/>
                </a:lnTo>
                <a:lnTo>
                  <a:pt x="8686" y="463680"/>
                </a:lnTo>
                <a:cubicBezTo>
                  <a:pt x="1457" y="472602"/>
                  <a:pt x="0" y="484917"/>
                  <a:pt x="4995" y="495360"/>
                </a:cubicBezTo>
                <a:cubicBezTo>
                  <a:pt x="9941" y="505568"/>
                  <a:pt x="20482" y="512180"/>
                  <a:pt x="32027" y="512180"/>
                </a:cubicBezTo>
                <a:lnTo>
                  <a:pt x="241206" y="512180"/>
                </a:lnTo>
                <a:lnTo>
                  <a:pt x="241206" y="601955"/>
                </a:lnTo>
                <a:cubicBezTo>
                  <a:pt x="241206" y="618395"/>
                  <a:pt x="254585" y="631851"/>
                  <a:pt x="271075" y="631851"/>
                </a:cubicBezTo>
                <a:cubicBezTo>
                  <a:pt x="287616" y="631851"/>
                  <a:pt x="301044" y="618395"/>
                  <a:pt x="301044" y="601955"/>
                </a:cubicBezTo>
                <a:lnTo>
                  <a:pt x="301044" y="512180"/>
                </a:lnTo>
                <a:lnTo>
                  <a:pt x="510349" y="512180"/>
                </a:lnTo>
                <a:cubicBezTo>
                  <a:pt x="521719" y="512180"/>
                  <a:pt x="532236" y="505568"/>
                  <a:pt x="537180" y="495360"/>
                </a:cubicBezTo>
                <a:cubicBezTo>
                  <a:pt x="542149" y="484917"/>
                  <a:pt x="540845" y="472602"/>
                  <a:pt x="533666" y="463680"/>
                </a:cubicBezTo>
                <a:cubicBezTo>
                  <a:pt x="533666" y="463680"/>
                  <a:pt x="533666" y="463680"/>
                  <a:pt x="533666" y="463680"/>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Freeform 30">
            <a:extLst>
              <a:ext uri="{FF2B5EF4-FFF2-40B4-BE49-F238E27FC236}">
                <a16:creationId xmlns:a16="http://schemas.microsoft.com/office/drawing/2014/main" id="{FDFA3E8F-FEE3-C21C-6025-D0F7094C4977}"/>
              </a:ext>
            </a:extLst>
          </p:cNvPr>
          <p:cNvSpPr/>
          <p:nvPr/>
        </p:nvSpPr>
        <p:spPr>
          <a:xfrm>
            <a:off x="9182100" y="1651000"/>
            <a:ext cx="630241" cy="627784"/>
          </a:xfrm>
          <a:custGeom>
            <a:avLst/>
            <a:gdLst/>
            <a:ahLst/>
            <a:cxnLst/>
            <a:rect l="l" t="t" r="r" b="b"/>
            <a:pathLst>
              <a:path w="630241" h="627784">
                <a:moveTo>
                  <a:pt x="154175" y="0"/>
                </a:moveTo>
                <a:cubicBezTo>
                  <a:pt x="143584" y="0"/>
                  <a:pt x="137603" y="6656"/>
                  <a:pt x="137603" y="17206"/>
                </a:cubicBezTo>
                <a:lnTo>
                  <a:pt x="137603" y="75566"/>
                </a:lnTo>
                <a:cubicBezTo>
                  <a:pt x="135969" y="66672"/>
                  <a:pt x="129170" y="59581"/>
                  <a:pt x="119775" y="59581"/>
                </a:cubicBezTo>
                <a:cubicBezTo>
                  <a:pt x="112277" y="59581"/>
                  <a:pt x="104719" y="59204"/>
                  <a:pt x="97658" y="58971"/>
                </a:cubicBezTo>
                <a:cubicBezTo>
                  <a:pt x="67022" y="58042"/>
                  <a:pt x="37960" y="57198"/>
                  <a:pt x="18440" y="76177"/>
                </a:cubicBezTo>
                <a:cubicBezTo>
                  <a:pt x="5777" y="88412"/>
                  <a:pt x="0" y="106723"/>
                  <a:pt x="0" y="132067"/>
                </a:cubicBezTo>
                <a:cubicBezTo>
                  <a:pt x="0" y="201530"/>
                  <a:pt x="46568" y="334150"/>
                  <a:pt x="119775" y="334150"/>
                </a:cubicBezTo>
                <a:cubicBezTo>
                  <a:pt x="130367" y="334150"/>
                  <a:pt x="138828" y="325692"/>
                  <a:pt x="138828" y="315112"/>
                </a:cubicBezTo>
                <a:cubicBezTo>
                  <a:pt x="138828" y="304563"/>
                  <a:pt x="130367" y="296075"/>
                  <a:pt x="119775" y="296075"/>
                </a:cubicBezTo>
                <a:cubicBezTo>
                  <a:pt x="81902" y="296075"/>
                  <a:pt x="38077" y="196851"/>
                  <a:pt x="38077" y="132067"/>
                </a:cubicBezTo>
                <a:cubicBezTo>
                  <a:pt x="38077" y="122273"/>
                  <a:pt x="38952" y="109572"/>
                  <a:pt x="44846" y="103817"/>
                </a:cubicBezTo>
                <a:cubicBezTo>
                  <a:pt x="52812" y="96115"/>
                  <a:pt x="73995" y="96347"/>
                  <a:pt x="96432" y="97045"/>
                </a:cubicBezTo>
                <a:cubicBezTo>
                  <a:pt x="103844" y="97306"/>
                  <a:pt x="111868" y="97655"/>
                  <a:pt x="119775" y="97655"/>
                </a:cubicBezTo>
                <a:cubicBezTo>
                  <a:pt x="129170" y="97655"/>
                  <a:pt x="135969" y="90564"/>
                  <a:pt x="137603" y="81699"/>
                </a:cubicBezTo>
                <a:lnTo>
                  <a:pt x="137603" y="299767"/>
                </a:lnTo>
                <a:cubicBezTo>
                  <a:pt x="137603" y="395300"/>
                  <a:pt x="207192" y="478452"/>
                  <a:pt x="294842" y="498159"/>
                </a:cubicBezTo>
                <a:lnTo>
                  <a:pt x="294842" y="589711"/>
                </a:lnTo>
                <a:lnTo>
                  <a:pt x="195958" y="589711"/>
                </a:lnTo>
                <a:cubicBezTo>
                  <a:pt x="185425" y="589711"/>
                  <a:pt x="176905" y="598197"/>
                  <a:pt x="176905" y="608747"/>
                </a:cubicBezTo>
                <a:cubicBezTo>
                  <a:pt x="176905" y="619269"/>
                  <a:pt x="185425" y="627784"/>
                  <a:pt x="195958" y="627784"/>
                </a:cubicBezTo>
                <a:lnTo>
                  <a:pt x="473001" y="627784"/>
                </a:lnTo>
                <a:cubicBezTo>
                  <a:pt x="483593" y="627784"/>
                  <a:pt x="492026" y="619269"/>
                  <a:pt x="492026" y="608747"/>
                </a:cubicBezTo>
                <a:cubicBezTo>
                  <a:pt x="492026" y="598197"/>
                  <a:pt x="483535" y="589711"/>
                  <a:pt x="473001" y="589711"/>
                </a:cubicBezTo>
                <a:lnTo>
                  <a:pt x="332948" y="589711"/>
                </a:lnTo>
                <a:lnTo>
                  <a:pt x="332948" y="506151"/>
                </a:lnTo>
                <a:lnTo>
                  <a:pt x="340302" y="506151"/>
                </a:lnTo>
                <a:cubicBezTo>
                  <a:pt x="434924" y="506151"/>
                  <a:pt x="517294" y="425237"/>
                  <a:pt x="532583" y="329237"/>
                </a:cubicBezTo>
                <a:cubicBezTo>
                  <a:pt x="592630" y="305812"/>
                  <a:pt x="630241" y="194061"/>
                  <a:pt x="630241" y="132067"/>
                </a:cubicBezTo>
                <a:cubicBezTo>
                  <a:pt x="630241" y="106665"/>
                  <a:pt x="623792" y="88412"/>
                  <a:pt x="611188" y="76177"/>
                </a:cubicBezTo>
                <a:cubicBezTo>
                  <a:pt x="593098" y="58651"/>
                  <a:pt x="566809" y="58216"/>
                  <a:pt x="538710" y="58971"/>
                </a:cubicBezTo>
                <a:lnTo>
                  <a:pt x="538710" y="17206"/>
                </a:lnTo>
                <a:cubicBezTo>
                  <a:pt x="538710" y="6656"/>
                  <a:pt x="527740" y="0"/>
                  <a:pt x="517206" y="0"/>
                </a:cubicBezTo>
                <a:lnTo>
                  <a:pt x="154175" y="0"/>
                </a:lnTo>
                <a:close/>
                <a:moveTo>
                  <a:pt x="175679" y="38073"/>
                </a:moveTo>
                <a:cubicBezTo>
                  <a:pt x="175679" y="38073"/>
                  <a:pt x="500633" y="38073"/>
                  <a:pt x="500633" y="38073"/>
                </a:cubicBezTo>
                <a:lnTo>
                  <a:pt x="500633" y="63882"/>
                </a:lnTo>
                <a:cubicBezTo>
                  <a:pt x="495440" y="67313"/>
                  <a:pt x="491413" y="71963"/>
                  <a:pt x="491413" y="78618"/>
                </a:cubicBezTo>
                <a:cubicBezTo>
                  <a:pt x="491413" y="85303"/>
                  <a:pt x="495440" y="89953"/>
                  <a:pt x="500633" y="93383"/>
                </a:cubicBezTo>
                <a:lnTo>
                  <a:pt x="500633" y="299767"/>
                </a:lnTo>
                <a:cubicBezTo>
                  <a:pt x="500633" y="299970"/>
                  <a:pt x="500633" y="300173"/>
                  <a:pt x="500633" y="300377"/>
                </a:cubicBezTo>
                <a:cubicBezTo>
                  <a:pt x="495440" y="303807"/>
                  <a:pt x="491413" y="308428"/>
                  <a:pt x="491413" y="315112"/>
                </a:cubicBezTo>
                <a:cubicBezTo>
                  <a:pt x="491413" y="318920"/>
                  <a:pt x="493193" y="321972"/>
                  <a:pt x="495089" y="324936"/>
                </a:cubicBezTo>
                <a:cubicBezTo>
                  <a:pt x="481843" y="401462"/>
                  <a:pt x="414617" y="468076"/>
                  <a:pt x="340302" y="468076"/>
                </a:cubicBezTo>
                <a:lnTo>
                  <a:pt x="331081" y="468076"/>
                </a:lnTo>
                <a:cubicBezTo>
                  <a:pt x="248303" y="468076"/>
                  <a:pt x="175679" y="386639"/>
                  <a:pt x="175679" y="299767"/>
                </a:cubicBezTo>
                <a:lnTo>
                  <a:pt x="175679" y="38073"/>
                </a:lnTo>
                <a:close/>
                <a:moveTo>
                  <a:pt x="538710" y="97045"/>
                </a:moveTo>
                <a:cubicBezTo>
                  <a:pt x="558872" y="96493"/>
                  <a:pt x="577517" y="96783"/>
                  <a:pt x="584782" y="103817"/>
                </a:cubicBezTo>
                <a:cubicBezTo>
                  <a:pt x="590647" y="109572"/>
                  <a:pt x="592164" y="122273"/>
                  <a:pt x="592164" y="132067"/>
                </a:cubicBezTo>
                <a:cubicBezTo>
                  <a:pt x="592164" y="181069"/>
                  <a:pt x="567304" y="249516"/>
                  <a:pt x="538710" y="280120"/>
                </a:cubicBezTo>
                <a:lnTo>
                  <a:pt x="538710" y="97045"/>
                </a:lnTo>
                <a:close/>
                <a:moveTo>
                  <a:pt x="225428" y="216237"/>
                </a:moveTo>
                <a:cubicBezTo>
                  <a:pt x="220205" y="216237"/>
                  <a:pt x="216237" y="220102"/>
                  <a:pt x="216237" y="225450"/>
                </a:cubicBezTo>
                <a:lnTo>
                  <a:pt x="216237" y="280120"/>
                </a:lnTo>
                <a:cubicBezTo>
                  <a:pt x="216237" y="355802"/>
                  <a:pt x="245678" y="397626"/>
                  <a:pt x="308964" y="409106"/>
                </a:cubicBezTo>
                <a:cubicBezTo>
                  <a:pt x="309576" y="409193"/>
                  <a:pt x="309023" y="409716"/>
                  <a:pt x="309606" y="409716"/>
                </a:cubicBezTo>
                <a:cubicBezTo>
                  <a:pt x="314187" y="409716"/>
                  <a:pt x="318621" y="406345"/>
                  <a:pt x="319410" y="401724"/>
                </a:cubicBezTo>
                <a:cubicBezTo>
                  <a:pt x="320344" y="396521"/>
                  <a:pt x="317222" y="391639"/>
                  <a:pt x="312057" y="390679"/>
                </a:cubicBezTo>
                <a:cubicBezTo>
                  <a:pt x="257874" y="380884"/>
                  <a:pt x="235261" y="346822"/>
                  <a:pt x="235261" y="280120"/>
                </a:cubicBezTo>
                <a:lnTo>
                  <a:pt x="235261" y="225450"/>
                </a:lnTo>
                <a:cubicBezTo>
                  <a:pt x="235261" y="220102"/>
                  <a:pt x="230709" y="216237"/>
                  <a:pt x="225428" y="216237"/>
                </a:cubicBezTo>
                <a:close/>
                <a:moveTo>
                  <a:pt x="323728" y="412797"/>
                </a:moveTo>
                <a:cubicBezTo>
                  <a:pt x="318446" y="412797"/>
                  <a:pt x="314508" y="416721"/>
                  <a:pt x="314508" y="422011"/>
                </a:cubicBezTo>
                <a:cubicBezTo>
                  <a:pt x="314508" y="427271"/>
                  <a:pt x="318446" y="431834"/>
                  <a:pt x="323728" y="431834"/>
                </a:cubicBezTo>
                <a:lnTo>
                  <a:pt x="333560" y="431834"/>
                </a:lnTo>
                <a:cubicBezTo>
                  <a:pt x="338842" y="431834"/>
                  <a:pt x="342751" y="427271"/>
                  <a:pt x="342751" y="422011"/>
                </a:cubicBezTo>
                <a:cubicBezTo>
                  <a:pt x="342751" y="416721"/>
                  <a:pt x="338842" y="412797"/>
                  <a:pt x="333560" y="412797"/>
                </a:cubicBezTo>
                <a:lnTo>
                  <a:pt x="323728" y="412797"/>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Freeform 31">
            <a:extLst>
              <a:ext uri="{FF2B5EF4-FFF2-40B4-BE49-F238E27FC236}">
                <a16:creationId xmlns:a16="http://schemas.microsoft.com/office/drawing/2014/main" id="{859AFF46-CC10-4EA7-C5E3-979BE4E20DAE}"/>
              </a:ext>
            </a:extLst>
          </p:cNvPr>
          <p:cNvSpPr/>
          <p:nvPr/>
        </p:nvSpPr>
        <p:spPr>
          <a:xfrm>
            <a:off x="9182100" y="5295900"/>
            <a:ext cx="627784" cy="627784"/>
          </a:xfrm>
          <a:custGeom>
            <a:avLst/>
            <a:gdLst/>
            <a:ahLst/>
            <a:cxnLst/>
            <a:rect l="l" t="t" r="r" b="b"/>
            <a:pathLst>
              <a:path w="627784" h="627784">
                <a:moveTo>
                  <a:pt x="313892" y="448429"/>
                </a:moveTo>
                <a:cubicBezTo>
                  <a:pt x="239663" y="448429"/>
                  <a:pt x="179354" y="388093"/>
                  <a:pt x="179354" y="313892"/>
                </a:cubicBezTo>
                <a:cubicBezTo>
                  <a:pt x="179354" y="239720"/>
                  <a:pt x="239663" y="179384"/>
                  <a:pt x="313892" y="179384"/>
                </a:cubicBezTo>
                <a:cubicBezTo>
                  <a:pt x="388035" y="179384"/>
                  <a:pt x="448400" y="239720"/>
                  <a:pt x="448400" y="313892"/>
                </a:cubicBezTo>
                <a:cubicBezTo>
                  <a:pt x="448400" y="388093"/>
                  <a:pt x="388035" y="448429"/>
                  <a:pt x="313892" y="448429"/>
                </a:cubicBezTo>
                <a:cubicBezTo>
                  <a:pt x="313892" y="448429"/>
                  <a:pt x="313892" y="448429"/>
                  <a:pt x="313892" y="448429"/>
                </a:cubicBezTo>
                <a:close/>
                <a:moveTo>
                  <a:pt x="313892" y="125586"/>
                </a:moveTo>
                <a:cubicBezTo>
                  <a:pt x="210017" y="125586"/>
                  <a:pt x="125586" y="210047"/>
                  <a:pt x="125586" y="313892"/>
                </a:cubicBezTo>
                <a:cubicBezTo>
                  <a:pt x="125586" y="417766"/>
                  <a:pt x="210017" y="502199"/>
                  <a:pt x="313892" y="502199"/>
                </a:cubicBezTo>
                <a:cubicBezTo>
                  <a:pt x="417739" y="502199"/>
                  <a:pt x="502169" y="417766"/>
                  <a:pt x="502169" y="313892"/>
                </a:cubicBezTo>
                <a:cubicBezTo>
                  <a:pt x="502169" y="210047"/>
                  <a:pt x="417739" y="125586"/>
                  <a:pt x="313892" y="125586"/>
                </a:cubicBezTo>
                <a:cubicBezTo>
                  <a:pt x="313892" y="125586"/>
                  <a:pt x="313892" y="125586"/>
                  <a:pt x="313892" y="125586"/>
                </a:cubicBezTo>
                <a:close/>
                <a:moveTo>
                  <a:pt x="313892" y="520131"/>
                </a:moveTo>
                <a:cubicBezTo>
                  <a:pt x="298953" y="520131"/>
                  <a:pt x="287007" y="532251"/>
                  <a:pt x="287007" y="547014"/>
                </a:cubicBezTo>
                <a:lnTo>
                  <a:pt x="287007" y="600899"/>
                </a:lnTo>
                <a:cubicBezTo>
                  <a:pt x="287007" y="615693"/>
                  <a:pt x="298953" y="627784"/>
                  <a:pt x="313892" y="627784"/>
                </a:cubicBezTo>
                <a:cubicBezTo>
                  <a:pt x="328773" y="627784"/>
                  <a:pt x="340777" y="615693"/>
                  <a:pt x="340777" y="600899"/>
                </a:cubicBezTo>
                <a:lnTo>
                  <a:pt x="340777" y="547014"/>
                </a:lnTo>
                <a:cubicBezTo>
                  <a:pt x="340777" y="532251"/>
                  <a:pt x="328773" y="520131"/>
                  <a:pt x="313892" y="520131"/>
                </a:cubicBezTo>
                <a:cubicBezTo>
                  <a:pt x="313892" y="520131"/>
                  <a:pt x="313892" y="520131"/>
                  <a:pt x="313892" y="520131"/>
                </a:cubicBezTo>
                <a:close/>
                <a:moveTo>
                  <a:pt x="512225" y="474268"/>
                </a:moveTo>
                <a:cubicBezTo>
                  <a:pt x="507430" y="469355"/>
                  <a:pt x="500658" y="466362"/>
                  <a:pt x="493246" y="466362"/>
                </a:cubicBezTo>
                <a:cubicBezTo>
                  <a:pt x="478366" y="466362"/>
                  <a:pt x="466362" y="478395"/>
                  <a:pt x="466362" y="493246"/>
                </a:cubicBezTo>
                <a:cubicBezTo>
                  <a:pt x="466362" y="500687"/>
                  <a:pt x="469327" y="507459"/>
                  <a:pt x="474268" y="512284"/>
                </a:cubicBezTo>
                <a:lnTo>
                  <a:pt x="510017" y="548178"/>
                </a:lnTo>
                <a:cubicBezTo>
                  <a:pt x="514957" y="553002"/>
                  <a:pt x="521729" y="556054"/>
                  <a:pt x="529170" y="556054"/>
                </a:cubicBezTo>
                <a:cubicBezTo>
                  <a:pt x="543935" y="556054"/>
                  <a:pt x="556025" y="543963"/>
                  <a:pt x="556025" y="529170"/>
                </a:cubicBezTo>
                <a:cubicBezTo>
                  <a:pt x="556025" y="521729"/>
                  <a:pt x="553002" y="514986"/>
                  <a:pt x="548178" y="510103"/>
                </a:cubicBezTo>
                <a:cubicBezTo>
                  <a:pt x="548178" y="510103"/>
                  <a:pt x="512225" y="474268"/>
                  <a:pt x="512225" y="474268"/>
                </a:cubicBezTo>
                <a:close/>
                <a:moveTo>
                  <a:pt x="600842" y="287007"/>
                </a:moveTo>
                <a:lnTo>
                  <a:pt x="547014" y="287007"/>
                </a:lnTo>
                <a:cubicBezTo>
                  <a:pt x="532192" y="287007"/>
                  <a:pt x="520131" y="299011"/>
                  <a:pt x="520131" y="313892"/>
                </a:cubicBezTo>
                <a:cubicBezTo>
                  <a:pt x="520131" y="328773"/>
                  <a:pt x="532192" y="340777"/>
                  <a:pt x="547014" y="340777"/>
                </a:cubicBezTo>
                <a:lnTo>
                  <a:pt x="600842" y="340777"/>
                </a:lnTo>
                <a:cubicBezTo>
                  <a:pt x="615635" y="340777"/>
                  <a:pt x="627784" y="328773"/>
                  <a:pt x="627784" y="313892"/>
                </a:cubicBezTo>
                <a:cubicBezTo>
                  <a:pt x="627784" y="299011"/>
                  <a:pt x="615635" y="287007"/>
                  <a:pt x="600842" y="287007"/>
                </a:cubicBezTo>
                <a:cubicBezTo>
                  <a:pt x="600842" y="287007"/>
                  <a:pt x="600842" y="287007"/>
                  <a:pt x="600842" y="287007"/>
                </a:cubicBezTo>
                <a:close/>
                <a:moveTo>
                  <a:pt x="115500" y="153546"/>
                </a:moveTo>
                <a:cubicBezTo>
                  <a:pt x="120296" y="158399"/>
                  <a:pt x="127069" y="161422"/>
                  <a:pt x="134537" y="161422"/>
                </a:cubicBezTo>
                <a:cubicBezTo>
                  <a:pt x="149418" y="161422"/>
                  <a:pt x="161393" y="149389"/>
                  <a:pt x="161393" y="134537"/>
                </a:cubicBezTo>
                <a:cubicBezTo>
                  <a:pt x="161393" y="127069"/>
                  <a:pt x="158370" y="120354"/>
                  <a:pt x="153516" y="115500"/>
                </a:cubicBezTo>
                <a:lnTo>
                  <a:pt x="117681" y="79635"/>
                </a:lnTo>
                <a:cubicBezTo>
                  <a:pt x="112798" y="74811"/>
                  <a:pt x="106055" y="71730"/>
                  <a:pt x="98614" y="71730"/>
                </a:cubicBezTo>
                <a:cubicBezTo>
                  <a:pt x="83792" y="71730"/>
                  <a:pt x="71702" y="83821"/>
                  <a:pt x="71702" y="98585"/>
                </a:cubicBezTo>
                <a:cubicBezTo>
                  <a:pt x="71702" y="106055"/>
                  <a:pt x="74752" y="112827"/>
                  <a:pt x="79606" y="117652"/>
                </a:cubicBezTo>
                <a:cubicBezTo>
                  <a:pt x="79606" y="117652"/>
                  <a:pt x="115500" y="153546"/>
                  <a:pt x="115500" y="153546"/>
                </a:cubicBezTo>
                <a:close/>
                <a:moveTo>
                  <a:pt x="493246" y="161422"/>
                </a:moveTo>
                <a:cubicBezTo>
                  <a:pt x="500658" y="161422"/>
                  <a:pt x="507430" y="158399"/>
                  <a:pt x="512225" y="153546"/>
                </a:cubicBezTo>
                <a:lnTo>
                  <a:pt x="548178" y="117710"/>
                </a:lnTo>
                <a:cubicBezTo>
                  <a:pt x="553002" y="112798"/>
                  <a:pt x="556025" y="106055"/>
                  <a:pt x="556025" y="98585"/>
                </a:cubicBezTo>
                <a:cubicBezTo>
                  <a:pt x="556025" y="83821"/>
                  <a:pt x="543935" y="71730"/>
                  <a:pt x="529170" y="71730"/>
                </a:cubicBezTo>
                <a:cubicBezTo>
                  <a:pt x="521729" y="71730"/>
                  <a:pt x="514957" y="74781"/>
                  <a:pt x="510017" y="79606"/>
                </a:cubicBezTo>
                <a:lnTo>
                  <a:pt x="474268" y="115500"/>
                </a:lnTo>
                <a:cubicBezTo>
                  <a:pt x="469327" y="120354"/>
                  <a:pt x="466362" y="127069"/>
                  <a:pt x="466362" y="134537"/>
                </a:cubicBezTo>
                <a:cubicBezTo>
                  <a:pt x="466362" y="149389"/>
                  <a:pt x="478366" y="161422"/>
                  <a:pt x="493246" y="161422"/>
                </a:cubicBezTo>
                <a:cubicBezTo>
                  <a:pt x="493246" y="161422"/>
                  <a:pt x="493246" y="161422"/>
                  <a:pt x="493246" y="161422"/>
                </a:cubicBezTo>
                <a:close/>
                <a:moveTo>
                  <a:pt x="313892" y="107653"/>
                </a:moveTo>
                <a:cubicBezTo>
                  <a:pt x="328773" y="107653"/>
                  <a:pt x="340777" y="95592"/>
                  <a:pt x="340777" y="80769"/>
                </a:cubicBezTo>
                <a:lnTo>
                  <a:pt x="340777" y="26885"/>
                </a:lnTo>
                <a:cubicBezTo>
                  <a:pt x="340777" y="12090"/>
                  <a:pt x="328773" y="0"/>
                  <a:pt x="313892" y="0"/>
                </a:cubicBezTo>
                <a:cubicBezTo>
                  <a:pt x="298953" y="0"/>
                  <a:pt x="287007" y="12090"/>
                  <a:pt x="287007" y="26885"/>
                </a:cubicBezTo>
                <a:lnTo>
                  <a:pt x="287007" y="80769"/>
                </a:lnTo>
                <a:cubicBezTo>
                  <a:pt x="287007" y="95592"/>
                  <a:pt x="298953" y="107653"/>
                  <a:pt x="313892" y="107653"/>
                </a:cubicBezTo>
                <a:cubicBezTo>
                  <a:pt x="313892" y="107653"/>
                  <a:pt x="313892" y="107653"/>
                  <a:pt x="313892" y="107653"/>
                </a:cubicBezTo>
                <a:close/>
                <a:moveTo>
                  <a:pt x="134537" y="466362"/>
                </a:moveTo>
                <a:cubicBezTo>
                  <a:pt x="127069" y="466362"/>
                  <a:pt x="120296" y="469355"/>
                  <a:pt x="115500" y="474268"/>
                </a:cubicBezTo>
                <a:lnTo>
                  <a:pt x="79606" y="510103"/>
                </a:lnTo>
                <a:cubicBezTo>
                  <a:pt x="74752" y="514986"/>
                  <a:pt x="71702" y="521729"/>
                  <a:pt x="71702" y="529170"/>
                </a:cubicBezTo>
                <a:cubicBezTo>
                  <a:pt x="71702" y="543992"/>
                  <a:pt x="83792" y="556054"/>
                  <a:pt x="98614" y="556054"/>
                </a:cubicBezTo>
                <a:cubicBezTo>
                  <a:pt x="106055" y="556054"/>
                  <a:pt x="112798" y="553002"/>
                  <a:pt x="117593" y="548178"/>
                </a:cubicBezTo>
                <a:lnTo>
                  <a:pt x="153516" y="512284"/>
                </a:lnTo>
                <a:cubicBezTo>
                  <a:pt x="158370" y="507459"/>
                  <a:pt x="161393" y="500687"/>
                  <a:pt x="161393" y="493246"/>
                </a:cubicBezTo>
                <a:cubicBezTo>
                  <a:pt x="161393" y="478395"/>
                  <a:pt x="149418" y="466362"/>
                  <a:pt x="134537" y="466362"/>
                </a:cubicBezTo>
                <a:cubicBezTo>
                  <a:pt x="134537" y="466362"/>
                  <a:pt x="134537" y="466362"/>
                  <a:pt x="134537" y="466362"/>
                </a:cubicBezTo>
                <a:close/>
                <a:moveTo>
                  <a:pt x="107596" y="313921"/>
                </a:moveTo>
                <a:cubicBezTo>
                  <a:pt x="107596" y="299011"/>
                  <a:pt x="95533" y="287037"/>
                  <a:pt x="80740" y="287037"/>
                </a:cubicBezTo>
                <a:lnTo>
                  <a:pt x="26855" y="287037"/>
                </a:lnTo>
                <a:cubicBezTo>
                  <a:pt x="12090" y="287037"/>
                  <a:pt x="0" y="299011"/>
                  <a:pt x="0" y="313921"/>
                </a:cubicBezTo>
                <a:cubicBezTo>
                  <a:pt x="0" y="328773"/>
                  <a:pt x="12090" y="340806"/>
                  <a:pt x="26855" y="340806"/>
                </a:cubicBezTo>
                <a:lnTo>
                  <a:pt x="80740" y="340806"/>
                </a:lnTo>
                <a:cubicBezTo>
                  <a:pt x="95533" y="340806"/>
                  <a:pt x="107596" y="328773"/>
                  <a:pt x="107596" y="313921"/>
                </a:cubicBezTo>
                <a:cubicBezTo>
                  <a:pt x="107596" y="313921"/>
                  <a:pt x="107596" y="313921"/>
                  <a:pt x="107596" y="313921"/>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Freeform 32">
            <a:extLst>
              <a:ext uri="{FF2B5EF4-FFF2-40B4-BE49-F238E27FC236}">
                <a16:creationId xmlns:a16="http://schemas.microsoft.com/office/drawing/2014/main" id="{FA3B6DC7-A2E3-52AE-0C9E-CE07FD529609}"/>
              </a:ext>
            </a:extLst>
          </p:cNvPr>
          <p:cNvSpPr/>
          <p:nvPr/>
        </p:nvSpPr>
        <p:spPr>
          <a:xfrm>
            <a:off x="2336800" y="5280603"/>
            <a:ext cx="431869" cy="630381"/>
          </a:xfrm>
          <a:custGeom>
            <a:avLst/>
            <a:gdLst/>
            <a:ahLst/>
            <a:cxnLst/>
            <a:rect l="l" t="t" r="r" b="b"/>
            <a:pathLst>
              <a:path w="431869" h="630381">
                <a:moveTo>
                  <a:pt x="159851" y="3443"/>
                </a:moveTo>
                <a:cubicBezTo>
                  <a:pt x="146876" y="0"/>
                  <a:pt x="134019" y="7296"/>
                  <a:pt x="130580" y="20225"/>
                </a:cubicBezTo>
                <a:lnTo>
                  <a:pt x="122462" y="51656"/>
                </a:lnTo>
                <a:cubicBezTo>
                  <a:pt x="119103" y="64584"/>
                  <a:pt x="126322" y="77542"/>
                  <a:pt x="139258" y="80928"/>
                </a:cubicBezTo>
                <a:cubicBezTo>
                  <a:pt x="141317" y="81628"/>
                  <a:pt x="143676" y="82008"/>
                  <a:pt x="145755" y="82008"/>
                </a:cubicBezTo>
                <a:cubicBezTo>
                  <a:pt x="155952" y="82008"/>
                  <a:pt x="165769" y="75033"/>
                  <a:pt x="168529" y="64117"/>
                </a:cubicBezTo>
                <a:lnTo>
                  <a:pt x="176646" y="32686"/>
                </a:lnTo>
                <a:cubicBezTo>
                  <a:pt x="180045" y="19757"/>
                  <a:pt x="172747" y="6829"/>
                  <a:pt x="159851" y="3443"/>
                </a:cubicBezTo>
                <a:close/>
                <a:moveTo>
                  <a:pt x="333238" y="3443"/>
                </a:moveTo>
                <a:cubicBezTo>
                  <a:pt x="320302" y="0"/>
                  <a:pt x="307406" y="7296"/>
                  <a:pt x="303987" y="20225"/>
                </a:cubicBezTo>
                <a:lnTo>
                  <a:pt x="295849" y="51656"/>
                </a:lnTo>
                <a:cubicBezTo>
                  <a:pt x="292430" y="64584"/>
                  <a:pt x="299688" y="77542"/>
                  <a:pt x="312664" y="80928"/>
                </a:cubicBezTo>
                <a:cubicBezTo>
                  <a:pt x="314664" y="81628"/>
                  <a:pt x="317102" y="82008"/>
                  <a:pt x="319162" y="82008"/>
                </a:cubicBezTo>
                <a:cubicBezTo>
                  <a:pt x="329339" y="82008"/>
                  <a:pt x="339216" y="75033"/>
                  <a:pt x="341916" y="64117"/>
                </a:cubicBezTo>
                <a:lnTo>
                  <a:pt x="350053" y="32686"/>
                </a:lnTo>
                <a:cubicBezTo>
                  <a:pt x="353432" y="19757"/>
                  <a:pt x="346194" y="6829"/>
                  <a:pt x="333238" y="3443"/>
                </a:cubicBezTo>
                <a:close/>
                <a:moveTo>
                  <a:pt x="246545" y="55449"/>
                </a:moveTo>
                <a:cubicBezTo>
                  <a:pt x="233609" y="52065"/>
                  <a:pt x="220712" y="59332"/>
                  <a:pt x="217293" y="72260"/>
                </a:cubicBezTo>
                <a:lnTo>
                  <a:pt x="209156" y="103662"/>
                </a:lnTo>
                <a:cubicBezTo>
                  <a:pt x="205737" y="116591"/>
                  <a:pt x="213035" y="129520"/>
                  <a:pt x="225951" y="132935"/>
                </a:cubicBezTo>
                <a:cubicBezTo>
                  <a:pt x="227990" y="133634"/>
                  <a:pt x="230430" y="134014"/>
                  <a:pt x="232468" y="134014"/>
                </a:cubicBezTo>
                <a:cubicBezTo>
                  <a:pt x="243365" y="134014"/>
                  <a:pt x="252523" y="127039"/>
                  <a:pt x="255222" y="116153"/>
                </a:cubicBezTo>
                <a:lnTo>
                  <a:pt x="263340" y="84722"/>
                </a:lnTo>
                <a:cubicBezTo>
                  <a:pt x="266779" y="71764"/>
                  <a:pt x="259500" y="58864"/>
                  <a:pt x="246545" y="55449"/>
                </a:cubicBezTo>
                <a:close/>
                <a:moveTo>
                  <a:pt x="73157" y="90120"/>
                </a:moveTo>
                <a:cubicBezTo>
                  <a:pt x="60241" y="86736"/>
                  <a:pt x="47245" y="94003"/>
                  <a:pt x="43886" y="106931"/>
                </a:cubicBezTo>
                <a:lnTo>
                  <a:pt x="35770" y="138363"/>
                </a:lnTo>
                <a:cubicBezTo>
                  <a:pt x="32351" y="151291"/>
                  <a:pt x="39607" y="164191"/>
                  <a:pt x="52564" y="167606"/>
                </a:cubicBezTo>
                <a:cubicBezTo>
                  <a:pt x="54563" y="168276"/>
                  <a:pt x="57023" y="168714"/>
                  <a:pt x="59061" y="168714"/>
                </a:cubicBezTo>
                <a:cubicBezTo>
                  <a:pt x="69338" y="168714"/>
                  <a:pt x="79136" y="161710"/>
                  <a:pt x="81815" y="150824"/>
                </a:cubicBezTo>
                <a:lnTo>
                  <a:pt x="89953" y="119393"/>
                </a:lnTo>
                <a:cubicBezTo>
                  <a:pt x="93372" y="106464"/>
                  <a:pt x="86114" y="93506"/>
                  <a:pt x="73157" y="90120"/>
                </a:cubicBezTo>
                <a:close/>
                <a:moveTo>
                  <a:pt x="402617" y="90120"/>
                </a:moveTo>
                <a:cubicBezTo>
                  <a:pt x="389661" y="86736"/>
                  <a:pt x="376765" y="94003"/>
                  <a:pt x="373346" y="106931"/>
                </a:cubicBezTo>
                <a:lnTo>
                  <a:pt x="365209" y="138363"/>
                </a:lnTo>
                <a:cubicBezTo>
                  <a:pt x="361850" y="151291"/>
                  <a:pt x="369087" y="164191"/>
                  <a:pt x="382024" y="167606"/>
                </a:cubicBezTo>
                <a:cubicBezTo>
                  <a:pt x="384082" y="168276"/>
                  <a:pt x="386462" y="168714"/>
                  <a:pt x="388521" y="168714"/>
                </a:cubicBezTo>
                <a:cubicBezTo>
                  <a:pt x="398738" y="168714"/>
                  <a:pt x="407895" y="161710"/>
                  <a:pt x="411274" y="150824"/>
                </a:cubicBezTo>
                <a:lnTo>
                  <a:pt x="419412" y="119393"/>
                </a:lnTo>
                <a:cubicBezTo>
                  <a:pt x="422791" y="106464"/>
                  <a:pt x="415553" y="93506"/>
                  <a:pt x="402617" y="90120"/>
                </a:cubicBezTo>
                <a:close/>
                <a:moveTo>
                  <a:pt x="216214" y="176303"/>
                </a:moveTo>
                <a:cubicBezTo>
                  <a:pt x="167209" y="176303"/>
                  <a:pt x="118904" y="191711"/>
                  <a:pt x="80735" y="219641"/>
                </a:cubicBezTo>
                <a:cubicBezTo>
                  <a:pt x="29671" y="256413"/>
                  <a:pt x="0" y="312126"/>
                  <a:pt x="0" y="371371"/>
                </a:cubicBezTo>
                <a:cubicBezTo>
                  <a:pt x="0" y="384270"/>
                  <a:pt x="10897" y="395214"/>
                  <a:pt x="23833" y="395214"/>
                </a:cubicBezTo>
                <a:cubicBezTo>
                  <a:pt x="34050" y="395214"/>
                  <a:pt x="43207" y="390107"/>
                  <a:pt x="46605" y="380563"/>
                </a:cubicBezTo>
                <a:cubicBezTo>
                  <a:pt x="47266" y="378521"/>
                  <a:pt x="55523" y="359988"/>
                  <a:pt x="83454" y="359988"/>
                </a:cubicBezTo>
                <a:cubicBezTo>
                  <a:pt x="108627" y="359988"/>
                  <a:pt x="118284" y="374697"/>
                  <a:pt x="120303" y="379483"/>
                </a:cubicBezTo>
                <a:cubicBezTo>
                  <a:pt x="120983" y="381527"/>
                  <a:pt x="121623" y="383598"/>
                  <a:pt x="123002" y="384911"/>
                </a:cubicBezTo>
                <a:cubicBezTo>
                  <a:pt x="127820" y="391740"/>
                  <a:pt x="134879" y="395739"/>
                  <a:pt x="143057" y="395739"/>
                </a:cubicBezTo>
                <a:cubicBezTo>
                  <a:pt x="152613" y="395739"/>
                  <a:pt x="161351" y="389961"/>
                  <a:pt x="164729" y="381118"/>
                </a:cubicBezTo>
                <a:cubicBezTo>
                  <a:pt x="168209" y="376331"/>
                  <a:pt x="182145" y="359988"/>
                  <a:pt x="216214" y="359988"/>
                </a:cubicBezTo>
                <a:cubicBezTo>
                  <a:pt x="251604" y="359988"/>
                  <a:pt x="264939" y="377557"/>
                  <a:pt x="267678" y="381672"/>
                </a:cubicBezTo>
                <a:lnTo>
                  <a:pt x="269857" y="385991"/>
                </a:lnTo>
                <a:cubicBezTo>
                  <a:pt x="274616" y="392120"/>
                  <a:pt x="281894" y="395739"/>
                  <a:pt x="289352" y="395739"/>
                </a:cubicBezTo>
                <a:cubicBezTo>
                  <a:pt x="300269" y="395739"/>
                  <a:pt x="309965" y="388473"/>
                  <a:pt x="312664" y="378958"/>
                </a:cubicBezTo>
                <a:cubicBezTo>
                  <a:pt x="315403" y="373501"/>
                  <a:pt x="325140" y="359988"/>
                  <a:pt x="348953" y="359988"/>
                </a:cubicBezTo>
                <a:cubicBezTo>
                  <a:pt x="376185" y="359988"/>
                  <a:pt x="385102" y="379221"/>
                  <a:pt x="385802" y="380563"/>
                </a:cubicBezTo>
                <a:cubicBezTo>
                  <a:pt x="389161" y="390107"/>
                  <a:pt x="397759" y="395739"/>
                  <a:pt x="408036" y="395739"/>
                </a:cubicBezTo>
                <a:cubicBezTo>
                  <a:pt x="420952" y="395739"/>
                  <a:pt x="431869" y="384941"/>
                  <a:pt x="431869" y="371371"/>
                </a:cubicBezTo>
                <a:cubicBezTo>
                  <a:pt x="431869" y="312126"/>
                  <a:pt x="402737" y="257055"/>
                  <a:pt x="351672" y="219641"/>
                </a:cubicBezTo>
                <a:cubicBezTo>
                  <a:pt x="313544" y="191711"/>
                  <a:pt x="265219" y="176303"/>
                  <a:pt x="216214" y="176303"/>
                </a:cubicBezTo>
                <a:close/>
                <a:moveTo>
                  <a:pt x="216214" y="224514"/>
                </a:moveTo>
                <a:cubicBezTo>
                  <a:pt x="255702" y="224514"/>
                  <a:pt x="293530" y="236860"/>
                  <a:pt x="323501" y="258661"/>
                </a:cubicBezTo>
                <a:cubicBezTo>
                  <a:pt x="344614" y="274303"/>
                  <a:pt x="360930" y="293244"/>
                  <a:pt x="371187" y="315016"/>
                </a:cubicBezTo>
                <a:cubicBezTo>
                  <a:pt x="364368" y="312972"/>
                  <a:pt x="357151" y="312300"/>
                  <a:pt x="348953" y="312300"/>
                </a:cubicBezTo>
                <a:cubicBezTo>
                  <a:pt x="319663" y="312300"/>
                  <a:pt x="300648" y="322953"/>
                  <a:pt x="287732" y="334510"/>
                </a:cubicBezTo>
                <a:cubicBezTo>
                  <a:pt x="272736" y="322953"/>
                  <a:pt x="250243" y="312300"/>
                  <a:pt x="216214" y="312300"/>
                </a:cubicBezTo>
                <a:cubicBezTo>
                  <a:pt x="182145" y="312300"/>
                  <a:pt x="159631" y="322953"/>
                  <a:pt x="144676" y="334510"/>
                </a:cubicBezTo>
                <a:cubicBezTo>
                  <a:pt x="131719" y="322953"/>
                  <a:pt x="112046" y="312300"/>
                  <a:pt x="83454" y="312300"/>
                </a:cubicBezTo>
                <a:cubicBezTo>
                  <a:pt x="75297" y="312300"/>
                  <a:pt x="67520" y="313673"/>
                  <a:pt x="60682" y="315016"/>
                </a:cubicBezTo>
                <a:cubicBezTo>
                  <a:pt x="70879" y="293244"/>
                  <a:pt x="87273" y="274303"/>
                  <a:pt x="108367" y="258661"/>
                </a:cubicBezTo>
                <a:cubicBezTo>
                  <a:pt x="138337" y="236860"/>
                  <a:pt x="176707" y="224514"/>
                  <a:pt x="216214" y="224514"/>
                </a:cubicBezTo>
                <a:close/>
                <a:moveTo>
                  <a:pt x="214574" y="401722"/>
                </a:moveTo>
                <a:cubicBezTo>
                  <a:pt x="201638" y="401722"/>
                  <a:pt x="190741" y="412578"/>
                  <a:pt x="190741" y="425565"/>
                </a:cubicBezTo>
                <a:lnTo>
                  <a:pt x="190741" y="556690"/>
                </a:lnTo>
                <a:cubicBezTo>
                  <a:pt x="190741" y="597549"/>
                  <a:pt x="223572" y="630381"/>
                  <a:pt x="264439" y="630381"/>
                </a:cubicBezTo>
                <a:cubicBezTo>
                  <a:pt x="305266" y="630381"/>
                  <a:pt x="338117" y="596994"/>
                  <a:pt x="338117" y="556137"/>
                </a:cubicBezTo>
                <a:cubicBezTo>
                  <a:pt x="338117" y="543207"/>
                  <a:pt x="327221" y="532292"/>
                  <a:pt x="314284" y="532292"/>
                </a:cubicBezTo>
                <a:cubicBezTo>
                  <a:pt x="301328" y="532292"/>
                  <a:pt x="290431" y="543207"/>
                  <a:pt x="290431" y="556137"/>
                </a:cubicBezTo>
                <a:cubicBezTo>
                  <a:pt x="290431" y="570437"/>
                  <a:pt x="278714" y="582169"/>
                  <a:pt x="264439" y="582169"/>
                </a:cubicBezTo>
                <a:cubicBezTo>
                  <a:pt x="250124" y="582140"/>
                  <a:pt x="238427" y="570437"/>
                  <a:pt x="238427" y="556137"/>
                </a:cubicBezTo>
                <a:lnTo>
                  <a:pt x="238427" y="425565"/>
                </a:lnTo>
                <a:cubicBezTo>
                  <a:pt x="238427" y="412578"/>
                  <a:pt x="227510" y="401722"/>
                  <a:pt x="214574" y="401722"/>
                </a:cubicBez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33">
            <a:extLst>
              <a:ext uri="{FF2B5EF4-FFF2-40B4-BE49-F238E27FC236}">
                <a16:creationId xmlns:a16="http://schemas.microsoft.com/office/drawing/2014/main" id="{EAB323E1-1B5B-9C75-5A6A-894C871D7780}"/>
              </a:ext>
            </a:extLst>
          </p:cNvPr>
          <p:cNvSpPr/>
          <p:nvPr/>
        </p:nvSpPr>
        <p:spPr>
          <a:xfrm>
            <a:off x="1435100" y="2400300"/>
            <a:ext cx="2844800" cy="9525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endParaRPr lang="en-US" sz="1400" b="0" i="0" u="none" strike="noStrike" dirty="0">
              <a:solidFill>
                <a:srgbClr val="505050"/>
              </a:solidFill>
              <a:latin typeface="Noto Sans SC"/>
              <a:ea typeface="Noto Sans SC"/>
              <a:cs typeface="Noto Sans SC"/>
              <a:sym typeface="Noto Sans SC"/>
            </a:endParaRPr>
          </a:p>
        </p:txBody>
      </p:sp>
      <p:sp>
        <p:nvSpPr>
          <p:cNvPr id="26" name="AutoShape 34">
            <a:extLst>
              <a:ext uri="{FF2B5EF4-FFF2-40B4-BE49-F238E27FC236}">
                <a16:creationId xmlns:a16="http://schemas.microsoft.com/office/drawing/2014/main" id="{5FE067AE-055C-0FF7-F903-7214B5604250}"/>
              </a:ext>
            </a:extLst>
          </p:cNvPr>
          <p:cNvSpPr/>
          <p:nvPr/>
        </p:nvSpPr>
        <p:spPr>
          <a:xfrm>
            <a:off x="1435100" y="4356100"/>
            <a:ext cx="2844800" cy="9398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endParaRPr lang="en-US" sz="1400" b="0" i="0" u="none" strike="noStrike" dirty="0">
              <a:solidFill>
                <a:srgbClr val="505050"/>
              </a:solidFill>
              <a:latin typeface="Noto Sans SC"/>
              <a:ea typeface="Noto Sans SC"/>
              <a:cs typeface="Noto Sans SC"/>
              <a:sym typeface="Noto Sans SC"/>
            </a:endParaRPr>
          </a:p>
        </p:txBody>
      </p:sp>
      <p:sp>
        <p:nvSpPr>
          <p:cNvPr id="27" name="AutoShape 35">
            <a:extLst>
              <a:ext uri="{FF2B5EF4-FFF2-40B4-BE49-F238E27FC236}">
                <a16:creationId xmlns:a16="http://schemas.microsoft.com/office/drawing/2014/main" id="{2180B7F8-3DFA-2C97-92AE-185B8A9622B8}"/>
              </a:ext>
            </a:extLst>
          </p:cNvPr>
          <p:cNvSpPr/>
          <p:nvPr/>
        </p:nvSpPr>
        <p:spPr>
          <a:xfrm>
            <a:off x="8039100" y="4356100"/>
            <a:ext cx="2844800" cy="9398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endParaRPr lang="en-US" sz="1400" b="0" i="0" u="none" strike="noStrike" dirty="0">
              <a:solidFill>
                <a:srgbClr val="505050"/>
              </a:solidFill>
              <a:latin typeface="Noto Sans SC"/>
              <a:ea typeface="Noto Sans SC"/>
              <a:cs typeface="Noto Sans SC"/>
              <a:sym typeface="Noto Sans SC"/>
            </a:endParaRPr>
          </a:p>
        </p:txBody>
      </p:sp>
      <p:sp>
        <p:nvSpPr>
          <p:cNvPr id="28" name="AutoShape 36">
            <a:extLst>
              <a:ext uri="{FF2B5EF4-FFF2-40B4-BE49-F238E27FC236}">
                <a16:creationId xmlns:a16="http://schemas.microsoft.com/office/drawing/2014/main" id="{37CEF1AC-AA83-80DF-A536-631B770D1FFB}"/>
              </a:ext>
            </a:extLst>
          </p:cNvPr>
          <p:cNvSpPr/>
          <p:nvPr/>
        </p:nvSpPr>
        <p:spPr>
          <a:xfrm>
            <a:off x="8026400" y="2374900"/>
            <a:ext cx="2844800" cy="9398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endParaRPr lang="en-US" sz="1400" b="0" i="0" u="none" strike="noStrike" dirty="0">
              <a:solidFill>
                <a:srgbClr val="505050"/>
              </a:solidFill>
              <a:latin typeface="Noto Sans SC"/>
              <a:ea typeface="Noto Sans SC"/>
              <a:cs typeface="Noto Sans SC"/>
              <a:sym typeface="Noto Sans SC"/>
            </a:endParaRPr>
          </a:p>
        </p:txBody>
      </p:sp>
    </p:spTree>
    <p:extLst>
      <p:ext uri="{BB962C8B-B14F-4D97-AF65-F5344CB8AC3E}">
        <p14:creationId xmlns:p14="http://schemas.microsoft.com/office/powerpoint/2010/main" val="20693635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4_自定义版式">
    <p:spTree>
      <p:nvGrpSpPr>
        <p:cNvPr id="1" name=""/>
        <p:cNvGrpSpPr/>
        <p:nvPr/>
      </p:nvGrpSpPr>
      <p:grpSpPr>
        <a:xfrm>
          <a:off x="0" y="0"/>
          <a:ext cx="0" cy="0"/>
          <a:chOff x="0" y="0"/>
          <a:chExt cx="0" cy="0"/>
        </a:xfrm>
      </p:grpSpPr>
      <p:sp>
        <p:nvSpPr>
          <p:cNvPr id="3" name="Freeform 11">
            <a:extLst>
              <a:ext uri="{FF2B5EF4-FFF2-40B4-BE49-F238E27FC236}">
                <a16:creationId xmlns:a16="http://schemas.microsoft.com/office/drawing/2014/main" id="{FBF16A7B-58F2-97AB-32FE-C0AED742F73C}"/>
              </a:ext>
            </a:extLst>
          </p:cNvPr>
          <p:cNvSpPr/>
          <p:nvPr/>
        </p:nvSpPr>
        <p:spPr>
          <a:xfrm>
            <a:off x="5575300" y="5283200"/>
            <a:ext cx="309557" cy="309557"/>
          </a:xfrm>
          <a:custGeom>
            <a:avLst/>
            <a:gdLst/>
            <a:ahLst/>
            <a:cxnLst/>
            <a:rect l="l" t="t" r="r" b="b"/>
            <a:pathLst>
              <a:path w="309557" h="309557">
                <a:moveTo>
                  <a:pt x="154779" y="0"/>
                </a:moveTo>
                <a:cubicBezTo>
                  <a:pt x="70756" y="0"/>
                  <a:pt x="0" y="70756"/>
                  <a:pt x="0" y="154779"/>
                </a:cubicBezTo>
                <a:cubicBezTo>
                  <a:pt x="0" y="241012"/>
                  <a:pt x="70756" y="309557"/>
                  <a:pt x="154779" y="309557"/>
                </a:cubicBezTo>
                <a:cubicBezTo>
                  <a:pt x="241012" y="309557"/>
                  <a:pt x="309557" y="241012"/>
                  <a:pt x="309557" y="154779"/>
                </a:cubicBezTo>
                <a:cubicBezTo>
                  <a:pt x="309557" y="70756"/>
                  <a:pt x="241012" y="0"/>
                  <a:pt x="154779" y="0"/>
                </a:cubicBezTo>
                <a:close/>
                <a:moveTo>
                  <a:pt x="154779" y="283023"/>
                </a:moveTo>
                <a:cubicBezTo>
                  <a:pt x="84023" y="283023"/>
                  <a:pt x="26533" y="225534"/>
                  <a:pt x="26533" y="154779"/>
                </a:cubicBezTo>
                <a:cubicBezTo>
                  <a:pt x="26533" y="84023"/>
                  <a:pt x="84023" y="26533"/>
                  <a:pt x="154779" y="26533"/>
                </a:cubicBezTo>
                <a:cubicBezTo>
                  <a:pt x="225534" y="26533"/>
                  <a:pt x="283023" y="84023"/>
                  <a:pt x="283023" y="154779"/>
                </a:cubicBezTo>
                <a:cubicBezTo>
                  <a:pt x="283023" y="225534"/>
                  <a:pt x="225534" y="283023"/>
                  <a:pt x="154779" y="283023"/>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Freeform 12">
            <a:extLst>
              <a:ext uri="{FF2B5EF4-FFF2-40B4-BE49-F238E27FC236}">
                <a16:creationId xmlns:a16="http://schemas.microsoft.com/office/drawing/2014/main" id="{E4257F3E-DD8A-C668-498A-58512791D1B2}"/>
              </a:ext>
            </a:extLst>
          </p:cNvPr>
          <p:cNvSpPr/>
          <p:nvPr/>
        </p:nvSpPr>
        <p:spPr>
          <a:xfrm>
            <a:off x="5664200" y="5372100"/>
            <a:ext cx="131373" cy="129233"/>
          </a:xfrm>
          <a:custGeom>
            <a:avLst/>
            <a:gdLst/>
            <a:ahLst/>
            <a:cxnLst/>
            <a:rect l="l" t="t" r="r" b="b"/>
            <a:pathLst>
              <a:path w="131373" h="129233">
                <a:moveTo>
                  <a:pt x="124692" y="4456"/>
                </a:moveTo>
                <a:cubicBezTo>
                  <a:pt x="120240" y="0"/>
                  <a:pt x="111333" y="0"/>
                  <a:pt x="106879" y="4456"/>
                </a:cubicBezTo>
                <a:cubicBezTo>
                  <a:pt x="64573" y="46792"/>
                  <a:pt x="64573" y="46792"/>
                  <a:pt x="64573" y="46792"/>
                </a:cubicBezTo>
                <a:cubicBezTo>
                  <a:pt x="24493" y="4456"/>
                  <a:pt x="24493" y="4456"/>
                  <a:pt x="24493" y="4456"/>
                </a:cubicBezTo>
                <a:cubicBezTo>
                  <a:pt x="17813" y="0"/>
                  <a:pt x="11133" y="0"/>
                  <a:pt x="4454" y="4456"/>
                </a:cubicBezTo>
                <a:cubicBezTo>
                  <a:pt x="0" y="11140"/>
                  <a:pt x="0" y="17826"/>
                  <a:pt x="4454" y="24510"/>
                </a:cubicBezTo>
                <a:cubicBezTo>
                  <a:pt x="46760" y="64616"/>
                  <a:pt x="46760" y="64616"/>
                  <a:pt x="46760" y="64616"/>
                </a:cubicBezTo>
                <a:cubicBezTo>
                  <a:pt x="4454" y="106952"/>
                  <a:pt x="4454" y="106952"/>
                  <a:pt x="4454" y="106952"/>
                </a:cubicBezTo>
                <a:cubicBezTo>
                  <a:pt x="0" y="111408"/>
                  <a:pt x="0" y="120320"/>
                  <a:pt x="4454" y="124776"/>
                </a:cubicBezTo>
                <a:cubicBezTo>
                  <a:pt x="6680" y="129233"/>
                  <a:pt x="11133" y="129233"/>
                  <a:pt x="15587" y="129233"/>
                </a:cubicBezTo>
                <a:cubicBezTo>
                  <a:pt x="17813" y="129233"/>
                  <a:pt x="22267" y="129233"/>
                  <a:pt x="24493" y="124776"/>
                </a:cubicBezTo>
                <a:cubicBezTo>
                  <a:pt x="64573" y="84670"/>
                  <a:pt x="64573" y="84670"/>
                  <a:pt x="64573" y="84670"/>
                </a:cubicBezTo>
                <a:cubicBezTo>
                  <a:pt x="106879" y="124776"/>
                  <a:pt x="106879" y="124776"/>
                  <a:pt x="106879" y="124776"/>
                </a:cubicBezTo>
                <a:cubicBezTo>
                  <a:pt x="109107" y="129233"/>
                  <a:pt x="113560" y="129233"/>
                  <a:pt x="115786" y="129233"/>
                </a:cubicBezTo>
                <a:cubicBezTo>
                  <a:pt x="120240" y="129233"/>
                  <a:pt x="122466" y="129233"/>
                  <a:pt x="124692" y="124776"/>
                </a:cubicBezTo>
                <a:cubicBezTo>
                  <a:pt x="131373" y="120320"/>
                  <a:pt x="131373" y="111408"/>
                  <a:pt x="124692" y="106952"/>
                </a:cubicBezTo>
                <a:cubicBezTo>
                  <a:pt x="84614" y="64616"/>
                  <a:pt x="84614" y="64616"/>
                  <a:pt x="84614" y="64616"/>
                </a:cubicBezTo>
                <a:cubicBezTo>
                  <a:pt x="124692" y="24510"/>
                  <a:pt x="124692" y="24510"/>
                  <a:pt x="124692" y="24510"/>
                </a:cubicBezTo>
                <a:cubicBezTo>
                  <a:pt x="131373" y="17826"/>
                  <a:pt x="131373" y="11140"/>
                  <a:pt x="124692" y="4456"/>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Freeform 13">
            <a:extLst>
              <a:ext uri="{FF2B5EF4-FFF2-40B4-BE49-F238E27FC236}">
                <a16:creationId xmlns:a16="http://schemas.microsoft.com/office/drawing/2014/main" id="{0ED34B00-B0D1-3914-51F3-0D1813072B61}"/>
              </a:ext>
            </a:extLst>
          </p:cNvPr>
          <p:cNvSpPr/>
          <p:nvPr/>
        </p:nvSpPr>
        <p:spPr>
          <a:xfrm>
            <a:off x="5575300" y="5283200"/>
            <a:ext cx="309557" cy="309557"/>
          </a:xfrm>
          <a:custGeom>
            <a:avLst/>
            <a:gdLst/>
            <a:ahLst/>
            <a:cxnLst/>
            <a:rect l="l" t="t" r="r" b="b"/>
            <a:pathLst>
              <a:path w="309557" h="309557">
                <a:moveTo>
                  <a:pt x="154779" y="0"/>
                </a:moveTo>
                <a:cubicBezTo>
                  <a:pt x="70756" y="0"/>
                  <a:pt x="0" y="70756"/>
                  <a:pt x="0" y="154779"/>
                </a:cubicBezTo>
                <a:cubicBezTo>
                  <a:pt x="0" y="241012"/>
                  <a:pt x="70756" y="309557"/>
                  <a:pt x="154779" y="309557"/>
                </a:cubicBezTo>
                <a:cubicBezTo>
                  <a:pt x="241012" y="309557"/>
                  <a:pt x="309557" y="241012"/>
                  <a:pt x="309557" y="154779"/>
                </a:cubicBezTo>
                <a:cubicBezTo>
                  <a:pt x="309557" y="70756"/>
                  <a:pt x="241012" y="0"/>
                  <a:pt x="154779" y="0"/>
                </a:cubicBezTo>
                <a:close/>
                <a:moveTo>
                  <a:pt x="154779" y="283023"/>
                </a:moveTo>
                <a:cubicBezTo>
                  <a:pt x="84023" y="283023"/>
                  <a:pt x="26533" y="225534"/>
                  <a:pt x="26533" y="154779"/>
                </a:cubicBezTo>
                <a:cubicBezTo>
                  <a:pt x="26533" y="84023"/>
                  <a:pt x="84023" y="26533"/>
                  <a:pt x="154779" y="26533"/>
                </a:cubicBezTo>
                <a:cubicBezTo>
                  <a:pt x="225534" y="26533"/>
                  <a:pt x="283023" y="84023"/>
                  <a:pt x="283023" y="154779"/>
                </a:cubicBezTo>
                <a:cubicBezTo>
                  <a:pt x="283023" y="225534"/>
                  <a:pt x="225534" y="283023"/>
                  <a:pt x="154779" y="283023"/>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Freeform 14">
            <a:extLst>
              <a:ext uri="{FF2B5EF4-FFF2-40B4-BE49-F238E27FC236}">
                <a16:creationId xmlns:a16="http://schemas.microsoft.com/office/drawing/2014/main" id="{4AD5E7D8-3065-BE2B-0589-6B7023273604}"/>
              </a:ext>
            </a:extLst>
          </p:cNvPr>
          <p:cNvSpPr/>
          <p:nvPr/>
        </p:nvSpPr>
        <p:spPr>
          <a:xfrm>
            <a:off x="5664200" y="5372100"/>
            <a:ext cx="131373" cy="129233"/>
          </a:xfrm>
          <a:custGeom>
            <a:avLst/>
            <a:gdLst/>
            <a:ahLst/>
            <a:cxnLst/>
            <a:rect l="l" t="t" r="r" b="b"/>
            <a:pathLst>
              <a:path w="131373" h="129233">
                <a:moveTo>
                  <a:pt x="124692" y="4456"/>
                </a:moveTo>
                <a:cubicBezTo>
                  <a:pt x="120240" y="0"/>
                  <a:pt x="111333" y="0"/>
                  <a:pt x="106879" y="4456"/>
                </a:cubicBezTo>
                <a:cubicBezTo>
                  <a:pt x="64573" y="46792"/>
                  <a:pt x="64573" y="46792"/>
                  <a:pt x="64573" y="46792"/>
                </a:cubicBezTo>
                <a:cubicBezTo>
                  <a:pt x="24493" y="4456"/>
                  <a:pt x="24493" y="4456"/>
                  <a:pt x="24493" y="4456"/>
                </a:cubicBezTo>
                <a:cubicBezTo>
                  <a:pt x="17813" y="0"/>
                  <a:pt x="11133" y="0"/>
                  <a:pt x="4454" y="4456"/>
                </a:cubicBezTo>
                <a:cubicBezTo>
                  <a:pt x="0" y="11140"/>
                  <a:pt x="0" y="17826"/>
                  <a:pt x="4454" y="24510"/>
                </a:cubicBezTo>
                <a:cubicBezTo>
                  <a:pt x="46760" y="64616"/>
                  <a:pt x="46760" y="64616"/>
                  <a:pt x="46760" y="64616"/>
                </a:cubicBezTo>
                <a:cubicBezTo>
                  <a:pt x="4454" y="106952"/>
                  <a:pt x="4454" y="106952"/>
                  <a:pt x="4454" y="106952"/>
                </a:cubicBezTo>
                <a:cubicBezTo>
                  <a:pt x="0" y="111408"/>
                  <a:pt x="0" y="120320"/>
                  <a:pt x="4454" y="124776"/>
                </a:cubicBezTo>
                <a:cubicBezTo>
                  <a:pt x="6680" y="129233"/>
                  <a:pt x="11133" y="129233"/>
                  <a:pt x="15587" y="129233"/>
                </a:cubicBezTo>
                <a:cubicBezTo>
                  <a:pt x="17813" y="129233"/>
                  <a:pt x="22267" y="129233"/>
                  <a:pt x="24493" y="124776"/>
                </a:cubicBezTo>
                <a:cubicBezTo>
                  <a:pt x="64573" y="84670"/>
                  <a:pt x="64573" y="84670"/>
                  <a:pt x="64573" y="84670"/>
                </a:cubicBezTo>
                <a:cubicBezTo>
                  <a:pt x="106879" y="124776"/>
                  <a:pt x="106879" y="124776"/>
                  <a:pt x="106879" y="124776"/>
                </a:cubicBezTo>
                <a:cubicBezTo>
                  <a:pt x="109107" y="129233"/>
                  <a:pt x="113560" y="129233"/>
                  <a:pt x="115786" y="129233"/>
                </a:cubicBezTo>
                <a:cubicBezTo>
                  <a:pt x="120240" y="129233"/>
                  <a:pt x="122466" y="129233"/>
                  <a:pt x="124692" y="124776"/>
                </a:cubicBezTo>
                <a:cubicBezTo>
                  <a:pt x="131373" y="120320"/>
                  <a:pt x="131373" y="111408"/>
                  <a:pt x="124692" y="106952"/>
                </a:cubicBezTo>
                <a:cubicBezTo>
                  <a:pt x="84614" y="64616"/>
                  <a:pt x="84614" y="64616"/>
                  <a:pt x="84614" y="64616"/>
                </a:cubicBezTo>
                <a:cubicBezTo>
                  <a:pt x="124692" y="24510"/>
                  <a:pt x="124692" y="24510"/>
                  <a:pt x="124692" y="24510"/>
                </a:cubicBezTo>
                <a:cubicBezTo>
                  <a:pt x="131373" y="17826"/>
                  <a:pt x="131373" y="11140"/>
                  <a:pt x="124692" y="4456"/>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Freeform 15">
            <a:extLst>
              <a:ext uri="{FF2B5EF4-FFF2-40B4-BE49-F238E27FC236}">
                <a16:creationId xmlns:a16="http://schemas.microsoft.com/office/drawing/2014/main" id="{0F70A29F-AC20-9DFF-BDB3-3AEF1F4AFEAE}"/>
              </a:ext>
            </a:extLst>
          </p:cNvPr>
          <p:cNvSpPr/>
          <p:nvPr/>
        </p:nvSpPr>
        <p:spPr>
          <a:xfrm>
            <a:off x="5575300" y="1968500"/>
            <a:ext cx="309557" cy="309557"/>
          </a:xfrm>
          <a:custGeom>
            <a:avLst/>
            <a:gdLst/>
            <a:ahLst/>
            <a:cxnLst/>
            <a:rect l="l" t="t" r="r" b="b"/>
            <a:pathLst>
              <a:path w="309557" h="309557">
                <a:moveTo>
                  <a:pt x="0" y="0"/>
                </a:moveTo>
                <a:lnTo>
                  <a:pt x="0" y="309557"/>
                </a:lnTo>
                <a:lnTo>
                  <a:pt x="309557" y="309557"/>
                </a:lnTo>
                <a:lnTo>
                  <a:pt x="309557" y="0"/>
                </a:lnTo>
                <a:lnTo>
                  <a:pt x="0" y="0"/>
                </a:lnTo>
                <a:close/>
                <a:moveTo>
                  <a:pt x="283887" y="282509"/>
                </a:moveTo>
                <a:lnTo>
                  <a:pt x="25671" y="282509"/>
                </a:lnTo>
                <a:lnTo>
                  <a:pt x="25671" y="25546"/>
                </a:lnTo>
                <a:lnTo>
                  <a:pt x="283887" y="25546"/>
                </a:lnTo>
                <a:lnTo>
                  <a:pt x="283887" y="282509"/>
                </a:lnTo>
                <a:close/>
              </a:path>
            </a:pathLst>
          </a:cu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Freeform 16">
            <a:extLst>
              <a:ext uri="{FF2B5EF4-FFF2-40B4-BE49-F238E27FC236}">
                <a16:creationId xmlns:a16="http://schemas.microsoft.com/office/drawing/2014/main" id="{C0E1B826-D779-CC29-79E4-F8FA59168F72}"/>
              </a:ext>
            </a:extLst>
          </p:cNvPr>
          <p:cNvSpPr/>
          <p:nvPr/>
        </p:nvSpPr>
        <p:spPr>
          <a:xfrm>
            <a:off x="5638800" y="2057400"/>
            <a:ext cx="169125" cy="135244"/>
          </a:xfrm>
          <a:custGeom>
            <a:avLst/>
            <a:gdLst/>
            <a:ahLst/>
            <a:cxnLst/>
            <a:rect l="l" t="t" r="r" b="b"/>
            <a:pathLst>
              <a:path w="169125" h="135244">
                <a:moveTo>
                  <a:pt x="169125" y="18033"/>
                </a:moveTo>
                <a:lnTo>
                  <a:pt x="149493" y="0"/>
                </a:lnTo>
                <a:lnTo>
                  <a:pt x="66441" y="99178"/>
                </a:lnTo>
                <a:lnTo>
                  <a:pt x="15100" y="57103"/>
                </a:lnTo>
                <a:lnTo>
                  <a:pt x="0" y="79643"/>
                </a:lnTo>
                <a:lnTo>
                  <a:pt x="70971" y="135244"/>
                </a:lnTo>
                <a:lnTo>
                  <a:pt x="169125" y="18033"/>
                </a:lnTo>
                <a:close/>
              </a:path>
            </a:pathLst>
          </a:cu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Freeform 17">
            <a:extLst>
              <a:ext uri="{FF2B5EF4-FFF2-40B4-BE49-F238E27FC236}">
                <a16:creationId xmlns:a16="http://schemas.microsoft.com/office/drawing/2014/main" id="{67ACC2A3-6E12-3E81-1853-D9CBBB92D8FE}"/>
              </a:ext>
            </a:extLst>
          </p:cNvPr>
          <p:cNvSpPr/>
          <p:nvPr/>
        </p:nvSpPr>
        <p:spPr>
          <a:xfrm>
            <a:off x="5575300" y="4178300"/>
            <a:ext cx="309557" cy="314043"/>
          </a:xfrm>
          <a:custGeom>
            <a:avLst/>
            <a:gdLst/>
            <a:ahLst/>
            <a:cxnLst/>
            <a:rect l="l" t="t" r="r" b="b"/>
            <a:pathLst>
              <a:path w="309557" h="314043">
                <a:moveTo>
                  <a:pt x="307346" y="133636"/>
                </a:moveTo>
                <a:cubicBezTo>
                  <a:pt x="307346" y="129181"/>
                  <a:pt x="305135" y="124727"/>
                  <a:pt x="300713" y="122499"/>
                </a:cubicBezTo>
                <a:cubicBezTo>
                  <a:pt x="276390" y="113590"/>
                  <a:pt x="276390" y="113590"/>
                  <a:pt x="276390" y="113590"/>
                </a:cubicBezTo>
                <a:cubicBezTo>
                  <a:pt x="274179" y="111362"/>
                  <a:pt x="271968" y="106909"/>
                  <a:pt x="269757" y="102453"/>
                </a:cubicBezTo>
                <a:cubicBezTo>
                  <a:pt x="280812" y="80181"/>
                  <a:pt x="280812" y="80181"/>
                  <a:pt x="280812" y="80181"/>
                </a:cubicBezTo>
                <a:cubicBezTo>
                  <a:pt x="283023" y="75726"/>
                  <a:pt x="283023" y="69045"/>
                  <a:pt x="280812" y="64591"/>
                </a:cubicBezTo>
                <a:cubicBezTo>
                  <a:pt x="271968" y="53454"/>
                  <a:pt x="258702" y="42318"/>
                  <a:pt x="247646" y="31181"/>
                </a:cubicBezTo>
                <a:cubicBezTo>
                  <a:pt x="243223" y="28955"/>
                  <a:pt x="238801" y="28955"/>
                  <a:pt x="234378" y="31181"/>
                </a:cubicBezTo>
                <a:cubicBezTo>
                  <a:pt x="210057" y="42318"/>
                  <a:pt x="210057" y="42318"/>
                  <a:pt x="210057" y="42318"/>
                </a:cubicBezTo>
                <a:cubicBezTo>
                  <a:pt x="205635" y="40090"/>
                  <a:pt x="201212" y="37864"/>
                  <a:pt x="199001" y="37864"/>
                </a:cubicBezTo>
                <a:cubicBezTo>
                  <a:pt x="190156" y="13363"/>
                  <a:pt x="190156" y="13363"/>
                  <a:pt x="190156" y="13363"/>
                </a:cubicBezTo>
                <a:cubicBezTo>
                  <a:pt x="187945" y="8909"/>
                  <a:pt x="183523" y="4454"/>
                  <a:pt x="179100" y="4454"/>
                </a:cubicBezTo>
                <a:cubicBezTo>
                  <a:pt x="161412" y="0"/>
                  <a:pt x="148146" y="0"/>
                  <a:pt x="132667" y="4454"/>
                </a:cubicBezTo>
                <a:cubicBezTo>
                  <a:pt x="128245" y="4454"/>
                  <a:pt x="123822" y="8909"/>
                  <a:pt x="121611" y="13363"/>
                </a:cubicBezTo>
                <a:cubicBezTo>
                  <a:pt x="112767" y="37864"/>
                  <a:pt x="112767" y="37864"/>
                  <a:pt x="112767" y="37864"/>
                </a:cubicBezTo>
                <a:cubicBezTo>
                  <a:pt x="108345" y="37864"/>
                  <a:pt x="103923" y="40090"/>
                  <a:pt x="101712" y="42318"/>
                </a:cubicBezTo>
                <a:cubicBezTo>
                  <a:pt x="77389" y="31181"/>
                  <a:pt x="77389" y="31181"/>
                  <a:pt x="77389" y="31181"/>
                </a:cubicBezTo>
                <a:cubicBezTo>
                  <a:pt x="72967" y="28955"/>
                  <a:pt x="68544" y="28955"/>
                  <a:pt x="64122" y="31181"/>
                </a:cubicBezTo>
                <a:cubicBezTo>
                  <a:pt x="50856" y="42318"/>
                  <a:pt x="39801" y="53454"/>
                  <a:pt x="30956" y="64591"/>
                </a:cubicBezTo>
                <a:cubicBezTo>
                  <a:pt x="28745" y="69045"/>
                  <a:pt x="26533" y="75726"/>
                  <a:pt x="28745" y="80181"/>
                </a:cubicBezTo>
                <a:cubicBezTo>
                  <a:pt x="39801" y="102453"/>
                  <a:pt x="39801" y="102453"/>
                  <a:pt x="39801" y="102453"/>
                </a:cubicBezTo>
                <a:cubicBezTo>
                  <a:pt x="39801" y="106909"/>
                  <a:pt x="37589" y="111362"/>
                  <a:pt x="35378" y="113590"/>
                </a:cubicBezTo>
                <a:cubicBezTo>
                  <a:pt x="11055" y="122499"/>
                  <a:pt x="11055" y="122499"/>
                  <a:pt x="11055" y="122499"/>
                </a:cubicBezTo>
                <a:cubicBezTo>
                  <a:pt x="6633" y="124727"/>
                  <a:pt x="4422" y="129181"/>
                  <a:pt x="2211" y="133636"/>
                </a:cubicBezTo>
                <a:cubicBezTo>
                  <a:pt x="2211" y="142545"/>
                  <a:pt x="0" y="149226"/>
                  <a:pt x="0" y="158135"/>
                </a:cubicBezTo>
                <a:cubicBezTo>
                  <a:pt x="0" y="164817"/>
                  <a:pt x="2211" y="171498"/>
                  <a:pt x="2211" y="180407"/>
                </a:cubicBezTo>
                <a:cubicBezTo>
                  <a:pt x="4422" y="187090"/>
                  <a:pt x="6633" y="189316"/>
                  <a:pt x="11055" y="191544"/>
                </a:cubicBezTo>
                <a:cubicBezTo>
                  <a:pt x="35378" y="200453"/>
                  <a:pt x="35378" y="200453"/>
                  <a:pt x="35378" y="200453"/>
                </a:cubicBezTo>
                <a:cubicBezTo>
                  <a:pt x="37589" y="204907"/>
                  <a:pt x="39801" y="209362"/>
                  <a:pt x="39801" y="211590"/>
                </a:cubicBezTo>
                <a:cubicBezTo>
                  <a:pt x="28745" y="236089"/>
                  <a:pt x="28745" y="236089"/>
                  <a:pt x="28745" y="236089"/>
                </a:cubicBezTo>
                <a:cubicBezTo>
                  <a:pt x="26533" y="240543"/>
                  <a:pt x="28745" y="244998"/>
                  <a:pt x="30956" y="249452"/>
                </a:cubicBezTo>
                <a:cubicBezTo>
                  <a:pt x="39801" y="262816"/>
                  <a:pt x="50856" y="273953"/>
                  <a:pt x="64122" y="282862"/>
                </a:cubicBezTo>
                <a:cubicBezTo>
                  <a:pt x="68544" y="285088"/>
                  <a:pt x="72967" y="287316"/>
                  <a:pt x="77389" y="285088"/>
                </a:cubicBezTo>
                <a:cubicBezTo>
                  <a:pt x="101712" y="273953"/>
                  <a:pt x="101712" y="273953"/>
                  <a:pt x="101712" y="273953"/>
                </a:cubicBezTo>
                <a:cubicBezTo>
                  <a:pt x="103923" y="276179"/>
                  <a:pt x="108345" y="276179"/>
                  <a:pt x="112767" y="278407"/>
                </a:cubicBezTo>
                <a:cubicBezTo>
                  <a:pt x="121611" y="302906"/>
                  <a:pt x="121611" y="302906"/>
                  <a:pt x="121611" y="302906"/>
                </a:cubicBezTo>
                <a:cubicBezTo>
                  <a:pt x="123822" y="307362"/>
                  <a:pt x="128245" y="311815"/>
                  <a:pt x="132667" y="311815"/>
                </a:cubicBezTo>
                <a:cubicBezTo>
                  <a:pt x="141512" y="311815"/>
                  <a:pt x="148146" y="314043"/>
                  <a:pt x="154779" y="314043"/>
                </a:cubicBezTo>
                <a:cubicBezTo>
                  <a:pt x="163623" y="314043"/>
                  <a:pt x="170256" y="311815"/>
                  <a:pt x="179100" y="311815"/>
                </a:cubicBezTo>
                <a:cubicBezTo>
                  <a:pt x="183523" y="311815"/>
                  <a:pt x="187945" y="307362"/>
                  <a:pt x="190156" y="302906"/>
                </a:cubicBezTo>
                <a:cubicBezTo>
                  <a:pt x="199001" y="278407"/>
                  <a:pt x="199001" y="278407"/>
                  <a:pt x="199001" y="278407"/>
                </a:cubicBezTo>
                <a:cubicBezTo>
                  <a:pt x="201212" y="276179"/>
                  <a:pt x="205635" y="276179"/>
                  <a:pt x="210057" y="273953"/>
                </a:cubicBezTo>
                <a:cubicBezTo>
                  <a:pt x="234378" y="285088"/>
                  <a:pt x="234378" y="285088"/>
                  <a:pt x="234378" y="285088"/>
                </a:cubicBezTo>
                <a:cubicBezTo>
                  <a:pt x="238801" y="287316"/>
                  <a:pt x="243223" y="285088"/>
                  <a:pt x="247646" y="282862"/>
                </a:cubicBezTo>
                <a:cubicBezTo>
                  <a:pt x="258702" y="273953"/>
                  <a:pt x="271968" y="262816"/>
                  <a:pt x="280812" y="249452"/>
                </a:cubicBezTo>
                <a:cubicBezTo>
                  <a:pt x="283023" y="244998"/>
                  <a:pt x="283023" y="240543"/>
                  <a:pt x="280812" y="236089"/>
                </a:cubicBezTo>
                <a:cubicBezTo>
                  <a:pt x="269757" y="211590"/>
                  <a:pt x="269757" y="211590"/>
                  <a:pt x="269757" y="211590"/>
                </a:cubicBezTo>
                <a:cubicBezTo>
                  <a:pt x="271968" y="209362"/>
                  <a:pt x="274179" y="204907"/>
                  <a:pt x="276390" y="200453"/>
                </a:cubicBezTo>
                <a:cubicBezTo>
                  <a:pt x="300713" y="191544"/>
                  <a:pt x="300713" y="191544"/>
                  <a:pt x="300713" y="191544"/>
                </a:cubicBezTo>
                <a:cubicBezTo>
                  <a:pt x="305135" y="189316"/>
                  <a:pt x="307346" y="187090"/>
                  <a:pt x="307346" y="180407"/>
                </a:cubicBezTo>
                <a:cubicBezTo>
                  <a:pt x="309557" y="171498"/>
                  <a:pt x="309557" y="164817"/>
                  <a:pt x="309557" y="158135"/>
                </a:cubicBezTo>
                <a:cubicBezTo>
                  <a:pt x="309557" y="149226"/>
                  <a:pt x="309557" y="142545"/>
                  <a:pt x="307346" y="133636"/>
                </a:cubicBezTo>
                <a:close/>
                <a:moveTo>
                  <a:pt x="283023" y="169272"/>
                </a:moveTo>
                <a:cubicBezTo>
                  <a:pt x="260913" y="178181"/>
                  <a:pt x="260913" y="178181"/>
                  <a:pt x="260913" y="178181"/>
                </a:cubicBezTo>
                <a:cubicBezTo>
                  <a:pt x="256490" y="178181"/>
                  <a:pt x="254279" y="182635"/>
                  <a:pt x="252068" y="187090"/>
                </a:cubicBezTo>
                <a:cubicBezTo>
                  <a:pt x="249857" y="193772"/>
                  <a:pt x="247646" y="200453"/>
                  <a:pt x="243223" y="204907"/>
                </a:cubicBezTo>
                <a:cubicBezTo>
                  <a:pt x="241012" y="209362"/>
                  <a:pt x="241012" y="213816"/>
                  <a:pt x="243223" y="218271"/>
                </a:cubicBezTo>
                <a:cubicBezTo>
                  <a:pt x="254279" y="240543"/>
                  <a:pt x="254279" y="240543"/>
                  <a:pt x="254279" y="240543"/>
                </a:cubicBezTo>
                <a:cubicBezTo>
                  <a:pt x="249857" y="247226"/>
                  <a:pt x="243223" y="251680"/>
                  <a:pt x="236590" y="256135"/>
                </a:cubicBezTo>
                <a:cubicBezTo>
                  <a:pt x="216690" y="247226"/>
                  <a:pt x="216690" y="247226"/>
                  <a:pt x="216690" y="247226"/>
                </a:cubicBezTo>
                <a:cubicBezTo>
                  <a:pt x="212268" y="244998"/>
                  <a:pt x="207846" y="244998"/>
                  <a:pt x="203424" y="247226"/>
                </a:cubicBezTo>
                <a:cubicBezTo>
                  <a:pt x="196790" y="249452"/>
                  <a:pt x="190156" y="251680"/>
                  <a:pt x="183523" y="253907"/>
                </a:cubicBezTo>
                <a:cubicBezTo>
                  <a:pt x="179100" y="256135"/>
                  <a:pt x="176889" y="258361"/>
                  <a:pt x="174678" y="262816"/>
                </a:cubicBezTo>
                <a:cubicBezTo>
                  <a:pt x="168045" y="285088"/>
                  <a:pt x="168045" y="285088"/>
                  <a:pt x="168045" y="285088"/>
                </a:cubicBezTo>
                <a:cubicBezTo>
                  <a:pt x="159201" y="287316"/>
                  <a:pt x="152568" y="287316"/>
                  <a:pt x="143723" y="285088"/>
                </a:cubicBezTo>
                <a:cubicBezTo>
                  <a:pt x="134878" y="262816"/>
                  <a:pt x="134878" y="262816"/>
                  <a:pt x="134878" y="262816"/>
                </a:cubicBezTo>
                <a:cubicBezTo>
                  <a:pt x="134878" y="258361"/>
                  <a:pt x="130456" y="256135"/>
                  <a:pt x="126034" y="253907"/>
                </a:cubicBezTo>
                <a:cubicBezTo>
                  <a:pt x="119400" y="251680"/>
                  <a:pt x="112767" y="249452"/>
                  <a:pt x="108345" y="247226"/>
                </a:cubicBezTo>
                <a:cubicBezTo>
                  <a:pt x="103923" y="244998"/>
                  <a:pt x="99501" y="244998"/>
                  <a:pt x="95079" y="247226"/>
                </a:cubicBezTo>
                <a:cubicBezTo>
                  <a:pt x="72967" y="256135"/>
                  <a:pt x="72967" y="256135"/>
                  <a:pt x="72967" y="256135"/>
                </a:cubicBezTo>
                <a:cubicBezTo>
                  <a:pt x="68544" y="251680"/>
                  <a:pt x="61911" y="247226"/>
                  <a:pt x="57489" y="240543"/>
                </a:cubicBezTo>
                <a:cubicBezTo>
                  <a:pt x="68544" y="218271"/>
                  <a:pt x="68544" y="218271"/>
                  <a:pt x="68544" y="218271"/>
                </a:cubicBezTo>
                <a:cubicBezTo>
                  <a:pt x="68544" y="213816"/>
                  <a:pt x="68544" y="209362"/>
                  <a:pt x="66333" y="204907"/>
                </a:cubicBezTo>
                <a:cubicBezTo>
                  <a:pt x="64122" y="200453"/>
                  <a:pt x="61911" y="193772"/>
                  <a:pt x="59700" y="187090"/>
                </a:cubicBezTo>
                <a:cubicBezTo>
                  <a:pt x="57489" y="182635"/>
                  <a:pt x="55278" y="178181"/>
                  <a:pt x="50856" y="178181"/>
                </a:cubicBezTo>
                <a:cubicBezTo>
                  <a:pt x="28745" y="169272"/>
                  <a:pt x="28745" y="169272"/>
                  <a:pt x="28745" y="169272"/>
                </a:cubicBezTo>
                <a:cubicBezTo>
                  <a:pt x="26533" y="164817"/>
                  <a:pt x="26533" y="160363"/>
                  <a:pt x="26533" y="158135"/>
                </a:cubicBezTo>
                <a:cubicBezTo>
                  <a:pt x="26533" y="153680"/>
                  <a:pt x="26533" y="149226"/>
                  <a:pt x="28745" y="144771"/>
                </a:cubicBezTo>
                <a:cubicBezTo>
                  <a:pt x="50856" y="138090"/>
                  <a:pt x="50856" y="138090"/>
                  <a:pt x="50856" y="138090"/>
                </a:cubicBezTo>
                <a:cubicBezTo>
                  <a:pt x="55278" y="135862"/>
                  <a:pt x="57489" y="133636"/>
                  <a:pt x="59700" y="129181"/>
                </a:cubicBezTo>
                <a:cubicBezTo>
                  <a:pt x="61911" y="122499"/>
                  <a:pt x="64122" y="115818"/>
                  <a:pt x="66333" y="109135"/>
                </a:cubicBezTo>
                <a:cubicBezTo>
                  <a:pt x="68544" y="104681"/>
                  <a:pt x="68544" y="100226"/>
                  <a:pt x="68544" y="98000"/>
                </a:cubicBezTo>
                <a:cubicBezTo>
                  <a:pt x="57489" y="75726"/>
                  <a:pt x="57489" y="75726"/>
                  <a:pt x="57489" y="75726"/>
                </a:cubicBezTo>
                <a:cubicBezTo>
                  <a:pt x="61911" y="69045"/>
                  <a:pt x="68544" y="62363"/>
                  <a:pt x="72967" y="57908"/>
                </a:cubicBezTo>
                <a:cubicBezTo>
                  <a:pt x="95079" y="69045"/>
                  <a:pt x="95079" y="69045"/>
                  <a:pt x="95079" y="69045"/>
                </a:cubicBezTo>
                <a:cubicBezTo>
                  <a:pt x="99501" y="71272"/>
                  <a:pt x="103923" y="71272"/>
                  <a:pt x="108345" y="69045"/>
                </a:cubicBezTo>
                <a:cubicBezTo>
                  <a:pt x="112767" y="64591"/>
                  <a:pt x="119400" y="62363"/>
                  <a:pt x="126034" y="60136"/>
                </a:cubicBezTo>
                <a:cubicBezTo>
                  <a:pt x="130456" y="60136"/>
                  <a:pt x="134878" y="55682"/>
                  <a:pt x="134878" y="51227"/>
                </a:cubicBezTo>
                <a:cubicBezTo>
                  <a:pt x="143723" y="28955"/>
                  <a:pt x="143723" y="28955"/>
                  <a:pt x="143723" y="28955"/>
                </a:cubicBezTo>
                <a:cubicBezTo>
                  <a:pt x="152568" y="28955"/>
                  <a:pt x="159201" y="28955"/>
                  <a:pt x="168045" y="28955"/>
                </a:cubicBezTo>
                <a:cubicBezTo>
                  <a:pt x="174678" y="51227"/>
                  <a:pt x="174678" y="51227"/>
                  <a:pt x="174678" y="51227"/>
                </a:cubicBezTo>
                <a:cubicBezTo>
                  <a:pt x="176889" y="55682"/>
                  <a:pt x="179100" y="60136"/>
                  <a:pt x="183523" y="60136"/>
                </a:cubicBezTo>
                <a:cubicBezTo>
                  <a:pt x="190156" y="62363"/>
                  <a:pt x="196790" y="64591"/>
                  <a:pt x="203424" y="69045"/>
                </a:cubicBezTo>
                <a:cubicBezTo>
                  <a:pt x="207846" y="71272"/>
                  <a:pt x="212268" y="71272"/>
                  <a:pt x="216690" y="69045"/>
                </a:cubicBezTo>
                <a:cubicBezTo>
                  <a:pt x="236590" y="57908"/>
                  <a:pt x="236590" y="57908"/>
                  <a:pt x="236590" y="57908"/>
                </a:cubicBezTo>
                <a:cubicBezTo>
                  <a:pt x="243223" y="62363"/>
                  <a:pt x="249857" y="69045"/>
                  <a:pt x="254279" y="75726"/>
                </a:cubicBezTo>
                <a:cubicBezTo>
                  <a:pt x="243223" y="98000"/>
                  <a:pt x="243223" y="98000"/>
                  <a:pt x="243223" y="98000"/>
                </a:cubicBezTo>
                <a:cubicBezTo>
                  <a:pt x="241012" y="100226"/>
                  <a:pt x="241012" y="104681"/>
                  <a:pt x="243223" y="109135"/>
                </a:cubicBezTo>
                <a:cubicBezTo>
                  <a:pt x="247646" y="115818"/>
                  <a:pt x="249857" y="122499"/>
                  <a:pt x="252068" y="129181"/>
                </a:cubicBezTo>
                <a:cubicBezTo>
                  <a:pt x="254279" y="133636"/>
                  <a:pt x="256490" y="135862"/>
                  <a:pt x="260913" y="138090"/>
                </a:cubicBezTo>
                <a:cubicBezTo>
                  <a:pt x="283023" y="144771"/>
                  <a:pt x="283023" y="144771"/>
                  <a:pt x="283023" y="144771"/>
                </a:cubicBezTo>
                <a:cubicBezTo>
                  <a:pt x="283023" y="149226"/>
                  <a:pt x="283023" y="153680"/>
                  <a:pt x="283023" y="158135"/>
                </a:cubicBezTo>
                <a:cubicBezTo>
                  <a:pt x="283023" y="160363"/>
                  <a:pt x="283023" y="164817"/>
                  <a:pt x="283023" y="169272"/>
                </a:cubicBezTo>
                <a:close/>
              </a:path>
            </a:pathLst>
          </a:cu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Freeform 18">
            <a:extLst>
              <a:ext uri="{FF2B5EF4-FFF2-40B4-BE49-F238E27FC236}">
                <a16:creationId xmlns:a16="http://schemas.microsoft.com/office/drawing/2014/main" id="{916DB8AA-EE32-AE66-FBF7-F3FA103B4930}"/>
              </a:ext>
            </a:extLst>
          </p:cNvPr>
          <p:cNvSpPr/>
          <p:nvPr/>
        </p:nvSpPr>
        <p:spPr>
          <a:xfrm>
            <a:off x="5664200" y="4267200"/>
            <a:ext cx="122312" cy="122296"/>
          </a:xfrm>
          <a:custGeom>
            <a:avLst/>
            <a:gdLst/>
            <a:ahLst/>
            <a:cxnLst/>
            <a:rect l="l" t="t" r="r" b="b"/>
            <a:pathLst>
              <a:path w="122312" h="122296">
                <a:moveTo>
                  <a:pt x="60044" y="0"/>
                </a:moveTo>
                <a:cubicBezTo>
                  <a:pt x="26687" y="0"/>
                  <a:pt x="0" y="26683"/>
                  <a:pt x="0" y="60037"/>
                </a:cubicBezTo>
                <a:cubicBezTo>
                  <a:pt x="0" y="95613"/>
                  <a:pt x="26687" y="122296"/>
                  <a:pt x="60044" y="122296"/>
                </a:cubicBezTo>
                <a:cubicBezTo>
                  <a:pt x="95626" y="122296"/>
                  <a:pt x="122312" y="95613"/>
                  <a:pt x="122312" y="60037"/>
                </a:cubicBezTo>
                <a:cubicBezTo>
                  <a:pt x="122312" y="26683"/>
                  <a:pt x="95626" y="0"/>
                  <a:pt x="60044" y="0"/>
                </a:cubicBezTo>
                <a:close/>
                <a:moveTo>
                  <a:pt x="60044" y="95613"/>
                </a:moveTo>
                <a:cubicBezTo>
                  <a:pt x="42254" y="95613"/>
                  <a:pt x="26687" y="80048"/>
                  <a:pt x="26687" y="60037"/>
                </a:cubicBezTo>
                <a:cubicBezTo>
                  <a:pt x="26687" y="42248"/>
                  <a:pt x="42254" y="26683"/>
                  <a:pt x="60044" y="26683"/>
                </a:cubicBezTo>
                <a:cubicBezTo>
                  <a:pt x="80060" y="26683"/>
                  <a:pt x="95626" y="42248"/>
                  <a:pt x="95626" y="60037"/>
                </a:cubicBezTo>
                <a:cubicBezTo>
                  <a:pt x="95626" y="80048"/>
                  <a:pt x="80060" y="95613"/>
                  <a:pt x="60044" y="95613"/>
                </a:cubicBezTo>
                <a:close/>
              </a:path>
            </a:pathLst>
          </a:cu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Freeform 19">
            <a:extLst>
              <a:ext uri="{FF2B5EF4-FFF2-40B4-BE49-F238E27FC236}">
                <a16:creationId xmlns:a16="http://schemas.microsoft.com/office/drawing/2014/main" id="{287DCE6D-D1AF-1CA7-0BDC-91BCF6839734}"/>
              </a:ext>
            </a:extLst>
          </p:cNvPr>
          <p:cNvSpPr/>
          <p:nvPr/>
        </p:nvSpPr>
        <p:spPr>
          <a:xfrm>
            <a:off x="5575300" y="3073400"/>
            <a:ext cx="309557" cy="309557"/>
          </a:xfrm>
          <a:custGeom>
            <a:avLst/>
            <a:gdLst/>
            <a:ahLst/>
            <a:cxnLst/>
            <a:rect l="l" t="t" r="r" b="b"/>
            <a:pathLst>
              <a:path w="309557" h="309557">
                <a:moveTo>
                  <a:pt x="154779" y="309557"/>
                </a:moveTo>
                <a:cubicBezTo>
                  <a:pt x="70756" y="309557"/>
                  <a:pt x="0" y="241012"/>
                  <a:pt x="0" y="154779"/>
                </a:cubicBezTo>
                <a:cubicBezTo>
                  <a:pt x="0" y="70756"/>
                  <a:pt x="70756" y="0"/>
                  <a:pt x="154779" y="0"/>
                </a:cubicBezTo>
                <a:cubicBezTo>
                  <a:pt x="241012" y="0"/>
                  <a:pt x="309557" y="70756"/>
                  <a:pt x="309557" y="154779"/>
                </a:cubicBezTo>
                <a:cubicBezTo>
                  <a:pt x="309557" y="241012"/>
                  <a:pt x="241012" y="309557"/>
                  <a:pt x="154779" y="309557"/>
                </a:cubicBezTo>
                <a:close/>
                <a:moveTo>
                  <a:pt x="154779" y="26533"/>
                </a:moveTo>
                <a:cubicBezTo>
                  <a:pt x="84023" y="26533"/>
                  <a:pt x="26533" y="84023"/>
                  <a:pt x="26533" y="154779"/>
                </a:cubicBezTo>
                <a:cubicBezTo>
                  <a:pt x="26533" y="225534"/>
                  <a:pt x="84023" y="283023"/>
                  <a:pt x="154779" y="283023"/>
                </a:cubicBezTo>
                <a:cubicBezTo>
                  <a:pt x="225534" y="283023"/>
                  <a:pt x="283023" y="225534"/>
                  <a:pt x="283023" y="154779"/>
                </a:cubicBezTo>
                <a:cubicBezTo>
                  <a:pt x="283023" y="84023"/>
                  <a:pt x="225534" y="26533"/>
                  <a:pt x="154779" y="26533"/>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Freeform 20">
            <a:extLst>
              <a:ext uri="{FF2B5EF4-FFF2-40B4-BE49-F238E27FC236}">
                <a16:creationId xmlns:a16="http://schemas.microsoft.com/office/drawing/2014/main" id="{9B45316D-66A0-3175-D3E4-1C0BC2434989}"/>
              </a:ext>
            </a:extLst>
          </p:cNvPr>
          <p:cNvSpPr/>
          <p:nvPr/>
        </p:nvSpPr>
        <p:spPr>
          <a:xfrm>
            <a:off x="5715000" y="3124200"/>
            <a:ext cx="95132" cy="107672"/>
          </a:xfrm>
          <a:custGeom>
            <a:avLst/>
            <a:gdLst/>
            <a:ahLst/>
            <a:cxnLst/>
            <a:rect l="l" t="t" r="r" b="b"/>
            <a:pathLst>
              <a:path w="95132" h="107672">
                <a:moveTo>
                  <a:pt x="81858" y="107672"/>
                </a:moveTo>
                <a:cubicBezTo>
                  <a:pt x="13274" y="107672"/>
                  <a:pt x="13274" y="107672"/>
                  <a:pt x="13274" y="107672"/>
                </a:cubicBezTo>
                <a:cubicBezTo>
                  <a:pt x="6637" y="107672"/>
                  <a:pt x="0" y="101079"/>
                  <a:pt x="0" y="94488"/>
                </a:cubicBezTo>
                <a:cubicBezTo>
                  <a:pt x="0" y="13184"/>
                  <a:pt x="0" y="13184"/>
                  <a:pt x="0" y="13184"/>
                </a:cubicBezTo>
                <a:cubicBezTo>
                  <a:pt x="0" y="6593"/>
                  <a:pt x="6637" y="0"/>
                  <a:pt x="13274" y="0"/>
                </a:cubicBezTo>
                <a:cubicBezTo>
                  <a:pt x="22123" y="0"/>
                  <a:pt x="26548" y="6593"/>
                  <a:pt x="26548" y="13184"/>
                </a:cubicBezTo>
                <a:cubicBezTo>
                  <a:pt x="26548" y="81303"/>
                  <a:pt x="26548" y="81303"/>
                  <a:pt x="26548" y="81303"/>
                </a:cubicBezTo>
                <a:cubicBezTo>
                  <a:pt x="81858" y="81303"/>
                  <a:pt x="81858" y="81303"/>
                  <a:pt x="81858" y="81303"/>
                </a:cubicBezTo>
                <a:cubicBezTo>
                  <a:pt x="88495" y="81303"/>
                  <a:pt x="95132" y="87895"/>
                  <a:pt x="95132" y="94488"/>
                </a:cubicBezTo>
                <a:cubicBezTo>
                  <a:pt x="95132" y="101079"/>
                  <a:pt x="88495" y="107672"/>
                  <a:pt x="81858" y="107672"/>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13" name="Connector 21">
            <a:extLst>
              <a:ext uri="{FF2B5EF4-FFF2-40B4-BE49-F238E27FC236}">
                <a16:creationId xmlns:a16="http://schemas.microsoft.com/office/drawing/2014/main" id="{F02A35E7-1C85-3160-DD30-C6C27BD30C2F}"/>
              </a:ext>
            </a:extLst>
          </p:cNvPr>
          <p:cNvCxnSpPr/>
          <p:nvPr/>
        </p:nvCxnSpPr>
        <p:spPr>
          <a:xfrm rot="5377383">
            <a:off x="3117840" y="3752860"/>
            <a:ext cx="3860821" cy="12700"/>
          </a:xfrm>
          <a:prstGeom prst="line">
            <a:avLst/>
          </a:prstGeom>
          <a:solidFill>
            <a:srgbClr val="DEE0E3">
              <a:alpha val="100000"/>
            </a:srgbClr>
          </a:solidFill>
          <a:ln w="12700" cap="sq" cmpd="sng">
            <a:solidFill>
              <a:srgbClr val="00C0BB">
                <a:alpha val="100000"/>
              </a:srgbClr>
            </a:solidFill>
            <a:prstDash val="solid"/>
            <a:round/>
            <a:headEnd type="oval" w="sm" len="sm"/>
            <a:tailEnd type="oval" w="sm" len="sm"/>
          </a:ln>
        </p:spPr>
      </p:cxnSp>
      <p:sp>
        <p:nvSpPr>
          <p:cNvPr id="14" name="AutoShape 22">
            <a:extLst>
              <a:ext uri="{FF2B5EF4-FFF2-40B4-BE49-F238E27FC236}">
                <a16:creationId xmlns:a16="http://schemas.microsoft.com/office/drawing/2014/main" id="{AC3CA4BD-81ED-B316-2EA5-D04A361F56CC}"/>
              </a:ext>
            </a:extLst>
          </p:cNvPr>
          <p:cNvSpPr/>
          <p:nvPr/>
        </p:nvSpPr>
        <p:spPr>
          <a:xfrm>
            <a:off x="1676400" y="2324100"/>
            <a:ext cx="1422400" cy="1422400"/>
          </a:xfrm>
          <a:prstGeom prst="ellipse">
            <a:avLst/>
          </a:pr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23">
            <a:extLst>
              <a:ext uri="{FF2B5EF4-FFF2-40B4-BE49-F238E27FC236}">
                <a16:creationId xmlns:a16="http://schemas.microsoft.com/office/drawing/2014/main" id="{595FF08A-E306-B665-3213-30891E2E71FF}"/>
              </a:ext>
            </a:extLst>
          </p:cNvPr>
          <p:cNvSpPr/>
          <p:nvPr/>
        </p:nvSpPr>
        <p:spPr>
          <a:xfrm>
            <a:off x="3098800" y="2324100"/>
            <a:ext cx="1422400" cy="14224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24">
            <a:extLst>
              <a:ext uri="{FF2B5EF4-FFF2-40B4-BE49-F238E27FC236}">
                <a16:creationId xmlns:a16="http://schemas.microsoft.com/office/drawing/2014/main" id="{1677D183-94BC-1738-83F9-1DE3A3D0A32C}"/>
              </a:ext>
            </a:extLst>
          </p:cNvPr>
          <p:cNvSpPr/>
          <p:nvPr/>
        </p:nvSpPr>
        <p:spPr>
          <a:xfrm>
            <a:off x="1676400" y="3759200"/>
            <a:ext cx="1422400" cy="14224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25">
            <a:extLst>
              <a:ext uri="{FF2B5EF4-FFF2-40B4-BE49-F238E27FC236}">
                <a16:creationId xmlns:a16="http://schemas.microsoft.com/office/drawing/2014/main" id="{F4B290E6-3BAD-D5BD-BCB0-9DEEB679F09C}"/>
              </a:ext>
            </a:extLst>
          </p:cNvPr>
          <p:cNvSpPr/>
          <p:nvPr/>
        </p:nvSpPr>
        <p:spPr>
          <a:xfrm>
            <a:off x="3098800" y="3771900"/>
            <a:ext cx="1422400" cy="1422400"/>
          </a:xfrm>
          <a:prstGeom prst="ellipse">
            <a:avLst/>
          </a:pr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26">
            <a:extLst>
              <a:ext uri="{FF2B5EF4-FFF2-40B4-BE49-F238E27FC236}">
                <a16:creationId xmlns:a16="http://schemas.microsoft.com/office/drawing/2014/main" id="{CE630ED2-7284-E2DE-213F-8E68EBC0FAAF}"/>
              </a:ext>
            </a:extLst>
          </p:cNvPr>
          <p:cNvSpPr/>
          <p:nvPr/>
        </p:nvSpPr>
        <p:spPr>
          <a:xfrm>
            <a:off x="2387600" y="3048000"/>
            <a:ext cx="736600" cy="7366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27">
            <a:extLst>
              <a:ext uri="{FF2B5EF4-FFF2-40B4-BE49-F238E27FC236}">
                <a16:creationId xmlns:a16="http://schemas.microsoft.com/office/drawing/2014/main" id="{547799D4-A8EE-D90D-0B3D-4AABCE4201F6}"/>
              </a:ext>
            </a:extLst>
          </p:cNvPr>
          <p:cNvSpPr/>
          <p:nvPr/>
        </p:nvSpPr>
        <p:spPr>
          <a:xfrm>
            <a:off x="3022600" y="3048000"/>
            <a:ext cx="736600" cy="736600"/>
          </a:xfrm>
          <a:prstGeom prst="ellipse">
            <a:avLst/>
          </a:pr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8">
            <a:extLst>
              <a:ext uri="{FF2B5EF4-FFF2-40B4-BE49-F238E27FC236}">
                <a16:creationId xmlns:a16="http://schemas.microsoft.com/office/drawing/2014/main" id="{98CFED0F-BC8A-06D1-41BD-1F0F97283360}"/>
              </a:ext>
            </a:extLst>
          </p:cNvPr>
          <p:cNvSpPr/>
          <p:nvPr/>
        </p:nvSpPr>
        <p:spPr>
          <a:xfrm>
            <a:off x="2387600" y="3644900"/>
            <a:ext cx="736600" cy="736600"/>
          </a:xfrm>
          <a:prstGeom prst="ellipse">
            <a:avLst/>
          </a:pr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9">
            <a:extLst>
              <a:ext uri="{FF2B5EF4-FFF2-40B4-BE49-F238E27FC236}">
                <a16:creationId xmlns:a16="http://schemas.microsoft.com/office/drawing/2014/main" id="{00640663-BD6D-2742-A272-59EF4E769BC4}"/>
              </a:ext>
            </a:extLst>
          </p:cNvPr>
          <p:cNvSpPr/>
          <p:nvPr/>
        </p:nvSpPr>
        <p:spPr>
          <a:xfrm>
            <a:off x="3022600" y="3644900"/>
            <a:ext cx="736600" cy="7366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30">
            <a:extLst>
              <a:ext uri="{FF2B5EF4-FFF2-40B4-BE49-F238E27FC236}">
                <a16:creationId xmlns:a16="http://schemas.microsoft.com/office/drawing/2014/main" id="{E19C12EB-063E-6529-E48B-6E5D45C64D60}"/>
              </a:ext>
            </a:extLst>
          </p:cNvPr>
          <p:cNvSpPr/>
          <p:nvPr/>
        </p:nvSpPr>
        <p:spPr>
          <a:xfrm>
            <a:off x="1841500" y="2679700"/>
            <a:ext cx="9271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Noto Sans SC"/>
                <a:ea typeface="Noto Sans SC"/>
                <a:cs typeface="Noto Sans SC"/>
                <a:sym typeface="Noto Sans SC"/>
              </a:rPr>
              <a:t>01</a:t>
            </a:r>
            <a:endParaRPr lang="en-US" sz="1100"/>
          </a:p>
        </p:txBody>
      </p:sp>
      <p:sp>
        <p:nvSpPr>
          <p:cNvPr id="23" name="Freeform 31">
            <a:extLst>
              <a:ext uri="{FF2B5EF4-FFF2-40B4-BE49-F238E27FC236}">
                <a16:creationId xmlns:a16="http://schemas.microsoft.com/office/drawing/2014/main" id="{2623A36D-1138-14F9-0B49-000FCCF7B734}"/>
              </a:ext>
            </a:extLst>
          </p:cNvPr>
          <p:cNvSpPr/>
          <p:nvPr/>
        </p:nvSpPr>
        <p:spPr>
          <a:xfrm>
            <a:off x="2603500" y="3263900"/>
            <a:ext cx="309557" cy="309557"/>
          </a:xfrm>
          <a:custGeom>
            <a:avLst/>
            <a:gdLst/>
            <a:ahLst/>
            <a:cxnLst/>
            <a:rect l="l" t="t" r="r" b="b"/>
            <a:pathLst>
              <a:path w="309557" h="309557">
                <a:moveTo>
                  <a:pt x="0" y="0"/>
                </a:moveTo>
                <a:lnTo>
                  <a:pt x="0" y="309557"/>
                </a:lnTo>
                <a:lnTo>
                  <a:pt x="309557" y="309557"/>
                </a:lnTo>
                <a:lnTo>
                  <a:pt x="309557" y="0"/>
                </a:lnTo>
                <a:lnTo>
                  <a:pt x="0" y="0"/>
                </a:lnTo>
                <a:close/>
                <a:moveTo>
                  <a:pt x="283887" y="282509"/>
                </a:moveTo>
                <a:lnTo>
                  <a:pt x="25671" y="282509"/>
                </a:lnTo>
                <a:lnTo>
                  <a:pt x="25671" y="25546"/>
                </a:lnTo>
                <a:lnTo>
                  <a:pt x="283887" y="25546"/>
                </a:lnTo>
                <a:lnTo>
                  <a:pt x="283887" y="282509"/>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Freeform 32">
            <a:extLst>
              <a:ext uri="{FF2B5EF4-FFF2-40B4-BE49-F238E27FC236}">
                <a16:creationId xmlns:a16="http://schemas.microsoft.com/office/drawing/2014/main" id="{22962014-1931-ADC8-DC9F-AEEC6D4CB34F}"/>
              </a:ext>
            </a:extLst>
          </p:cNvPr>
          <p:cNvSpPr/>
          <p:nvPr/>
        </p:nvSpPr>
        <p:spPr>
          <a:xfrm>
            <a:off x="2679700" y="3352800"/>
            <a:ext cx="169125" cy="135244"/>
          </a:xfrm>
          <a:custGeom>
            <a:avLst/>
            <a:gdLst/>
            <a:ahLst/>
            <a:cxnLst/>
            <a:rect l="l" t="t" r="r" b="b"/>
            <a:pathLst>
              <a:path w="169125" h="135244">
                <a:moveTo>
                  <a:pt x="169125" y="18033"/>
                </a:moveTo>
                <a:lnTo>
                  <a:pt x="149493" y="0"/>
                </a:lnTo>
                <a:lnTo>
                  <a:pt x="66441" y="99178"/>
                </a:lnTo>
                <a:lnTo>
                  <a:pt x="15100" y="57103"/>
                </a:lnTo>
                <a:lnTo>
                  <a:pt x="0" y="79643"/>
                </a:lnTo>
                <a:lnTo>
                  <a:pt x="70971" y="135244"/>
                </a:lnTo>
                <a:lnTo>
                  <a:pt x="169125" y="18033"/>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33">
            <a:extLst>
              <a:ext uri="{FF2B5EF4-FFF2-40B4-BE49-F238E27FC236}">
                <a16:creationId xmlns:a16="http://schemas.microsoft.com/office/drawing/2014/main" id="{B2406F23-8EFB-F2A1-1967-2CF0C09D7FEB}"/>
              </a:ext>
            </a:extLst>
          </p:cNvPr>
          <p:cNvSpPr/>
          <p:nvPr/>
        </p:nvSpPr>
        <p:spPr>
          <a:xfrm>
            <a:off x="3619500" y="2667000"/>
            <a:ext cx="9271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Noto Sans SC"/>
                <a:ea typeface="Noto Sans SC"/>
                <a:cs typeface="Noto Sans SC"/>
                <a:sym typeface="Noto Sans SC"/>
              </a:rPr>
              <a:t>02</a:t>
            </a:r>
            <a:endParaRPr lang="en-US" sz="1100"/>
          </a:p>
        </p:txBody>
      </p:sp>
      <p:sp>
        <p:nvSpPr>
          <p:cNvPr id="26" name="Freeform 34">
            <a:extLst>
              <a:ext uri="{FF2B5EF4-FFF2-40B4-BE49-F238E27FC236}">
                <a16:creationId xmlns:a16="http://schemas.microsoft.com/office/drawing/2014/main" id="{AF7A49D3-6FC8-448B-72CD-530F6C1C4DB0}"/>
              </a:ext>
            </a:extLst>
          </p:cNvPr>
          <p:cNvSpPr/>
          <p:nvPr/>
        </p:nvSpPr>
        <p:spPr>
          <a:xfrm>
            <a:off x="3225800" y="3263900"/>
            <a:ext cx="309557" cy="309557"/>
          </a:xfrm>
          <a:custGeom>
            <a:avLst/>
            <a:gdLst/>
            <a:ahLst/>
            <a:cxnLst/>
            <a:rect l="l" t="t" r="r" b="b"/>
            <a:pathLst>
              <a:path w="309557" h="309557">
                <a:moveTo>
                  <a:pt x="154779" y="309557"/>
                </a:moveTo>
                <a:cubicBezTo>
                  <a:pt x="70756" y="309557"/>
                  <a:pt x="0" y="241012"/>
                  <a:pt x="0" y="154779"/>
                </a:cubicBezTo>
                <a:cubicBezTo>
                  <a:pt x="0" y="70756"/>
                  <a:pt x="70756" y="0"/>
                  <a:pt x="154779" y="0"/>
                </a:cubicBezTo>
                <a:cubicBezTo>
                  <a:pt x="241012" y="0"/>
                  <a:pt x="309557" y="70756"/>
                  <a:pt x="309557" y="154779"/>
                </a:cubicBezTo>
                <a:cubicBezTo>
                  <a:pt x="309557" y="241012"/>
                  <a:pt x="241012" y="309557"/>
                  <a:pt x="154779" y="309557"/>
                </a:cubicBezTo>
                <a:close/>
                <a:moveTo>
                  <a:pt x="154779" y="26533"/>
                </a:moveTo>
                <a:cubicBezTo>
                  <a:pt x="84023" y="26533"/>
                  <a:pt x="26533" y="84023"/>
                  <a:pt x="26533" y="154779"/>
                </a:cubicBezTo>
                <a:cubicBezTo>
                  <a:pt x="26533" y="225534"/>
                  <a:pt x="84023" y="283023"/>
                  <a:pt x="154779" y="283023"/>
                </a:cubicBezTo>
                <a:cubicBezTo>
                  <a:pt x="225534" y="283023"/>
                  <a:pt x="283023" y="225534"/>
                  <a:pt x="283023" y="154779"/>
                </a:cubicBezTo>
                <a:cubicBezTo>
                  <a:pt x="283023" y="84023"/>
                  <a:pt x="225534" y="26533"/>
                  <a:pt x="154779" y="26533"/>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Freeform 35">
            <a:extLst>
              <a:ext uri="{FF2B5EF4-FFF2-40B4-BE49-F238E27FC236}">
                <a16:creationId xmlns:a16="http://schemas.microsoft.com/office/drawing/2014/main" id="{78BE89B1-5092-DBFC-8B3A-170C49BA72F8}"/>
              </a:ext>
            </a:extLst>
          </p:cNvPr>
          <p:cNvSpPr/>
          <p:nvPr/>
        </p:nvSpPr>
        <p:spPr>
          <a:xfrm>
            <a:off x="3365500" y="3314700"/>
            <a:ext cx="95132" cy="107672"/>
          </a:xfrm>
          <a:custGeom>
            <a:avLst/>
            <a:gdLst/>
            <a:ahLst/>
            <a:cxnLst/>
            <a:rect l="l" t="t" r="r" b="b"/>
            <a:pathLst>
              <a:path w="95132" h="107672">
                <a:moveTo>
                  <a:pt x="81858" y="107672"/>
                </a:moveTo>
                <a:cubicBezTo>
                  <a:pt x="13274" y="107672"/>
                  <a:pt x="13274" y="107672"/>
                  <a:pt x="13274" y="107672"/>
                </a:cubicBezTo>
                <a:cubicBezTo>
                  <a:pt x="6637" y="107672"/>
                  <a:pt x="0" y="101079"/>
                  <a:pt x="0" y="94488"/>
                </a:cubicBezTo>
                <a:cubicBezTo>
                  <a:pt x="0" y="13184"/>
                  <a:pt x="0" y="13184"/>
                  <a:pt x="0" y="13184"/>
                </a:cubicBezTo>
                <a:cubicBezTo>
                  <a:pt x="0" y="6593"/>
                  <a:pt x="6637" y="0"/>
                  <a:pt x="13274" y="0"/>
                </a:cubicBezTo>
                <a:cubicBezTo>
                  <a:pt x="22123" y="0"/>
                  <a:pt x="26548" y="6593"/>
                  <a:pt x="26548" y="13184"/>
                </a:cubicBezTo>
                <a:cubicBezTo>
                  <a:pt x="26548" y="81303"/>
                  <a:pt x="26548" y="81303"/>
                  <a:pt x="26548" y="81303"/>
                </a:cubicBezTo>
                <a:cubicBezTo>
                  <a:pt x="81858" y="81303"/>
                  <a:pt x="81858" y="81303"/>
                  <a:pt x="81858" y="81303"/>
                </a:cubicBezTo>
                <a:cubicBezTo>
                  <a:pt x="88495" y="81303"/>
                  <a:pt x="95132" y="87895"/>
                  <a:pt x="95132" y="94488"/>
                </a:cubicBezTo>
                <a:cubicBezTo>
                  <a:pt x="95132" y="101079"/>
                  <a:pt x="88495" y="107672"/>
                  <a:pt x="81858" y="107672"/>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Freeform 36">
            <a:extLst>
              <a:ext uri="{FF2B5EF4-FFF2-40B4-BE49-F238E27FC236}">
                <a16:creationId xmlns:a16="http://schemas.microsoft.com/office/drawing/2014/main" id="{49284F50-B66C-AC09-4E23-B223604A1CB8}"/>
              </a:ext>
            </a:extLst>
          </p:cNvPr>
          <p:cNvSpPr/>
          <p:nvPr/>
        </p:nvSpPr>
        <p:spPr>
          <a:xfrm>
            <a:off x="3175000" y="3886200"/>
            <a:ext cx="309557" cy="314043"/>
          </a:xfrm>
          <a:custGeom>
            <a:avLst/>
            <a:gdLst/>
            <a:ahLst/>
            <a:cxnLst/>
            <a:rect l="l" t="t" r="r" b="b"/>
            <a:pathLst>
              <a:path w="309557" h="314043">
                <a:moveTo>
                  <a:pt x="307346" y="133636"/>
                </a:moveTo>
                <a:cubicBezTo>
                  <a:pt x="307346" y="129181"/>
                  <a:pt x="305135" y="124727"/>
                  <a:pt x="300713" y="122499"/>
                </a:cubicBezTo>
                <a:cubicBezTo>
                  <a:pt x="276390" y="113590"/>
                  <a:pt x="276390" y="113590"/>
                  <a:pt x="276390" y="113590"/>
                </a:cubicBezTo>
                <a:cubicBezTo>
                  <a:pt x="274179" y="111362"/>
                  <a:pt x="271968" y="106909"/>
                  <a:pt x="269757" y="102453"/>
                </a:cubicBezTo>
                <a:cubicBezTo>
                  <a:pt x="280812" y="80181"/>
                  <a:pt x="280812" y="80181"/>
                  <a:pt x="280812" y="80181"/>
                </a:cubicBezTo>
                <a:cubicBezTo>
                  <a:pt x="283023" y="75726"/>
                  <a:pt x="283023" y="69045"/>
                  <a:pt x="280812" y="64591"/>
                </a:cubicBezTo>
                <a:cubicBezTo>
                  <a:pt x="271968" y="53454"/>
                  <a:pt x="258702" y="42318"/>
                  <a:pt x="247646" y="31181"/>
                </a:cubicBezTo>
                <a:cubicBezTo>
                  <a:pt x="243223" y="28955"/>
                  <a:pt x="238801" y="28955"/>
                  <a:pt x="234378" y="31181"/>
                </a:cubicBezTo>
                <a:cubicBezTo>
                  <a:pt x="210057" y="42318"/>
                  <a:pt x="210057" y="42318"/>
                  <a:pt x="210057" y="42318"/>
                </a:cubicBezTo>
                <a:cubicBezTo>
                  <a:pt x="205635" y="40090"/>
                  <a:pt x="201212" y="37864"/>
                  <a:pt x="199001" y="37864"/>
                </a:cubicBezTo>
                <a:cubicBezTo>
                  <a:pt x="190156" y="13363"/>
                  <a:pt x="190156" y="13363"/>
                  <a:pt x="190156" y="13363"/>
                </a:cubicBezTo>
                <a:cubicBezTo>
                  <a:pt x="187945" y="8909"/>
                  <a:pt x="183523" y="4454"/>
                  <a:pt x="179100" y="4454"/>
                </a:cubicBezTo>
                <a:cubicBezTo>
                  <a:pt x="161412" y="0"/>
                  <a:pt x="148146" y="0"/>
                  <a:pt x="132667" y="4454"/>
                </a:cubicBezTo>
                <a:cubicBezTo>
                  <a:pt x="128245" y="4454"/>
                  <a:pt x="123822" y="8909"/>
                  <a:pt x="121611" y="13363"/>
                </a:cubicBezTo>
                <a:cubicBezTo>
                  <a:pt x="112767" y="37864"/>
                  <a:pt x="112767" y="37864"/>
                  <a:pt x="112767" y="37864"/>
                </a:cubicBezTo>
                <a:cubicBezTo>
                  <a:pt x="108345" y="37864"/>
                  <a:pt x="103923" y="40090"/>
                  <a:pt x="101712" y="42318"/>
                </a:cubicBezTo>
                <a:cubicBezTo>
                  <a:pt x="77389" y="31181"/>
                  <a:pt x="77389" y="31181"/>
                  <a:pt x="77389" y="31181"/>
                </a:cubicBezTo>
                <a:cubicBezTo>
                  <a:pt x="72967" y="28955"/>
                  <a:pt x="68544" y="28955"/>
                  <a:pt x="64122" y="31181"/>
                </a:cubicBezTo>
                <a:cubicBezTo>
                  <a:pt x="50856" y="42318"/>
                  <a:pt x="39801" y="53454"/>
                  <a:pt x="30956" y="64591"/>
                </a:cubicBezTo>
                <a:cubicBezTo>
                  <a:pt x="28745" y="69045"/>
                  <a:pt x="26533" y="75726"/>
                  <a:pt x="28745" y="80181"/>
                </a:cubicBezTo>
                <a:cubicBezTo>
                  <a:pt x="39801" y="102453"/>
                  <a:pt x="39801" y="102453"/>
                  <a:pt x="39801" y="102453"/>
                </a:cubicBezTo>
                <a:cubicBezTo>
                  <a:pt x="39801" y="106909"/>
                  <a:pt x="37589" y="111362"/>
                  <a:pt x="35378" y="113590"/>
                </a:cubicBezTo>
                <a:cubicBezTo>
                  <a:pt x="11055" y="122499"/>
                  <a:pt x="11055" y="122499"/>
                  <a:pt x="11055" y="122499"/>
                </a:cubicBezTo>
                <a:cubicBezTo>
                  <a:pt x="6633" y="124727"/>
                  <a:pt x="4422" y="129181"/>
                  <a:pt x="2211" y="133636"/>
                </a:cubicBezTo>
                <a:cubicBezTo>
                  <a:pt x="2211" y="142545"/>
                  <a:pt x="0" y="149226"/>
                  <a:pt x="0" y="158135"/>
                </a:cubicBezTo>
                <a:cubicBezTo>
                  <a:pt x="0" y="164817"/>
                  <a:pt x="2211" y="171498"/>
                  <a:pt x="2211" y="180407"/>
                </a:cubicBezTo>
                <a:cubicBezTo>
                  <a:pt x="4422" y="187090"/>
                  <a:pt x="6633" y="189316"/>
                  <a:pt x="11055" y="191544"/>
                </a:cubicBezTo>
                <a:cubicBezTo>
                  <a:pt x="35378" y="200453"/>
                  <a:pt x="35378" y="200453"/>
                  <a:pt x="35378" y="200453"/>
                </a:cubicBezTo>
                <a:cubicBezTo>
                  <a:pt x="37589" y="204907"/>
                  <a:pt x="39801" y="209362"/>
                  <a:pt x="39801" y="211590"/>
                </a:cubicBezTo>
                <a:cubicBezTo>
                  <a:pt x="28745" y="236089"/>
                  <a:pt x="28745" y="236089"/>
                  <a:pt x="28745" y="236089"/>
                </a:cubicBezTo>
                <a:cubicBezTo>
                  <a:pt x="26533" y="240543"/>
                  <a:pt x="28745" y="244998"/>
                  <a:pt x="30956" y="249452"/>
                </a:cubicBezTo>
                <a:cubicBezTo>
                  <a:pt x="39801" y="262816"/>
                  <a:pt x="50856" y="273953"/>
                  <a:pt x="64122" y="282862"/>
                </a:cubicBezTo>
                <a:cubicBezTo>
                  <a:pt x="68544" y="285088"/>
                  <a:pt x="72967" y="287316"/>
                  <a:pt x="77389" y="285088"/>
                </a:cubicBezTo>
                <a:cubicBezTo>
                  <a:pt x="101712" y="273953"/>
                  <a:pt x="101712" y="273953"/>
                  <a:pt x="101712" y="273953"/>
                </a:cubicBezTo>
                <a:cubicBezTo>
                  <a:pt x="103923" y="276179"/>
                  <a:pt x="108345" y="276179"/>
                  <a:pt x="112767" y="278407"/>
                </a:cubicBezTo>
                <a:cubicBezTo>
                  <a:pt x="121611" y="302906"/>
                  <a:pt x="121611" y="302906"/>
                  <a:pt x="121611" y="302906"/>
                </a:cubicBezTo>
                <a:cubicBezTo>
                  <a:pt x="123822" y="307362"/>
                  <a:pt x="128245" y="311815"/>
                  <a:pt x="132667" y="311815"/>
                </a:cubicBezTo>
                <a:cubicBezTo>
                  <a:pt x="141512" y="311815"/>
                  <a:pt x="148146" y="314043"/>
                  <a:pt x="154779" y="314043"/>
                </a:cubicBezTo>
                <a:cubicBezTo>
                  <a:pt x="163623" y="314043"/>
                  <a:pt x="170256" y="311815"/>
                  <a:pt x="179100" y="311815"/>
                </a:cubicBezTo>
                <a:cubicBezTo>
                  <a:pt x="183523" y="311815"/>
                  <a:pt x="187945" y="307362"/>
                  <a:pt x="190156" y="302906"/>
                </a:cubicBezTo>
                <a:cubicBezTo>
                  <a:pt x="199001" y="278407"/>
                  <a:pt x="199001" y="278407"/>
                  <a:pt x="199001" y="278407"/>
                </a:cubicBezTo>
                <a:cubicBezTo>
                  <a:pt x="201212" y="276179"/>
                  <a:pt x="205635" y="276179"/>
                  <a:pt x="210057" y="273953"/>
                </a:cubicBezTo>
                <a:cubicBezTo>
                  <a:pt x="234378" y="285088"/>
                  <a:pt x="234378" y="285088"/>
                  <a:pt x="234378" y="285088"/>
                </a:cubicBezTo>
                <a:cubicBezTo>
                  <a:pt x="238801" y="287316"/>
                  <a:pt x="243223" y="285088"/>
                  <a:pt x="247646" y="282862"/>
                </a:cubicBezTo>
                <a:cubicBezTo>
                  <a:pt x="258702" y="273953"/>
                  <a:pt x="271968" y="262816"/>
                  <a:pt x="280812" y="249452"/>
                </a:cubicBezTo>
                <a:cubicBezTo>
                  <a:pt x="283023" y="244998"/>
                  <a:pt x="283023" y="240543"/>
                  <a:pt x="280812" y="236089"/>
                </a:cubicBezTo>
                <a:cubicBezTo>
                  <a:pt x="269757" y="211590"/>
                  <a:pt x="269757" y="211590"/>
                  <a:pt x="269757" y="211590"/>
                </a:cubicBezTo>
                <a:cubicBezTo>
                  <a:pt x="271968" y="209362"/>
                  <a:pt x="274179" y="204907"/>
                  <a:pt x="276390" y="200453"/>
                </a:cubicBezTo>
                <a:cubicBezTo>
                  <a:pt x="300713" y="191544"/>
                  <a:pt x="300713" y="191544"/>
                  <a:pt x="300713" y="191544"/>
                </a:cubicBezTo>
                <a:cubicBezTo>
                  <a:pt x="305135" y="189316"/>
                  <a:pt x="307346" y="187090"/>
                  <a:pt x="307346" y="180407"/>
                </a:cubicBezTo>
                <a:cubicBezTo>
                  <a:pt x="309557" y="171498"/>
                  <a:pt x="309557" y="164817"/>
                  <a:pt x="309557" y="158135"/>
                </a:cubicBezTo>
                <a:cubicBezTo>
                  <a:pt x="309557" y="149226"/>
                  <a:pt x="309557" y="142545"/>
                  <a:pt x="307346" y="133636"/>
                </a:cubicBezTo>
                <a:close/>
                <a:moveTo>
                  <a:pt x="283023" y="169272"/>
                </a:moveTo>
                <a:cubicBezTo>
                  <a:pt x="260913" y="178181"/>
                  <a:pt x="260913" y="178181"/>
                  <a:pt x="260913" y="178181"/>
                </a:cubicBezTo>
                <a:cubicBezTo>
                  <a:pt x="256490" y="178181"/>
                  <a:pt x="254279" y="182635"/>
                  <a:pt x="252068" y="187090"/>
                </a:cubicBezTo>
                <a:cubicBezTo>
                  <a:pt x="249857" y="193772"/>
                  <a:pt x="247646" y="200453"/>
                  <a:pt x="243223" y="204907"/>
                </a:cubicBezTo>
                <a:cubicBezTo>
                  <a:pt x="241012" y="209362"/>
                  <a:pt x="241012" y="213816"/>
                  <a:pt x="243223" y="218271"/>
                </a:cubicBezTo>
                <a:cubicBezTo>
                  <a:pt x="254279" y="240543"/>
                  <a:pt x="254279" y="240543"/>
                  <a:pt x="254279" y="240543"/>
                </a:cubicBezTo>
                <a:cubicBezTo>
                  <a:pt x="249857" y="247226"/>
                  <a:pt x="243223" y="251680"/>
                  <a:pt x="236590" y="256135"/>
                </a:cubicBezTo>
                <a:cubicBezTo>
                  <a:pt x="216690" y="247226"/>
                  <a:pt x="216690" y="247226"/>
                  <a:pt x="216690" y="247226"/>
                </a:cubicBezTo>
                <a:cubicBezTo>
                  <a:pt x="212268" y="244998"/>
                  <a:pt x="207846" y="244998"/>
                  <a:pt x="203424" y="247226"/>
                </a:cubicBezTo>
                <a:cubicBezTo>
                  <a:pt x="196790" y="249452"/>
                  <a:pt x="190156" y="251680"/>
                  <a:pt x="183523" y="253907"/>
                </a:cubicBezTo>
                <a:cubicBezTo>
                  <a:pt x="179100" y="256135"/>
                  <a:pt x="176889" y="258361"/>
                  <a:pt x="174678" y="262816"/>
                </a:cubicBezTo>
                <a:cubicBezTo>
                  <a:pt x="168045" y="285088"/>
                  <a:pt x="168045" y="285088"/>
                  <a:pt x="168045" y="285088"/>
                </a:cubicBezTo>
                <a:cubicBezTo>
                  <a:pt x="159201" y="287316"/>
                  <a:pt x="152568" y="287316"/>
                  <a:pt x="143723" y="285088"/>
                </a:cubicBezTo>
                <a:cubicBezTo>
                  <a:pt x="134878" y="262816"/>
                  <a:pt x="134878" y="262816"/>
                  <a:pt x="134878" y="262816"/>
                </a:cubicBezTo>
                <a:cubicBezTo>
                  <a:pt x="134878" y="258361"/>
                  <a:pt x="130456" y="256135"/>
                  <a:pt x="126034" y="253907"/>
                </a:cubicBezTo>
                <a:cubicBezTo>
                  <a:pt x="119400" y="251680"/>
                  <a:pt x="112767" y="249452"/>
                  <a:pt x="108345" y="247226"/>
                </a:cubicBezTo>
                <a:cubicBezTo>
                  <a:pt x="103923" y="244998"/>
                  <a:pt x="99501" y="244998"/>
                  <a:pt x="95079" y="247226"/>
                </a:cubicBezTo>
                <a:cubicBezTo>
                  <a:pt x="72967" y="256135"/>
                  <a:pt x="72967" y="256135"/>
                  <a:pt x="72967" y="256135"/>
                </a:cubicBezTo>
                <a:cubicBezTo>
                  <a:pt x="68544" y="251680"/>
                  <a:pt x="61911" y="247226"/>
                  <a:pt x="57489" y="240543"/>
                </a:cubicBezTo>
                <a:cubicBezTo>
                  <a:pt x="68544" y="218271"/>
                  <a:pt x="68544" y="218271"/>
                  <a:pt x="68544" y="218271"/>
                </a:cubicBezTo>
                <a:cubicBezTo>
                  <a:pt x="68544" y="213816"/>
                  <a:pt x="68544" y="209362"/>
                  <a:pt x="66333" y="204907"/>
                </a:cubicBezTo>
                <a:cubicBezTo>
                  <a:pt x="64122" y="200453"/>
                  <a:pt x="61911" y="193772"/>
                  <a:pt x="59700" y="187090"/>
                </a:cubicBezTo>
                <a:cubicBezTo>
                  <a:pt x="57489" y="182635"/>
                  <a:pt x="55278" y="178181"/>
                  <a:pt x="50856" y="178181"/>
                </a:cubicBezTo>
                <a:cubicBezTo>
                  <a:pt x="28745" y="169272"/>
                  <a:pt x="28745" y="169272"/>
                  <a:pt x="28745" y="169272"/>
                </a:cubicBezTo>
                <a:cubicBezTo>
                  <a:pt x="26533" y="164817"/>
                  <a:pt x="26533" y="160363"/>
                  <a:pt x="26533" y="158135"/>
                </a:cubicBezTo>
                <a:cubicBezTo>
                  <a:pt x="26533" y="153680"/>
                  <a:pt x="26533" y="149226"/>
                  <a:pt x="28745" y="144771"/>
                </a:cubicBezTo>
                <a:cubicBezTo>
                  <a:pt x="50856" y="138090"/>
                  <a:pt x="50856" y="138090"/>
                  <a:pt x="50856" y="138090"/>
                </a:cubicBezTo>
                <a:cubicBezTo>
                  <a:pt x="55278" y="135862"/>
                  <a:pt x="57489" y="133636"/>
                  <a:pt x="59700" y="129181"/>
                </a:cubicBezTo>
                <a:cubicBezTo>
                  <a:pt x="61911" y="122499"/>
                  <a:pt x="64122" y="115818"/>
                  <a:pt x="66333" y="109135"/>
                </a:cubicBezTo>
                <a:cubicBezTo>
                  <a:pt x="68544" y="104681"/>
                  <a:pt x="68544" y="100226"/>
                  <a:pt x="68544" y="98000"/>
                </a:cubicBezTo>
                <a:cubicBezTo>
                  <a:pt x="57489" y="75726"/>
                  <a:pt x="57489" y="75726"/>
                  <a:pt x="57489" y="75726"/>
                </a:cubicBezTo>
                <a:cubicBezTo>
                  <a:pt x="61911" y="69045"/>
                  <a:pt x="68544" y="62363"/>
                  <a:pt x="72967" y="57908"/>
                </a:cubicBezTo>
                <a:cubicBezTo>
                  <a:pt x="95079" y="69045"/>
                  <a:pt x="95079" y="69045"/>
                  <a:pt x="95079" y="69045"/>
                </a:cubicBezTo>
                <a:cubicBezTo>
                  <a:pt x="99501" y="71272"/>
                  <a:pt x="103923" y="71272"/>
                  <a:pt x="108345" y="69045"/>
                </a:cubicBezTo>
                <a:cubicBezTo>
                  <a:pt x="112767" y="64591"/>
                  <a:pt x="119400" y="62363"/>
                  <a:pt x="126034" y="60136"/>
                </a:cubicBezTo>
                <a:cubicBezTo>
                  <a:pt x="130456" y="60136"/>
                  <a:pt x="134878" y="55682"/>
                  <a:pt x="134878" y="51227"/>
                </a:cubicBezTo>
                <a:cubicBezTo>
                  <a:pt x="143723" y="28955"/>
                  <a:pt x="143723" y="28955"/>
                  <a:pt x="143723" y="28955"/>
                </a:cubicBezTo>
                <a:cubicBezTo>
                  <a:pt x="152568" y="28955"/>
                  <a:pt x="159201" y="28955"/>
                  <a:pt x="168045" y="28955"/>
                </a:cubicBezTo>
                <a:cubicBezTo>
                  <a:pt x="174678" y="51227"/>
                  <a:pt x="174678" y="51227"/>
                  <a:pt x="174678" y="51227"/>
                </a:cubicBezTo>
                <a:cubicBezTo>
                  <a:pt x="176889" y="55682"/>
                  <a:pt x="179100" y="60136"/>
                  <a:pt x="183523" y="60136"/>
                </a:cubicBezTo>
                <a:cubicBezTo>
                  <a:pt x="190156" y="62363"/>
                  <a:pt x="196790" y="64591"/>
                  <a:pt x="203424" y="69045"/>
                </a:cubicBezTo>
                <a:cubicBezTo>
                  <a:pt x="207846" y="71272"/>
                  <a:pt x="212268" y="71272"/>
                  <a:pt x="216690" y="69045"/>
                </a:cubicBezTo>
                <a:cubicBezTo>
                  <a:pt x="236590" y="57908"/>
                  <a:pt x="236590" y="57908"/>
                  <a:pt x="236590" y="57908"/>
                </a:cubicBezTo>
                <a:cubicBezTo>
                  <a:pt x="243223" y="62363"/>
                  <a:pt x="249857" y="69045"/>
                  <a:pt x="254279" y="75726"/>
                </a:cubicBezTo>
                <a:cubicBezTo>
                  <a:pt x="243223" y="98000"/>
                  <a:pt x="243223" y="98000"/>
                  <a:pt x="243223" y="98000"/>
                </a:cubicBezTo>
                <a:cubicBezTo>
                  <a:pt x="241012" y="100226"/>
                  <a:pt x="241012" y="104681"/>
                  <a:pt x="243223" y="109135"/>
                </a:cubicBezTo>
                <a:cubicBezTo>
                  <a:pt x="247646" y="115818"/>
                  <a:pt x="249857" y="122499"/>
                  <a:pt x="252068" y="129181"/>
                </a:cubicBezTo>
                <a:cubicBezTo>
                  <a:pt x="254279" y="133636"/>
                  <a:pt x="256490" y="135862"/>
                  <a:pt x="260913" y="138090"/>
                </a:cubicBezTo>
                <a:cubicBezTo>
                  <a:pt x="283023" y="144771"/>
                  <a:pt x="283023" y="144771"/>
                  <a:pt x="283023" y="144771"/>
                </a:cubicBezTo>
                <a:cubicBezTo>
                  <a:pt x="283023" y="149226"/>
                  <a:pt x="283023" y="153680"/>
                  <a:pt x="283023" y="158135"/>
                </a:cubicBezTo>
                <a:cubicBezTo>
                  <a:pt x="283023" y="160363"/>
                  <a:pt x="283023" y="164817"/>
                  <a:pt x="283023" y="169272"/>
                </a:cubicBez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Freeform 37">
            <a:extLst>
              <a:ext uri="{FF2B5EF4-FFF2-40B4-BE49-F238E27FC236}">
                <a16:creationId xmlns:a16="http://schemas.microsoft.com/office/drawing/2014/main" id="{EA9AB64E-D2B2-2F4B-74DD-A93F8072538C}"/>
              </a:ext>
            </a:extLst>
          </p:cNvPr>
          <p:cNvSpPr/>
          <p:nvPr/>
        </p:nvSpPr>
        <p:spPr>
          <a:xfrm>
            <a:off x="3263900" y="3975100"/>
            <a:ext cx="122312" cy="122296"/>
          </a:xfrm>
          <a:custGeom>
            <a:avLst/>
            <a:gdLst/>
            <a:ahLst/>
            <a:cxnLst/>
            <a:rect l="l" t="t" r="r" b="b"/>
            <a:pathLst>
              <a:path w="122312" h="122296">
                <a:moveTo>
                  <a:pt x="60044" y="0"/>
                </a:moveTo>
                <a:cubicBezTo>
                  <a:pt x="26687" y="0"/>
                  <a:pt x="0" y="26683"/>
                  <a:pt x="0" y="60037"/>
                </a:cubicBezTo>
                <a:cubicBezTo>
                  <a:pt x="0" y="95613"/>
                  <a:pt x="26687" y="122296"/>
                  <a:pt x="60044" y="122296"/>
                </a:cubicBezTo>
                <a:cubicBezTo>
                  <a:pt x="95626" y="122296"/>
                  <a:pt x="122312" y="95613"/>
                  <a:pt x="122312" y="60037"/>
                </a:cubicBezTo>
                <a:cubicBezTo>
                  <a:pt x="122312" y="26683"/>
                  <a:pt x="95626" y="0"/>
                  <a:pt x="60044" y="0"/>
                </a:cubicBezTo>
                <a:close/>
                <a:moveTo>
                  <a:pt x="60044" y="95613"/>
                </a:moveTo>
                <a:cubicBezTo>
                  <a:pt x="42254" y="95613"/>
                  <a:pt x="26687" y="80048"/>
                  <a:pt x="26687" y="60037"/>
                </a:cubicBezTo>
                <a:cubicBezTo>
                  <a:pt x="26687" y="42248"/>
                  <a:pt x="42254" y="26683"/>
                  <a:pt x="60044" y="26683"/>
                </a:cubicBezTo>
                <a:cubicBezTo>
                  <a:pt x="80060" y="26683"/>
                  <a:pt x="95626" y="42248"/>
                  <a:pt x="95626" y="60037"/>
                </a:cubicBezTo>
                <a:cubicBezTo>
                  <a:pt x="95626" y="80048"/>
                  <a:pt x="80060" y="95613"/>
                  <a:pt x="60044" y="95613"/>
                </a:cubicBez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Freeform 38">
            <a:extLst>
              <a:ext uri="{FF2B5EF4-FFF2-40B4-BE49-F238E27FC236}">
                <a16:creationId xmlns:a16="http://schemas.microsoft.com/office/drawing/2014/main" id="{3FE1B40B-62BF-1F70-1887-CE36819F885B}"/>
              </a:ext>
            </a:extLst>
          </p:cNvPr>
          <p:cNvSpPr/>
          <p:nvPr/>
        </p:nvSpPr>
        <p:spPr>
          <a:xfrm>
            <a:off x="2578100" y="3835400"/>
            <a:ext cx="309557" cy="309557"/>
          </a:xfrm>
          <a:custGeom>
            <a:avLst/>
            <a:gdLst/>
            <a:ahLst/>
            <a:cxnLst/>
            <a:rect l="l" t="t" r="r" b="b"/>
            <a:pathLst>
              <a:path w="309557" h="309557">
                <a:moveTo>
                  <a:pt x="154779" y="0"/>
                </a:moveTo>
                <a:cubicBezTo>
                  <a:pt x="70756" y="0"/>
                  <a:pt x="0" y="70756"/>
                  <a:pt x="0" y="154779"/>
                </a:cubicBezTo>
                <a:cubicBezTo>
                  <a:pt x="0" y="241012"/>
                  <a:pt x="70756" y="309557"/>
                  <a:pt x="154779" y="309557"/>
                </a:cubicBezTo>
                <a:cubicBezTo>
                  <a:pt x="241012" y="309557"/>
                  <a:pt x="309557" y="241012"/>
                  <a:pt x="309557" y="154779"/>
                </a:cubicBezTo>
                <a:cubicBezTo>
                  <a:pt x="309557" y="70756"/>
                  <a:pt x="241012" y="0"/>
                  <a:pt x="154779" y="0"/>
                </a:cubicBezTo>
                <a:close/>
                <a:moveTo>
                  <a:pt x="154779" y="283023"/>
                </a:moveTo>
                <a:cubicBezTo>
                  <a:pt x="84023" y="283023"/>
                  <a:pt x="26533" y="225534"/>
                  <a:pt x="26533" y="154779"/>
                </a:cubicBezTo>
                <a:cubicBezTo>
                  <a:pt x="26533" y="84023"/>
                  <a:pt x="84023" y="26533"/>
                  <a:pt x="154779" y="26533"/>
                </a:cubicBezTo>
                <a:cubicBezTo>
                  <a:pt x="225534" y="26533"/>
                  <a:pt x="283023" y="84023"/>
                  <a:pt x="283023" y="154779"/>
                </a:cubicBezTo>
                <a:cubicBezTo>
                  <a:pt x="283023" y="225534"/>
                  <a:pt x="225534" y="283023"/>
                  <a:pt x="154779" y="283023"/>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Freeform 39">
            <a:extLst>
              <a:ext uri="{FF2B5EF4-FFF2-40B4-BE49-F238E27FC236}">
                <a16:creationId xmlns:a16="http://schemas.microsoft.com/office/drawing/2014/main" id="{BB5A7E2E-A941-21E6-5D1D-8950A974F179}"/>
              </a:ext>
            </a:extLst>
          </p:cNvPr>
          <p:cNvSpPr/>
          <p:nvPr/>
        </p:nvSpPr>
        <p:spPr>
          <a:xfrm>
            <a:off x="2667000" y="3924300"/>
            <a:ext cx="131373" cy="129233"/>
          </a:xfrm>
          <a:custGeom>
            <a:avLst/>
            <a:gdLst/>
            <a:ahLst/>
            <a:cxnLst/>
            <a:rect l="l" t="t" r="r" b="b"/>
            <a:pathLst>
              <a:path w="131373" h="129233">
                <a:moveTo>
                  <a:pt x="124692" y="4456"/>
                </a:moveTo>
                <a:cubicBezTo>
                  <a:pt x="120240" y="0"/>
                  <a:pt x="111333" y="0"/>
                  <a:pt x="106879" y="4456"/>
                </a:cubicBezTo>
                <a:cubicBezTo>
                  <a:pt x="64573" y="46792"/>
                  <a:pt x="64573" y="46792"/>
                  <a:pt x="64573" y="46792"/>
                </a:cubicBezTo>
                <a:cubicBezTo>
                  <a:pt x="24493" y="4456"/>
                  <a:pt x="24493" y="4456"/>
                  <a:pt x="24493" y="4456"/>
                </a:cubicBezTo>
                <a:cubicBezTo>
                  <a:pt x="17813" y="0"/>
                  <a:pt x="11133" y="0"/>
                  <a:pt x="4454" y="4456"/>
                </a:cubicBezTo>
                <a:cubicBezTo>
                  <a:pt x="0" y="11140"/>
                  <a:pt x="0" y="17826"/>
                  <a:pt x="4454" y="24510"/>
                </a:cubicBezTo>
                <a:cubicBezTo>
                  <a:pt x="46760" y="64616"/>
                  <a:pt x="46760" y="64616"/>
                  <a:pt x="46760" y="64616"/>
                </a:cubicBezTo>
                <a:cubicBezTo>
                  <a:pt x="4454" y="106952"/>
                  <a:pt x="4454" y="106952"/>
                  <a:pt x="4454" y="106952"/>
                </a:cubicBezTo>
                <a:cubicBezTo>
                  <a:pt x="0" y="111408"/>
                  <a:pt x="0" y="120320"/>
                  <a:pt x="4454" y="124776"/>
                </a:cubicBezTo>
                <a:cubicBezTo>
                  <a:pt x="6680" y="129233"/>
                  <a:pt x="11133" y="129233"/>
                  <a:pt x="15587" y="129233"/>
                </a:cubicBezTo>
                <a:cubicBezTo>
                  <a:pt x="17813" y="129233"/>
                  <a:pt x="22267" y="129233"/>
                  <a:pt x="24493" y="124776"/>
                </a:cubicBezTo>
                <a:cubicBezTo>
                  <a:pt x="64573" y="84670"/>
                  <a:pt x="64573" y="84670"/>
                  <a:pt x="64573" y="84670"/>
                </a:cubicBezTo>
                <a:cubicBezTo>
                  <a:pt x="106879" y="124776"/>
                  <a:pt x="106879" y="124776"/>
                  <a:pt x="106879" y="124776"/>
                </a:cubicBezTo>
                <a:cubicBezTo>
                  <a:pt x="109107" y="129233"/>
                  <a:pt x="113560" y="129233"/>
                  <a:pt x="115786" y="129233"/>
                </a:cubicBezTo>
                <a:cubicBezTo>
                  <a:pt x="120240" y="129233"/>
                  <a:pt x="122466" y="129233"/>
                  <a:pt x="124692" y="124776"/>
                </a:cubicBezTo>
                <a:cubicBezTo>
                  <a:pt x="131373" y="120320"/>
                  <a:pt x="131373" y="111408"/>
                  <a:pt x="124692" y="106952"/>
                </a:cubicBezTo>
                <a:cubicBezTo>
                  <a:pt x="84614" y="64616"/>
                  <a:pt x="84614" y="64616"/>
                  <a:pt x="84614" y="64616"/>
                </a:cubicBezTo>
                <a:cubicBezTo>
                  <a:pt x="124692" y="24510"/>
                  <a:pt x="124692" y="24510"/>
                  <a:pt x="124692" y="24510"/>
                </a:cubicBezTo>
                <a:cubicBezTo>
                  <a:pt x="131373" y="17826"/>
                  <a:pt x="131373" y="11140"/>
                  <a:pt x="124692" y="4456"/>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Freeform 40">
            <a:extLst>
              <a:ext uri="{FF2B5EF4-FFF2-40B4-BE49-F238E27FC236}">
                <a16:creationId xmlns:a16="http://schemas.microsoft.com/office/drawing/2014/main" id="{C2A5642B-99BA-62AC-D53F-402FF1F6BC03}"/>
              </a:ext>
            </a:extLst>
          </p:cNvPr>
          <p:cNvSpPr/>
          <p:nvPr/>
        </p:nvSpPr>
        <p:spPr>
          <a:xfrm>
            <a:off x="2578100" y="3835400"/>
            <a:ext cx="309557" cy="309557"/>
          </a:xfrm>
          <a:custGeom>
            <a:avLst/>
            <a:gdLst/>
            <a:ahLst/>
            <a:cxnLst/>
            <a:rect l="l" t="t" r="r" b="b"/>
            <a:pathLst>
              <a:path w="309557" h="309557">
                <a:moveTo>
                  <a:pt x="154779" y="0"/>
                </a:moveTo>
                <a:cubicBezTo>
                  <a:pt x="70756" y="0"/>
                  <a:pt x="0" y="70756"/>
                  <a:pt x="0" y="154779"/>
                </a:cubicBezTo>
                <a:cubicBezTo>
                  <a:pt x="0" y="241012"/>
                  <a:pt x="70756" y="309557"/>
                  <a:pt x="154779" y="309557"/>
                </a:cubicBezTo>
                <a:cubicBezTo>
                  <a:pt x="241012" y="309557"/>
                  <a:pt x="309557" y="241012"/>
                  <a:pt x="309557" y="154779"/>
                </a:cubicBezTo>
                <a:cubicBezTo>
                  <a:pt x="309557" y="70756"/>
                  <a:pt x="241012" y="0"/>
                  <a:pt x="154779" y="0"/>
                </a:cubicBezTo>
                <a:close/>
                <a:moveTo>
                  <a:pt x="154779" y="283023"/>
                </a:moveTo>
                <a:cubicBezTo>
                  <a:pt x="84023" y="283023"/>
                  <a:pt x="26533" y="225534"/>
                  <a:pt x="26533" y="154779"/>
                </a:cubicBezTo>
                <a:cubicBezTo>
                  <a:pt x="26533" y="84023"/>
                  <a:pt x="84023" y="26533"/>
                  <a:pt x="154779" y="26533"/>
                </a:cubicBezTo>
                <a:cubicBezTo>
                  <a:pt x="225534" y="26533"/>
                  <a:pt x="283023" y="84023"/>
                  <a:pt x="283023" y="154779"/>
                </a:cubicBezTo>
                <a:cubicBezTo>
                  <a:pt x="283023" y="225534"/>
                  <a:pt x="225534" y="283023"/>
                  <a:pt x="154779" y="283023"/>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3" name="Freeform 41">
            <a:extLst>
              <a:ext uri="{FF2B5EF4-FFF2-40B4-BE49-F238E27FC236}">
                <a16:creationId xmlns:a16="http://schemas.microsoft.com/office/drawing/2014/main" id="{275D9F2E-8B01-07D1-851E-60D1B3177B86}"/>
              </a:ext>
            </a:extLst>
          </p:cNvPr>
          <p:cNvSpPr/>
          <p:nvPr/>
        </p:nvSpPr>
        <p:spPr>
          <a:xfrm>
            <a:off x="2667000" y="3924300"/>
            <a:ext cx="131373" cy="129233"/>
          </a:xfrm>
          <a:custGeom>
            <a:avLst/>
            <a:gdLst/>
            <a:ahLst/>
            <a:cxnLst/>
            <a:rect l="l" t="t" r="r" b="b"/>
            <a:pathLst>
              <a:path w="131373" h="129233">
                <a:moveTo>
                  <a:pt x="124692" y="4456"/>
                </a:moveTo>
                <a:cubicBezTo>
                  <a:pt x="120240" y="0"/>
                  <a:pt x="111333" y="0"/>
                  <a:pt x="106879" y="4456"/>
                </a:cubicBezTo>
                <a:cubicBezTo>
                  <a:pt x="64573" y="46792"/>
                  <a:pt x="64573" y="46792"/>
                  <a:pt x="64573" y="46792"/>
                </a:cubicBezTo>
                <a:cubicBezTo>
                  <a:pt x="24493" y="4456"/>
                  <a:pt x="24493" y="4456"/>
                  <a:pt x="24493" y="4456"/>
                </a:cubicBezTo>
                <a:cubicBezTo>
                  <a:pt x="17813" y="0"/>
                  <a:pt x="11133" y="0"/>
                  <a:pt x="4454" y="4456"/>
                </a:cubicBezTo>
                <a:cubicBezTo>
                  <a:pt x="0" y="11140"/>
                  <a:pt x="0" y="17826"/>
                  <a:pt x="4454" y="24510"/>
                </a:cubicBezTo>
                <a:cubicBezTo>
                  <a:pt x="46760" y="64616"/>
                  <a:pt x="46760" y="64616"/>
                  <a:pt x="46760" y="64616"/>
                </a:cubicBezTo>
                <a:cubicBezTo>
                  <a:pt x="4454" y="106952"/>
                  <a:pt x="4454" y="106952"/>
                  <a:pt x="4454" y="106952"/>
                </a:cubicBezTo>
                <a:cubicBezTo>
                  <a:pt x="0" y="111408"/>
                  <a:pt x="0" y="120320"/>
                  <a:pt x="4454" y="124776"/>
                </a:cubicBezTo>
                <a:cubicBezTo>
                  <a:pt x="6680" y="129233"/>
                  <a:pt x="11133" y="129233"/>
                  <a:pt x="15587" y="129233"/>
                </a:cubicBezTo>
                <a:cubicBezTo>
                  <a:pt x="17813" y="129233"/>
                  <a:pt x="22267" y="129233"/>
                  <a:pt x="24493" y="124776"/>
                </a:cubicBezTo>
                <a:cubicBezTo>
                  <a:pt x="64573" y="84670"/>
                  <a:pt x="64573" y="84670"/>
                  <a:pt x="64573" y="84670"/>
                </a:cubicBezTo>
                <a:cubicBezTo>
                  <a:pt x="106879" y="124776"/>
                  <a:pt x="106879" y="124776"/>
                  <a:pt x="106879" y="124776"/>
                </a:cubicBezTo>
                <a:cubicBezTo>
                  <a:pt x="109107" y="129233"/>
                  <a:pt x="113560" y="129233"/>
                  <a:pt x="115786" y="129233"/>
                </a:cubicBezTo>
                <a:cubicBezTo>
                  <a:pt x="120240" y="129233"/>
                  <a:pt x="122466" y="129233"/>
                  <a:pt x="124692" y="124776"/>
                </a:cubicBezTo>
                <a:cubicBezTo>
                  <a:pt x="131373" y="120320"/>
                  <a:pt x="131373" y="111408"/>
                  <a:pt x="124692" y="106952"/>
                </a:cubicBezTo>
                <a:cubicBezTo>
                  <a:pt x="84614" y="64616"/>
                  <a:pt x="84614" y="64616"/>
                  <a:pt x="84614" y="64616"/>
                </a:cubicBezTo>
                <a:cubicBezTo>
                  <a:pt x="124692" y="24510"/>
                  <a:pt x="124692" y="24510"/>
                  <a:pt x="124692" y="24510"/>
                </a:cubicBezTo>
                <a:cubicBezTo>
                  <a:pt x="131373" y="17826"/>
                  <a:pt x="131373" y="11140"/>
                  <a:pt x="124692" y="4456"/>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4" name="AutoShape 42">
            <a:extLst>
              <a:ext uri="{FF2B5EF4-FFF2-40B4-BE49-F238E27FC236}">
                <a16:creationId xmlns:a16="http://schemas.microsoft.com/office/drawing/2014/main" id="{E39FBD9A-9E5C-A777-130D-0E139A6E52C9}"/>
              </a:ext>
            </a:extLst>
          </p:cNvPr>
          <p:cNvSpPr/>
          <p:nvPr/>
        </p:nvSpPr>
        <p:spPr>
          <a:xfrm>
            <a:off x="1816100" y="4292600"/>
            <a:ext cx="9271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Noto Sans SC"/>
                <a:ea typeface="Noto Sans SC"/>
                <a:cs typeface="Noto Sans SC"/>
                <a:sym typeface="Noto Sans SC"/>
              </a:rPr>
              <a:t>04</a:t>
            </a:r>
            <a:endParaRPr lang="en-US" sz="1100"/>
          </a:p>
        </p:txBody>
      </p:sp>
      <p:sp>
        <p:nvSpPr>
          <p:cNvPr id="35" name="AutoShape 43">
            <a:extLst>
              <a:ext uri="{FF2B5EF4-FFF2-40B4-BE49-F238E27FC236}">
                <a16:creationId xmlns:a16="http://schemas.microsoft.com/office/drawing/2014/main" id="{6C1BED2E-A20D-9643-FE5D-838BDCB97DC9}"/>
              </a:ext>
            </a:extLst>
          </p:cNvPr>
          <p:cNvSpPr/>
          <p:nvPr/>
        </p:nvSpPr>
        <p:spPr>
          <a:xfrm>
            <a:off x="3606800" y="4267200"/>
            <a:ext cx="9271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Noto Sans SC"/>
                <a:ea typeface="Noto Sans SC"/>
                <a:cs typeface="Noto Sans SC"/>
                <a:sym typeface="Noto Sans SC"/>
              </a:rPr>
              <a:t>03</a:t>
            </a:r>
            <a:endParaRPr lang="en-US" sz="1100"/>
          </a:p>
        </p:txBody>
      </p:sp>
      <p:sp>
        <p:nvSpPr>
          <p:cNvPr id="36" name="AutoShape 44">
            <a:extLst>
              <a:ext uri="{FF2B5EF4-FFF2-40B4-BE49-F238E27FC236}">
                <a16:creationId xmlns:a16="http://schemas.microsoft.com/office/drawing/2014/main" id="{FA6A42CB-BC59-040E-6D8A-7C9CC4BA19DC}"/>
              </a:ext>
            </a:extLst>
          </p:cNvPr>
          <p:cNvSpPr/>
          <p:nvPr/>
        </p:nvSpPr>
        <p:spPr>
          <a:xfrm>
            <a:off x="6400800" y="15494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37" name="AutoShape 45">
            <a:extLst>
              <a:ext uri="{FF2B5EF4-FFF2-40B4-BE49-F238E27FC236}">
                <a16:creationId xmlns:a16="http://schemas.microsoft.com/office/drawing/2014/main" id="{55B81F03-20DC-ADF2-5015-5BA16B51045C}"/>
              </a:ext>
            </a:extLst>
          </p:cNvPr>
          <p:cNvSpPr/>
          <p:nvPr/>
        </p:nvSpPr>
        <p:spPr>
          <a:xfrm>
            <a:off x="6413500" y="26924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38" name="AutoShape 46">
            <a:extLst>
              <a:ext uri="{FF2B5EF4-FFF2-40B4-BE49-F238E27FC236}">
                <a16:creationId xmlns:a16="http://schemas.microsoft.com/office/drawing/2014/main" id="{04C36F31-131A-5570-A5AF-10B0DE508F5D}"/>
              </a:ext>
            </a:extLst>
          </p:cNvPr>
          <p:cNvSpPr/>
          <p:nvPr/>
        </p:nvSpPr>
        <p:spPr>
          <a:xfrm>
            <a:off x="6438900" y="38227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39" name="AutoShape 47">
            <a:extLst>
              <a:ext uri="{FF2B5EF4-FFF2-40B4-BE49-F238E27FC236}">
                <a16:creationId xmlns:a16="http://schemas.microsoft.com/office/drawing/2014/main" id="{46EC8251-9567-95BF-E045-7BF6DC8FAF40}"/>
              </a:ext>
            </a:extLst>
          </p:cNvPr>
          <p:cNvSpPr/>
          <p:nvPr/>
        </p:nvSpPr>
        <p:spPr>
          <a:xfrm>
            <a:off x="6451600" y="49911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Tree>
    <p:extLst>
      <p:ext uri="{BB962C8B-B14F-4D97-AF65-F5344CB8AC3E}">
        <p14:creationId xmlns:p14="http://schemas.microsoft.com/office/powerpoint/2010/main" val="17256380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5_自定义版式">
    <p:spTree>
      <p:nvGrpSpPr>
        <p:cNvPr id="1" name=""/>
        <p:cNvGrpSpPr/>
        <p:nvPr/>
      </p:nvGrpSpPr>
      <p:grpSpPr>
        <a:xfrm>
          <a:off x="0" y="0"/>
          <a:ext cx="0" cy="0"/>
          <a:chOff x="0" y="0"/>
          <a:chExt cx="0" cy="0"/>
        </a:xfrm>
      </p:grpSpPr>
      <p:sp>
        <p:nvSpPr>
          <p:cNvPr id="4" name="AutoShape 11">
            <a:extLst>
              <a:ext uri="{FF2B5EF4-FFF2-40B4-BE49-F238E27FC236}">
                <a16:creationId xmlns:a16="http://schemas.microsoft.com/office/drawing/2014/main" id="{3CB35F4C-268A-AF59-EE72-9D03EE282EAB}"/>
              </a:ext>
            </a:extLst>
          </p:cNvPr>
          <p:cNvSpPr/>
          <p:nvPr/>
        </p:nvSpPr>
        <p:spPr>
          <a:xfrm>
            <a:off x="1676400" y="3213721"/>
            <a:ext cx="1219200" cy="1117600"/>
          </a:xfrm>
          <a:prstGeom prst="roundRect">
            <a:avLst>
              <a:gd name="adj" fmla="val 0"/>
            </a:avLst>
          </a:prstGeom>
          <a:noFill/>
          <a:ln w="25400" cap="flat" cmpd="sng">
            <a:noFill/>
            <a:prstDash val="solid"/>
            <a:round/>
          </a:ln>
        </p:spPr>
        <p:txBody>
          <a:bodyPr vert="horz" wrap="none" lIns="127000" tIns="63500" rIns="127000" bIns="63500" rtlCol="0" anchor="t" anchorCtr="0"/>
          <a:lstStyle/>
          <a:p>
            <a:pPr marL="0" indent="0" algn="l">
              <a:lnSpc>
                <a:spcPct val="100000"/>
              </a:lnSpc>
              <a:defRPr/>
            </a:pPr>
            <a:r>
              <a:rPr lang="en-US" sz="6500" b="1" i="0" u="none" strike="noStrike" dirty="0">
                <a:latin typeface="Noto Sans SC"/>
                <a:ea typeface="Noto Sans SC"/>
                <a:cs typeface="Noto Sans SC"/>
                <a:sym typeface="Noto Sans SC"/>
              </a:rPr>
              <a:t>01</a:t>
            </a:r>
            <a:endParaRPr lang="en-US" sz="1100" dirty="0"/>
          </a:p>
        </p:txBody>
      </p:sp>
      <p:sp>
        <p:nvSpPr>
          <p:cNvPr id="6" name="AutoShape 12">
            <a:extLst>
              <a:ext uri="{FF2B5EF4-FFF2-40B4-BE49-F238E27FC236}">
                <a16:creationId xmlns:a16="http://schemas.microsoft.com/office/drawing/2014/main" id="{5B1C1C04-4538-56D7-F2A1-425A9558629D}"/>
              </a:ext>
            </a:extLst>
          </p:cNvPr>
          <p:cNvSpPr/>
          <p:nvPr/>
        </p:nvSpPr>
        <p:spPr>
          <a:xfrm>
            <a:off x="9245600" y="3213721"/>
            <a:ext cx="1219200" cy="1117600"/>
          </a:xfrm>
          <a:prstGeom prst="roundRect">
            <a:avLst>
              <a:gd name="adj" fmla="val 0"/>
            </a:avLst>
          </a:prstGeom>
          <a:noFill/>
          <a:ln w="25400" cap="flat" cmpd="sng">
            <a:noFill/>
            <a:prstDash val="solid"/>
            <a:round/>
          </a:ln>
        </p:spPr>
        <p:txBody>
          <a:bodyPr vert="horz" wrap="none" lIns="127000" tIns="63500" rIns="127000" bIns="63500" rtlCol="0" anchor="t" anchorCtr="0"/>
          <a:lstStyle/>
          <a:p>
            <a:pPr marL="0" indent="0" algn="l">
              <a:lnSpc>
                <a:spcPct val="100000"/>
              </a:lnSpc>
              <a:defRPr/>
            </a:pPr>
            <a:r>
              <a:rPr lang="en-US" sz="6500" b="1" i="0" u="none" strike="noStrike">
                <a:latin typeface="Noto Sans SC"/>
                <a:ea typeface="Noto Sans SC"/>
                <a:cs typeface="Noto Sans SC"/>
                <a:sym typeface="Noto Sans SC"/>
              </a:rPr>
              <a:t>03</a:t>
            </a:r>
            <a:endParaRPr lang="en-US" sz="1100"/>
          </a:p>
        </p:txBody>
      </p:sp>
      <p:sp>
        <p:nvSpPr>
          <p:cNvPr id="8" name="AutoShape 13">
            <a:extLst>
              <a:ext uri="{FF2B5EF4-FFF2-40B4-BE49-F238E27FC236}">
                <a16:creationId xmlns:a16="http://schemas.microsoft.com/office/drawing/2014/main" id="{A59B2510-F421-CEDE-3FDF-3633D0185974}"/>
              </a:ext>
            </a:extLst>
          </p:cNvPr>
          <p:cNvSpPr/>
          <p:nvPr/>
        </p:nvSpPr>
        <p:spPr>
          <a:xfrm>
            <a:off x="673100" y="1587500"/>
            <a:ext cx="10845800" cy="1775293"/>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4">
            <a:extLst>
              <a:ext uri="{FF2B5EF4-FFF2-40B4-BE49-F238E27FC236}">
                <a16:creationId xmlns:a16="http://schemas.microsoft.com/office/drawing/2014/main" id="{306826D7-CA97-FEE1-665C-C40E7B68E70C}"/>
              </a:ext>
            </a:extLst>
          </p:cNvPr>
          <p:cNvSpPr/>
          <p:nvPr/>
        </p:nvSpPr>
        <p:spPr>
          <a:xfrm>
            <a:off x="977900" y="1790700"/>
            <a:ext cx="2324100" cy="4191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00000"/>
              </a:lnSpc>
              <a:defRPr/>
            </a:pPr>
            <a:endParaRPr lang="en-US" sz="1100" dirty="0"/>
          </a:p>
        </p:txBody>
      </p:sp>
      <p:sp>
        <p:nvSpPr>
          <p:cNvPr id="12" name="AutoShape 15">
            <a:extLst>
              <a:ext uri="{FF2B5EF4-FFF2-40B4-BE49-F238E27FC236}">
                <a16:creationId xmlns:a16="http://schemas.microsoft.com/office/drawing/2014/main" id="{B23F6934-A6F9-C35D-FAE4-1795520E8F16}"/>
              </a:ext>
            </a:extLst>
          </p:cNvPr>
          <p:cNvSpPr/>
          <p:nvPr/>
        </p:nvSpPr>
        <p:spPr>
          <a:xfrm>
            <a:off x="977900" y="2286000"/>
            <a:ext cx="10388600" cy="9398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25000"/>
              </a:lnSpc>
              <a:defRPr/>
            </a:pPr>
            <a:endParaRPr lang="en-US" sz="1100" dirty="0"/>
          </a:p>
        </p:txBody>
      </p:sp>
      <p:sp>
        <p:nvSpPr>
          <p:cNvPr id="14" name="AutoShape 16">
            <a:extLst>
              <a:ext uri="{FF2B5EF4-FFF2-40B4-BE49-F238E27FC236}">
                <a16:creationId xmlns:a16="http://schemas.microsoft.com/office/drawing/2014/main" id="{F8C2B705-8395-13AD-EB66-BC2A3E463CD5}"/>
              </a:ext>
            </a:extLst>
          </p:cNvPr>
          <p:cNvSpPr/>
          <p:nvPr/>
        </p:nvSpPr>
        <p:spPr>
          <a:xfrm>
            <a:off x="977900" y="4787900"/>
            <a:ext cx="2654300" cy="10668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25000"/>
              </a:lnSpc>
              <a:spcBef>
                <a:spcPts val="600"/>
              </a:spcBef>
              <a:defRPr/>
            </a:pPr>
            <a:endParaRPr lang="en-US" sz="1100" dirty="0"/>
          </a:p>
        </p:txBody>
      </p:sp>
      <p:sp>
        <p:nvSpPr>
          <p:cNvPr id="16" name="AutoShape 17">
            <a:extLst>
              <a:ext uri="{FF2B5EF4-FFF2-40B4-BE49-F238E27FC236}">
                <a16:creationId xmlns:a16="http://schemas.microsoft.com/office/drawing/2014/main" id="{AE47F250-6DBB-9684-E439-30F204BB13A7}"/>
              </a:ext>
            </a:extLst>
          </p:cNvPr>
          <p:cNvSpPr/>
          <p:nvPr/>
        </p:nvSpPr>
        <p:spPr>
          <a:xfrm>
            <a:off x="1295400" y="4330700"/>
            <a:ext cx="2019300" cy="4572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00000"/>
              </a:lnSpc>
              <a:defRPr/>
            </a:pPr>
            <a:endParaRPr lang="en-US" sz="1100" dirty="0"/>
          </a:p>
        </p:txBody>
      </p:sp>
      <p:sp>
        <p:nvSpPr>
          <p:cNvPr id="18" name="AutoShape 18">
            <a:extLst>
              <a:ext uri="{FF2B5EF4-FFF2-40B4-BE49-F238E27FC236}">
                <a16:creationId xmlns:a16="http://schemas.microsoft.com/office/drawing/2014/main" id="{12A82319-67C4-1759-5B5F-9F024B7917B6}"/>
              </a:ext>
            </a:extLst>
          </p:cNvPr>
          <p:cNvSpPr/>
          <p:nvPr/>
        </p:nvSpPr>
        <p:spPr>
          <a:xfrm>
            <a:off x="5461000" y="3213721"/>
            <a:ext cx="1219200" cy="1117600"/>
          </a:xfrm>
          <a:prstGeom prst="roundRect">
            <a:avLst>
              <a:gd name="adj" fmla="val 0"/>
            </a:avLst>
          </a:prstGeom>
          <a:noFill/>
          <a:ln w="25400" cap="flat" cmpd="sng">
            <a:noFill/>
            <a:prstDash val="solid"/>
            <a:round/>
          </a:ln>
        </p:spPr>
        <p:txBody>
          <a:bodyPr vert="horz" wrap="none" lIns="127000" tIns="63500" rIns="127000" bIns="63500" rtlCol="0" anchor="t" anchorCtr="0"/>
          <a:lstStyle/>
          <a:p>
            <a:pPr marL="0" indent="0" algn="l">
              <a:lnSpc>
                <a:spcPct val="100000"/>
              </a:lnSpc>
              <a:defRPr/>
            </a:pPr>
            <a:r>
              <a:rPr lang="en-US" sz="6500" b="1" i="0" u="none" strike="noStrike">
                <a:latin typeface="Noto Sans SC"/>
                <a:ea typeface="Noto Sans SC"/>
                <a:cs typeface="Noto Sans SC"/>
                <a:sym typeface="Noto Sans SC"/>
              </a:rPr>
              <a:t>02</a:t>
            </a:r>
            <a:endParaRPr lang="en-US" sz="1100"/>
          </a:p>
        </p:txBody>
      </p:sp>
      <p:sp>
        <p:nvSpPr>
          <p:cNvPr id="20" name="AutoShape 19">
            <a:extLst>
              <a:ext uri="{FF2B5EF4-FFF2-40B4-BE49-F238E27FC236}">
                <a16:creationId xmlns:a16="http://schemas.microsoft.com/office/drawing/2014/main" id="{D3668D57-E8D8-5890-17F9-93BCB1F4A640}"/>
              </a:ext>
            </a:extLst>
          </p:cNvPr>
          <p:cNvSpPr/>
          <p:nvPr/>
        </p:nvSpPr>
        <p:spPr>
          <a:xfrm>
            <a:off x="4775200" y="4787900"/>
            <a:ext cx="2654300" cy="10668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25000"/>
              </a:lnSpc>
              <a:spcBef>
                <a:spcPts val="600"/>
              </a:spcBef>
              <a:defRPr/>
            </a:pPr>
            <a:r>
              <a:rPr lang="en-US" sz="1100" dirty="0"/>
              <a:t>	</a:t>
            </a:r>
          </a:p>
        </p:txBody>
      </p:sp>
      <p:sp>
        <p:nvSpPr>
          <p:cNvPr id="22" name="AutoShape 20">
            <a:extLst>
              <a:ext uri="{FF2B5EF4-FFF2-40B4-BE49-F238E27FC236}">
                <a16:creationId xmlns:a16="http://schemas.microsoft.com/office/drawing/2014/main" id="{CD29A42C-4226-AD18-AEAD-027BFC1EED55}"/>
              </a:ext>
            </a:extLst>
          </p:cNvPr>
          <p:cNvSpPr/>
          <p:nvPr/>
        </p:nvSpPr>
        <p:spPr>
          <a:xfrm>
            <a:off x="5092700" y="4330700"/>
            <a:ext cx="2019300" cy="4572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00000"/>
              </a:lnSpc>
              <a:defRPr/>
            </a:pPr>
            <a:endParaRPr lang="en-US" sz="1100" dirty="0"/>
          </a:p>
        </p:txBody>
      </p:sp>
      <p:sp>
        <p:nvSpPr>
          <p:cNvPr id="24" name="AutoShape 21">
            <a:extLst>
              <a:ext uri="{FF2B5EF4-FFF2-40B4-BE49-F238E27FC236}">
                <a16:creationId xmlns:a16="http://schemas.microsoft.com/office/drawing/2014/main" id="{E6B4029C-16E1-5F77-2A1C-2C3F8461A86B}"/>
              </a:ext>
            </a:extLst>
          </p:cNvPr>
          <p:cNvSpPr/>
          <p:nvPr/>
        </p:nvSpPr>
        <p:spPr>
          <a:xfrm>
            <a:off x="8559800" y="4787900"/>
            <a:ext cx="2654300" cy="10668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25000"/>
              </a:lnSpc>
              <a:spcBef>
                <a:spcPts val="600"/>
              </a:spcBef>
              <a:defRPr/>
            </a:pPr>
            <a:endParaRPr lang="en-US" sz="1100" dirty="0"/>
          </a:p>
        </p:txBody>
      </p:sp>
      <p:sp>
        <p:nvSpPr>
          <p:cNvPr id="26" name="AutoShape 22">
            <a:extLst>
              <a:ext uri="{FF2B5EF4-FFF2-40B4-BE49-F238E27FC236}">
                <a16:creationId xmlns:a16="http://schemas.microsoft.com/office/drawing/2014/main" id="{9BD53BFA-7837-01CC-30D1-F7C5720977D6}"/>
              </a:ext>
            </a:extLst>
          </p:cNvPr>
          <p:cNvSpPr/>
          <p:nvPr/>
        </p:nvSpPr>
        <p:spPr>
          <a:xfrm>
            <a:off x="8877300" y="4343400"/>
            <a:ext cx="2019300" cy="4572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00000"/>
              </a:lnSpc>
              <a:defRPr/>
            </a:pPr>
            <a:endParaRPr lang="en-US" sz="1100" dirty="0"/>
          </a:p>
        </p:txBody>
      </p:sp>
    </p:spTree>
    <p:extLst>
      <p:ext uri="{BB962C8B-B14F-4D97-AF65-F5344CB8AC3E}">
        <p14:creationId xmlns:p14="http://schemas.microsoft.com/office/powerpoint/2010/main" val="16314378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6_自定义版式">
    <p:spTree>
      <p:nvGrpSpPr>
        <p:cNvPr id="1" name=""/>
        <p:cNvGrpSpPr/>
        <p:nvPr/>
      </p:nvGrpSpPr>
      <p:grpSpPr>
        <a:xfrm>
          <a:off x="0" y="0"/>
          <a:ext cx="0" cy="0"/>
          <a:chOff x="0" y="0"/>
          <a:chExt cx="0" cy="0"/>
        </a:xfrm>
      </p:grpSpPr>
      <p:sp>
        <p:nvSpPr>
          <p:cNvPr id="4" name="AutoShape 11">
            <a:extLst>
              <a:ext uri="{FF2B5EF4-FFF2-40B4-BE49-F238E27FC236}">
                <a16:creationId xmlns:a16="http://schemas.microsoft.com/office/drawing/2014/main" id="{A9CEBC97-BF41-AB8E-2EB5-73A22334FB3E}"/>
              </a:ext>
            </a:extLst>
          </p:cNvPr>
          <p:cNvSpPr/>
          <p:nvPr/>
        </p:nvSpPr>
        <p:spPr>
          <a:xfrm rot="5400000">
            <a:off x="1752600" y="1485900"/>
            <a:ext cx="2159000" cy="2794000"/>
          </a:xfrm>
          <a:prstGeom prst="homePlate">
            <a:avLst>
              <a:gd name="adj" fmla="val 50000"/>
            </a:avLst>
          </a:prstGeom>
          <a:solidFill>
            <a:srgbClr val="17406D">
              <a:alpha val="100000"/>
            </a:srgbClr>
          </a:solidFill>
          <a:ln w="25400" cap="flat" cmpd="sng">
            <a:noFill/>
            <a:prstDash val="solid"/>
            <a:round/>
          </a:ln>
        </p:spPr>
        <p:txBody>
          <a:bodyPr vert="vert270" wrap="square" lIns="63500" tIns="63500" rIns="63500" bIns="63500" rtlCol="0" anchor="ctr"/>
          <a:lstStyle/>
          <a:p>
            <a:pPr algn="ctr">
              <a:defRPr/>
            </a:pPr>
            <a:endParaRPr/>
          </a:p>
        </p:txBody>
      </p:sp>
      <p:sp>
        <p:nvSpPr>
          <p:cNvPr id="6" name="Freeform 12">
            <a:extLst>
              <a:ext uri="{FF2B5EF4-FFF2-40B4-BE49-F238E27FC236}">
                <a16:creationId xmlns:a16="http://schemas.microsoft.com/office/drawing/2014/main" id="{45868A40-A3B6-4F0F-B7F8-1E17216769AB}"/>
              </a:ext>
            </a:extLst>
          </p:cNvPr>
          <p:cNvSpPr/>
          <p:nvPr/>
        </p:nvSpPr>
        <p:spPr>
          <a:xfrm>
            <a:off x="2552700" y="2768600"/>
            <a:ext cx="565032" cy="565032"/>
          </a:xfrm>
          <a:custGeom>
            <a:avLst/>
            <a:gdLst/>
            <a:ahLst/>
            <a:cxnLst/>
            <a:rect l="l" t="t" r="r" b="b"/>
            <a:pathLst>
              <a:path w="565032" h="565032">
                <a:moveTo>
                  <a:pt x="552640" y="235430"/>
                </a:moveTo>
                <a:cubicBezTo>
                  <a:pt x="485729" y="223039"/>
                  <a:pt x="485729" y="223039"/>
                  <a:pt x="485729" y="223039"/>
                </a:cubicBezTo>
                <a:cubicBezTo>
                  <a:pt x="480772" y="208170"/>
                  <a:pt x="475817" y="195778"/>
                  <a:pt x="468382" y="183388"/>
                </a:cubicBezTo>
                <a:cubicBezTo>
                  <a:pt x="508033" y="123910"/>
                  <a:pt x="508033" y="123910"/>
                  <a:pt x="508033" y="123910"/>
                </a:cubicBezTo>
                <a:cubicBezTo>
                  <a:pt x="512990" y="118955"/>
                  <a:pt x="510511" y="111520"/>
                  <a:pt x="508033" y="106563"/>
                </a:cubicBezTo>
                <a:cubicBezTo>
                  <a:pt x="458469" y="59477"/>
                  <a:pt x="458469" y="59477"/>
                  <a:pt x="458469" y="59477"/>
                </a:cubicBezTo>
                <a:cubicBezTo>
                  <a:pt x="453512" y="54521"/>
                  <a:pt x="446077" y="52042"/>
                  <a:pt x="441122" y="56999"/>
                </a:cubicBezTo>
                <a:cubicBezTo>
                  <a:pt x="384123" y="96651"/>
                  <a:pt x="384123" y="96651"/>
                  <a:pt x="384123" y="96651"/>
                </a:cubicBezTo>
                <a:cubicBezTo>
                  <a:pt x="369254" y="89215"/>
                  <a:pt x="356862" y="84259"/>
                  <a:pt x="341993" y="79303"/>
                </a:cubicBezTo>
                <a:cubicBezTo>
                  <a:pt x="329602" y="12391"/>
                  <a:pt x="329602" y="12391"/>
                  <a:pt x="329602" y="12391"/>
                </a:cubicBezTo>
                <a:cubicBezTo>
                  <a:pt x="329602" y="4957"/>
                  <a:pt x="322167" y="0"/>
                  <a:pt x="314733" y="0"/>
                </a:cubicBezTo>
                <a:cubicBezTo>
                  <a:pt x="247821" y="0"/>
                  <a:pt x="247821" y="0"/>
                  <a:pt x="247821" y="0"/>
                </a:cubicBezTo>
                <a:cubicBezTo>
                  <a:pt x="240387" y="0"/>
                  <a:pt x="235430" y="4957"/>
                  <a:pt x="232952" y="12391"/>
                </a:cubicBezTo>
                <a:cubicBezTo>
                  <a:pt x="220561" y="79303"/>
                  <a:pt x="220561" y="79303"/>
                  <a:pt x="220561" y="79303"/>
                </a:cubicBezTo>
                <a:cubicBezTo>
                  <a:pt x="205692" y="84259"/>
                  <a:pt x="193300" y="89215"/>
                  <a:pt x="180909" y="96651"/>
                </a:cubicBezTo>
                <a:cubicBezTo>
                  <a:pt x="123910" y="56999"/>
                  <a:pt x="123910" y="56999"/>
                  <a:pt x="123910" y="56999"/>
                </a:cubicBezTo>
                <a:cubicBezTo>
                  <a:pt x="118955" y="54521"/>
                  <a:pt x="111520" y="54521"/>
                  <a:pt x="106563" y="59477"/>
                </a:cubicBezTo>
                <a:cubicBezTo>
                  <a:pt x="56999" y="106563"/>
                  <a:pt x="56999" y="106563"/>
                  <a:pt x="56999" y="106563"/>
                </a:cubicBezTo>
                <a:cubicBezTo>
                  <a:pt x="54521" y="111520"/>
                  <a:pt x="52042" y="121432"/>
                  <a:pt x="56999" y="126389"/>
                </a:cubicBezTo>
                <a:cubicBezTo>
                  <a:pt x="96651" y="183388"/>
                  <a:pt x="96651" y="183388"/>
                  <a:pt x="96651" y="183388"/>
                </a:cubicBezTo>
                <a:cubicBezTo>
                  <a:pt x="89215" y="195778"/>
                  <a:pt x="84259" y="208170"/>
                  <a:pt x="79303" y="223039"/>
                </a:cubicBezTo>
                <a:cubicBezTo>
                  <a:pt x="12391" y="235430"/>
                  <a:pt x="12391" y="235430"/>
                  <a:pt x="12391" y="235430"/>
                </a:cubicBezTo>
                <a:cubicBezTo>
                  <a:pt x="4957" y="235430"/>
                  <a:pt x="0" y="242865"/>
                  <a:pt x="0" y="247821"/>
                </a:cubicBezTo>
                <a:cubicBezTo>
                  <a:pt x="0" y="317210"/>
                  <a:pt x="0" y="317210"/>
                  <a:pt x="0" y="317210"/>
                </a:cubicBezTo>
                <a:cubicBezTo>
                  <a:pt x="0" y="324645"/>
                  <a:pt x="4957" y="329602"/>
                  <a:pt x="12391" y="332080"/>
                </a:cubicBezTo>
                <a:cubicBezTo>
                  <a:pt x="79303" y="344471"/>
                  <a:pt x="79303" y="344471"/>
                  <a:pt x="79303" y="344471"/>
                </a:cubicBezTo>
                <a:cubicBezTo>
                  <a:pt x="84259" y="356862"/>
                  <a:pt x="89215" y="371732"/>
                  <a:pt x="96651" y="384123"/>
                </a:cubicBezTo>
                <a:cubicBezTo>
                  <a:pt x="56999" y="441122"/>
                  <a:pt x="56999" y="441122"/>
                  <a:pt x="56999" y="441122"/>
                </a:cubicBezTo>
                <a:cubicBezTo>
                  <a:pt x="54521" y="446077"/>
                  <a:pt x="54521" y="453512"/>
                  <a:pt x="59477" y="458469"/>
                </a:cubicBezTo>
                <a:cubicBezTo>
                  <a:pt x="106563" y="505555"/>
                  <a:pt x="106563" y="505555"/>
                  <a:pt x="106563" y="505555"/>
                </a:cubicBezTo>
                <a:cubicBezTo>
                  <a:pt x="111520" y="510511"/>
                  <a:pt x="118955" y="512990"/>
                  <a:pt x="126389" y="508033"/>
                </a:cubicBezTo>
                <a:cubicBezTo>
                  <a:pt x="180909" y="468382"/>
                  <a:pt x="180909" y="468382"/>
                  <a:pt x="180909" y="468382"/>
                </a:cubicBezTo>
                <a:cubicBezTo>
                  <a:pt x="193300" y="475817"/>
                  <a:pt x="208170" y="480772"/>
                  <a:pt x="220561" y="485729"/>
                </a:cubicBezTo>
                <a:cubicBezTo>
                  <a:pt x="232952" y="552640"/>
                  <a:pt x="232952" y="552640"/>
                  <a:pt x="232952" y="552640"/>
                </a:cubicBezTo>
                <a:cubicBezTo>
                  <a:pt x="235430" y="560075"/>
                  <a:pt x="240387" y="565032"/>
                  <a:pt x="247821" y="565032"/>
                </a:cubicBezTo>
                <a:cubicBezTo>
                  <a:pt x="314733" y="565032"/>
                  <a:pt x="314733" y="565032"/>
                  <a:pt x="314733" y="565032"/>
                </a:cubicBezTo>
                <a:cubicBezTo>
                  <a:pt x="322167" y="565032"/>
                  <a:pt x="329602" y="560075"/>
                  <a:pt x="329602" y="552640"/>
                </a:cubicBezTo>
                <a:cubicBezTo>
                  <a:pt x="341993" y="485729"/>
                  <a:pt x="341993" y="485729"/>
                  <a:pt x="341993" y="485729"/>
                </a:cubicBezTo>
                <a:cubicBezTo>
                  <a:pt x="356862" y="480772"/>
                  <a:pt x="369254" y="475817"/>
                  <a:pt x="381644" y="470860"/>
                </a:cubicBezTo>
                <a:cubicBezTo>
                  <a:pt x="438643" y="508033"/>
                  <a:pt x="438643" y="508033"/>
                  <a:pt x="438643" y="508033"/>
                </a:cubicBezTo>
                <a:cubicBezTo>
                  <a:pt x="446077" y="512990"/>
                  <a:pt x="453512" y="512990"/>
                  <a:pt x="458469" y="508033"/>
                </a:cubicBezTo>
                <a:cubicBezTo>
                  <a:pt x="505555" y="458469"/>
                  <a:pt x="505555" y="458469"/>
                  <a:pt x="505555" y="458469"/>
                </a:cubicBezTo>
                <a:cubicBezTo>
                  <a:pt x="510511" y="453512"/>
                  <a:pt x="510511" y="446077"/>
                  <a:pt x="508033" y="441122"/>
                </a:cubicBezTo>
                <a:cubicBezTo>
                  <a:pt x="468382" y="384123"/>
                  <a:pt x="468382" y="384123"/>
                  <a:pt x="468382" y="384123"/>
                </a:cubicBezTo>
                <a:cubicBezTo>
                  <a:pt x="475817" y="371732"/>
                  <a:pt x="480772" y="356862"/>
                  <a:pt x="485729" y="344471"/>
                </a:cubicBezTo>
                <a:cubicBezTo>
                  <a:pt x="552640" y="332080"/>
                  <a:pt x="552640" y="332080"/>
                  <a:pt x="552640" y="332080"/>
                </a:cubicBezTo>
                <a:cubicBezTo>
                  <a:pt x="560075" y="329602"/>
                  <a:pt x="565032" y="324645"/>
                  <a:pt x="565032" y="317210"/>
                </a:cubicBezTo>
                <a:cubicBezTo>
                  <a:pt x="565032" y="247821"/>
                  <a:pt x="565032" y="247821"/>
                  <a:pt x="565032" y="247821"/>
                </a:cubicBezTo>
                <a:cubicBezTo>
                  <a:pt x="565032" y="242865"/>
                  <a:pt x="560075" y="235430"/>
                  <a:pt x="552640" y="235430"/>
                </a:cubicBezTo>
                <a:close/>
                <a:moveTo>
                  <a:pt x="282517" y="369254"/>
                </a:moveTo>
                <a:cubicBezTo>
                  <a:pt x="235430" y="369254"/>
                  <a:pt x="195778" y="329602"/>
                  <a:pt x="195778" y="282517"/>
                </a:cubicBezTo>
                <a:cubicBezTo>
                  <a:pt x="195778" y="235430"/>
                  <a:pt x="235430" y="195778"/>
                  <a:pt x="282517" y="195778"/>
                </a:cubicBezTo>
                <a:cubicBezTo>
                  <a:pt x="329602" y="195778"/>
                  <a:pt x="369254" y="235430"/>
                  <a:pt x="369254" y="282517"/>
                </a:cubicBezTo>
                <a:cubicBezTo>
                  <a:pt x="369254" y="329602"/>
                  <a:pt x="329602" y="369254"/>
                  <a:pt x="282517" y="369254"/>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13">
            <a:extLst>
              <a:ext uri="{FF2B5EF4-FFF2-40B4-BE49-F238E27FC236}">
                <a16:creationId xmlns:a16="http://schemas.microsoft.com/office/drawing/2014/main" id="{2883F5DA-48AC-1BD0-72C7-08E0EC1803C4}"/>
              </a:ext>
            </a:extLst>
          </p:cNvPr>
          <p:cNvSpPr/>
          <p:nvPr/>
        </p:nvSpPr>
        <p:spPr>
          <a:xfrm>
            <a:off x="1435100" y="1803400"/>
            <a:ext cx="2794000" cy="3797300"/>
          </a:xfrm>
          <a:prstGeom prst="roundRect">
            <a:avLst>
              <a:gd name="adj" fmla="val 0"/>
            </a:avLst>
          </a:prstGeom>
          <a:noFill/>
          <a:ln w="12700" cap="flat" cmpd="sng">
            <a:solidFill>
              <a:srgbClr val="26476A">
                <a:alpha val="100000"/>
              </a:srgbClr>
            </a:solidFill>
            <a:prstDash val="sysDash"/>
            <a:miter lim="10000000"/>
          </a:ln>
        </p:spPr>
        <p:txBody>
          <a:bodyPr vert="horz" wrap="square" lIns="63500" tIns="63500" rIns="63500" bIns="63500" rtlCol="0" anchor="ctr"/>
          <a:lstStyle/>
          <a:p>
            <a:pPr algn="ctr">
              <a:defRPr/>
            </a:pPr>
            <a:endParaRPr/>
          </a:p>
        </p:txBody>
      </p:sp>
      <p:sp>
        <p:nvSpPr>
          <p:cNvPr id="10" name="AutoShape 14">
            <a:extLst>
              <a:ext uri="{FF2B5EF4-FFF2-40B4-BE49-F238E27FC236}">
                <a16:creationId xmlns:a16="http://schemas.microsoft.com/office/drawing/2014/main" id="{8E60BF4B-C75B-48EF-FF90-54A6B9A290A5}"/>
              </a:ext>
            </a:extLst>
          </p:cNvPr>
          <p:cNvSpPr/>
          <p:nvPr/>
        </p:nvSpPr>
        <p:spPr>
          <a:xfrm>
            <a:off x="1714500" y="4102100"/>
            <a:ext cx="2247900" cy="13589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12" name="AutoShape 15">
            <a:extLst>
              <a:ext uri="{FF2B5EF4-FFF2-40B4-BE49-F238E27FC236}">
                <a16:creationId xmlns:a16="http://schemas.microsoft.com/office/drawing/2014/main" id="{C033B28F-DC0E-2DBC-AC71-699BD730A50F}"/>
              </a:ext>
            </a:extLst>
          </p:cNvPr>
          <p:cNvSpPr/>
          <p:nvPr/>
        </p:nvSpPr>
        <p:spPr>
          <a:xfrm>
            <a:off x="1714500" y="2032000"/>
            <a:ext cx="2324100" cy="3683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endParaRPr lang="en-US" sz="1100" dirty="0"/>
          </a:p>
        </p:txBody>
      </p:sp>
      <p:sp>
        <p:nvSpPr>
          <p:cNvPr id="14" name="AutoShape 16">
            <a:extLst>
              <a:ext uri="{FF2B5EF4-FFF2-40B4-BE49-F238E27FC236}">
                <a16:creationId xmlns:a16="http://schemas.microsoft.com/office/drawing/2014/main" id="{BAC4252F-89E2-7976-0446-FA391568F9C6}"/>
              </a:ext>
            </a:extLst>
          </p:cNvPr>
          <p:cNvSpPr/>
          <p:nvPr/>
        </p:nvSpPr>
        <p:spPr>
          <a:xfrm rot="5400000">
            <a:off x="5016500" y="1485900"/>
            <a:ext cx="2159000" cy="2794000"/>
          </a:xfrm>
          <a:prstGeom prst="homePlate">
            <a:avLst>
              <a:gd name="adj" fmla="val 50000"/>
            </a:avLst>
          </a:prstGeom>
          <a:solidFill>
            <a:srgbClr val="448AD7">
              <a:alpha val="100000"/>
            </a:srgbClr>
          </a:solidFill>
          <a:ln w="25400" cap="flat" cmpd="sng">
            <a:noFill/>
            <a:prstDash val="solid"/>
            <a:round/>
          </a:ln>
        </p:spPr>
        <p:txBody>
          <a:bodyPr vert="vert270" wrap="square" lIns="63500" tIns="63500" rIns="63500" bIns="63500" rtlCol="0" anchor="ctr"/>
          <a:lstStyle/>
          <a:p>
            <a:pPr algn="ctr">
              <a:defRPr/>
            </a:pPr>
            <a:endParaRPr/>
          </a:p>
        </p:txBody>
      </p:sp>
      <p:sp>
        <p:nvSpPr>
          <p:cNvPr id="16" name="Freeform 17">
            <a:extLst>
              <a:ext uri="{FF2B5EF4-FFF2-40B4-BE49-F238E27FC236}">
                <a16:creationId xmlns:a16="http://schemas.microsoft.com/office/drawing/2014/main" id="{B13DA7AB-840C-1374-65B8-9CF900B31E7E}"/>
              </a:ext>
            </a:extLst>
          </p:cNvPr>
          <p:cNvSpPr/>
          <p:nvPr/>
        </p:nvSpPr>
        <p:spPr>
          <a:xfrm>
            <a:off x="5829300" y="2768600"/>
            <a:ext cx="565032" cy="565032"/>
          </a:xfrm>
          <a:custGeom>
            <a:avLst/>
            <a:gdLst/>
            <a:ahLst/>
            <a:cxnLst/>
            <a:rect l="l" t="t" r="r" b="b"/>
            <a:pathLst>
              <a:path w="565032" h="565032">
                <a:moveTo>
                  <a:pt x="311247" y="2394"/>
                </a:moveTo>
                <a:cubicBezTo>
                  <a:pt x="301669" y="0"/>
                  <a:pt x="292092" y="0"/>
                  <a:pt x="282517" y="0"/>
                </a:cubicBezTo>
                <a:cubicBezTo>
                  <a:pt x="198719" y="0"/>
                  <a:pt x="122104" y="38307"/>
                  <a:pt x="71826" y="95768"/>
                </a:cubicBezTo>
                <a:cubicBezTo>
                  <a:pt x="162806" y="251391"/>
                  <a:pt x="162806" y="251391"/>
                  <a:pt x="162806" y="251391"/>
                </a:cubicBezTo>
                <a:lnTo>
                  <a:pt x="311247" y="2394"/>
                </a:lnTo>
                <a:close/>
                <a:moveTo>
                  <a:pt x="47884" y="124498"/>
                </a:moveTo>
                <a:cubicBezTo>
                  <a:pt x="16759" y="169988"/>
                  <a:pt x="0" y="225055"/>
                  <a:pt x="0" y="282517"/>
                </a:cubicBezTo>
                <a:cubicBezTo>
                  <a:pt x="0" y="311247"/>
                  <a:pt x="4788" y="339976"/>
                  <a:pt x="11971" y="366314"/>
                </a:cubicBezTo>
                <a:cubicBezTo>
                  <a:pt x="193930" y="366314"/>
                  <a:pt x="193930" y="366314"/>
                  <a:pt x="193930" y="366314"/>
                </a:cubicBezTo>
                <a:lnTo>
                  <a:pt x="47884" y="124498"/>
                </a:lnTo>
                <a:close/>
                <a:moveTo>
                  <a:pt x="538696" y="162806"/>
                </a:moveTo>
                <a:cubicBezTo>
                  <a:pt x="502783" y="86191"/>
                  <a:pt x="430957" y="26336"/>
                  <a:pt x="347160" y="7183"/>
                </a:cubicBezTo>
                <a:cubicBezTo>
                  <a:pt x="253785" y="162806"/>
                  <a:pt x="253785" y="162806"/>
                  <a:pt x="253785" y="162806"/>
                </a:cubicBezTo>
                <a:lnTo>
                  <a:pt x="538696" y="162806"/>
                </a:lnTo>
                <a:close/>
                <a:moveTo>
                  <a:pt x="311247" y="399832"/>
                </a:moveTo>
                <a:cubicBezTo>
                  <a:pt x="26336" y="399832"/>
                  <a:pt x="26336" y="399832"/>
                  <a:pt x="26336" y="399832"/>
                </a:cubicBezTo>
                <a:cubicBezTo>
                  <a:pt x="62249" y="481235"/>
                  <a:pt x="138864" y="543484"/>
                  <a:pt x="229843" y="560244"/>
                </a:cubicBezTo>
                <a:cubicBezTo>
                  <a:pt x="222661" y="555455"/>
                  <a:pt x="222661" y="555455"/>
                  <a:pt x="222661" y="555455"/>
                </a:cubicBezTo>
                <a:lnTo>
                  <a:pt x="311247" y="399832"/>
                </a:lnTo>
                <a:close/>
                <a:moveTo>
                  <a:pt x="550667" y="196324"/>
                </a:moveTo>
                <a:cubicBezTo>
                  <a:pt x="371102" y="196324"/>
                  <a:pt x="371102" y="196324"/>
                  <a:pt x="371102" y="196324"/>
                </a:cubicBezTo>
                <a:cubicBezTo>
                  <a:pt x="514754" y="445322"/>
                  <a:pt x="514754" y="445322"/>
                  <a:pt x="514754" y="445322"/>
                </a:cubicBezTo>
                <a:cubicBezTo>
                  <a:pt x="545878" y="399832"/>
                  <a:pt x="565032" y="342372"/>
                  <a:pt x="565032" y="282517"/>
                </a:cubicBezTo>
                <a:cubicBezTo>
                  <a:pt x="565032" y="253785"/>
                  <a:pt x="560244" y="225055"/>
                  <a:pt x="550667" y="196324"/>
                </a:cubicBezTo>
                <a:close/>
                <a:moveTo>
                  <a:pt x="258575" y="565032"/>
                </a:moveTo>
                <a:cubicBezTo>
                  <a:pt x="265756" y="565032"/>
                  <a:pt x="275333" y="565032"/>
                  <a:pt x="282517" y="565032"/>
                </a:cubicBezTo>
                <a:cubicBezTo>
                  <a:pt x="363918" y="565032"/>
                  <a:pt x="438140" y="529119"/>
                  <a:pt x="490812" y="474053"/>
                </a:cubicBezTo>
                <a:cubicBezTo>
                  <a:pt x="399832" y="316034"/>
                  <a:pt x="399832" y="316034"/>
                  <a:pt x="399832" y="316034"/>
                </a:cubicBezTo>
                <a:lnTo>
                  <a:pt x="258575" y="565032"/>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a:extLst>
              <a:ext uri="{FF2B5EF4-FFF2-40B4-BE49-F238E27FC236}">
                <a16:creationId xmlns:a16="http://schemas.microsoft.com/office/drawing/2014/main" id="{5F73CAF8-F4AB-6DFF-753D-6B8059FEC75A}"/>
              </a:ext>
            </a:extLst>
          </p:cNvPr>
          <p:cNvSpPr/>
          <p:nvPr/>
        </p:nvSpPr>
        <p:spPr>
          <a:xfrm>
            <a:off x="4699000" y="1803400"/>
            <a:ext cx="2794000" cy="3797300"/>
          </a:xfrm>
          <a:prstGeom prst="roundRect">
            <a:avLst>
              <a:gd name="adj" fmla="val 0"/>
            </a:avLst>
          </a:prstGeom>
          <a:noFill/>
          <a:ln w="12700" cap="flat" cmpd="sng">
            <a:solidFill>
              <a:srgbClr val="009DD9">
                <a:alpha val="100000"/>
              </a:srgbClr>
            </a:solidFill>
            <a:prstDash val="sysDash"/>
            <a:miter lim="10000000"/>
          </a:ln>
        </p:spPr>
        <p:txBody>
          <a:bodyPr vert="horz" wrap="square" lIns="63500" tIns="63500" rIns="63500" bIns="63500" rtlCol="0" anchor="ctr"/>
          <a:lstStyle/>
          <a:p>
            <a:pPr algn="ctr">
              <a:defRPr/>
            </a:pPr>
            <a:endParaRPr/>
          </a:p>
        </p:txBody>
      </p:sp>
      <p:sp>
        <p:nvSpPr>
          <p:cNvPr id="20" name="AutoShape 19">
            <a:extLst>
              <a:ext uri="{FF2B5EF4-FFF2-40B4-BE49-F238E27FC236}">
                <a16:creationId xmlns:a16="http://schemas.microsoft.com/office/drawing/2014/main" id="{3801955C-EB39-EB20-EC17-C7DE07CE0B73}"/>
              </a:ext>
            </a:extLst>
          </p:cNvPr>
          <p:cNvSpPr/>
          <p:nvPr/>
        </p:nvSpPr>
        <p:spPr>
          <a:xfrm>
            <a:off x="4978400" y="2032000"/>
            <a:ext cx="2324100" cy="3683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endParaRPr lang="en-US" sz="1100" dirty="0"/>
          </a:p>
        </p:txBody>
      </p:sp>
      <p:sp>
        <p:nvSpPr>
          <p:cNvPr id="22" name="AutoShape 20">
            <a:extLst>
              <a:ext uri="{FF2B5EF4-FFF2-40B4-BE49-F238E27FC236}">
                <a16:creationId xmlns:a16="http://schemas.microsoft.com/office/drawing/2014/main" id="{50B799EE-E599-ABAB-0ADA-C185A45B9E28}"/>
              </a:ext>
            </a:extLst>
          </p:cNvPr>
          <p:cNvSpPr/>
          <p:nvPr/>
        </p:nvSpPr>
        <p:spPr>
          <a:xfrm>
            <a:off x="4978400" y="4102100"/>
            <a:ext cx="2247900" cy="13589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24" name="AutoShape 21">
            <a:extLst>
              <a:ext uri="{FF2B5EF4-FFF2-40B4-BE49-F238E27FC236}">
                <a16:creationId xmlns:a16="http://schemas.microsoft.com/office/drawing/2014/main" id="{4411208B-4DE0-5584-AA90-166B2070B570}"/>
              </a:ext>
            </a:extLst>
          </p:cNvPr>
          <p:cNvSpPr/>
          <p:nvPr/>
        </p:nvSpPr>
        <p:spPr>
          <a:xfrm rot="5400000">
            <a:off x="8280400" y="1485900"/>
            <a:ext cx="2159000" cy="2794000"/>
          </a:xfrm>
          <a:prstGeom prst="homePlate">
            <a:avLst>
              <a:gd name="adj" fmla="val 50000"/>
            </a:avLst>
          </a:prstGeom>
          <a:solidFill>
            <a:srgbClr val="5D90C5">
              <a:alpha val="100000"/>
            </a:srgbClr>
          </a:solidFill>
          <a:ln w="25400" cap="flat" cmpd="sng">
            <a:noFill/>
            <a:prstDash val="solid"/>
            <a:round/>
          </a:ln>
        </p:spPr>
        <p:txBody>
          <a:bodyPr vert="vert270" wrap="square" lIns="63500" tIns="63500" rIns="63500" bIns="63500" rtlCol="0" anchor="ctr"/>
          <a:lstStyle/>
          <a:p>
            <a:pPr algn="ctr">
              <a:defRPr/>
            </a:pPr>
            <a:endParaRPr/>
          </a:p>
        </p:txBody>
      </p:sp>
      <p:sp>
        <p:nvSpPr>
          <p:cNvPr id="26" name="Freeform 22">
            <a:extLst>
              <a:ext uri="{FF2B5EF4-FFF2-40B4-BE49-F238E27FC236}">
                <a16:creationId xmlns:a16="http://schemas.microsoft.com/office/drawing/2014/main" id="{51F336C0-D055-2568-FC78-5DE5B76F5126}"/>
              </a:ext>
            </a:extLst>
          </p:cNvPr>
          <p:cNvSpPr/>
          <p:nvPr/>
        </p:nvSpPr>
        <p:spPr>
          <a:xfrm>
            <a:off x="9080500" y="2768600"/>
            <a:ext cx="565032" cy="565032"/>
          </a:xfrm>
          <a:custGeom>
            <a:avLst/>
            <a:gdLst/>
            <a:ahLst/>
            <a:cxnLst/>
            <a:rect l="l" t="t" r="r" b="b"/>
            <a:pathLst>
              <a:path w="565032" h="565032">
                <a:moveTo>
                  <a:pt x="282517" y="0"/>
                </a:moveTo>
                <a:cubicBezTo>
                  <a:pt x="126893" y="0"/>
                  <a:pt x="0" y="126893"/>
                  <a:pt x="0" y="282517"/>
                </a:cubicBezTo>
                <a:cubicBezTo>
                  <a:pt x="0" y="438140"/>
                  <a:pt x="126893" y="565032"/>
                  <a:pt x="282517" y="565032"/>
                </a:cubicBezTo>
                <a:cubicBezTo>
                  <a:pt x="438140" y="565032"/>
                  <a:pt x="565032" y="438140"/>
                  <a:pt x="565032" y="282517"/>
                </a:cubicBezTo>
                <a:cubicBezTo>
                  <a:pt x="565032" y="126893"/>
                  <a:pt x="438140" y="0"/>
                  <a:pt x="282517" y="0"/>
                </a:cubicBezTo>
                <a:close/>
                <a:moveTo>
                  <a:pt x="253785" y="409409"/>
                </a:moveTo>
                <a:cubicBezTo>
                  <a:pt x="129287" y="390256"/>
                  <a:pt x="129287" y="390256"/>
                  <a:pt x="129287" y="390256"/>
                </a:cubicBezTo>
                <a:cubicBezTo>
                  <a:pt x="129287" y="289698"/>
                  <a:pt x="129287" y="289698"/>
                  <a:pt x="129287" y="289698"/>
                </a:cubicBezTo>
                <a:cubicBezTo>
                  <a:pt x="253785" y="289698"/>
                  <a:pt x="253785" y="289698"/>
                  <a:pt x="253785" y="289698"/>
                </a:cubicBezTo>
                <a:lnTo>
                  <a:pt x="253785" y="409409"/>
                </a:lnTo>
                <a:close/>
                <a:moveTo>
                  <a:pt x="253785" y="272940"/>
                </a:moveTo>
                <a:cubicBezTo>
                  <a:pt x="129287" y="272940"/>
                  <a:pt x="129287" y="272940"/>
                  <a:pt x="129287" y="272940"/>
                </a:cubicBezTo>
                <a:cubicBezTo>
                  <a:pt x="129287" y="172382"/>
                  <a:pt x="129287" y="172382"/>
                  <a:pt x="129287" y="172382"/>
                </a:cubicBezTo>
                <a:cubicBezTo>
                  <a:pt x="253785" y="153229"/>
                  <a:pt x="253785" y="153229"/>
                  <a:pt x="253785" y="153229"/>
                </a:cubicBezTo>
                <a:lnTo>
                  <a:pt x="253785" y="272940"/>
                </a:lnTo>
                <a:close/>
                <a:moveTo>
                  <a:pt x="435745" y="435745"/>
                </a:moveTo>
                <a:cubicBezTo>
                  <a:pt x="270546" y="411803"/>
                  <a:pt x="270546" y="411803"/>
                  <a:pt x="270546" y="411803"/>
                </a:cubicBezTo>
                <a:cubicBezTo>
                  <a:pt x="270546" y="289698"/>
                  <a:pt x="270546" y="289698"/>
                  <a:pt x="270546" y="289698"/>
                </a:cubicBezTo>
                <a:cubicBezTo>
                  <a:pt x="435745" y="289698"/>
                  <a:pt x="435745" y="289698"/>
                  <a:pt x="435745" y="289698"/>
                </a:cubicBezTo>
                <a:lnTo>
                  <a:pt x="435745" y="435745"/>
                </a:lnTo>
                <a:close/>
                <a:moveTo>
                  <a:pt x="435745" y="272940"/>
                </a:moveTo>
                <a:cubicBezTo>
                  <a:pt x="270546" y="272940"/>
                  <a:pt x="270546" y="272940"/>
                  <a:pt x="270546" y="272940"/>
                </a:cubicBezTo>
                <a:cubicBezTo>
                  <a:pt x="270546" y="150835"/>
                  <a:pt x="270546" y="150835"/>
                  <a:pt x="270546" y="150835"/>
                </a:cubicBezTo>
                <a:cubicBezTo>
                  <a:pt x="435745" y="126893"/>
                  <a:pt x="435745" y="126893"/>
                  <a:pt x="435745" y="126893"/>
                </a:cubicBezTo>
                <a:lnTo>
                  <a:pt x="435745" y="272940"/>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3">
            <a:extLst>
              <a:ext uri="{FF2B5EF4-FFF2-40B4-BE49-F238E27FC236}">
                <a16:creationId xmlns:a16="http://schemas.microsoft.com/office/drawing/2014/main" id="{52C3F0F6-5389-8853-F6E6-46C93F4CA46D}"/>
              </a:ext>
            </a:extLst>
          </p:cNvPr>
          <p:cNvSpPr/>
          <p:nvPr/>
        </p:nvSpPr>
        <p:spPr>
          <a:xfrm>
            <a:off x="7962900" y="1803400"/>
            <a:ext cx="2794000" cy="3797300"/>
          </a:xfrm>
          <a:prstGeom prst="roundRect">
            <a:avLst>
              <a:gd name="adj" fmla="val 0"/>
            </a:avLst>
          </a:prstGeom>
          <a:noFill/>
          <a:ln w="12700" cap="flat" cmpd="sng">
            <a:solidFill>
              <a:srgbClr val="0BD0D9">
                <a:alpha val="100000"/>
              </a:srgbClr>
            </a:solidFill>
            <a:prstDash val="sysDash"/>
            <a:miter lim="10000000"/>
          </a:ln>
        </p:spPr>
        <p:txBody>
          <a:bodyPr vert="horz" wrap="square" lIns="63500" tIns="63500" rIns="63500" bIns="63500" rtlCol="0" anchor="ctr"/>
          <a:lstStyle/>
          <a:p>
            <a:pPr algn="ctr">
              <a:defRPr/>
            </a:pPr>
            <a:endParaRPr/>
          </a:p>
        </p:txBody>
      </p:sp>
      <p:sp>
        <p:nvSpPr>
          <p:cNvPr id="30" name="AutoShape 24">
            <a:extLst>
              <a:ext uri="{FF2B5EF4-FFF2-40B4-BE49-F238E27FC236}">
                <a16:creationId xmlns:a16="http://schemas.microsoft.com/office/drawing/2014/main" id="{5D2158F1-D1C5-BF4F-76FF-6C8D43C46FDF}"/>
              </a:ext>
            </a:extLst>
          </p:cNvPr>
          <p:cNvSpPr/>
          <p:nvPr/>
        </p:nvSpPr>
        <p:spPr>
          <a:xfrm>
            <a:off x="8229600" y="2032000"/>
            <a:ext cx="2324100" cy="3683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endParaRPr lang="en-US" sz="1100" dirty="0"/>
          </a:p>
        </p:txBody>
      </p:sp>
      <p:sp>
        <p:nvSpPr>
          <p:cNvPr id="32" name="AutoShape 25">
            <a:extLst>
              <a:ext uri="{FF2B5EF4-FFF2-40B4-BE49-F238E27FC236}">
                <a16:creationId xmlns:a16="http://schemas.microsoft.com/office/drawing/2014/main" id="{DBFA3E45-57BB-6CC2-FC04-9F2BAA84BF73}"/>
              </a:ext>
            </a:extLst>
          </p:cNvPr>
          <p:cNvSpPr/>
          <p:nvPr/>
        </p:nvSpPr>
        <p:spPr>
          <a:xfrm>
            <a:off x="8318500" y="4102100"/>
            <a:ext cx="2247900" cy="13589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Tree>
    <p:extLst>
      <p:ext uri="{BB962C8B-B14F-4D97-AF65-F5344CB8AC3E}">
        <p14:creationId xmlns:p14="http://schemas.microsoft.com/office/powerpoint/2010/main" val="4849147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06145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3_标题幻灯片">
    <p:spTree>
      <p:nvGrpSpPr>
        <p:cNvPr id="1" name=""/>
        <p:cNvGrpSpPr/>
        <p:nvPr/>
      </p:nvGrpSpPr>
      <p:grpSpPr>
        <a:xfrm>
          <a:off x="0" y="0"/>
          <a:ext cx="0" cy="0"/>
          <a:chOff x="0" y="0"/>
          <a:chExt cx="0" cy="0"/>
        </a:xfrm>
      </p:grpSpPr>
      <p:sp>
        <p:nvSpPr>
          <p:cNvPr id="36" name="矩形 1"/>
          <p:cNvSpPr/>
          <p:nvPr/>
        </p:nvSpPr>
        <p:spPr>
          <a:xfrm>
            <a:off x="2339341" y="1828800"/>
            <a:ext cx="7513320" cy="1261242"/>
          </a:xfrm>
          <a:custGeom>
            <a:avLst/>
            <a:gdLst>
              <a:gd name="connsiteX0" fmla="*/ 0 w 8313683"/>
              <a:gd name="connsiteY0" fmla="*/ 0 h 2207173"/>
              <a:gd name="connsiteX1" fmla="*/ 8313683 w 8313683"/>
              <a:gd name="connsiteY1" fmla="*/ 0 h 2207173"/>
              <a:gd name="connsiteX2" fmla="*/ 8313683 w 8313683"/>
              <a:gd name="connsiteY2" fmla="*/ 2207173 h 2207173"/>
              <a:gd name="connsiteX3" fmla="*/ 0 w 8313683"/>
              <a:gd name="connsiteY3" fmla="*/ 2207173 h 2207173"/>
              <a:gd name="connsiteX4" fmla="*/ 0 w 8313683"/>
              <a:gd name="connsiteY4" fmla="*/ 0 h 2207173"/>
              <a:gd name="connsiteX0-1" fmla="*/ 0 w 8313683"/>
              <a:gd name="connsiteY0-2" fmla="*/ 2207173 h 2298613"/>
              <a:gd name="connsiteX1-3" fmla="*/ 0 w 8313683"/>
              <a:gd name="connsiteY1-4" fmla="*/ 0 h 2298613"/>
              <a:gd name="connsiteX2-5" fmla="*/ 8313683 w 8313683"/>
              <a:gd name="connsiteY2-6" fmla="*/ 0 h 2298613"/>
              <a:gd name="connsiteX3-7" fmla="*/ 8313683 w 8313683"/>
              <a:gd name="connsiteY3-8" fmla="*/ 2207173 h 2298613"/>
              <a:gd name="connsiteX4-9" fmla="*/ 91440 w 8313683"/>
              <a:gd name="connsiteY4-10" fmla="*/ 2298613 h 2298613"/>
              <a:gd name="connsiteX0-11" fmla="*/ 0 w 8313683"/>
              <a:gd name="connsiteY0-12" fmla="*/ 2207173 h 2207173"/>
              <a:gd name="connsiteX1-13" fmla="*/ 0 w 8313683"/>
              <a:gd name="connsiteY1-14" fmla="*/ 0 h 2207173"/>
              <a:gd name="connsiteX2-15" fmla="*/ 8313683 w 8313683"/>
              <a:gd name="connsiteY2-16" fmla="*/ 0 h 2207173"/>
              <a:gd name="connsiteX3-17" fmla="*/ 8313683 w 8313683"/>
              <a:gd name="connsiteY3-18" fmla="*/ 2207173 h 2207173"/>
            </a:gdLst>
            <a:ahLst/>
            <a:cxnLst>
              <a:cxn ang="0">
                <a:pos x="connsiteX0-1" y="connsiteY0-2"/>
              </a:cxn>
              <a:cxn ang="0">
                <a:pos x="connsiteX1-3" y="connsiteY1-4"/>
              </a:cxn>
              <a:cxn ang="0">
                <a:pos x="connsiteX2-5" y="connsiteY2-6"/>
              </a:cxn>
              <a:cxn ang="0">
                <a:pos x="connsiteX3-7" y="connsiteY3-8"/>
              </a:cxn>
            </a:cxnLst>
            <a:rect l="l" t="t" r="r" b="b"/>
            <a:pathLst>
              <a:path w="8313683" h="2207173">
                <a:moveTo>
                  <a:pt x="0" y="2207173"/>
                </a:moveTo>
                <a:lnTo>
                  <a:pt x="0" y="0"/>
                </a:lnTo>
                <a:lnTo>
                  <a:pt x="8313683" y="0"/>
                </a:lnTo>
                <a:lnTo>
                  <a:pt x="8313683" y="2207173"/>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1"/>
              </a:solidFill>
            </a:endParaRPr>
          </a:p>
        </p:txBody>
      </p:sp>
      <p:sp>
        <p:nvSpPr>
          <p:cNvPr id="37" name="矩形 1"/>
          <p:cNvSpPr/>
          <p:nvPr/>
        </p:nvSpPr>
        <p:spPr>
          <a:xfrm flipV="1">
            <a:off x="2339341" y="3975538"/>
            <a:ext cx="7513320" cy="1261242"/>
          </a:xfrm>
          <a:custGeom>
            <a:avLst/>
            <a:gdLst>
              <a:gd name="connsiteX0" fmla="*/ 0 w 8313683"/>
              <a:gd name="connsiteY0" fmla="*/ 0 h 2207173"/>
              <a:gd name="connsiteX1" fmla="*/ 8313683 w 8313683"/>
              <a:gd name="connsiteY1" fmla="*/ 0 h 2207173"/>
              <a:gd name="connsiteX2" fmla="*/ 8313683 w 8313683"/>
              <a:gd name="connsiteY2" fmla="*/ 2207173 h 2207173"/>
              <a:gd name="connsiteX3" fmla="*/ 0 w 8313683"/>
              <a:gd name="connsiteY3" fmla="*/ 2207173 h 2207173"/>
              <a:gd name="connsiteX4" fmla="*/ 0 w 8313683"/>
              <a:gd name="connsiteY4" fmla="*/ 0 h 2207173"/>
              <a:gd name="connsiteX0-1" fmla="*/ 0 w 8313683"/>
              <a:gd name="connsiteY0-2" fmla="*/ 2207173 h 2298613"/>
              <a:gd name="connsiteX1-3" fmla="*/ 0 w 8313683"/>
              <a:gd name="connsiteY1-4" fmla="*/ 0 h 2298613"/>
              <a:gd name="connsiteX2-5" fmla="*/ 8313683 w 8313683"/>
              <a:gd name="connsiteY2-6" fmla="*/ 0 h 2298613"/>
              <a:gd name="connsiteX3-7" fmla="*/ 8313683 w 8313683"/>
              <a:gd name="connsiteY3-8" fmla="*/ 2207173 h 2298613"/>
              <a:gd name="connsiteX4-9" fmla="*/ 91440 w 8313683"/>
              <a:gd name="connsiteY4-10" fmla="*/ 2298613 h 2298613"/>
              <a:gd name="connsiteX0-11" fmla="*/ 0 w 8313683"/>
              <a:gd name="connsiteY0-12" fmla="*/ 2207173 h 2207173"/>
              <a:gd name="connsiteX1-13" fmla="*/ 0 w 8313683"/>
              <a:gd name="connsiteY1-14" fmla="*/ 0 h 2207173"/>
              <a:gd name="connsiteX2-15" fmla="*/ 8313683 w 8313683"/>
              <a:gd name="connsiteY2-16" fmla="*/ 0 h 2207173"/>
              <a:gd name="connsiteX3-17" fmla="*/ 8313683 w 8313683"/>
              <a:gd name="connsiteY3-18" fmla="*/ 2207173 h 2207173"/>
            </a:gdLst>
            <a:ahLst/>
            <a:cxnLst>
              <a:cxn ang="0">
                <a:pos x="connsiteX0-1" y="connsiteY0-2"/>
              </a:cxn>
              <a:cxn ang="0">
                <a:pos x="connsiteX1-3" y="connsiteY1-4"/>
              </a:cxn>
              <a:cxn ang="0">
                <a:pos x="connsiteX2-5" y="connsiteY2-6"/>
              </a:cxn>
              <a:cxn ang="0">
                <a:pos x="connsiteX3-7" y="connsiteY3-8"/>
              </a:cxn>
            </a:cxnLst>
            <a:rect l="l" t="t" r="r" b="b"/>
            <a:pathLst>
              <a:path w="8313683" h="2207173">
                <a:moveTo>
                  <a:pt x="0" y="2207173"/>
                </a:moveTo>
                <a:lnTo>
                  <a:pt x="0" y="0"/>
                </a:lnTo>
                <a:lnTo>
                  <a:pt x="8313683" y="0"/>
                </a:lnTo>
                <a:lnTo>
                  <a:pt x="8313683" y="2207173"/>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1"/>
              </a:solidFill>
            </a:endParaRPr>
          </a:p>
        </p:txBody>
      </p:sp>
      <p:sp>
        <p:nvSpPr>
          <p:cNvPr id="39" name="直角三角形 38"/>
          <p:cNvSpPr/>
          <p:nvPr/>
        </p:nvSpPr>
        <p:spPr>
          <a:xfrm>
            <a:off x="2339339" y="5007505"/>
            <a:ext cx="229275" cy="229275"/>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1"/>
              </a:solidFill>
            </a:endParaRPr>
          </a:p>
        </p:txBody>
      </p:sp>
      <p:sp>
        <p:nvSpPr>
          <p:cNvPr id="40" name="直角三角形 39"/>
          <p:cNvSpPr/>
          <p:nvPr/>
        </p:nvSpPr>
        <p:spPr>
          <a:xfrm flipH="1">
            <a:off x="9623384" y="5007505"/>
            <a:ext cx="229275" cy="229275"/>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1"/>
              </a:solidFill>
            </a:endParaRPr>
          </a:p>
        </p:txBody>
      </p:sp>
    </p:spTree>
    <p:extLst>
      <p:ext uri="{BB962C8B-B14F-4D97-AF65-F5344CB8AC3E}">
        <p14:creationId xmlns:p14="http://schemas.microsoft.com/office/powerpoint/2010/main" val="37969315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2_标题幻灯片">
    <p:spTree>
      <p:nvGrpSpPr>
        <p:cNvPr id="1" name=""/>
        <p:cNvGrpSpPr/>
        <p:nvPr/>
      </p:nvGrpSpPr>
      <p:grpSpPr>
        <a:xfrm>
          <a:off x="0" y="0"/>
          <a:ext cx="0" cy="0"/>
          <a:chOff x="0" y="0"/>
          <a:chExt cx="0" cy="0"/>
        </a:xfrm>
      </p:grpSpPr>
      <p:sp>
        <p:nvSpPr>
          <p:cNvPr id="28" name="矩形: 圆角 27"/>
          <p:cNvSpPr/>
          <p:nvPr/>
        </p:nvSpPr>
        <p:spPr>
          <a:xfrm>
            <a:off x="1804988" y="1238249"/>
            <a:ext cx="8582025" cy="4381502"/>
          </a:xfrm>
          <a:prstGeom prst="roundRect">
            <a:avLst>
              <a:gd name="adj" fmla="val 10270"/>
            </a:avLst>
          </a:prstGeom>
          <a:solidFill>
            <a:srgbClr val="083B5E"/>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dirty="0"/>
          </a:p>
        </p:txBody>
      </p:sp>
      <p:sp>
        <p:nvSpPr>
          <p:cNvPr id="47" name="矩形 46"/>
          <p:cNvSpPr/>
          <p:nvPr/>
        </p:nvSpPr>
        <p:spPr>
          <a:xfrm>
            <a:off x="2382811" y="1236586"/>
            <a:ext cx="1041400" cy="2349645"/>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dirty="0"/>
          </a:p>
        </p:txBody>
      </p:sp>
      <p:sp>
        <p:nvSpPr>
          <p:cNvPr id="48" name="箭头: V 形 47"/>
          <p:cNvSpPr/>
          <p:nvPr/>
        </p:nvSpPr>
        <p:spPr>
          <a:xfrm rot="16200000">
            <a:off x="2346397" y="3081437"/>
            <a:ext cx="1114224" cy="1041399"/>
          </a:xfrm>
          <a:prstGeom prst="chevron">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dirty="0">
              <a:solidFill>
                <a:schemeClr val="tx1"/>
              </a:solidFill>
            </a:endParaRPr>
          </a:p>
        </p:txBody>
      </p:sp>
      <p:sp>
        <p:nvSpPr>
          <p:cNvPr id="49" name="文本框 48"/>
          <p:cNvSpPr txBox="1"/>
          <p:nvPr/>
        </p:nvSpPr>
        <p:spPr>
          <a:xfrm>
            <a:off x="2429808" y="1806775"/>
            <a:ext cx="923330" cy="1538883"/>
          </a:xfrm>
          <a:prstGeom prst="rect">
            <a:avLst/>
          </a:prstGeom>
          <a:noFill/>
        </p:spPr>
        <p:txBody>
          <a:bodyPr vert="eaVert" wrap="none" lIns="0" tIns="0" rIns="0" bIns="0" rtlCol="0" anchor="t">
            <a:spAutoFit/>
          </a:bodyPr>
          <a:lstStyle/>
          <a:p>
            <a:pPr algn="l"/>
            <a:r>
              <a:rPr lang="zh-CN" altLang="en-US" sz="6000" dirty="0">
                <a:solidFill>
                  <a:schemeClr val="bg1"/>
                </a:solidFill>
              </a:rPr>
              <a:t>目录</a:t>
            </a:r>
          </a:p>
        </p:txBody>
      </p:sp>
      <p:sp>
        <p:nvSpPr>
          <p:cNvPr id="50" name="文本框 49"/>
          <p:cNvSpPr txBox="1"/>
          <p:nvPr/>
        </p:nvSpPr>
        <p:spPr>
          <a:xfrm>
            <a:off x="2374986" y="4412874"/>
            <a:ext cx="1075615" cy="246221"/>
          </a:xfrm>
          <a:prstGeom prst="rect">
            <a:avLst/>
          </a:prstGeom>
          <a:noFill/>
        </p:spPr>
        <p:txBody>
          <a:bodyPr vert="horz" wrap="none" lIns="0" tIns="0" rIns="0" bIns="0" rtlCol="0" anchor="t">
            <a:spAutoFit/>
          </a:bodyPr>
          <a:lstStyle/>
          <a:p>
            <a:pPr algn="l"/>
            <a:r>
              <a:rPr lang="en-US" altLang="zh-CN" sz="1600" dirty="0">
                <a:solidFill>
                  <a:schemeClr val="bg1"/>
                </a:solidFill>
              </a:rPr>
              <a:t>CONTENTS</a:t>
            </a:r>
            <a:endParaRPr lang="zh-CN" altLang="en-US" sz="1600" dirty="0">
              <a:solidFill>
                <a:schemeClr val="bg1"/>
              </a:solidFill>
            </a:endParaRPr>
          </a:p>
        </p:txBody>
      </p:sp>
    </p:spTree>
    <p:extLst>
      <p:ext uri="{BB962C8B-B14F-4D97-AF65-F5344CB8AC3E}">
        <p14:creationId xmlns:p14="http://schemas.microsoft.com/office/powerpoint/2010/main" val="12359621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标题幻灯片">
    <p:spTree>
      <p:nvGrpSpPr>
        <p:cNvPr id="1" name=""/>
        <p:cNvGrpSpPr/>
        <p:nvPr/>
      </p:nvGrpSpPr>
      <p:grpSpPr>
        <a:xfrm>
          <a:off x="0" y="0"/>
          <a:ext cx="0" cy="0"/>
          <a:chOff x="0" y="0"/>
          <a:chExt cx="0" cy="0"/>
        </a:xfrm>
      </p:grpSpPr>
      <p:grpSp>
        <p:nvGrpSpPr>
          <p:cNvPr id="11" name="组合 10"/>
          <p:cNvGrpSpPr/>
          <p:nvPr/>
        </p:nvGrpSpPr>
        <p:grpSpPr>
          <a:xfrm>
            <a:off x="5423533" y="1111885"/>
            <a:ext cx="1292800" cy="551590"/>
            <a:chOff x="1678849" y="4526839"/>
            <a:chExt cx="1924050" cy="905586"/>
          </a:xfrm>
        </p:grpSpPr>
        <p:pic>
          <p:nvPicPr>
            <p:cNvPr id="12" name="图片 11"/>
            <p:cNvPicPr>
              <a:picLocks noChangeAspect="1"/>
            </p:cNvPicPr>
            <p:nvPr/>
          </p:nvPicPr>
          <p:blipFill>
            <a:blip r:embed="rId2"/>
            <a:stretch>
              <a:fillRect/>
            </a:stretch>
          </p:blipFill>
          <p:spPr>
            <a:xfrm>
              <a:off x="2222456" y="4805814"/>
              <a:ext cx="841321" cy="626611"/>
            </a:xfrm>
            <a:prstGeom prst="rect">
              <a:avLst/>
            </a:prstGeom>
          </p:spPr>
        </p:pic>
        <p:grpSp>
          <p:nvGrpSpPr>
            <p:cNvPr id="13" name="组合 12"/>
            <p:cNvGrpSpPr/>
            <p:nvPr/>
          </p:nvGrpSpPr>
          <p:grpSpPr>
            <a:xfrm>
              <a:off x="1678849" y="4526839"/>
              <a:ext cx="1924050" cy="870092"/>
              <a:chOff x="-2243" y="91934"/>
              <a:chExt cx="1924050" cy="870092"/>
            </a:xfrm>
          </p:grpSpPr>
          <p:sp>
            <p:nvSpPr>
              <p:cNvPr id="14" name="Rectangle 40"/>
              <p:cNvSpPr/>
              <p:nvPr/>
            </p:nvSpPr>
            <p:spPr>
              <a:xfrm>
                <a:off x="1622424" y="901700"/>
                <a:ext cx="60327" cy="60326"/>
              </a:xfrm>
              <a:prstGeom prst="rect">
                <a:avLst/>
              </a:prstGeom>
              <a:solidFill>
                <a:srgbClr val="3A5569"/>
              </a:solidFill>
              <a:ln w="12700" cap="flat">
                <a:noFill/>
                <a:miter lim="400000"/>
              </a:ln>
              <a:effectLst/>
            </p:spPr>
            <p:txBody>
              <a:bodyPr wrap="square" lIns="91439" tIns="91439" rIns="91439" bIns="91439" numCol="1"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0" marR="0" indent="457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0" marR="0" indent="914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0" marR="0" indent="1371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0" marR="0" indent="18288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5pPr>
                <a:lvl6pPr marL="0" marR="0" indent="22860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6pPr>
                <a:lvl7pPr marL="0" marR="0" indent="2743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7pPr>
                <a:lvl8pPr marL="0" marR="0" indent="3200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8pPr>
                <a:lvl9pPr marL="0" marR="0" indent="3657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9pPr>
              </a:lstStyle>
              <a:p>
                <a:endParaRPr/>
              </a:p>
            </p:txBody>
          </p:sp>
          <p:sp>
            <p:nvSpPr>
              <p:cNvPr id="15" name="Rectangle 43"/>
              <p:cNvSpPr/>
              <p:nvPr/>
            </p:nvSpPr>
            <p:spPr>
              <a:xfrm>
                <a:off x="1622424" y="422273"/>
                <a:ext cx="60327" cy="479427"/>
              </a:xfrm>
              <a:prstGeom prst="rect">
                <a:avLst/>
              </a:prstGeom>
              <a:solidFill>
                <a:srgbClr val="F05F50"/>
              </a:solidFill>
              <a:ln w="12700" cap="flat">
                <a:noFill/>
                <a:miter lim="400000"/>
              </a:ln>
              <a:effectLst/>
            </p:spPr>
            <p:txBody>
              <a:bodyPr wrap="square" lIns="91439" tIns="91439" rIns="91439" bIns="91439" numCol="1"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0" marR="0" indent="457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0" marR="0" indent="914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0" marR="0" indent="1371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0" marR="0" indent="18288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5pPr>
                <a:lvl6pPr marL="0" marR="0" indent="22860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6pPr>
                <a:lvl7pPr marL="0" marR="0" indent="2743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7pPr>
                <a:lvl8pPr marL="0" marR="0" indent="3200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8pPr>
                <a:lvl9pPr marL="0" marR="0" indent="3657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9pPr>
              </a:lstStyle>
              <a:p>
                <a:endParaRPr/>
              </a:p>
            </p:txBody>
          </p:sp>
          <p:sp>
            <p:nvSpPr>
              <p:cNvPr id="16" name="Freeform 44"/>
              <p:cNvSpPr/>
              <p:nvPr/>
            </p:nvSpPr>
            <p:spPr>
              <a:xfrm>
                <a:off x="-2243" y="91934"/>
                <a:ext cx="1924050" cy="619306"/>
              </a:xfrm>
              <a:custGeom>
                <a:avLst/>
                <a:gdLst/>
                <a:ahLst/>
                <a:cxnLst>
                  <a:cxn ang="0">
                    <a:pos x="wd2" y="hd2"/>
                  </a:cxn>
                  <a:cxn ang="5400000">
                    <a:pos x="wd2" y="hd2"/>
                  </a:cxn>
                  <a:cxn ang="10800000">
                    <a:pos x="wd2" y="hd2"/>
                  </a:cxn>
                  <a:cxn ang="16200000">
                    <a:pos x="wd2" y="hd2"/>
                  </a:cxn>
                </a:cxnLst>
                <a:rect l="0" t="0" r="r" b="b"/>
                <a:pathLst>
                  <a:path w="21600" h="21600" extrusionOk="0">
                    <a:moveTo>
                      <a:pt x="10800" y="21600"/>
                    </a:moveTo>
                    <a:lnTo>
                      <a:pt x="0" y="10848"/>
                    </a:lnTo>
                    <a:lnTo>
                      <a:pt x="10800" y="0"/>
                    </a:lnTo>
                    <a:lnTo>
                      <a:pt x="21600" y="10848"/>
                    </a:lnTo>
                    <a:lnTo>
                      <a:pt x="10800" y="21600"/>
                    </a:lnTo>
                    <a:close/>
                  </a:path>
                </a:pathLst>
              </a:custGeom>
              <a:solidFill>
                <a:srgbClr val="647A8A"/>
              </a:solidFill>
              <a:ln w="12700" cap="flat">
                <a:noFill/>
                <a:miter lim="400000"/>
              </a:ln>
              <a:effectLst/>
            </p:spPr>
            <p:txBody>
              <a:bodyPr wrap="square" lIns="91439" tIns="91439" rIns="91439" bIns="91439" numCol="1"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0" marR="0" indent="457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0" marR="0" indent="914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0" marR="0" indent="1371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0" marR="0" indent="18288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5pPr>
                <a:lvl6pPr marL="0" marR="0" indent="22860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6pPr>
                <a:lvl7pPr marL="0" marR="0" indent="2743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7pPr>
                <a:lvl8pPr marL="0" marR="0" indent="3200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8pPr>
                <a:lvl9pPr marL="0" marR="0" indent="3657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9pPr>
              </a:lstStyle>
              <a:p>
                <a:endParaRPr/>
              </a:p>
            </p:txBody>
          </p:sp>
          <p:sp>
            <p:nvSpPr>
              <p:cNvPr id="17" name="Oval 45"/>
              <p:cNvSpPr/>
              <p:nvPr/>
            </p:nvSpPr>
            <p:spPr>
              <a:xfrm>
                <a:off x="901700" y="330200"/>
                <a:ext cx="120652" cy="60329"/>
              </a:xfrm>
              <a:prstGeom prst="ellipse">
                <a:avLst/>
              </a:prstGeom>
              <a:solidFill>
                <a:srgbClr val="3A5569"/>
              </a:solidFill>
              <a:ln w="12700" cap="flat">
                <a:noFill/>
                <a:miter lim="400000"/>
              </a:ln>
              <a:effectLst/>
            </p:spPr>
            <p:txBody>
              <a:bodyPr wrap="square" lIns="91439" tIns="91439" rIns="91439" bIns="91439" numCol="1"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0" marR="0" indent="457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0" marR="0" indent="914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0" marR="0" indent="1371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0" marR="0" indent="18288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5pPr>
                <a:lvl6pPr marL="0" marR="0" indent="22860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6pPr>
                <a:lvl7pPr marL="0" marR="0" indent="2743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7pPr>
                <a:lvl8pPr marL="0" marR="0" indent="3200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8pPr>
                <a:lvl9pPr marL="0" marR="0" indent="3657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9pPr>
              </a:lstStyle>
              <a:p>
                <a:endParaRPr/>
              </a:p>
            </p:txBody>
          </p:sp>
        </p:grpSp>
      </p:grpSp>
      <p:cxnSp>
        <p:nvCxnSpPr>
          <p:cNvPr id="20" name="直接连接符 19"/>
          <p:cNvCxnSpPr/>
          <p:nvPr/>
        </p:nvCxnSpPr>
        <p:spPr>
          <a:xfrm flipH="1">
            <a:off x="2501900" y="3996560"/>
            <a:ext cx="1430020" cy="0"/>
          </a:xfrm>
          <a:prstGeom prst="line">
            <a:avLst/>
          </a:prstGeom>
          <a:ln w="19050">
            <a:solidFill>
              <a:schemeClr val="accent1">
                <a:lumMod val="10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8284464" y="3996560"/>
            <a:ext cx="1430020" cy="0"/>
          </a:xfrm>
          <a:prstGeom prst="line">
            <a:avLst/>
          </a:prstGeom>
          <a:ln w="19050">
            <a:solidFill>
              <a:schemeClr val="accent1">
                <a:lumMod val="10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61587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cxnSp>
        <p:nvCxnSpPr>
          <p:cNvPr id="3" name="Connector 16">
            <a:extLst>
              <a:ext uri="{FF2B5EF4-FFF2-40B4-BE49-F238E27FC236}">
                <a16:creationId xmlns:a16="http://schemas.microsoft.com/office/drawing/2014/main" id="{2BA872FF-D57A-E66F-A590-0DD2972C1AD3}"/>
              </a:ext>
            </a:extLst>
          </p:cNvPr>
          <p:cNvCxnSpPr/>
          <p:nvPr/>
        </p:nvCxnSpPr>
        <p:spPr>
          <a:xfrm rot="10739157">
            <a:off x="2501844" y="4000500"/>
            <a:ext cx="1435156" cy="12700"/>
          </a:xfrm>
          <a:prstGeom prst="line">
            <a:avLst/>
          </a:prstGeom>
          <a:solidFill>
            <a:srgbClr val="DEE0E3">
              <a:alpha val="100000"/>
            </a:srgbClr>
          </a:solidFill>
          <a:ln w="12700" cap="flat" cmpd="sng">
            <a:solidFill>
              <a:srgbClr val="26476A">
                <a:alpha val="100000"/>
              </a:srgbClr>
            </a:solidFill>
            <a:prstDash val="solid"/>
            <a:miter lim="10000000"/>
            <a:headEnd type="none" w="med" len="med"/>
            <a:tailEnd type="none" w="med" len="med"/>
          </a:ln>
        </p:spPr>
      </p:cxnSp>
      <p:cxnSp>
        <p:nvCxnSpPr>
          <p:cNvPr id="4" name="Connector 17">
            <a:extLst>
              <a:ext uri="{FF2B5EF4-FFF2-40B4-BE49-F238E27FC236}">
                <a16:creationId xmlns:a16="http://schemas.microsoft.com/office/drawing/2014/main" id="{B72F5999-8D01-F5EB-4497-20EED7FFC857}"/>
              </a:ext>
            </a:extLst>
          </p:cNvPr>
          <p:cNvCxnSpPr/>
          <p:nvPr/>
        </p:nvCxnSpPr>
        <p:spPr>
          <a:xfrm rot="10739157">
            <a:off x="8280344" y="4000500"/>
            <a:ext cx="1435156" cy="12700"/>
          </a:xfrm>
          <a:prstGeom prst="line">
            <a:avLst/>
          </a:prstGeom>
          <a:solidFill>
            <a:srgbClr val="DEE0E3">
              <a:alpha val="100000"/>
            </a:srgbClr>
          </a:solidFill>
          <a:ln w="12700" cap="flat" cmpd="sng">
            <a:solidFill>
              <a:srgbClr val="26476A">
                <a:alpha val="100000"/>
              </a:srgbClr>
            </a:solidFill>
            <a:prstDash val="solid"/>
            <a:miter lim="10000000"/>
            <a:headEnd type="none" w="med" len="med"/>
            <a:tailEnd type="none" w="med" len="med"/>
          </a:ln>
        </p:spPr>
      </p:cxnSp>
      <p:sp>
        <p:nvSpPr>
          <p:cNvPr id="5" name="AutoShape 18">
            <a:extLst>
              <a:ext uri="{FF2B5EF4-FFF2-40B4-BE49-F238E27FC236}">
                <a16:creationId xmlns:a16="http://schemas.microsoft.com/office/drawing/2014/main" id="{DB27A922-6DC8-7216-5DBF-0CE92AB2F1D4}"/>
              </a:ext>
            </a:extLst>
          </p:cNvPr>
          <p:cNvSpPr/>
          <p:nvPr/>
        </p:nvSpPr>
        <p:spPr>
          <a:xfrm>
            <a:off x="2794000" y="2616200"/>
            <a:ext cx="6604000" cy="1104900"/>
          </a:xfrm>
          <a:prstGeom prst="rect">
            <a:avLst/>
          </a:prstGeom>
          <a:noFill/>
          <a:ln w="12700" cap="flat" cmpd="sng">
            <a:noFill/>
            <a:prstDash val="solid"/>
            <a:round/>
          </a:ln>
        </p:spPr>
        <p:txBody>
          <a:bodyPr vert="horz" wrap="none" lIns="0" tIns="0" rIns="0" bIns="0" rtlCol="0" anchor="t" anchorCtr="0"/>
          <a:lstStyle/>
          <a:p>
            <a:pPr marL="0" indent="0" algn="ctr">
              <a:lnSpc>
                <a:spcPct val="100000"/>
              </a:lnSpc>
              <a:defRPr/>
            </a:pPr>
            <a:endParaRPr lang="en-US" sz="1100" dirty="0"/>
          </a:p>
        </p:txBody>
      </p:sp>
      <p:sp>
        <p:nvSpPr>
          <p:cNvPr id="6" name="AutoShape 19">
            <a:extLst>
              <a:ext uri="{FF2B5EF4-FFF2-40B4-BE49-F238E27FC236}">
                <a16:creationId xmlns:a16="http://schemas.microsoft.com/office/drawing/2014/main" id="{00902952-820D-3028-5E3B-6BA7398D1C82}"/>
              </a:ext>
            </a:extLst>
          </p:cNvPr>
          <p:cNvSpPr/>
          <p:nvPr/>
        </p:nvSpPr>
        <p:spPr>
          <a:xfrm>
            <a:off x="5168900" y="3810000"/>
            <a:ext cx="1841500" cy="368300"/>
          </a:xfrm>
          <a:prstGeom prst="rect">
            <a:avLst/>
          </a:prstGeom>
          <a:noFill/>
          <a:ln w="12700" cap="flat" cmpd="sng">
            <a:noFill/>
            <a:prstDash val="solid"/>
            <a:round/>
          </a:ln>
        </p:spPr>
        <p:txBody>
          <a:bodyPr vert="horz" wrap="none" lIns="0" tIns="0" rIns="0" bIns="0" rtlCol="0" anchor="t" anchorCtr="0"/>
          <a:lstStyle/>
          <a:p>
            <a:pPr marL="0" indent="0" algn="ctr">
              <a:lnSpc>
                <a:spcPct val="100000"/>
              </a:lnSpc>
              <a:defRPr/>
            </a:pPr>
            <a:r>
              <a:rPr lang="en-US" sz="2400" b="0" i="0" u="none" strike="noStrike">
                <a:solidFill>
                  <a:srgbClr val="26476A"/>
                </a:solidFill>
                <a:latin typeface="Noto Sans SC"/>
                <a:ea typeface="Noto Sans SC"/>
                <a:cs typeface="Noto Sans SC"/>
                <a:sym typeface="Noto Sans SC"/>
              </a:rPr>
              <a:t>THANKS</a:t>
            </a:r>
            <a:endParaRPr lang="en-US" sz="1100"/>
          </a:p>
        </p:txBody>
      </p:sp>
      <p:sp>
        <p:nvSpPr>
          <p:cNvPr id="7" name="AutoShape 20">
            <a:extLst>
              <a:ext uri="{FF2B5EF4-FFF2-40B4-BE49-F238E27FC236}">
                <a16:creationId xmlns:a16="http://schemas.microsoft.com/office/drawing/2014/main" id="{EAB3F337-91A1-1454-6295-E0EFC812B30E}"/>
              </a:ext>
            </a:extLst>
          </p:cNvPr>
          <p:cNvSpPr/>
          <p:nvPr/>
        </p:nvSpPr>
        <p:spPr>
          <a:xfrm>
            <a:off x="4330700" y="4635500"/>
            <a:ext cx="165100" cy="1651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21">
            <a:extLst>
              <a:ext uri="{FF2B5EF4-FFF2-40B4-BE49-F238E27FC236}">
                <a16:creationId xmlns:a16="http://schemas.microsoft.com/office/drawing/2014/main" id="{A376A097-1993-C3DF-435B-74D640349EF8}"/>
              </a:ext>
            </a:extLst>
          </p:cNvPr>
          <p:cNvSpPr/>
          <p:nvPr/>
        </p:nvSpPr>
        <p:spPr>
          <a:xfrm>
            <a:off x="4648200" y="4584700"/>
            <a:ext cx="2540000" cy="317500"/>
          </a:xfrm>
          <a:prstGeom prst="rect">
            <a:avLst/>
          </a:prstGeom>
          <a:noFill/>
          <a:ln w="12700" cap="flat" cmpd="sng">
            <a:noFill/>
            <a:prstDash val="solid"/>
            <a:round/>
          </a:ln>
        </p:spPr>
        <p:txBody>
          <a:bodyPr vert="horz" wrap="none" lIns="0" tIns="0" rIns="0" bIns="0" rtlCol="0" anchor="t" anchorCtr="0"/>
          <a:lstStyle/>
          <a:p>
            <a:pPr marL="0" indent="0" algn="l">
              <a:lnSpc>
                <a:spcPct val="100000"/>
              </a:lnSpc>
              <a:defRPr/>
            </a:pPr>
            <a:endParaRPr lang="en-US" sz="1100" dirty="0"/>
          </a:p>
        </p:txBody>
      </p:sp>
      <p:sp>
        <p:nvSpPr>
          <p:cNvPr id="9" name="AutoShape 22">
            <a:extLst>
              <a:ext uri="{FF2B5EF4-FFF2-40B4-BE49-F238E27FC236}">
                <a16:creationId xmlns:a16="http://schemas.microsoft.com/office/drawing/2014/main" id="{87165766-B8A9-85BE-BC61-27AE8BE9000D}"/>
              </a:ext>
            </a:extLst>
          </p:cNvPr>
          <p:cNvSpPr/>
          <p:nvPr/>
        </p:nvSpPr>
        <p:spPr>
          <a:xfrm>
            <a:off x="4330700" y="5080000"/>
            <a:ext cx="165100" cy="1651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23">
            <a:extLst>
              <a:ext uri="{FF2B5EF4-FFF2-40B4-BE49-F238E27FC236}">
                <a16:creationId xmlns:a16="http://schemas.microsoft.com/office/drawing/2014/main" id="{ECAE423B-7C55-6B5A-1BD9-8BA7DBCAA443}"/>
              </a:ext>
            </a:extLst>
          </p:cNvPr>
          <p:cNvSpPr/>
          <p:nvPr/>
        </p:nvSpPr>
        <p:spPr>
          <a:xfrm>
            <a:off x="4648200" y="5029200"/>
            <a:ext cx="4064000" cy="317500"/>
          </a:xfrm>
          <a:prstGeom prst="rect">
            <a:avLst/>
          </a:prstGeom>
          <a:noFill/>
          <a:ln w="12700" cap="flat" cmpd="sng">
            <a:noFill/>
            <a:prstDash val="solid"/>
            <a:round/>
          </a:ln>
        </p:spPr>
        <p:txBody>
          <a:bodyPr vert="horz" wrap="none" lIns="0" tIns="0" rIns="0" bIns="0" rtlCol="0" anchor="t" anchorCtr="0"/>
          <a:lstStyle/>
          <a:p>
            <a:pPr marL="0" indent="0" algn="l">
              <a:lnSpc>
                <a:spcPct val="100000"/>
              </a:lnSpc>
              <a:defRPr/>
            </a:pPr>
            <a:endParaRPr lang="en-US" sz="1100" dirty="0"/>
          </a:p>
        </p:txBody>
      </p:sp>
      <p:sp>
        <p:nvSpPr>
          <p:cNvPr id="11" name="AutoShape 24">
            <a:extLst>
              <a:ext uri="{FF2B5EF4-FFF2-40B4-BE49-F238E27FC236}">
                <a16:creationId xmlns:a16="http://schemas.microsoft.com/office/drawing/2014/main" id="{E34DD8FC-1247-63F1-7FF1-941D322F8D15}"/>
              </a:ext>
            </a:extLst>
          </p:cNvPr>
          <p:cNvSpPr/>
          <p:nvPr/>
        </p:nvSpPr>
        <p:spPr>
          <a:xfrm>
            <a:off x="4330700" y="5524500"/>
            <a:ext cx="165100" cy="1651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25">
            <a:extLst>
              <a:ext uri="{FF2B5EF4-FFF2-40B4-BE49-F238E27FC236}">
                <a16:creationId xmlns:a16="http://schemas.microsoft.com/office/drawing/2014/main" id="{8CEA0E75-24CC-3010-F5C4-BC9963791E7F}"/>
              </a:ext>
            </a:extLst>
          </p:cNvPr>
          <p:cNvSpPr/>
          <p:nvPr/>
        </p:nvSpPr>
        <p:spPr>
          <a:xfrm>
            <a:off x="4648200" y="5473700"/>
            <a:ext cx="2540000" cy="317500"/>
          </a:xfrm>
          <a:prstGeom prst="rect">
            <a:avLst/>
          </a:prstGeom>
          <a:noFill/>
          <a:ln w="12700" cap="flat" cmpd="sng">
            <a:noFill/>
            <a:prstDash val="solid"/>
            <a:round/>
          </a:ln>
        </p:spPr>
        <p:txBody>
          <a:bodyPr vert="horz" wrap="none" lIns="0" tIns="0" rIns="0" bIns="0" rtlCol="0" anchor="t" anchorCtr="0"/>
          <a:lstStyle/>
          <a:p>
            <a:pPr marL="0" indent="0" algn="l">
              <a:lnSpc>
                <a:spcPct val="100000"/>
              </a:lnSpc>
              <a:defRPr/>
            </a:pPr>
            <a:endParaRPr lang="en-US" sz="1100" dirty="0"/>
          </a:p>
        </p:txBody>
      </p:sp>
    </p:spTree>
    <p:extLst>
      <p:ext uri="{BB962C8B-B14F-4D97-AF65-F5344CB8AC3E}">
        <p14:creationId xmlns:p14="http://schemas.microsoft.com/office/powerpoint/2010/main" val="124213852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985343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959945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5_标题幻灯片">
    <p:spTree>
      <p:nvGrpSpPr>
        <p:cNvPr id="1" name=""/>
        <p:cNvGrpSpPr/>
        <p:nvPr/>
      </p:nvGrpSpPr>
      <p:grpSpPr>
        <a:xfrm>
          <a:off x="0" y="0"/>
          <a:ext cx="0" cy="0"/>
          <a:chOff x="0" y="0"/>
          <a:chExt cx="0" cy="0"/>
        </a:xfrm>
      </p:grpSpPr>
      <p:sp>
        <p:nvSpPr>
          <p:cNvPr id="22" name="AutoShape 11">
            <a:extLst>
              <a:ext uri="{FF2B5EF4-FFF2-40B4-BE49-F238E27FC236}">
                <a16:creationId xmlns:a16="http://schemas.microsoft.com/office/drawing/2014/main" id="{777F70BD-4E4B-2EF1-27AA-1DF5A4C1665F}"/>
              </a:ext>
            </a:extLst>
          </p:cNvPr>
          <p:cNvSpPr/>
          <p:nvPr/>
        </p:nvSpPr>
        <p:spPr>
          <a:xfrm>
            <a:off x="1917700" y="2019300"/>
            <a:ext cx="927100" cy="9271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12">
            <a:extLst>
              <a:ext uri="{FF2B5EF4-FFF2-40B4-BE49-F238E27FC236}">
                <a16:creationId xmlns:a16="http://schemas.microsoft.com/office/drawing/2014/main" id="{EED6143E-96A9-84C4-F8F8-91BBF291BF6E}"/>
              </a:ext>
            </a:extLst>
          </p:cNvPr>
          <p:cNvSpPr/>
          <p:nvPr/>
        </p:nvSpPr>
        <p:spPr>
          <a:xfrm>
            <a:off x="1333500" y="2501900"/>
            <a:ext cx="2082800" cy="3086100"/>
          </a:xfrm>
          <a:prstGeom prst="roundRect">
            <a:avLst>
              <a:gd name="adj" fmla="val 0"/>
            </a:avLst>
          </a:prstGeom>
          <a:noFill/>
          <a:ln w="12700" cap="flat" cmpd="sng">
            <a:solidFill>
              <a:srgbClr val="26476A">
                <a:alpha val="100000"/>
              </a:srgbClr>
            </a:solidFill>
            <a:prstDash val="solid"/>
            <a:miter lim="10000000"/>
          </a:ln>
        </p:spPr>
        <p:txBody>
          <a:bodyPr vert="horz" wrap="square" lIns="63500" tIns="63500" rIns="63500" bIns="63500" rtlCol="0" anchor="ctr"/>
          <a:lstStyle/>
          <a:p>
            <a:pPr algn="ctr">
              <a:defRPr/>
            </a:pPr>
            <a:endParaRPr/>
          </a:p>
        </p:txBody>
      </p:sp>
      <p:sp>
        <p:nvSpPr>
          <p:cNvPr id="24" name="AutoShape 13">
            <a:extLst>
              <a:ext uri="{FF2B5EF4-FFF2-40B4-BE49-F238E27FC236}">
                <a16:creationId xmlns:a16="http://schemas.microsoft.com/office/drawing/2014/main" id="{C4CCE2D0-7F92-2E3A-F775-376A9EE8B703}"/>
              </a:ext>
            </a:extLst>
          </p:cNvPr>
          <p:cNvSpPr/>
          <p:nvPr/>
        </p:nvSpPr>
        <p:spPr>
          <a:xfrm>
            <a:off x="1333500" y="5334000"/>
            <a:ext cx="2082800" cy="2413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14">
            <a:extLst>
              <a:ext uri="{FF2B5EF4-FFF2-40B4-BE49-F238E27FC236}">
                <a16:creationId xmlns:a16="http://schemas.microsoft.com/office/drawing/2014/main" id="{0DEEF6A3-776F-76F2-0C90-E0106FE24BD5}"/>
              </a:ext>
            </a:extLst>
          </p:cNvPr>
          <p:cNvSpPr/>
          <p:nvPr/>
        </p:nvSpPr>
        <p:spPr>
          <a:xfrm>
            <a:off x="4394200" y="2019300"/>
            <a:ext cx="927100" cy="927100"/>
          </a:xfrm>
          <a:prstGeom prst="ellipse">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15">
            <a:extLst>
              <a:ext uri="{FF2B5EF4-FFF2-40B4-BE49-F238E27FC236}">
                <a16:creationId xmlns:a16="http://schemas.microsoft.com/office/drawing/2014/main" id="{A3FBDAB0-A31A-CC72-8FDD-6336DBE22D99}"/>
              </a:ext>
            </a:extLst>
          </p:cNvPr>
          <p:cNvSpPr/>
          <p:nvPr/>
        </p:nvSpPr>
        <p:spPr>
          <a:xfrm>
            <a:off x="3810000" y="2501900"/>
            <a:ext cx="2082800" cy="3086100"/>
          </a:xfrm>
          <a:prstGeom prst="roundRect">
            <a:avLst>
              <a:gd name="adj" fmla="val 0"/>
            </a:avLst>
          </a:prstGeom>
          <a:noFill/>
          <a:ln w="12700" cap="flat" cmpd="sng">
            <a:solidFill>
              <a:srgbClr val="009DD9">
                <a:alpha val="100000"/>
              </a:srgbClr>
            </a:solidFill>
            <a:prstDash val="solid"/>
            <a:miter lim="10000000"/>
          </a:ln>
        </p:spPr>
        <p:txBody>
          <a:bodyPr vert="horz" wrap="square" lIns="63500" tIns="63500" rIns="63500" bIns="63500" rtlCol="0" anchor="ctr"/>
          <a:lstStyle/>
          <a:p>
            <a:pPr algn="ctr">
              <a:defRPr/>
            </a:pPr>
            <a:endParaRPr/>
          </a:p>
        </p:txBody>
      </p:sp>
      <p:sp>
        <p:nvSpPr>
          <p:cNvPr id="27" name="AutoShape 16">
            <a:extLst>
              <a:ext uri="{FF2B5EF4-FFF2-40B4-BE49-F238E27FC236}">
                <a16:creationId xmlns:a16="http://schemas.microsoft.com/office/drawing/2014/main" id="{C7AD95B7-C8FB-F636-D520-ADBAF4BC96A1}"/>
              </a:ext>
            </a:extLst>
          </p:cNvPr>
          <p:cNvSpPr/>
          <p:nvPr/>
        </p:nvSpPr>
        <p:spPr>
          <a:xfrm>
            <a:off x="3810000" y="5334000"/>
            <a:ext cx="2082800" cy="241300"/>
          </a:xfrm>
          <a:prstGeom prst="roundRect">
            <a:avLst>
              <a:gd name="adj" fmla="val 0"/>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17">
            <a:extLst>
              <a:ext uri="{FF2B5EF4-FFF2-40B4-BE49-F238E27FC236}">
                <a16:creationId xmlns:a16="http://schemas.microsoft.com/office/drawing/2014/main" id="{B98BD100-8E6C-E393-4828-AC699115079E}"/>
              </a:ext>
            </a:extLst>
          </p:cNvPr>
          <p:cNvSpPr/>
          <p:nvPr/>
        </p:nvSpPr>
        <p:spPr>
          <a:xfrm>
            <a:off x="6870700" y="2019300"/>
            <a:ext cx="927100" cy="9271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18">
            <a:extLst>
              <a:ext uri="{FF2B5EF4-FFF2-40B4-BE49-F238E27FC236}">
                <a16:creationId xmlns:a16="http://schemas.microsoft.com/office/drawing/2014/main" id="{5626A40E-E729-C60B-448F-96058EE6936D}"/>
              </a:ext>
            </a:extLst>
          </p:cNvPr>
          <p:cNvSpPr/>
          <p:nvPr/>
        </p:nvSpPr>
        <p:spPr>
          <a:xfrm>
            <a:off x="6299200" y="2501900"/>
            <a:ext cx="2082800" cy="3086100"/>
          </a:xfrm>
          <a:prstGeom prst="roundRect">
            <a:avLst>
              <a:gd name="adj" fmla="val 0"/>
            </a:avLst>
          </a:prstGeom>
          <a:noFill/>
          <a:ln w="12700" cap="flat" cmpd="sng">
            <a:solidFill>
              <a:srgbClr val="26476A">
                <a:alpha val="100000"/>
              </a:srgbClr>
            </a:solidFill>
            <a:prstDash val="solid"/>
            <a:miter lim="10000000"/>
          </a:ln>
        </p:spPr>
        <p:txBody>
          <a:bodyPr vert="horz" wrap="square" lIns="63500" tIns="63500" rIns="63500" bIns="63500" rtlCol="0" anchor="ctr"/>
          <a:lstStyle/>
          <a:p>
            <a:pPr algn="ctr">
              <a:defRPr/>
            </a:pPr>
            <a:endParaRPr/>
          </a:p>
        </p:txBody>
      </p:sp>
      <p:sp>
        <p:nvSpPr>
          <p:cNvPr id="30" name="AutoShape 19">
            <a:extLst>
              <a:ext uri="{FF2B5EF4-FFF2-40B4-BE49-F238E27FC236}">
                <a16:creationId xmlns:a16="http://schemas.microsoft.com/office/drawing/2014/main" id="{DD2FA33B-F1B4-F0F3-6C16-93712B192CB8}"/>
              </a:ext>
            </a:extLst>
          </p:cNvPr>
          <p:cNvSpPr/>
          <p:nvPr/>
        </p:nvSpPr>
        <p:spPr>
          <a:xfrm>
            <a:off x="6299200" y="5334000"/>
            <a:ext cx="2082800" cy="2413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AutoShape 20">
            <a:extLst>
              <a:ext uri="{FF2B5EF4-FFF2-40B4-BE49-F238E27FC236}">
                <a16:creationId xmlns:a16="http://schemas.microsoft.com/office/drawing/2014/main" id="{01C81C89-FBBE-D01B-0EEF-15DB16FE0C28}"/>
              </a:ext>
            </a:extLst>
          </p:cNvPr>
          <p:cNvSpPr/>
          <p:nvPr/>
        </p:nvSpPr>
        <p:spPr>
          <a:xfrm>
            <a:off x="9359900" y="2019300"/>
            <a:ext cx="927100" cy="927100"/>
          </a:xfrm>
          <a:prstGeom prst="ellipse">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AutoShape 21">
            <a:extLst>
              <a:ext uri="{FF2B5EF4-FFF2-40B4-BE49-F238E27FC236}">
                <a16:creationId xmlns:a16="http://schemas.microsoft.com/office/drawing/2014/main" id="{0E9827E6-630D-19EE-F0FE-73626FB2EDDA}"/>
              </a:ext>
            </a:extLst>
          </p:cNvPr>
          <p:cNvSpPr/>
          <p:nvPr/>
        </p:nvSpPr>
        <p:spPr>
          <a:xfrm>
            <a:off x="8775700" y="2501900"/>
            <a:ext cx="2082800" cy="3086100"/>
          </a:xfrm>
          <a:prstGeom prst="roundRect">
            <a:avLst>
              <a:gd name="adj" fmla="val 0"/>
            </a:avLst>
          </a:prstGeom>
          <a:noFill/>
          <a:ln w="12700" cap="flat" cmpd="sng">
            <a:solidFill>
              <a:srgbClr val="009DD9">
                <a:alpha val="100000"/>
              </a:srgbClr>
            </a:solidFill>
            <a:prstDash val="solid"/>
            <a:miter lim="10000000"/>
          </a:ln>
        </p:spPr>
        <p:txBody>
          <a:bodyPr vert="horz" wrap="square" lIns="63500" tIns="63500" rIns="63500" bIns="63500" rtlCol="0" anchor="ctr"/>
          <a:lstStyle/>
          <a:p>
            <a:pPr algn="ctr">
              <a:defRPr/>
            </a:pPr>
            <a:endParaRPr/>
          </a:p>
        </p:txBody>
      </p:sp>
      <p:sp>
        <p:nvSpPr>
          <p:cNvPr id="33" name="AutoShape 22">
            <a:extLst>
              <a:ext uri="{FF2B5EF4-FFF2-40B4-BE49-F238E27FC236}">
                <a16:creationId xmlns:a16="http://schemas.microsoft.com/office/drawing/2014/main" id="{BAEF8623-1D15-BDAC-1583-183584CFEA1A}"/>
              </a:ext>
            </a:extLst>
          </p:cNvPr>
          <p:cNvSpPr/>
          <p:nvPr/>
        </p:nvSpPr>
        <p:spPr>
          <a:xfrm>
            <a:off x="8775700" y="5334000"/>
            <a:ext cx="2082800" cy="241300"/>
          </a:xfrm>
          <a:prstGeom prst="roundRect">
            <a:avLst>
              <a:gd name="adj" fmla="val 0"/>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34" name="Connector 23">
            <a:extLst>
              <a:ext uri="{FF2B5EF4-FFF2-40B4-BE49-F238E27FC236}">
                <a16:creationId xmlns:a16="http://schemas.microsoft.com/office/drawing/2014/main" id="{06F4D476-40EE-C2CF-3CE3-7B43AC852482}"/>
              </a:ext>
            </a:extLst>
          </p:cNvPr>
          <p:cNvCxnSpPr/>
          <p:nvPr/>
        </p:nvCxnSpPr>
        <p:spPr>
          <a:xfrm>
            <a:off x="2374900" y="2019300"/>
            <a:ext cx="7442211" cy="12700"/>
          </a:xfrm>
          <a:prstGeom prst="line">
            <a:avLst/>
          </a:prstGeom>
          <a:solidFill>
            <a:srgbClr val="DEE0E3">
              <a:alpha val="100000"/>
            </a:srgbClr>
          </a:solidFill>
          <a:ln w="12700" cap="flat" cmpd="sng">
            <a:solidFill>
              <a:srgbClr val="26476A">
                <a:alpha val="100000"/>
              </a:srgbClr>
            </a:solidFill>
            <a:prstDash val="solid"/>
            <a:miter lim="10000000"/>
            <a:headEnd type="none" w="med" len="med"/>
            <a:tailEnd type="none" w="med" len="med"/>
          </a:ln>
        </p:spPr>
      </p:cxnSp>
      <p:sp>
        <p:nvSpPr>
          <p:cNvPr id="35" name="AutoShape 24">
            <a:extLst>
              <a:ext uri="{FF2B5EF4-FFF2-40B4-BE49-F238E27FC236}">
                <a16:creationId xmlns:a16="http://schemas.microsoft.com/office/drawing/2014/main" id="{516F39C7-22F4-4A60-46AE-95E999A6693A}"/>
              </a:ext>
            </a:extLst>
          </p:cNvPr>
          <p:cNvSpPr/>
          <p:nvPr/>
        </p:nvSpPr>
        <p:spPr>
          <a:xfrm>
            <a:off x="1524000" y="3771900"/>
            <a:ext cx="18542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36" name="AutoShape 25">
            <a:extLst>
              <a:ext uri="{FF2B5EF4-FFF2-40B4-BE49-F238E27FC236}">
                <a16:creationId xmlns:a16="http://schemas.microsoft.com/office/drawing/2014/main" id="{D6F5603A-9C05-D62F-34CF-35766B53B9DE}"/>
              </a:ext>
            </a:extLst>
          </p:cNvPr>
          <p:cNvSpPr/>
          <p:nvPr/>
        </p:nvSpPr>
        <p:spPr>
          <a:xfrm>
            <a:off x="1485900" y="3124200"/>
            <a:ext cx="1841500" cy="6477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endParaRPr lang="en-US" sz="1600" b="1" i="0" u="none" strike="noStrike" dirty="0">
              <a:solidFill>
                <a:srgbClr val="26476A"/>
              </a:solidFill>
              <a:latin typeface="Noto Sans SC"/>
              <a:ea typeface="Noto Sans SC"/>
              <a:cs typeface="Noto Sans SC"/>
              <a:sym typeface="Noto Sans SC"/>
            </a:endParaRPr>
          </a:p>
        </p:txBody>
      </p:sp>
      <p:sp>
        <p:nvSpPr>
          <p:cNvPr id="37" name="AutoShape 26">
            <a:extLst>
              <a:ext uri="{FF2B5EF4-FFF2-40B4-BE49-F238E27FC236}">
                <a16:creationId xmlns:a16="http://schemas.microsoft.com/office/drawing/2014/main" id="{78BDF310-BF23-5AFA-C0C4-636823C464AB}"/>
              </a:ext>
            </a:extLst>
          </p:cNvPr>
          <p:cNvSpPr/>
          <p:nvPr/>
        </p:nvSpPr>
        <p:spPr>
          <a:xfrm>
            <a:off x="3949700" y="3124200"/>
            <a:ext cx="1841500" cy="6477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endParaRPr lang="en-US" sz="1600" b="1" i="0" u="none" strike="noStrike" dirty="0">
              <a:solidFill>
                <a:srgbClr val="26476A"/>
              </a:solidFill>
              <a:latin typeface="Noto Sans SC"/>
              <a:ea typeface="Noto Sans SC"/>
              <a:cs typeface="Noto Sans SC"/>
              <a:sym typeface="Noto Sans SC"/>
            </a:endParaRPr>
          </a:p>
        </p:txBody>
      </p:sp>
      <p:sp>
        <p:nvSpPr>
          <p:cNvPr id="38" name="AutoShape 27">
            <a:extLst>
              <a:ext uri="{FF2B5EF4-FFF2-40B4-BE49-F238E27FC236}">
                <a16:creationId xmlns:a16="http://schemas.microsoft.com/office/drawing/2014/main" id="{8B9EDDAF-9CB2-2E90-8449-1AC9D613EDF2}"/>
              </a:ext>
            </a:extLst>
          </p:cNvPr>
          <p:cNvSpPr/>
          <p:nvPr/>
        </p:nvSpPr>
        <p:spPr>
          <a:xfrm>
            <a:off x="6451600" y="3124200"/>
            <a:ext cx="1803400" cy="927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endParaRPr lang="en-US" sz="1600" b="1" i="0" u="none" strike="noStrike" dirty="0">
              <a:solidFill>
                <a:srgbClr val="26476A"/>
              </a:solidFill>
              <a:latin typeface="Noto Sans SC"/>
              <a:ea typeface="Noto Sans SC"/>
              <a:cs typeface="Noto Sans SC"/>
              <a:sym typeface="Noto Sans SC"/>
            </a:endParaRPr>
          </a:p>
        </p:txBody>
      </p:sp>
      <p:sp>
        <p:nvSpPr>
          <p:cNvPr id="39" name="AutoShape 28">
            <a:extLst>
              <a:ext uri="{FF2B5EF4-FFF2-40B4-BE49-F238E27FC236}">
                <a16:creationId xmlns:a16="http://schemas.microsoft.com/office/drawing/2014/main" id="{C8A72F0E-4944-93DF-455E-DCF83C396F34}"/>
              </a:ext>
            </a:extLst>
          </p:cNvPr>
          <p:cNvSpPr/>
          <p:nvPr/>
        </p:nvSpPr>
        <p:spPr>
          <a:xfrm>
            <a:off x="8940800" y="3124200"/>
            <a:ext cx="1803400" cy="927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endParaRPr lang="en-US" sz="1600" b="1" i="0" u="none" strike="noStrike" dirty="0">
              <a:solidFill>
                <a:srgbClr val="26476A"/>
              </a:solidFill>
              <a:latin typeface="Noto Sans SC"/>
              <a:ea typeface="Noto Sans SC"/>
              <a:cs typeface="Noto Sans SC"/>
              <a:sym typeface="Noto Sans SC"/>
            </a:endParaRPr>
          </a:p>
        </p:txBody>
      </p:sp>
      <p:sp>
        <p:nvSpPr>
          <p:cNvPr id="40" name="AutoShape 29">
            <a:extLst>
              <a:ext uri="{FF2B5EF4-FFF2-40B4-BE49-F238E27FC236}">
                <a16:creationId xmlns:a16="http://schemas.microsoft.com/office/drawing/2014/main" id="{95BEB450-3522-D794-9195-AB69412C4282}"/>
              </a:ext>
            </a:extLst>
          </p:cNvPr>
          <p:cNvSpPr/>
          <p:nvPr/>
        </p:nvSpPr>
        <p:spPr>
          <a:xfrm>
            <a:off x="3987800" y="3797300"/>
            <a:ext cx="18034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41" name="AutoShape 30">
            <a:extLst>
              <a:ext uri="{FF2B5EF4-FFF2-40B4-BE49-F238E27FC236}">
                <a16:creationId xmlns:a16="http://schemas.microsoft.com/office/drawing/2014/main" id="{A1AEA079-7095-A8D3-6CE6-3CCA8F7F873D}"/>
              </a:ext>
            </a:extLst>
          </p:cNvPr>
          <p:cNvSpPr/>
          <p:nvPr/>
        </p:nvSpPr>
        <p:spPr>
          <a:xfrm>
            <a:off x="4762500" y="3378200"/>
            <a:ext cx="190500" cy="368300"/>
          </a:xfrm>
          <a:prstGeom prst="rect">
            <a:avLst/>
          </a:prstGeom>
          <a:noFill/>
          <a:ln w="12700" cap="flat" cmpd="sng">
            <a:noFill/>
            <a:prstDash val="solid"/>
            <a:round/>
          </a:ln>
        </p:spPr>
        <p:txBody>
          <a:bodyPr vert="horz" wrap="none" lIns="88900" tIns="50800" rIns="88900" bIns="50800" rtlCol="0" anchor="t" anchorCtr="0"/>
          <a:lstStyle/>
          <a:p>
            <a:pPr algn="ctr">
              <a:defRPr/>
            </a:pPr>
            <a:endParaRPr/>
          </a:p>
        </p:txBody>
      </p:sp>
      <p:sp>
        <p:nvSpPr>
          <p:cNvPr id="42" name="AutoShape 31">
            <a:extLst>
              <a:ext uri="{FF2B5EF4-FFF2-40B4-BE49-F238E27FC236}">
                <a16:creationId xmlns:a16="http://schemas.microsoft.com/office/drawing/2014/main" id="{F2B62CF2-7090-28E9-C86A-FB598A9052D6}"/>
              </a:ext>
            </a:extLst>
          </p:cNvPr>
          <p:cNvSpPr/>
          <p:nvPr/>
        </p:nvSpPr>
        <p:spPr>
          <a:xfrm>
            <a:off x="6426200" y="3784600"/>
            <a:ext cx="18034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43" name="AutoShape 32">
            <a:extLst>
              <a:ext uri="{FF2B5EF4-FFF2-40B4-BE49-F238E27FC236}">
                <a16:creationId xmlns:a16="http://schemas.microsoft.com/office/drawing/2014/main" id="{93FCF18E-2706-2849-FBB2-76EB68E51891}"/>
              </a:ext>
            </a:extLst>
          </p:cNvPr>
          <p:cNvSpPr/>
          <p:nvPr/>
        </p:nvSpPr>
        <p:spPr>
          <a:xfrm>
            <a:off x="8915400" y="3797300"/>
            <a:ext cx="18034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44" name="Freeform 33">
            <a:extLst>
              <a:ext uri="{FF2B5EF4-FFF2-40B4-BE49-F238E27FC236}">
                <a16:creationId xmlns:a16="http://schemas.microsoft.com/office/drawing/2014/main" id="{D93EA3E8-9BAE-159E-D678-E6A8B18BB649}"/>
              </a:ext>
            </a:extLst>
          </p:cNvPr>
          <p:cNvSpPr/>
          <p:nvPr/>
        </p:nvSpPr>
        <p:spPr>
          <a:xfrm>
            <a:off x="7148897" y="2362200"/>
            <a:ext cx="209551" cy="124764"/>
          </a:xfrm>
          <a:custGeom>
            <a:avLst/>
            <a:gdLst/>
            <a:ahLst/>
            <a:cxnLst/>
            <a:rect l="l" t="t" r="r" b="b"/>
            <a:pathLst>
              <a:path w="209551" h="124764">
                <a:moveTo>
                  <a:pt x="166196" y="124764"/>
                </a:moveTo>
                <a:cubicBezTo>
                  <a:pt x="190284" y="124764"/>
                  <a:pt x="209552" y="105570"/>
                  <a:pt x="209552" y="81576"/>
                </a:cubicBezTo>
                <a:cubicBezTo>
                  <a:pt x="209552" y="57582"/>
                  <a:pt x="209552" y="57582"/>
                  <a:pt x="209552" y="57582"/>
                </a:cubicBezTo>
                <a:cubicBezTo>
                  <a:pt x="204731" y="47988"/>
                  <a:pt x="195096" y="43188"/>
                  <a:pt x="185463" y="43188"/>
                </a:cubicBezTo>
                <a:cubicBezTo>
                  <a:pt x="146929" y="43188"/>
                  <a:pt x="146929" y="43188"/>
                  <a:pt x="146929" y="43188"/>
                </a:cubicBezTo>
                <a:cubicBezTo>
                  <a:pt x="146929" y="40791"/>
                  <a:pt x="146929" y="40791"/>
                  <a:pt x="146929" y="40791"/>
                </a:cubicBezTo>
                <a:cubicBezTo>
                  <a:pt x="146929" y="19194"/>
                  <a:pt x="130067" y="0"/>
                  <a:pt x="108385" y="0"/>
                </a:cubicBezTo>
                <a:cubicBezTo>
                  <a:pt x="55395" y="0"/>
                  <a:pt x="55395" y="0"/>
                  <a:pt x="55395" y="0"/>
                </a:cubicBezTo>
                <a:cubicBezTo>
                  <a:pt x="33723" y="0"/>
                  <a:pt x="16861" y="19194"/>
                  <a:pt x="16861" y="40791"/>
                </a:cubicBezTo>
                <a:cubicBezTo>
                  <a:pt x="16861" y="43188"/>
                  <a:pt x="16861" y="43188"/>
                  <a:pt x="16861" y="43188"/>
                </a:cubicBezTo>
                <a:cubicBezTo>
                  <a:pt x="4821" y="43188"/>
                  <a:pt x="4821" y="43188"/>
                  <a:pt x="4821" y="43188"/>
                </a:cubicBezTo>
                <a:cubicBezTo>
                  <a:pt x="0" y="62382"/>
                  <a:pt x="0" y="81576"/>
                  <a:pt x="4821" y="100769"/>
                </a:cubicBezTo>
                <a:cubicBezTo>
                  <a:pt x="7228" y="110369"/>
                  <a:pt x="9633" y="117566"/>
                  <a:pt x="14455" y="124764"/>
                </a:cubicBezTo>
                <a:cubicBezTo>
                  <a:pt x="74673" y="124764"/>
                  <a:pt x="74673" y="124764"/>
                  <a:pt x="74673" y="124764"/>
                </a:cubicBezTo>
                <a:cubicBezTo>
                  <a:pt x="74673" y="119964"/>
                  <a:pt x="74673" y="119964"/>
                  <a:pt x="74673" y="119964"/>
                </a:cubicBezTo>
                <a:cubicBezTo>
                  <a:pt x="74673" y="115164"/>
                  <a:pt x="77078" y="112767"/>
                  <a:pt x="79485" y="112767"/>
                </a:cubicBezTo>
                <a:cubicBezTo>
                  <a:pt x="86712" y="112767"/>
                  <a:pt x="86712" y="112767"/>
                  <a:pt x="86712" y="112767"/>
                </a:cubicBezTo>
                <a:cubicBezTo>
                  <a:pt x="89117" y="112767"/>
                  <a:pt x="91524" y="115164"/>
                  <a:pt x="91524" y="119964"/>
                </a:cubicBezTo>
                <a:cubicBezTo>
                  <a:pt x="91524" y="124764"/>
                  <a:pt x="91524" y="124764"/>
                  <a:pt x="91524" y="124764"/>
                </a:cubicBezTo>
                <a:lnTo>
                  <a:pt x="166196" y="124764"/>
                </a:lnTo>
                <a:close/>
                <a:moveTo>
                  <a:pt x="38535" y="43188"/>
                </a:moveTo>
                <a:cubicBezTo>
                  <a:pt x="38535" y="40791"/>
                  <a:pt x="38535" y="40791"/>
                  <a:pt x="38535" y="40791"/>
                </a:cubicBezTo>
                <a:cubicBezTo>
                  <a:pt x="38535" y="28793"/>
                  <a:pt x="45762" y="21591"/>
                  <a:pt x="55395" y="21591"/>
                </a:cubicBezTo>
                <a:cubicBezTo>
                  <a:pt x="108385" y="21591"/>
                  <a:pt x="108385" y="21591"/>
                  <a:pt x="108385" y="21591"/>
                </a:cubicBezTo>
                <a:cubicBezTo>
                  <a:pt x="118028" y="21591"/>
                  <a:pt x="127662" y="28793"/>
                  <a:pt x="127662" y="40791"/>
                </a:cubicBezTo>
                <a:cubicBezTo>
                  <a:pt x="127662" y="43188"/>
                  <a:pt x="127662" y="43188"/>
                  <a:pt x="127662" y="43188"/>
                </a:cubicBezTo>
                <a:lnTo>
                  <a:pt x="38535" y="43188"/>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5" name="Freeform 34">
            <a:extLst>
              <a:ext uri="{FF2B5EF4-FFF2-40B4-BE49-F238E27FC236}">
                <a16:creationId xmlns:a16="http://schemas.microsoft.com/office/drawing/2014/main" id="{9F21A119-C7F2-6FD7-4B78-658660C41FBA}"/>
              </a:ext>
            </a:extLst>
          </p:cNvPr>
          <p:cNvSpPr/>
          <p:nvPr/>
        </p:nvSpPr>
        <p:spPr>
          <a:xfrm>
            <a:off x="7162800" y="2476500"/>
            <a:ext cx="192595" cy="82368"/>
          </a:xfrm>
          <a:custGeom>
            <a:avLst/>
            <a:gdLst/>
            <a:ahLst/>
            <a:cxnLst/>
            <a:rect l="l" t="t" r="r" b="b"/>
            <a:pathLst>
              <a:path w="192595" h="82368">
                <a:moveTo>
                  <a:pt x="122780" y="79948"/>
                </a:moveTo>
                <a:cubicBezTo>
                  <a:pt x="154076" y="72680"/>
                  <a:pt x="178151" y="53296"/>
                  <a:pt x="192596" y="29073"/>
                </a:cubicBezTo>
                <a:cubicBezTo>
                  <a:pt x="192596" y="0"/>
                  <a:pt x="192596" y="0"/>
                  <a:pt x="192596" y="0"/>
                </a:cubicBezTo>
                <a:cubicBezTo>
                  <a:pt x="185373" y="19380"/>
                  <a:pt x="166113" y="31495"/>
                  <a:pt x="144446" y="31495"/>
                </a:cubicBezTo>
                <a:cubicBezTo>
                  <a:pt x="69816" y="31495"/>
                  <a:pt x="69816" y="31495"/>
                  <a:pt x="69816" y="31495"/>
                </a:cubicBezTo>
                <a:cubicBezTo>
                  <a:pt x="69816" y="38763"/>
                  <a:pt x="69816" y="38763"/>
                  <a:pt x="69816" y="38763"/>
                </a:cubicBezTo>
                <a:cubicBezTo>
                  <a:pt x="69816" y="41185"/>
                  <a:pt x="67408" y="43605"/>
                  <a:pt x="65001" y="43605"/>
                </a:cubicBezTo>
                <a:cubicBezTo>
                  <a:pt x="57779" y="43605"/>
                  <a:pt x="57779" y="43605"/>
                  <a:pt x="57779" y="43605"/>
                </a:cubicBezTo>
                <a:cubicBezTo>
                  <a:pt x="55371" y="43605"/>
                  <a:pt x="52964" y="41185"/>
                  <a:pt x="52964" y="38763"/>
                </a:cubicBezTo>
                <a:cubicBezTo>
                  <a:pt x="52964" y="31495"/>
                  <a:pt x="52964" y="31495"/>
                  <a:pt x="52964" y="31495"/>
                </a:cubicBezTo>
                <a:cubicBezTo>
                  <a:pt x="0" y="31495"/>
                  <a:pt x="0" y="31495"/>
                  <a:pt x="0" y="31495"/>
                </a:cubicBezTo>
                <a:cubicBezTo>
                  <a:pt x="21667" y="62989"/>
                  <a:pt x="55371" y="82368"/>
                  <a:pt x="96298" y="82368"/>
                </a:cubicBezTo>
                <a:cubicBezTo>
                  <a:pt x="105927" y="82368"/>
                  <a:pt x="113149" y="82368"/>
                  <a:pt x="122780" y="7994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6" name="Freeform 35">
            <a:extLst>
              <a:ext uri="{FF2B5EF4-FFF2-40B4-BE49-F238E27FC236}">
                <a16:creationId xmlns:a16="http://schemas.microsoft.com/office/drawing/2014/main" id="{0E7FF4EF-D77D-CC7D-1811-A97E0D0A5295}"/>
              </a:ext>
            </a:extLst>
          </p:cNvPr>
          <p:cNvSpPr/>
          <p:nvPr/>
        </p:nvSpPr>
        <p:spPr>
          <a:xfrm>
            <a:off x="7069658" y="2256373"/>
            <a:ext cx="502683" cy="405793"/>
          </a:xfrm>
          <a:custGeom>
            <a:avLst/>
            <a:gdLst/>
            <a:ahLst/>
            <a:cxnLst/>
            <a:rect l="l" t="t" r="r" b="b"/>
            <a:pathLst>
              <a:path w="502683" h="405793">
                <a:moveTo>
                  <a:pt x="481039" y="338556"/>
                </a:moveTo>
                <a:cubicBezTo>
                  <a:pt x="384832" y="273722"/>
                  <a:pt x="384832" y="273722"/>
                  <a:pt x="384832" y="273722"/>
                </a:cubicBezTo>
                <a:cubicBezTo>
                  <a:pt x="375196" y="268932"/>
                  <a:pt x="365585" y="268932"/>
                  <a:pt x="355974" y="268932"/>
                </a:cubicBezTo>
                <a:cubicBezTo>
                  <a:pt x="353553" y="271337"/>
                  <a:pt x="348759" y="271337"/>
                  <a:pt x="346339" y="273722"/>
                </a:cubicBezTo>
                <a:cubicBezTo>
                  <a:pt x="331910" y="264122"/>
                  <a:pt x="331910" y="264122"/>
                  <a:pt x="331910" y="264122"/>
                </a:cubicBezTo>
                <a:cubicBezTo>
                  <a:pt x="351156" y="228109"/>
                  <a:pt x="355974" y="187285"/>
                  <a:pt x="346339" y="144076"/>
                </a:cubicBezTo>
                <a:cubicBezTo>
                  <a:pt x="324696" y="55233"/>
                  <a:pt x="235702" y="0"/>
                  <a:pt x="144312" y="21604"/>
                </a:cubicBezTo>
                <a:cubicBezTo>
                  <a:pt x="55318" y="43229"/>
                  <a:pt x="0" y="134457"/>
                  <a:pt x="21644" y="223299"/>
                </a:cubicBezTo>
                <a:cubicBezTo>
                  <a:pt x="43287" y="312141"/>
                  <a:pt x="134700" y="367375"/>
                  <a:pt x="223670" y="345769"/>
                </a:cubicBezTo>
                <a:cubicBezTo>
                  <a:pt x="259766" y="336150"/>
                  <a:pt x="288623" y="316951"/>
                  <a:pt x="310266" y="292941"/>
                </a:cubicBezTo>
                <a:cubicBezTo>
                  <a:pt x="327115" y="302541"/>
                  <a:pt x="327115" y="302541"/>
                  <a:pt x="327115" y="302541"/>
                </a:cubicBezTo>
                <a:cubicBezTo>
                  <a:pt x="327115" y="314546"/>
                  <a:pt x="331910" y="328956"/>
                  <a:pt x="343942" y="336150"/>
                </a:cubicBezTo>
                <a:cubicBezTo>
                  <a:pt x="440150" y="398598"/>
                  <a:pt x="440150" y="398598"/>
                  <a:pt x="440150" y="398598"/>
                </a:cubicBezTo>
                <a:cubicBezTo>
                  <a:pt x="449762" y="403389"/>
                  <a:pt x="459396" y="405793"/>
                  <a:pt x="469007" y="403389"/>
                </a:cubicBezTo>
                <a:cubicBezTo>
                  <a:pt x="478643" y="400984"/>
                  <a:pt x="485856" y="396193"/>
                  <a:pt x="490651" y="386594"/>
                </a:cubicBezTo>
                <a:cubicBezTo>
                  <a:pt x="502683" y="369779"/>
                  <a:pt x="497866" y="348175"/>
                  <a:pt x="481039" y="338556"/>
                </a:cubicBezTo>
                <a:close/>
                <a:moveTo>
                  <a:pt x="216456" y="314546"/>
                </a:moveTo>
                <a:cubicBezTo>
                  <a:pt x="144312" y="333765"/>
                  <a:pt x="69747" y="288132"/>
                  <a:pt x="52921" y="216104"/>
                </a:cubicBezTo>
                <a:cubicBezTo>
                  <a:pt x="36072" y="144076"/>
                  <a:pt x="79382" y="69642"/>
                  <a:pt x="151526" y="52829"/>
                </a:cubicBezTo>
                <a:cubicBezTo>
                  <a:pt x="226091" y="33610"/>
                  <a:pt x="298236" y="79242"/>
                  <a:pt x="317481" y="151271"/>
                </a:cubicBezTo>
                <a:cubicBezTo>
                  <a:pt x="334330" y="225704"/>
                  <a:pt x="288623" y="297751"/>
                  <a:pt x="216456" y="314546"/>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7" name="Freeform 36">
            <a:extLst>
              <a:ext uri="{FF2B5EF4-FFF2-40B4-BE49-F238E27FC236}">
                <a16:creationId xmlns:a16="http://schemas.microsoft.com/office/drawing/2014/main" id="{455E703C-5770-9777-3516-468A37C18A73}"/>
              </a:ext>
            </a:extLst>
          </p:cNvPr>
          <p:cNvSpPr/>
          <p:nvPr/>
        </p:nvSpPr>
        <p:spPr>
          <a:xfrm>
            <a:off x="9626600" y="2286000"/>
            <a:ext cx="443266" cy="399807"/>
          </a:xfrm>
          <a:custGeom>
            <a:avLst/>
            <a:gdLst/>
            <a:ahLst/>
            <a:cxnLst/>
            <a:rect l="l" t="t" r="r" b="b"/>
            <a:pathLst>
              <a:path w="443266" h="399807">
                <a:moveTo>
                  <a:pt x="379691" y="136305"/>
                </a:moveTo>
                <a:cubicBezTo>
                  <a:pt x="346979" y="119943"/>
                  <a:pt x="346979" y="119943"/>
                  <a:pt x="346979" y="119943"/>
                </a:cubicBezTo>
                <a:cubicBezTo>
                  <a:pt x="332449" y="129031"/>
                  <a:pt x="332449" y="129031"/>
                  <a:pt x="332449" y="129031"/>
                </a:cubicBezTo>
                <a:cubicBezTo>
                  <a:pt x="345173" y="149021"/>
                  <a:pt x="352438" y="174454"/>
                  <a:pt x="352438" y="199904"/>
                </a:cubicBezTo>
                <a:cubicBezTo>
                  <a:pt x="352438" y="283493"/>
                  <a:pt x="283403" y="352553"/>
                  <a:pt x="199840" y="352553"/>
                </a:cubicBezTo>
                <a:cubicBezTo>
                  <a:pt x="118081" y="352553"/>
                  <a:pt x="49046" y="283493"/>
                  <a:pt x="49046" y="199904"/>
                </a:cubicBezTo>
                <a:cubicBezTo>
                  <a:pt x="49046" y="116314"/>
                  <a:pt x="118081" y="49069"/>
                  <a:pt x="199840" y="49069"/>
                </a:cubicBezTo>
                <a:cubicBezTo>
                  <a:pt x="248886" y="49069"/>
                  <a:pt x="290667" y="70874"/>
                  <a:pt x="317920" y="105413"/>
                </a:cubicBezTo>
                <a:cubicBezTo>
                  <a:pt x="294300" y="121756"/>
                  <a:pt x="294300" y="121756"/>
                  <a:pt x="294300" y="121756"/>
                </a:cubicBezTo>
                <a:cubicBezTo>
                  <a:pt x="272506" y="94492"/>
                  <a:pt x="237989" y="76333"/>
                  <a:pt x="199840" y="76333"/>
                </a:cubicBezTo>
                <a:cubicBezTo>
                  <a:pt x="132611" y="76333"/>
                  <a:pt x="78125" y="132659"/>
                  <a:pt x="78125" y="199904"/>
                </a:cubicBezTo>
                <a:cubicBezTo>
                  <a:pt x="78125" y="268963"/>
                  <a:pt x="132611" y="323474"/>
                  <a:pt x="199840" y="323474"/>
                </a:cubicBezTo>
                <a:cubicBezTo>
                  <a:pt x="268874" y="323474"/>
                  <a:pt x="323359" y="268963"/>
                  <a:pt x="323359" y="199904"/>
                </a:cubicBezTo>
                <a:cubicBezTo>
                  <a:pt x="323359" y="179913"/>
                  <a:pt x="319726" y="159923"/>
                  <a:pt x="310656" y="143561"/>
                </a:cubicBezTo>
                <a:cubicBezTo>
                  <a:pt x="270680" y="169012"/>
                  <a:pt x="270680" y="169012"/>
                  <a:pt x="270680" y="169012"/>
                </a:cubicBezTo>
                <a:cubicBezTo>
                  <a:pt x="274312" y="178100"/>
                  <a:pt x="277945" y="189001"/>
                  <a:pt x="277945" y="199904"/>
                </a:cubicBezTo>
                <a:cubicBezTo>
                  <a:pt x="277945" y="243512"/>
                  <a:pt x="243427" y="278051"/>
                  <a:pt x="199840" y="278051"/>
                </a:cubicBezTo>
                <a:cubicBezTo>
                  <a:pt x="158057" y="278051"/>
                  <a:pt x="123539" y="243512"/>
                  <a:pt x="123539" y="199904"/>
                </a:cubicBezTo>
                <a:cubicBezTo>
                  <a:pt x="123539" y="158109"/>
                  <a:pt x="158057" y="123570"/>
                  <a:pt x="199840" y="123570"/>
                </a:cubicBezTo>
                <a:cubicBezTo>
                  <a:pt x="221633" y="123570"/>
                  <a:pt x="241621" y="132659"/>
                  <a:pt x="256150" y="147207"/>
                </a:cubicBezTo>
                <a:cubicBezTo>
                  <a:pt x="228897" y="163551"/>
                  <a:pt x="228897" y="163551"/>
                  <a:pt x="228897" y="163551"/>
                </a:cubicBezTo>
                <a:cubicBezTo>
                  <a:pt x="221633" y="158109"/>
                  <a:pt x="210736" y="154462"/>
                  <a:pt x="199840" y="154462"/>
                </a:cubicBezTo>
                <a:cubicBezTo>
                  <a:pt x="174393" y="154462"/>
                  <a:pt x="154424" y="174454"/>
                  <a:pt x="154424" y="199904"/>
                </a:cubicBezTo>
                <a:cubicBezTo>
                  <a:pt x="154424" y="225355"/>
                  <a:pt x="174393" y="247159"/>
                  <a:pt x="199840" y="247159"/>
                </a:cubicBezTo>
                <a:cubicBezTo>
                  <a:pt x="227091" y="247159"/>
                  <a:pt x="247059" y="225355"/>
                  <a:pt x="247059" y="199904"/>
                </a:cubicBezTo>
                <a:cubicBezTo>
                  <a:pt x="247059" y="196276"/>
                  <a:pt x="245254" y="190816"/>
                  <a:pt x="245254" y="187188"/>
                </a:cubicBezTo>
                <a:cubicBezTo>
                  <a:pt x="207104" y="210806"/>
                  <a:pt x="207104" y="210806"/>
                  <a:pt x="207104" y="210806"/>
                </a:cubicBezTo>
                <a:cubicBezTo>
                  <a:pt x="201646" y="203531"/>
                  <a:pt x="201646" y="203531"/>
                  <a:pt x="201646" y="203531"/>
                </a:cubicBezTo>
                <a:cubicBezTo>
                  <a:pt x="348806" y="105413"/>
                  <a:pt x="348806" y="105413"/>
                  <a:pt x="348806" y="105413"/>
                </a:cubicBezTo>
                <a:cubicBezTo>
                  <a:pt x="385129" y="121756"/>
                  <a:pt x="385129" y="121756"/>
                  <a:pt x="385129" y="121756"/>
                </a:cubicBezTo>
                <a:cubicBezTo>
                  <a:pt x="443266" y="83589"/>
                  <a:pt x="443266" y="83589"/>
                  <a:pt x="443266" y="83589"/>
                </a:cubicBezTo>
                <a:cubicBezTo>
                  <a:pt x="406942" y="67245"/>
                  <a:pt x="406942" y="67245"/>
                  <a:pt x="406942" y="67245"/>
                </a:cubicBezTo>
                <a:cubicBezTo>
                  <a:pt x="417840" y="61786"/>
                  <a:pt x="417840" y="61786"/>
                  <a:pt x="417840" y="61786"/>
                </a:cubicBezTo>
                <a:cubicBezTo>
                  <a:pt x="408748" y="47255"/>
                  <a:pt x="408748" y="47255"/>
                  <a:pt x="408748" y="47255"/>
                </a:cubicBezTo>
                <a:cubicBezTo>
                  <a:pt x="397852" y="52697"/>
                  <a:pt x="397852" y="52697"/>
                  <a:pt x="397852" y="52697"/>
                </a:cubicBezTo>
                <a:cubicBezTo>
                  <a:pt x="397852" y="14530"/>
                  <a:pt x="397852" y="14530"/>
                  <a:pt x="397852" y="14530"/>
                </a:cubicBezTo>
                <a:cubicBezTo>
                  <a:pt x="339714" y="52697"/>
                  <a:pt x="339714" y="52697"/>
                  <a:pt x="339714" y="52697"/>
                </a:cubicBezTo>
                <a:cubicBezTo>
                  <a:pt x="339714" y="90863"/>
                  <a:pt x="339714" y="90863"/>
                  <a:pt x="339714" y="90863"/>
                </a:cubicBezTo>
                <a:cubicBezTo>
                  <a:pt x="326991" y="99952"/>
                  <a:pt x="326991" y="99952"/>
                  <a:pt x="326991" y="99952"/>
                </a:cubicBezTo>
                <a:cubicBezTo>
                  <a:pt x="326991" y="56344"/>
                  <a:pt x="326991" y="56344"/>
                  <a:pt x="326991" y="56344"/>
                </a:cubicBezTo>
                <a:cubicBezTo>
                  <a:pt x="332449" y="50883"/>
                  <a:pt x="332449" y="50883"/>
                  <a:pt x="332449" y="50883"/>
                </a:cubicBezTo>
                <a:cubicBezTo>
                  <a:pt x="297932" y="19990"/>
                  <a:pt x="250692" y="0"/>
                  <a:pt x="199840" y="0"/>
                </a:cubicBezTo>
                <a:cubicBezTo>
                  <a:pt x="90828" y="0"/>
                  <a:pt x="0" y="90863"/>
                  <a:pt x="0" y="199904"/>
                </a:cubicBezTo>
                <a:cubicBezTo>
                  <a:pt x="0" y="310758"/>
                  <a:pt x="90828" y="399807"/>
                  <a:pt x="199840" y="399807"/>
                </a:cubicBezTo>
                <a:cubicBezTo>
                  <a:pt x="310656" y="399807"/>
                  <a:pt x="399658" y="310758"/>
                  <a:pt x="399658" y="199904"/>
                </a:cubicBezTo>
                <a:cubicBezTo>
                  <a:pt x="399658" y="176286"/>
                  <a:pt x="396025" y="152649"/>
                  <a:pt x="386955" y="130844"/>
                </a:cubicBezTo>
                <a:lnTo>
                  <a:pt x="379691" y="136305"/>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8" name="Freeform 37">
            <a:extLst>
              <a:ext uri="{FF2B5EF4-FFF2-40B4-BE49-F238E27FC236}">
                <a16:creationId xmlns:a16="http://schemas.microsoft.com/office/drawing/2014/main" id="{835F28A2-720B-7AF5-EBBD-69C57D4F785A}"/>
              </a:ext>
            </a:extLst>
          </p:cNvPr>
          <p:cNvSpPr/>
          <p:nvPr/>
        </p:nvSpPr>
        <p:spPr>
          <a:xfrm>
            <a:off x="4800600" y="2273300"/>
            <a:ext cx="311617" cy="278232"/>
          </a:xfrm>
          <a:custGeom>
            <a:avLst/>
            <a:gdLst/>
            <a:ahLst/>
            <a:cxnLst/>
            <a:rect l="l" t="t" r="r" b="b"/>
            <a:pathLst>
              <a:path w="311617" h="278232">
                <a:moveTo>
                  <a:pt x="17413" y="278232"/>
                </a:moveTo>
                <a:cubicBezTo>
                  <a:pt x="43525" y="202980"/>
                  <a:pt x="43525" y="202980"/>
                  <a:pt x="43525" y="202980"/>
                </a:cubicBezTo>
                <a:cubicBezTo>
                  <a:pt x="15668" y="180232"/>
                  <a:pt x="0" y="150490"/>
                  <a:pt x="0" y="120747"/>
                </a:cubicBezTo>
                <a:cubicBezTo>
                  <a:pt x="0" y="54242"/>
                  <a:pt x="69638" y="0"/>
                  <a:pt x="156674" y="0"/>
                </a:cubicBezTo>
                <a:cubicBezTo>
                  <a:pt x="241979" y="0"/>
                  <a:pt x="311617" y="54242"/>
                  <a:pt x="311617" y="120747"/>
                </a:cubicBezTo>
                <a:cubicBezTo>
                  <a:pt x="311617" y="185487"/>
                  <a:pt x="241979" y="239729"/>
                  <a:pt x="156674" y="239729"/>
                </a:cubicBezTo>
                <a:cubicBezTo>
                  <a:pt x="137530" y="239729"/>
                  <a:pt x="118386" y="237978"/>
                  <a:pt x="100973" y="232735"/>
                </a:cubicBezTo>
                <a:cubicBezTo>
                  <a:pt x="94004" y="236239"/>
                  <a:pt x="67892" y="248488"/>
                  <a:pt x="48748" y="260739"/>
                </a:cubicBezTo>
                <a:cubicBezTo>
                  <a:pt x="17413" y="278232"/>
                  <a:pt x="17413" y="278232"/>
                  <a:pt x="17413" y="278232"/>
                </a:cubicBezTo>
                <a:close/>
                <a:moveTo>
                  <a:pt x="156674" y="26252"/>
                </a:moveTo>
                <a:cubicBezTo>
                  <a:pt x="83560" y="26252"/>
                  <a:pt x="26112" y="68243"/>
                  <a:pt x="26112" y="120747"/>
                </a:cubicBezTo>
                <a:cubicBezTo>
                  <a:pt x="26112" y="145233"/>
                  <a:pt x="40034" y="169734"/>
                  <a:pt x="66147" y="187239"/>
                </a:cubicBezTo>
                <a:cubicBezTo>
                  <a:pt x="74860" y="192481"/>
                  <a:pt x="74860" y="192481"/>
                  <a:pt x="74860" y="192481"/>
                </a:cubicBezTo>
                <a:cubicBezTo>
                  <a:pt x="66147" y="220485"/>
                  <a:pt x="66147" y="220485"/>
                  <a:pt x="66147" y="220485"/>
                </a:cubicBezTo>
                <a:cubicBezTo>
                  <a:pt x="94004" y="204732"/>
                  <a:pt x="99226" y="204732"/>
                  <a:pt x="100973" y="204732"/>
                </a:cubicBezTo>
                <a:cubicBezTo>
                  <a:pt x="104450" y="204732"/>
                  <a:pt x="104450" y="204732"/>
                  <a:pt x="104450" y="204732"/>
                </a:cubicBezTo>
                <a:cubicBezTo>
                  <a:pt x="106195" y="206483"/>
                  <a:pt x="106195" y="206483"/>
                  <a:pt x="106195" y="206483"/>
                </a:cubicBezTo>
                <a:cubicBezTo>
                  <a:pt x="121863" y="209987"/>
                  <a:pt x="139276" y="213491"/>
                  <a:pt x="156674" y="213491"/>
                </a:cubicBezTo>
                <a:cubicBezTo>
                  <a:pt x="228058" y="213491"/>
                  <a:pt x="285505" y="171486"/>
                  <a:pt x="285505" y="120747"/>
                </a:cubicBezTo>
                <a:cubicBezTo>
                  <a:pt x="285505" y="68243"/>
                  <a:pt x="228058" y="26252"/>
                  <a:pt x="156674" y="26252"/>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9" name="AutoShape 38">
            <a:extLst>
              <a:ext uri="{FF2B5EF4-FFF2-40B4-BE49-F238E27FC236}">
                <a16:creationId xmlns:a16="http://schemas.microsoft.com/office/drawing/2014/main" id="{A3A1C825-7423-A62A-99C6-BBBE7B09AB13}"/>
              </a:ext>
            </a:extLst>
          </p:cNvPr>
          <p:cNvSpPr/>
          <p:nvPr/>
        </p:nvSpPr>
        <p:spPr>
          <a:xfrm>
            <a:off x="4876800" y="2349500"/>
            <a:ext cx="152400" cy="127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0" name="AutoShape 39">
            <a:extLst>
              <a:ext uri="{FF2B5EF4-FFF2-40B4-BE49-F238E27FC236}">
                <a16:creationId xmlns:a16="http://schemas.microsoft.com/office/drawing/2014/main" id="{FB9EBB77-0209-65EC-D8AA-ECE000B6CEAC}"/>
              </a:ext>
            </a:extLst>
          </p:cNvPr>
          <p:cNvSpPr/>
          <p:nvPr/>
        </p:nvSpPr>
        <p:spPr>
          <a:xfrm>
            <a:off x="4876800" y="2387600"/>
            <a:ext cx="152400" cy="127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1" name="AutoShape 40">
            <a:extLst>
              <a:ext uri="{FF2B5EF4-FFF2-40B4-BE49-F238E27FC236}">
                <a16:creationId xmlns:a16="http://schemas.microsoft.com/office/drawing/2014/main" id="{385F520C-B127-1568-0511-8D481B81B2A4}"/>
              </a:ext>
            </a:extLst>
          </p:cNvPr>
          <p:cNvSpPr/>
          <p:nvPr/>
        </p:nvSpPr>
        <p:spPr>
          <a:xfrm>
            <a:off x="4876800" y="2413000"/>
            <a:ext cx="152400" cy="127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2" name="Freeform 41">
            <a:extLst>
              <a:ext uri="{FF2B5EF4-FFF2-40B4-BE49-F238E27FC236}">
                <a16:creationId xmlns:a16="http://schemas.microsoft.com/office/drawing/2014/main" id="{A30BC8CB-DC67-3B54-DD6F-CBB3DC865199}"/>
              </a:ext>
            </a:extLst>
          </p:cNvPr>
          <p:cNvSpPr/>
          <p:nvPr/>
        </p:nvSpPr>
        <p:spPr>
          <a:xfrm>
            <a:off x="4635500" y="2434044"/>
            <a:ext cx="221192" cy="240669"/>
          </a:xfrm>
          <a:custGeom>
            <a:avLst/>
            <a:gdLst/>
            <a:ahLst/>
            <a:cxnLst/>
            <a:rect l="l" t="t" r="r" b="b"/>
            <a:pathLst>
              <a:path w="221192" h="240669">
                <a:moveTo>
                  <a:pt x="208996" y="165682"/>
                </a:moveTo>
                <a:cubicBezTo>
                  <a:pt x="186355" y="155209"/>
                  <a:pt x="161972" y="148234"/>
                  <a:pt x="137589" y="146496"/>
                </a:cubicBezTo>
                <a:cubicBezTo>
                  <a:pt x="139330" y="139521"/>
                  <a:pt x="139330" y="134283"/>
                  <a:pt x="141072" y="129059"/>
                </a:cubicBezTo>
                <a:cubicBezTo>
                  <a:pt x="146304" y="125571"/>
                  <a:pt x="149786" y="120334"/>
                  <a:pt x="149786" y="115097"/>
                </a:cubicBezTo>
                <a:cubicBezTo>
                  <a:pt x="149786" y="109871"/>
                  <a:pt x="151526" y="104635"/>
                  <a:pt x="151526" y="99409"/>
                </a:cubicBezTo>
                <a:cubicBezTo>
                  <a:pt x="153267" y="101148"/>
                  <a:pt x="153267" y="101148"/>
                  <a:pt x="155009" y="101148"/>
                </a:cubicBezTo>
                <a:cubicBezTo>
                  <a:pt x="156750" y="101148"/>
                  <a:pt x="160231" y="99409"/>
                  <a:pt x="160231" y="97660"/>
                </a:cubicBezTo>
                <a:cubicBezTo>
                  <a:pt x="161972" y="71498"/>
                  <a:pt x="161972" y="71498"/>
                  <a:pt x="161972" y="71498"/>
                </a:cubicBezTo>
                <a:cubicBezTo>
                  <a:pt x="161972" y="69760"/>
                  <a:pt x="160231" y="66272"/>
                  <a:pt x="158490" y="66272"/>
                </a:cubicBezTo>
                <a:cubicBezTo>
                  <a:pt x="156750" y="66272"/>
                  <a:pt x="156750" y="66272"/>
                  <a:pt x="155009" y="68011"/>
                </a:cubicBezTo>
                <a:cubicBezTo>
                  <a:pt x="156750" y="62785"/>
                  <a:pt x="156750" y="57549"/>
                  <a:pt x="156750" y="52323"/>
                </a:cubicBezTo>
                <a:cubicBezTo>
                  <a:pt x="158490" y="47086"/>
                  <a:pt x="160231" y="29648"/>
                  <a:pt x="148045" y="17437"/>
                </a:cubicBezTo>
                <a:cubicBezTo>
                  <a:pt x="130626" y="0"/>
                  <a:pt x="90566" y="0"/>
                  <a:pt x="73147" y="17437"/>
                </a:cubicBezTo>
                <a:cubicBezTo>
                  <a:pt x="59220" y="29648"/>
                  <a:pt x="62701" y="47086"/>
                  <a:pt x="64442" y="52323"/>
                </a:cubicBezTo>
                <a:cubicBezTo>
                  <a:pt x="64442" y="57549"/>
                  <a:pt x="64442" y="62785"/>
                  <a:pt x="64442" y="68011"/>
                </a:cubicBezTo>
                <a:cubicBezTo>
                  <a:pt x="64442" y="66272"/>
                  <a:pt x="62701" y="66272"/>
                  <a:pt x="62701" y="66272"/>
                </a:cubicBezTo>
                <a:cubicBezTo>
                  <a:pt x="59220" y="66272"/>
                  <a:pt x="57479" y="69760"/>
                  <a:pt x="59220" y="71498"/>
                </a:cubicBezTo>
                <a:cubicBezTo>
                  <a:pt x="60961" y="97660"/>
                  <a:pt x="60961" y="97660"/>
                  <a:pt x="60961" y="97660"/>
                </a:cubicBezTo>
                <a:cubicBezTo>
                  <a:pt x="60961" y="99409"/>
                  <a:pt x="62701" y="101148"/>
                  <a:pt x="66184" y="101148"/>
                </a:cubicBezTo>
                <a:cubicBezTo>
                  <a:pt x="67925" y="101148"/>
                  <a:pt x="67925" y="101148"/>
                  <a:pt x="69666" y="99409"/>
                </a:cubicBezTo>
                <a:cubicBezTo>
                  <a:pt x="69666" y="104635"/>
                  <a:pt x="69666" y="109871"/>
                  <a:pt x="71406" y="115097"/>
                </a:cubicBezTo>
                <a:cubicBezTo>
                  <a:pt x="71406" y="120334"/>
                  <a:pt x="74888" y="125571"/>
                  <a:pt x="80120" y="129059"/>
                </a:cubicBezTo>
                <a:cubicBezTo>
                  <a:pt x="81862" y="134283"/>
                  <a:pt x="81862" y="139521"/>
                  <a:pt x="83603" y="146496"/>
                </a:cubicBezTo>
                <a:cubicBezTo>
                  <a:pt x="59220" y="148234"/>
                  <a:pt x="34837" y="155209"/>
                  <a:pt x="12196" y="165682"/>
                </a:cubicBezTo>
                <a:cubicBezTo>
                  <a:pt x="5222" y="170908"/>
                  <a:pt x="0" y="179633"/>
                  <a:pt x="0" y="188345"/>
                </a:cubicBezTo>
                <a:cubicBezTo>
                  <a:pt x="1741" y="197070"/>
                  <a:pt x="1741" y="205793"/>
                  <a:pt x="3482" y="214507"/>
                </a:cubicBezTo>
                <a:cubicBezTo>
                  <a:pt x="3482" y="221482"/>
                  <a:pt x="10446" y="228456"/>
                  <a:pt x="17419" y="230206"/>
                </a:cubicBezTo>
                <a:cubicBezTo>
                  <a:pt x="80120" y="240669"/>
                  <a:pt x="141072" y="240669"/>
                  <a:pt x="203773" y="230206"/>
                </a:cubicBezTo>
                <a:cubicBezTo>
                  <a:pt x="210746" y="228456"/>
                  <a:pt x="217710" y="221482"/>
                  <a:pt x="217710" y="214507"/>
                </a:cubicBezTo>
                <a:cubicBezTo>
                  <a:pt x="217710" y="205793"/>
                  <a:pt x="219451" y="197070"/>
                  <a:pt x="219451" y="188345"/>
                </a:cubicBezTo>
                <a:cubicBezTo>
                  <a:pt x="221192" y="179633"/>
                  <a:pt x="215970" y="170908"/>
                  <a:pt x="208996" y="165682"/>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3" name="Freeform 42">
            <a:extLst>
              <a:ext uri="{FF2B5EF4-FFF2-40B4-BE49-F238E27FC236}">
                <a16:creationId xmlns:a16="http://schemas.microsoft.com/office/drawing/2014/main" id="{A52BC4D1-8C2D-4263-C388-5C64EE40BA91}"/>
              </a:ext>
            </a:extLst>
          </p:cNvPr>
          <p:cNvSpPr/>
          <p:nvPr/>
        </p:nvSpPr>
        <p:spPr>
          <a:xfrm>
            <a:off x="2362200" y="2260600"/>
            <a:ext cx="25706" cy="63586"/>
          </a:xfrm>
          <a:custGeom>
            <a:avLst/>
            <a:gdLst/>
            <a:ahLst/>
            <a:cxnLst/>
            <a:rect l="l" t="t" r="r" b="b"/>
            <a:pathLst>
              <a:path w="25706" h="63586">
                <a:moveTo>
                  <a:pt x="13710" y="63586"/>
                </a:moveTo>
                <a:cubicBezTo>
                  <a:pt x="6855" y="63586"/>
                  <a:pt x="0" y="56892"/>
                  <a:pt x="0" y="50201"/>
                </a:cubicBezTo>
                <a:cubicBezTo>
                  <a:pt x="0" y="11713"/>
                  <a:pt x="0" y="11713"/>
                  <a:pt x="0" y="11713"/>
                </a:cubicBezTo>
                <a:cubicBezTo>
                  <a:pt x="0" y="5019"/>
                  <a:pt x="6855" y="0"/>
                  <a:pt x="13710" y="0"/>
                </a:cubicBezTo>
                <a:cubicBezTo>
                  <a:pt x="20565" y="0"/>
                  <a:pt x="25706" y="5019"/>
                  <a:pt x="25706" y="11713"/>
                </a:cubicBezTo>
                <a:cubicBezTo>
                  <a:pt x="25706" y="50201"/>
                  <a:pt x="25706" y="50201"/>
                  <a:pt x="25706" y="50201"/>
                </a:cubicBezTo>
                <a:cubicBezTo>
                  <a:pt x="25706" y="56892"/>
                  <a:pt x="20565" y="63586"/>
                  <a:pt x="13710" y="63586"/>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4" name="Freeform 43">
            <a:extLst>
              <a:ext uri="{FF2B5EF4-FFF2-40B4-BE49-F238E27FC236}">
                <a16:creationId xmlns:a16="http://schemas.microsoft.com/office/drawing/2014/main" id="{9B0B4C7B-BB97-02D8-33C7-3C718F3BACB8}"/>
              </a:ext>
            </a:extLst>
          </p:cNvPr>
          <p:cNvSpPr/>
          <p:nvPr/>
        </p:nvSpPr>
        <p:spPr>
          <a:xfrm>
            <a:off x="2258978" y="2271599"/>
            <a:ext cx="47352" cy="59527"/>
          </a:xfrm>
          <a:custGeom>
            <a:avLst/>
            <a:gdLst/>
            <a:ahLst/>
            <a:cxnLst/>
            <a:rect l="l" t="t" r="r" b="b"/>
            <a:pathLst>
              <a:path w="47352" h="59527">
                <a:moveTo>
                  <a:pt x="33824" y="59528"/>
                </a:moveTo>
                <a:cubicBezTo>
                  <a:pt x="28749" y="59528"/>
                  <a:pt x="25366" y="57827"/>
                  <a:pt x="21986" y="54426"/>
                </a:cubicBezTo>
                <a:cubicBezTo>
                  <a:pt x="3382" y="20411"/>
                  <a:pt x="3382" y="20411"/>
                  <a:pt x="3382" y="20411"/>
                </a:cubicBezTo>
                <a:cubicBezTo>
                  <a:pt x="0" y="13606"/>
                  <a:pt x="1691" y="6805"/>
                  <a:pt x="6766" y="3402"/>
                </a:cubicBezTo>
                <a:cubicBezTo>
                  <a:pt x="13528" y="0"/>
                  <a:pt x="20294" y="1701"/>
                  <a:pt x="23676" y="8506"/>
                </a:cubicBezTo>
                <a:cubicBezTo>
                  <a:pt x="43970" y="42521"/>
                  <a:pt x="43970" y="42521"/>
                  <a:pt x="43970" y="42521"/>
                </a:cubicBezTo>
                <a:cubicBezTo>
                  <a:pt x="47352" y="47623"/>
                  <a:pt x="45662" y="56127"/>
                  <a:pt x="38896" y="59528"/>
                </a:cubicBezTo>
                <a:cubicBezTo>
                  <a:pt x="37205" y="59528"/>
                  <a:pt x="35514" y="59528"/>
                  <a:pt x="33824" y="5952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5" name="Freeform 44">
            <a:extLst>
              <a:ext uri="{FF2B5EF4-FFF2-40B4-BE49-F238E27FC236}">
                <a16:creationId xmlns:a16="http://schemas.microsoft.com/office/drawing/2014/main" id="{88E159D1-E204-7C76-81CE-D83A54D58A79}"/>
              </a:ext>
            </a:extLst>
          </p:cNvPr>
          <p:cNvSpPr/>
          <p:nvPr/>
        </p:nvSpPr>
        <p:spPr>
          <a:xfrm>
            <a:off x="2195417" y="2347797"/>
            <a:ext cx="62233" cy="45997"/>
          </a:xfrm>
          <a:custGeom>
            <a:avLst/>
            <a:gdLst/>
            <a:ahLst/>
            <a:cxnLst/>
            <a:rect l="l" t="t" r="r" b="b"/>
            <a:pathLst>
              <a:path w="62233" h="45997">
                <a:moveTo>
                  <a:pt x="47096" y="45997"/>
                </a:moveTo>
                <a:cubicBezTo>
                  <a:pt x="45413" y="45997"/>
                  <a:pt x="43730" y="45997"/>
                  <a:pt x="42051" y="44294"/>
                </a:cubicBezTo>
                <a:cubicBezTo>
                  <a:pt x="8410" y="23851"/>
                  <a:pt x="8410" y="23851"/>
                  <a:pt x="8410" y="23851"/>
                </a:cubicBezTo>
                <a:cubicBezTo>
                  <a:pt x="1683" y="20443"/>
                  <a:pt x="0" y="13628"/>
                  <a:pt x="3366" y="8518"/>
                </a:cubicBezTo>
                <a:cubicBezTo>
                  <a:pt x="6727" y="1703"/>
                  <a:pt x="15137" y="0"/>
                  <a:pt x="20183" y="3406"/>
                </a:cubicBezTo>
                <a:cubicBezTo>
                  <a:pt x="53823" y="23851"/>
                  <a:pt x="53823" y="23851"/>
                  <a:pt x="53823" y="23851"/>
                </a:cubicBezTo>
                <a:cubicBezTo>
                  <a:pt x="58869" y="27257"/>
                  <a:pt x="62233" y="34071"/>
                  <a:pt x="58869" y="39182"/>
                </a:cubicBezTo>
                <a:cubicBezTo>
                  <a:pt x="55506" y="44294"/>
                  <a:pt x="52140" y="45997"/>
                  <a:pt x="47096" y="45997"/>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6" name="Freeform 45">
            <a:extLst>
              <a:ext uri="{FF2B5EF4-FFF2-40B4-BE49-F238E27FC236}">
                <a16:creationId xmlns:a16="http://schemas.microsoft.com/office/drawing/2014/main" id="{5BC79689-18A2-D5FF-B2C2-70E6F90DED15}"/>
              </a:ext>
            </a:extLst>
          </p:cNvPr>
          <p:cNvSpPr/>
          <p:nvPr/>
        </p:nvSpPr>
        <p:spPr>
          <a:xfrm>
            <a:off x="2159000" y="2451100"/>
            <a:ext cx="63588" cy="22998"/>
          </a:xfrm>
          <a:custGeom>
            <a:avLst/>
            <a:gdLst/>
            <a:ahLst/>
            <a:cxnLst/>
            <a:rect l="l" t="t" r="r" b="b"/>
            <a:pathLst>
              <a:path w="63588" h="22998">
                <a:moveTo>
                  <a:pt x="51873" y="22998"/>
                </a:moveTo>
                <a:cubicBezTo>
                  <a:pt x="13386" y="22998"/>
                  <a:pt x="13386" y="22998"/>
                  <a:pt x="13386" y="22998"/>
                </a:cubicBezTo>
                <a:cubicBezTo>
                  <a:pt x="6694" y="22998"/>
                  <a:pt x="0" y="18070"/>
                  <a:pt x="0" y="11500"/>
                </a:cubicBezTo>
                <a:cubicBezTo>
                  <a:pt x="0" y="4929"/>
                  <a:pt x="6694" y="0"/>
                  <a:pt x="13386" y="0"/>
                </a:cubicBezTo>
                <a:cubicBezTo>
                  <a:pt x="51873" y="0"/>
                  <a:pt x="51873" y="0"/>
                  <a:pt x="51873" y="0"/>
                </a:cubicBezTo>
                <a:cubicBezTo>
                  <a:pt x="58567" y="0"/>
                  <a:pt x="63588" y="4929"/>
                  <a:pt x="63588" y="11500"/>
                </a:cubicBezTo>
                <a:cubicBezTo>
                  <a:pt x="63588" y="18070"/>
                  <a:pt x="58567" y="22998"/>
                  <a:pt x="51873" y="2299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7" name="Freeform 46">
            <a:extLst>
              <a:ext uri="{FF2B5EF4-FFF2-40B4-BE49-F238E27FC236}">
                <a16:creationId xmlns:a16="http://schemas.microsoft.com/office/drawing/2014/main" id="{6A96BFDD-92D8-2BD0-18BD-C600C71DE98D}"/>
              </a:ext>
            </a:extLst>
          </p:cNvPr>
          <p:cNvSpPr/>
          <p:nvPr/>
        </p:nvSpPr>
        <p:spPr>
          <a:xfrm>
            <a:off x="2182390" y="2525664"/>
            <a:ext cx="62233" cy="45998"/>
          </a:xfrm>
          <a:custGeom>
            <a:avLst/>
            <a:gdLst/>
            <a:ahLst/>
            <a:cxnLst/>
            <a:rect l="l" t="t" r="r" b="b"/>
            <a:pathLst>
              <a:path w="62233" h="45998">
                <a:moveTo>
                  <a:pt x="15137" y="45998"/>
                </a:moveTo>
                <a:cubicBezTo>
                  <a:pt x="10091" y="45998"/>
                  <a:pt x="6727" y="42592"/>
                  <a:pt x="3364" y="39185"/>
                </a:cubicBezTo>
                <a:cubicBezTo>
                  <a:pt x="0" y="34073"/>
                  <a:pt x="3364" y="25555"/>
                  <a:pt x="8410" y="22148"/>
                </a:cubicBezTo>
                <a:cubicBezTo>
                  <a:pt x="42049" y="3408"/>
                  <a:pt x="42049" y="3408"/>
                  <a:pt x="42049" y="3408"/>
                </a:cubicBezTo>
                <a:cubicBezTo>
                  <a:pt x="48776" y="0"/>
                  <a:pt x="55504" y="1705"/>
                  <a:pt x="58867" y="6815"/>
                </a:cubicBezTo>
                <a:cubicBezTo>
                  <a:pt x="62232" y="13630"/>
                  <a:pt x="60549" y="20445"/>
                  <a:pt x="53822" y="23852"/>
                </a:cubicBezTo>
                <a:cubicBezTo>
                  <a:pt x="20181" y="44295"/>
                  <a:pt x="20181" y="44295"/>
                  <a:pt x="20181" y="44295"/>
                </a:cubicBezTo>
                <a:cubicBezTo>
                  <a:pt x="18502" y="44295"/>
                  <a:pt x="16819" y="45998"/>
                  <a:pt x="15137" y="4599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8" name="Freeform 47">
            <a:extLst>
              <a:ext uri="{FF2B5EF4-FFF2-40B4-BE49-F238E27FC236}">
                <a16:creationId xmlns:a16="http://schemas.microsoft.com/office/drawing/2014/main" id="{8F783BDC-3B95-4352-99DF-5D7E16BC892E}"/>
              </a:ext>
            </a:extLst>
          </p:cNvPr>
          <p:cNvSpPr/>
          <p:nvPr/>
        </p:nvSpPr>
        <p:spPr>
          <a:xfrm>
            <a:off x="2500217" y="2538297"/>
            <a:ext cx="62235" cy="45997"/>
          </a:xfrm>
          <a:custGeom>
            <a:avLst/>
            <a:gdLst/>
            <a:ahLst/>
            <a:cxnLst/>
            <a:rect l="l" t="t" r="r" b="b"/>
            <a:pathLst>
              <a:path w="62235" h="45997">
                <a:moveTo>
                  <a:pt x="48780" y="45997"/>
                </a:moveTo>
                <a:cubicBezTo>
                  <a:pt x="45415" y="45997"/>
                  <a:pt x="43733" y="45997"/>
                  <a:pt x="42052" y="44294"/>
                </a:cubicBezTo>
                <a:cubicBezTo>
                  <a:pt x="8410" y="25554"/>
                  <a:pt x="8410" y="25554"/>
                  <a:pt x="8410" y="25554"/>
                </a:cubicBezTo>
                <a:cubicBezTo>
                  <a:pt x="1683" y="22146"/>
                  <a:pt x="0" y="13628"/>
                  <a:pt x="3366" y="8518"/>
                </a:cubicBezTo>
                <a:cubicBezTo>
                  <a:pt x="6729" y="1703"/>
                  <a:pt x="15139" y="0"/>
                  <a:pt x="20183" y="3406"/>
                </a:cubicBezTo>
                <a:cubicBezTo>
                  <a:pt x="53825" y="23851"/>
                  <a:pt x="53825" y="23851"/>
                  <a:pt x="53825" y="23851"/>
                </a:cubicBezTo>
                <a:cubicBezTo>
                  <a:pt x="60553" y="27257"/>
                  <a:pt x="62235" y="34071"/>
                  <a:pt x="58870" y="39182"/>
                </a:cubicBezTo>
                <a:cubicBezTo>
                  <a:pt x="57191" y="44294"/>
                  <a:pt x="52143" y="45997"/>
                  <a:pt x="48780" y="45997"/>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9" name="Freeform 48">
            <a:extLst>
              <a:ext uri="{FF2B5EF4-FFF2-40B4-BE49-F238E27FC236}">
                <a16:creationId xmlns:a16="http://schemas.microsoft.com/office/drawing/2014/main" id="{5FD30585-1182-1E87-DBED-249A98131618}"/>
              </a:ext>
            </a:extLst>
          </p:cNvPr>
          <p:cNvSpPr/>
          <p:nvPr/>
        </p:nvSpPr>
        <p:spPr>
          <a:xfrm>
            <a:off x="2527300" y="2463800"/>
            <a:ext cx="62234" cy="22998"/>
          </a:xfrm>
          <a:custGeom>
            <a:avLst/>
            <a:gdLst/>
            <a:ahLst/>
            <a:cxnLst/>
            <a:rect l="l" t="t" r="r" b="b"/>
            <a:pathLst>
              <a:path w="62234" h="22998">
                <a:moveTo>
                  <a:pt x="50461" y="22998"/>
                </a:moveTo>
                <a:cubicBezTo>
                  <a:pt x="11773" y="22998"/>
                  <a:pt x="11773" y="22998"/>
                  <a:pt x="11773" y="22998"/>
                </a:cubicBezTo>
                <a:cubicBezTo>
                  <a:pt x="5044" y="22998"/>
                  <a:pt x="0" y="18070"/>
                  <a:pt x="0" y="11500"/>
                </a:cubicBezTo>
                <a:cubicBezTo>
                  <a:pt x="0" y="4929"/>
                  <a:pt x="5044" y="0"/>
                  <a:pt x="11773" y="0"/>
                </a:cubicBezTo>
                <a:cubicBezTo>
                  <a:pt x="50461" y="0"/>
                  <a:pt x="50461" y="0"/>
                  <a:pt x="50461" y="0"/>
                </a:cubicBezTo>
                <a:cubicBezTo>
                  <a:pt x="57189" y="0"/>
                  <a:pt x="62234" y="4929"/>
                  <a:pt x="62234" y="11500"/>
                </a:cubicBezTo>
                <a:cubicBezTo>
                  <a:pt x="62234" y="18070"/>
                  <a:pt x="57189" y="22998"/>
                  <a:pt x="50461" y="2299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0" name="Freeform 49">
            <a:extLst>
              <a:ext uri="{FF2B5EF4-FFF2-40B4-BE49-F238E27FC236}">
                <a16:creationId xmlns:a16="http://schemas.microsoft.com/office/drawing/2014/main" id="{3957F574-629D-1D0F-C4CB-1A4F6EC922D2}"/>
              </a:ext>
            </a:extLst>
          </p:cNvPr>
          <p:cNvSpPr/>
          <p:nvPr/>
        </p:nvSpPr>
        <p:spPr>
          <a:xfrm>
            <a:off x="2500217" y="2360497"/>
            <a:ext cx="62233" cy="45997"/>
          </a:xfrm>
          <a:custGeom>
            <a:avLst/>
            <a:gdLst/>
            <a:ahLst/>
            <a:cxnLst/>
            <a:rect l="l" t="t" r="r" b="b"/>
            <a:pathLst>
              <a:path w="62233" h="45997">
                <a:moveTo>
                  <a:pt x="13456" y="45997"/>
                </a:moveTo>
                <a:cubicBezTo>
                  <a:pt x="10093" y="45997"/>
                  <a:pt x="5045" y="44294"/>
                  <a:pt x="3366" y="40886"/>
                </a:cubicBezTo>
                <a:cubicBezTo>
                  <a:pt x="0" y="34071"/>
                  <a:pt x="1683" y="27257"/>
                  <a:pt x="8410" y="23851"/>
                </a:cubicBezTo>
                <a:cubicBezTo>
                  <a:pt x="42051" y="3406"/>
                  <a:pt x="42051" y="3406"/>
                  <a:pt x="42051" y="3406"/>
                </a:cubicBezTo>
                <a:cubicBezTo>
                  <a:pt x="47096" y="0"/>
                  <a:pt x="55506" y="1703"/>
                  <a:pt x="58869" y="8518"/>
                </a:cubicBezTo>
                <a:cubicBezTo>
                  <a:pt x="62233" y="13628"/>
                  <a:pt x="58869" y="22146"/>
                  <a:pt x="53823" y="25554"/>
                </a:cubicBezTo>
                <a:cubicBezTo>
                  <a:pt x="20183" y="44294"/>
                  <a:pt x="20183" y="44294"/>
                  <a:pt x="20183" y="44294"/>
                </a:cubicBezTo>
                <a:cubicBezTo>
                  <a:pt x="18503" y="45997"/>
                  <a:pt x="15137" y="45997"/>
                  <a:pt x="13456" y="45997"/>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1" name="Freeform 50">
            <a:extLst>
              <a:ext uri="{FF2B5EF4-FFF2-40B4-BE49-F238E27FC236}">
                <a16:creationId xmlns:a16="http://schemas.microsoft.com/office/drawing/2014/main" id="{4A9A299C-F477-027A-74D7-6CA3D55F16EC}"/>
              </a:ext>
            </a:extLst>
          </p:cNvPr>
          <p:cNvSpPr/>
          <p:nvPr/>
        </p:nvSpPr>
        <p:spPr>
          <a:xfrm>
            <a:off x="2449431" y="2284368"/>
            <a:ext cx="48705" cy="59527"/>
          </a:xfrm>
          <a:custGeom>
            <a:avLst/>
            <a:gdLst/>
            <a:ahLst/>
            <a:cxnLst/>
            <a:rect l="l" t="t" r="r" b="b"/>
            <a:pathLst>
              <a:path w="48705" h="59527">
                <a:moveTo>
                  <a:pt x="13916" y="59527"/>
                </a:moveTo>
                <a:cubicBezTo>
                  <a:pt x="12177" y="59527"/>
                  <a:pt x="8697" y="59527"/>
                  <a:pt x="6959" y="57827"/>
                </a:cubicBezTo>
                <a:cubicBezTo>
                  <a:pt x="1739" y="54426"/>
                  <a:pt x="0" y="47621"/>
                  <a:pt x="3480" y="40818"/>
                </a:cubicBezTo>
                <a:cubicBezTo>
                  <a:pt x="22614" y="6805"/>
                  <a:pt x="22614" y="6805"/>
                  <a:pt x="22614" y="6805"/>
                </a:cubicBezTo>
                <a:cubicBezTo>
                  <a:pt x="26091" y="1701"/>
                  <a:pt x="33049" y="0"/>
                  <a:pt x="40008" y="3401"/>
                </a:cubicBezTo>
                <a:cubicBezTo>
                  <a:pt x="45226" y="6805"/>
                  <a:pt x="48705" y="13606"/>
                  <a:pt x="45226" y="18710"/>
                </a:cubicBezTo>
                <a:cubicBezTo>
                  <a:pt x="24352" y="54426"/>
                  <a:pt x="24352" y="54426"/>
                  <a:pt x="24352" y="54426"/>
                </a:cubicBezTo>
                <a:cubicBezTo>
                  <a:pt x="22614" y="57827"/>
                  <a:pt x="17394" y="59527"/>
                  <a:pt x="13916" y="59527"/>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2" name="Freeform 51">
            <a:extLst>
              <a:ext uri="{FF2B5EF4-FFF2-40B4-BE49-F238E27FC236}">
                <a16:creationId xmlns:a16="http://schemas.microsoft.com/office/drawing/2014/main" id="{6E688BC9-B9EF-28A1-0AF7-4D0ACD5AC80B}"/>
              </a:ext>
            </a:extLst>
          </p:cNvPr>
          <p:cNvSpPr/>
          <p:nvPr/>
        </p:nvSpPr>
        <p:spPr>
          <a:xfrm>
            <a:off x="2260600" y="2362200"/>
            <a:ext cx="228639" cy="274634"/>
          </a:xfrm>
          <a:custGeom>
            <a:avLst/>
            <a:gdLst/>
            <a:ahLst/>
            <a:cxnLst/>
            <a:rect l="l" t="t" r="r" b="b"/>
            <a:pathLst>
              <a:path w="228639" h="274634">
                <a:moveTo>
                  <a:pt x="228639" y="113579"/>
                </a:moveTo>
                <a:cubicBezTo>
                  <a:pt x="228639" y="50858"/>
                  <a:pt x="177449" y="0"/>
                  <a:pt x="114319" y="0"/>
                </a:cubicBezTo>
                <a:cubicBezTo>
                  <a:pt x="51190" y="0"/>
                  <a:pt x="0" y="50858"/>
                  <a:pt x="0" y="113579"/>
                </a:cubicBezTo>
                <a:cubicBezTo>
                  <a:pt x="0" y="116973"/>
                  <a:pt x="0" y="120368"/>
                  <a:pt x="0" y="123750"/>
                </a:cubicBezTo>
                <a:cubicBezTo>
                  <a:pt x="0" y="125454"/>
                  <a:pt x="1704" y="169523"/>
                  <a:pt x="44362" y="223775"/>
                </a:cubicBezTo>
                <a:cubicBezTo>
                  <a:pt x="58017" y="240725"/>
                  <a:pt x="52894" y="274634"/>
                  <a:pt x="52894" y="274634"/>
                </a:cubicBezTo>
                <a:cubicBezTo>
                  <a:pt x="69957" y="274634"/>
                  <a:pt x="87020" y="274634"/>
                  <a:pt x="105788" y="274634"/>
                </a:cubicBezTo>
                <a:cubicBezTo>
                  <a:pt x="110912" y="274634"/>
                  <a:pt x="116023" y="274634"/>
                  <a:pt x="121147" y="274634"/>
                </a:cubicBezTo>
                <a:cubicBezTo>
                  <a:pt x="139915" y="274634"/>
                  <a:pt x="156977" y="274634"/>
                  <a:pt x="174041" y="274634"/>
                </a:cubicBezTo>
                <a:cubicBezTo>
                  <a:pt x="174041" y="274634"/>
                  <a:pt x="168918" y="240725"/>
                  <a:pt x="182573" y="223775"/>
                </a:cubicBezTo>
                <a:cubicBezTo>
                  <a:pt x="225231" y="169523"/>
                  <a:pt x="228639" y="125454"/>
                  <a:pt x="226935" y="123750"/>
                </a:cubicBezTo>
                <a:cubicBezTo>
                  <a:pt x="226935" y="120368"/>
                  <a:pt x="228639" y="116973"/>
                  <a:pt x="228639" y="113579"/>
                </a:cubicBezTo>
                <a:close/>
                <a:moveTo>
                  <a:pt x="100665" y="254291"/>
                </a:moveTo>
                <a:cubicBezTo>
                  <a:pt x="100665" y="200038"/>
                  <a:pt x="100665" y="200038"/>
                  <a:pt x="100665" y="200038"/>
                </a:cubicBezTo>
                <a:cubicBezTo>
                  <a:pt x="100665" y="198347"/>
                  <a:pt x="100665" y="198347"/>
                  <a:pt x="98961" y="196656"/>
                </a:cubicBezTo>
                <a:cubicBezTo>
                  <a:pt x="76784" y="154266"/>
                  <a:pt x="76784" y="154266"/>
                  <a:pt x="76784" y="154266"/>
                </a:cubicBezTo>
                <a:cubicBezTo>
                  <a:pt x="78489" y="154266"/>
                  <a:pt x="80193" y="154266"/>
                  <a:pt x="81897" y="152574"/>
                </a:cubicBezTo>
                <a:cubicBezTo>
                  <a:pt x="85316" y="152574"/>
                  <a:pt x="88725" y="149179"/>
                  <a:pt x="92133" y="147489"/>
                </a:cubicBezTo>
                <a:cubicBezTo>
                  <a:pt x="95552" y="150884"/>
                  <a:pt x="100665" y="154266"/>
                  <a:pt x="104084" y="154266"/>
                </a:cubicBezTo>
                <a:cubicBezTo>
                  <a:pt x="110912" y="155969"/>
                  <a:pt x="117728" y="152574"/>
                  <a:pt x="124555" y="147489"/>
                </a:cubicBezTo>
                <a:cubicBezTo>
                  <a:pt x="124555" y="147489"/>
                  <a:pt x="124555" y="147489"/>
                  <a:pt x="124555" y="149179"/>
                </a:cubicBezTo>
                <a:cubicBezTo>
                  <a:pt x="127974" y="154266"/>
                  <a:pt x="133087" y="155969"/>
                  <a:pt x="136506" y="155969"/>
                </a:cubicBezTo>
                <a:cubicBezTo>
                  <a:pt x="138210" y="155969"/>
                  <a:pt x="138210" y="155969"/>
                  <a:pt x="138210" y="155969"/>
                </a:cubicBezTo>
                <a:cubicBezTo>
                  <a:pt x="139915" y="155969"/>
                  <a:pt x="141619" y="155969"/>
                  <a:pt x="143323" y="154266"/>
                </a:cubicBezTo>
                <a:cubicBezTo>
                  <a:pt x="121147" y="196656"/>
                  <a:pt x="121147" y="196656"/>
                  <a:pt x="121147" y="196656"/>
                </a:cubicBezTo>
                <a:cubicBezTo>
                  <a:pt x="121147" y="198347"/>
                  <a:pt x="121147" y="198347"/>
                  <a:pt x="121147" y="200038"/>
                </a:cubicBezTo>
                <a:cubicBezTo>
                  <a:pt x="121147" y="254291"/>
                  <a:pt x="121147" y="254291"/>
                  <a:pt x="121147" y="254291"/>
                </a:cubicBezTo>
                <a:lnTo>
                  <a:pt x="100665" y="254291"/>
                </a:lnTo>
                <a:close/>
                <a:moveTo>
                  <a:pt x="93848" y="122060"/>
                </a:moveTo>
                <a:cubicBezTo>
                  <a:pt x="93848" y="122060"/>
                  <a:pt x="93848" y="122060"/>
                  <a:pt x="93848" y="122060"/>
                </a:cubicBezTo>
                <a:cubicBezTo>
                  <a:pt x="93848" y="122060"/>
                  <a:pt x="93848" y="122060"/>
                  <a:pt x="95552" y="122060"/>
                </a:cubicBezTo>
                <a:cubicBezTo>
                  <a:pt x="97257" y="122060"/>
                  <a:pt x="97257" y="122060"/>
                  <a:pt x="97257" y="125454"/>
                </a:cubicBezTo>
                <a:cubicBezTo>
                  <a:pt x="97257" y="127145"/>
                  <a:pt x="95552" y="130541"/>
                  <a:pt x="93848" y="135626"/>
                </a:cubicBezTo>
                <a:cubicBezTo>
                  <a:pt x="92133" y="128836"/>
                  <a:pt x="92133" y="123750"/>
                  <a:pt x="93848" y="122060"/>
                </a:cubicBezTo>
                <a:close/>
                <a:moveTo>
                  <a:pt x="126260" y="120368"/>
                </a:moveTo>
                <a:cubicBezTo>
                  <a:pt x="126260" y="118665"/>
                  <a:pt x="127974" y="118665"/>
                  <a:pt x="127974" y="118665"/>
                </a:cubicBezTo>
                <a:cubicBezTo>
                  <a:pt x="127974" y="118665"/>
                  <a:pt x="127974" y="118665"/>
                  <a:pt x="127974" y="118665"/>
                </a:cubicBezTo>
                <a:cubicBezTo>
                  <a:pt x="129678" y="118665"/>
                  <a:pt x="129678" y="118665"/>
                  <a:pt x="129678" y="118665"/>
                </a:cubicBezTo>
                <a:cubicBezTo>
                  <a:pt x="129678" y="120368"/>
                  <a:pt x="129678" y="125454"/>
                  <a:pt x="126260" y="132231"/>
                </a:cubicBezTo>
                <a:cubicBezTo>
                  <a:pt x="124555" y="127145"/>
                  <a:pt x="124555" y="122060"/>
                  <a:pt x="126260" y="120368"/>
                </a:cubicBezTo>
                <a:close/>
                <a:moveTo>
                  <a:pt x="208167" y="116973"/>
                </a:moveTo>
                <a:cubicBezTo>
                  <a:pt x="206452" y="130541"/>
                  <a:pt x="206452" y="130541"/>
                  <a:pt x="206452" y="130541"/>
                </a:cubicBezTo>
                <a:cubicBezTo>
                  <a:pt x="206452" y="130541"/>
                  <a:pt x="206452" y="130541"/>
                  <a:pt x="206452" y="130541"/>
                </a:cubicBezTo>
                <a:cubicBezTo>
                  <a:pt x="204748" y="142403"/>
                  <a:pt x="196216" y="174608"/>
                  <a:pt x="167213" y="211913"/>
                </a:cubicBezTo>
                <a:cubicBezTo>
                  <a:pt x="156977" y="223775"/>
                  <a:pt x="153558" y="240725"/>
                  <a:pt x="153558" y="254291"/>
                </a:cubicBezTo>
                <a:cubicBezTo>
                  <a:pt x="134791" y="254291"/>
                  <a:pt x="134791" y="254291"/>
                  <a:pt x="134791" y="254291"/>
                </a:cubicBezTo>
                <a:cubicBezTo>
                  <a:pt x="134791" y="201742"/>
                  <a:pt x="134791" y="201742"/>
                  <a:pt x="134791" y="201742"/>
                </a:cubicBezTo>
                <a:cubicBezTo>
                  <a:pt x="160386" y="152574"/>
                  <a:pt x="160386" y="152574"/>
                  <a:pt x="160386" y="152574"/>
                </a:cubicBezTo>
                <a:cubicBezTo>
                  <a:pt x="162090" y="149179"/>
                  <a:pt x="160386" y="144094"/>
                  <a:pt x="156977" y="142403"/>
                </a:cubicBezTo>
                <a:cubicBezTo>
                  <a:pt x="153558" y="140712"/>
                  <a:pt x="150151" y="142403"/>
                  <a:pt x="148446" y="145797"/>
                </a:cubicBezTo>
                <a:cubicBezTo>
                  <a:pt x="145026" y="147489"/>
                  <a:pt x="141619" y="149179"/>
                  <a:pt x="138210" y="149179"/>
                </a:cubicBezTo>
                <a:cubicBezTo>
                  <a:pt x="134791" y="149179"/>
                  <a:pt x="133087" y="147489"/>
                  <a:pt x="131383" y="144094"/>
                </a:cubicBezTo>
                <a:cubicBezTo>
                  <a:pt x="129678" y="144094"/>
                  <a:pt x="129678" y="142403"/>
                  <a:pt x="127974" y="140712"/>
                </a:cubicBezTo>
                <a:cubicBezTo>
                  <a:pt x="127974" y="140712"/>
                  <a:pt x="127974" y="140712"/>
                  <a:pt x="127974" y="140712"/>
                </a:cubicBezTo>
                <a:cubicBezTo>
                  <a:pt x="134791" y="132231"/>
                  <a:pt x="138210" y="122060"/>
                  <a:pt x="134791" y="115283"/>
                </a:cubicBezTo>
                <a:cubicBezTo>
                  <a:pt x="134791" y="111888"/>
                  <a:pt x="131383" y="110197"/>
                  <a:pt x="127974" y="111888"/>
                </a:cubicBezTo>
                <a:cubicBezTo>
                  <a:pt x="124555" y="111888"/>
                  <a:pt x="121147" y="113579"/>
                  <a:pt x="119442" y="116973"/>
                </a:cubicBezTo>
                <a:cubicBezTo>
                  <a:pt x="117728" y="122060"/>
                  <a:pt x="117728" y="132231"/>
                  <a:pt x="121147" y="139008"/>
                </a:cubicBezTo>
                <a:cubicBezTo>
                  <a:pt x="116023" y="144094"/>
                  <a:pt x="110912" y="149179"/>
                  <a:pt x="105788" y="147489"/>
                </a:cubicBezTo>
                <a:cubicBezTo>
                  <a:pt x="102380" y="147489"/>
                  <a:pt x="98961" y="145797"/>
                  <a:pt x="97257" y="142403"/>
                </a:cubicBezTo>
                <a:cubicBezTo>
                  <a:pt x="102380" y="135626"/>
                  <a:pt x="104084" y="130541"/>
                  <a:pt x="104084" y="123750"/>
                </a:cubicBezTo>
                <a:cubicBezTo>
                  <a:pt x="104084" y="120368"/>
                  <a:pt x="102380" y="115283"/>
                  <a:pt x="97257" y="115283"/>
                </a:cubicBezTo>
                <a:cubicBezTo>
                  <a:pt x="93848" y="113579"/>
                  <a:pt x="90429" y="115283"/>
                  <a:pt x="88725" y="116973"/>
                </a:cubicBezTo>
                <a:cubicBezTo>
                  <a:pt x="83612" y="122060"/>
                  <a:pt x="85316" y="130541"/>
                  <a:pt x="87020" y="137317"/>
                </a:cubicBezTo>
                <a:cubicBezTo>
                  <a:pt x="87020" y="139008"/>
                  <a:pt x="87020" y="140712"/>
                  <a:pt x="88725" y="140712"/>
                </a:cubicBezTo>
                <a:cubicBezTo>
                  <a:pt x="85316" y="144094"/>
                  <a:pt x="81897" y="145797"/>
                  <a:pt x="80193" y="147489"/>
                </a:cubicBezTo>
                <a:cubicBezTo>
                  <a:pt x="76784" y="147489"/>
                  <a:pt x="75080" y="147489"/>
                  <a:pt x="73365" y="147489"/>
                </a:cubicBezTo>
                <a:cubicBezTo>
                  <a:pt x="73365" y="145797"/>
                  <a:pt x="73365" y="145797"/>
                  <a:pt x="73365" y="145797"/>
                </a:cubicBezTo>
                <a:cubicBezTo>
                  <a:pt x="71661" y="142403"/>
                  <a:pt x="68254" y="140712"/>
                  <a:pt x="64834" y="142403"/>
                </a:cubicBezTo>
                <a:cubicBezTo>
                  <a:pt x="64834" y="142403"/>
                  <a:pt x="64834" y="142403"/>
                  <a:pt x="63129" y="142403"/>
                </a:cubicBezTo>
                <a:cubicBezTo>
                  <a:pt x="63129" y="142403"/>
                  <a:pt x="63129" y="142403"/>
                  <a:pt x="63129" y="142403"/>
                </a:cubicBezTo>
                <a:cubicBezTo>
                  <a:pt x="63129" y="142403"/>
                  <a:pt x="63129" y="142403"/>
                  <a:pt x="63129" y="142403"/>
                </a:cubicBezTo>
                <a:cubicBezTo>
                  <a:pt x="63129" y="142403"/>
                  <a:pt x="63129" y="142403"/>
                  <a:pt x="63129" y="142403"/>
                </a:cubicBezTo>
                <a:cubicBezTo>
                  <a:pt x="63129" y="142403"/>
                  <a:pt x="63129" y="142403"/>
                  <a:pt x="63129" y="142403"/>
                </a:cubicBezTo>
                <a:cubicBezTo>
                  <a:pt x="59722" y="144094"/>
                  <a:pt x="59722" y="149179"/>
                  <a:pt x="61426" y="152574"/>
                </a:cubicBezTo>
                <a:cubicBezTo>
                  <a:pt x="87020" y="201742"/>
                  <a:pt x="87020" y="201742"/>
                  <a:pt x="87020" y="201742"/>
                </a:cubicBezTo>
                <a:cubicBezTo>
                  <a:pt x="87020" y="254291"/>
                  <a:pt x="87020" y="254291"/>
                  <a:pt x="87020" y="254291"/>
                </a:cubicBezTo>
                <a:cubicBezTo>
                  <a:pt x="73365" y="254291"/>
                  <a:pt x="73365" y="254291"/>
                  <a:pt x="73365" y="254291"/>
                </a:cubicBezTo>
                <a:cubicBezTo>
                  <a:pt x="73365" y="240725"/>
                  <a:pt x="69957" y="223775"/>
                  <a:pt x="61426" y="211913"/>
                </a:cubicBezTo>
                <a:cubicBezTo>
                  <a:pt x="30707" y="174608"/>
                  <a:pt x="22187" y="142403"/>
                  <a:pt x="20471" y="130541"/>
                </a:cubicBezTo>
                <a:cubicBezTo>
                  <a:pt x="20471" y="130541"/>
                  <a:pt x="20471" y="130541"/>
                  <a:pt x="20471" y="130541"/>
                </a:cubicBezTo>
                <a:cubicBezTo>
                  <a:pt x="18768" y="116973"/>
                  <a:pt x="18768" y="116973"/>
                  <a:pt x="18768" y="116973"/>
                </a:cubicBezTo>
                <a:cubicBezTo>
                  <a:pt x="18768" y="115283"/>
                  <a:pt x="18768" y="113579"/>
                  <a:pt x="18768" y="113579"/>
                </a:cubicBezTo>
                <a:cubicBezTo>
                  <a:pt x="18768" y="61030"/>
                  <a:pt x="61426" y="18652"/>
                  <a:pt x="114319" y="18652"/>
                </a:cubicBezTo>
                <a:cubicBezTo>
                  <a:pt x="165509" y="18652"/>
                  <a:pt x="208167" y="61030"/>
                  <a:pt x="208167" y="113579"/>
                </a:cubicBezTo>
                <a:cubicBezTo>
                  <a:pt x="208167" y="113579"/>
                  <a:pt x="208167" y="115283"/>
                  <a:pt x="208167" y="116973"/>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3" name="Freeform 52">
            <a:extLst>
              <a:ext uri="{FF2B5EF4-FFF2-40B4-BE49-F238E27FC236}">
                <a16:creationId xmlns:a16="http://schemas.microsoft.com/office/drawing/2014/main" id="{2B629E9A-7805-74F1-F217-3E50B0D814D9}"/>
              </a:ext>
            </a:extLst>
          </p:cNvPr>
          <p:cNvSpPr/>
          <p:nvPr/>
        </p:nvSpPr>
        <p:spPr>
          <a:xfrm>
            <a:off x="2311400" y="2641600"/>
            <a:ext cx="120409" cy="68998"/>
          </a:xfrm>
          <a:custGeom>
            <a:avLst/>
            <a:gdLst/>
            <a:ahLst/>
            <a:cxnLst/>
            <a:rect l="l" t="t" r="r" b="b"/>
            <a:pathLst>
              <a:path w="120409" h="68998">
                <a:moveTo>
                  <a:pt x="0" y="10349"/>
                </a:moveTo>
                <a:cubicBezTo>
                  <a:pt x="5089" y="10349"/>
                  <a:pt x="5089" y="10349"/>
                  <a:pt x="5089" y="10349"/>
                </a:cubicBezTo>
                <a:cubicBezTo>
                  <a:pt x="5089" y="18975"/>
                  <a:pt x="5089" y="18975"/>
                  <a:pt x="5089" y="18975"/>
                </a:cubicBezTo>
                <a:cubicBezTo>
                  <a:pt x="0" y="18975"/>
                  <a:pt x="0" y="18975"/>
                  <a:pt x="0" y="18975"/>
                </a:cubicBezTo>
                <a:cubicBezTo>
                  <a:pt x="0" y="29324"/>
                  <a:pt x="0" y="29324"/>
                  <a:pt x="0" y="29324"/>
                </a:cubicBezTo>
                <a:cubicBezTo>
                  <a:pt x="5089" y="29324"/>
                  <a:pt x="5089" y="29324"/>
                  <a:pt x="5089" y="29324"/>
                </a:cubicBezTo>
                <a:cubicBezTo>
                  <a:pt x="5089" y="37949"/>
                  <a:pt x="5089" y="37949"/>
                  <a:pt x="5089" y="37949"/>
                </a:cubicBezTo>
                <a:cubicBezTo>
                  <a:pt x="0" y="37949"/>
                  <a:pt x="0" y="37949"/>
                  <a:pt x="0" y="37949"/>
                </a:cubicBezTo>
                <a:cubicBezTo>
                  <a:pt x="1694" y="48298"/>
                  <a:pt x="11873" y="58649"/>
                  <a:pt x="27136" y="58649"/>
                </a:cubicBezTo>
                <a:cubicBezTo>
                  <a:pt x="28832" y="65549"/>
                  <a:pt x="33920" y="68998"/>
                  <a:pt x="40700" y="68998"/>
                </a:cubicBezTo>
                <a:cubicBezTo>
                  <a:pt x="79709" y="68998"/>
                  <a:pt x="79709" y="68998"/>
                  <a:pt x="79709" y="68998"/>
                </a:cubicBezTo>
                <a:cubicBezTo>
                  <a:pt x="86488" y="68998"/>
                  <a:pt x="91577" y="65549"/>
                  <a:pt x="94973" y="58649"/>
                </a:cubicBezTo>
                <a:cubicBezTo>
                  <a:pt x="108535" y="58649"/>
                  <a:pt x="118715" y="48298"/>
                  <a:pt x="120409" y="37949"/>
                </a:cubicBezTo>
                <a:cubicBezTo>
                  <a:pt x="115320" y="37949"/>
                  <a:pt x="115320" y="37949"/>
                  <a:pt x="115320" y="37949"/>
                </a:cubicBezTo>
                <a:cubicBezTo>
                  <a:pt x="115320" y="29324"/>
                  <a:pt x="115320" y="29324"/>
                  <a:pt x="115320" y="29324"/>
                </a:cubicBezTo>
                <a:cubicBezTo>
                  <a:pt x="120409" y="29324"/>
                  <a:pt x="120409" y="29324"/>
                  <a:pt x="120409" y="29324"/>
                </a:cubicBezTo>
                <a:cubicBezTo>
                  <a:pt x="120409" y="18975"/>
                  <a:pt x="120409" y="18975"/>
                  <a:pt x="120409" y="18975"/>
                </a:cubicBezTo>
                <a:cubicBezTo>
                  <a:pt x="115320" y="18975"/>
                  <a:pt x="115320" y="18975"/>
                  <a:pt x="115320" y="18975"/>
                </a:cubicBezTo>
                <a:cubicBezTo>
                  <a:pt x="115320" y="10349"/>
                  <a:pt x="115320" y="10349"/>
                  <a:pt x="115320" y="10349"/>
                </a:cubicBezTo>
                <a:cubicBezTo>
                  <a:pt x="120409" y="10349"/>
                  <a:pt x="120409" y="10349"/>
                  <a:pt x="120409" y="10349"/>
                </a:cubicBezTo>
                <a:cubicBezTo>
                  <a:pt x="120409" y="0"/>
                  <a:pt x="120409" y="0"/>
                  <a:pt x="120409" y="0"/>
                </a:cubicBezTo>
                <a:cubicBezTo>
                  <a:pt x="0" y="0"/>
                  <a:pt x="0" y="0"/>
                  <a:pt x="0" y="0"/>
                </a:cubicBezTo>
                <a:lnTo>
                  <a:pt x="0" y="10349"/>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Tree>
    <p:extLst>
      <p:ext uri="{BB962C8B-B14F-4D97-AF65-F5344CB8AC3E}">
        <p14:creationId xmlns:p14="http://schemas.microsoft.com/office/powerpoint/2010/main" val="345140501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4_标题幻灯片">
    <p:spTree>
      <p:nvGrpSpPr>
        <p:cNvPr id="1" name=""/>
        <p:cNvGrpSpPr/>
        <p:nvPr/>
      </p:nvGrpSpPr>
      <p:grpSpPr>
        <a:xfrm>
          <a:off x="0" y="0"/>
          <a:ext cx="0" cy="0"/>
          <a:chOff x="0" y="0"/>
          <a:chExt cx="0" cy="0"/>
        </a:xfrm>
      </p:grpSpPr>
      <p:sp>
        <p:nvSpPr>
          <p:cNvPr id="24" name="矩形 23">
            <a:extLst>
              <a:ext uri="{FF2B5EF4-FFF2-40B4-BE49-F238E27FC236}">
                <a16:creationId xmlns:a16="http://schemas.microsoft.com/office/drawing/2014/main" id="{6FDE90AF-D06B-A0A7-4121-3791C83777E6}"/>
              </a:ext>
            </a:extLst>
          </p:cNvPr>
          <p:cNvSpPr/>
          <p:nvPr/>
        </p:nvSpPr>
        <p:spPr>
          <a:xfrm>
            <a:off x="666750" y="2740061"/>
            <a:ext cx="10858500" cy="134411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AutoShape 13">
            <a:extLst>
              <a:ext uri="{FF2B5EF4-FFF2-40B4-BE49-F238E27FC236}">
                <a16:creationId xmlns:a16="http://schemas.microsoft.com/office/drawing/2014/main" id="{6557337C-E8A3-E738-19B1-E705B4956512}"/>
              </a:ext>
            </a:extLst>
          </p:cNvPr>
          <p:cNvSpPr/>
          <p:nvPr/>
        </p:nvSpPr>
        <p:spPr>
          <a:xfrm>
            <a:off x="4565650" y="1430925"/>
            <a:ext cx="3060700" cy="3644900"/>
          </a:xfrm>
          <a:prstGeom prst="roundRect">
            <a:avLst>
              <a:gd name="adj" fmla="val 3319"/>
            </a:avLst>
          </a:prstGeom>
          <a:solidFill>
            <a:srgbClr val="F9F9F9">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sp>
        <p:nvSpPr>
          <p:cNvPr id="15" name="AutoShape 14">
            <a:extLst>
              <a:ext uri="{FF2B5EF4-FFF2-40B4-BE49-F238E27FC236}">
                <a16:creationId xmlns:a16="http://schemas.microsoft.com/office/drawing/2014/main" id="{DB99849A-52EA-95E5-FCAF-524325A70610}"/>
              </a:ext>
            </a:extLst>
          </p:cNvPr>
          <p:cNvSpPr/>
          <p:nvPr/>
        </p:nvSpPr>
        <p:spPr>
          <a:xfrm>
            <a:off x="8261350" y="1430925"/>
            <a:ext cx="3060700" cy="3644900"/>
          </a:xfrm>
          <a:prstGeom prst="roundRect">
            <a:avLst>
              <a:gd name="adj" fmla="val 3319"/>
            </a:avLst>
          </a:prstGeom>
          <a:solidFill>
            <a:srgbClr val="F9F9F9">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sp>
        <p:nvSpPr>
          <p:cNvPr id="17" name="Freeform 18">
            <a:extLst>
              <a:ext uri="{FF2B5EF4-FFF2-40B4-BE49-F238E27FC236}">
                <a16:creationId xmlns:a16="http://schemas.microsoft.com/office/drawing/2014/main" id="{4BAC272A-A091-BEDC-9631-7449FE6F123F}"/>
              </a:ext>
            </a:extLst>
          </p:cNvPr>
          <p:cNvSpPr/>
          <p:nvPr/>
        </p:nvSpPr>
        <p:spPr>
          <a:xfrm>
            <a:off x="4578350" y="5012325"/>
            <a:ext cx="3050577" cy="66674"/>
          </a:xfrm>
          <a:custGeom>
            <a:avLst/>
            <a:gdLst/>
            <a:ahLst/>
            <a:cxnLst/>
            <a:rect l="l" t="t" r="r" b="b"/>
            <a:pathLst>
              <a:path w="3050577" h="66674">
                <a:moveTo>
                  <a:pt x="0" y="0"/>
                </a:moveTo>
                <a:lnTo>
                  <a:pt x="3050577" y="0"/>
                </a:lnTo>
                <a:lnTo>
                  <a:pt x="3049436" y="5650"/>
                </a:lnTo>
                <a:cubicBezTo>
                  <a:pt x="3034267" y="41511"/>
                  <a:pt x="2998760" y="66674"/>
                  <a:pt x="2957372" y="66674"/>
                </a:cubicBezTo>
                <a:lnTo>
                  <a:pt x="93205" y="66674"/>
                </a:lnTo>
                <a:cubicBezTo>
                  <a:pt x="51819" y="66674"/>
                  <a:pt x="16308" y="41511"/>
                  <a:pt x="1140" y="5650"/>
                </a:cubicBezTo>
                <a:close/>
              </a:path>
            </a:pathLst>
          </a:custGeom>
          <a:solidFill>
            <a:srgbClr val="17406D">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sp>
        <p:nvSpPr>
          <p:cNvPr id="18" name="Freeform 19">
            <a:extLst>
              <a:ext uri="{FF2B5EF4-FFF2-40B4-BE49-F238E27FC236}">
                <a16:creationId xmlns:a16="http://schemas.microsoft.com/office/drawing/2014/main" id="{8598B6D2-3046-F8D8-FBB0-F4647994D27E}"/>
              </a:ext>
            </a:extLst>
          </p:cNvPr>
          <p:cNvSpPr/>
          <p:nvPr/>
        </p:nvSpPr>
        <p:spPr>
          <a:xfrm>
            <a:off x="8274050" y="5012325"/>
            <a:ext cx="3050577" cy="66674"/>
          </a:xfrm>
          <a:custGeom>
            <a:avLst/>
            <a:gdLst/>
            <a:ahLst/>
            <a:cxnLst/>
            <a:rect l="l" t="t" r="r" b="b"/>
            <a:pathLst>
              <a:path w="3050577" h="66674">
                <a:moveTo>
                  <a:pt x="0" y="0"/>
                </a:moveTo>
                <a:lnTo>
                  <a:pt x="3050577" y="0"/>
                </a:lnTo>
                <a:lnTo>
                  <a:pt x="3049436" y="5650"/>
                </a:lnTo>
                <a:cubicBezTo>
                  <a:pt x="3034267" y="41511"/>
                  <a:pt x="2998760" y="66674"/>
                  <a:pt x="2957372" y="66674"/>
                </a:cubicBezTo>
                <a:lnTo>
                  <a:pt x="93205" y="66674"/>
                </a:lnTo>
                <a:cubicBezTo>
                  <a:pt x="51819" y="66674"/>
                  <a:pt x="16308" y="41511"/>
                  <a:pt x="1140" y="5650"/>
                </a:cubicBezTo>
                <a:close/>
              </a:path>
            </a:pathLst>
          </a:custGeom>
          <a:solidFill>
            <a:srgbClr val="17406D">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cxnSp>
        <p:nvCxnSpPr>
          <p:cNvPr id="20" name="Connector 25">
            <a:extLst>
              <a:ext uri="{FF2B5EF4-FFF2-40B4-BE49-F238E27FC236}">
                <a16:creationId xmlns:a16="http://schemas.microsoft.com/office/drawing/2014/main" id="{08384863-0AF4-D3D8-13D8-FF039DBB945B}"/>
              </a:ext>
            </a:extLst>
          </p:cNvPr>
          <p:cNvCxnSpPr/>
          <p:nvPr/>
        </p:nvCxnSpPr>
        <p:spPr>
          <a:xfrm rot="5">
            <a:off x="5657850" y="2319926"/>
            <a:ext cx="889091" cy="12700"/>
          </a:xfrm>
          <a:prstGeom prst="line">
            <a:avLst/>
          </a:prstGeom>
          <a:solidFill>
            <a:srgbClr val="DEE0E3">
              <a:alpha val="100000"/>
            </a:srgbClr>
          </a:solidFill>
          <a:ln w="25400" cap="flat" cmpd="sng">
            <a:solidFill>
              <a:srgbClr val="17406D">
                <a:alpha val="100000"/>
              </a:srgbClr>
            </a:solidFill>
            <a:prstDash val="solid"/>
            <a:miter lim="10000000"/>
            <a:headEnd type="none" w="med" len="med"/>
            <a:tailEnd type="none" w="med" len="med"/>
          </a:ln>
        </p:spPr>
      </p:cxnSp>
      <p:cxnSp>
        <p:nvCxnSpPr>
          <p:cNvPr id="21" name="Connector 26">
            <a:extLst>
              <a:ext uri="{FF2B5EF4-FFF2-40B4-BE49-F238E27FC236}">
                <a16:creationId xmlns:a16="http://schemas.microsoft.com/office/drawing/2014/main" id="{5CF3A5FD-E24F-F5D6-E620-A9FECD69AAC0}"/>
              </a:ext>
            </a:extLst>
          </p:cNvPr>
          <p:cNvCxnSpPr/>
          <p:nvPr/>
        </p:nvCxnSpPr>
        <p:spPr>
          <a:xfrm rot="4">
            <a:off x="9340850" y="2319926"/>
            <a:ext cx="901789" cy="12700"/>
          </a:xfrm>
          <a:prstGeom prst="line">
            <a:avLst/>
          </a:prstGeom>
          <a:solidFill>
            <a:srgbClr val="DEE0E3">
              <a:alpha val="100000"/>
            </a:srgbClr>
          </a:solidFill>
          <a:ln w="25400" cap="flat" cmpd="sng">
            <a:solidFill>
              <a:srgbClr val="17406D">
                <a:alpha val="100000"/>
              </a:srgbClr>
            </a:solidFill>
            <a:prstDash val="solid"/>
            <a:miter lim="10000000"/>
            <a:headEnd type="none" w="med" len="med"/>
            <a:tailEnd type="none" w="med" len="med"/>
          </a:ln>
        </p:spPr>
      </p:cxnSp>
      <p:sp>
        <p:nvSpPr>
          <p:cNvPr id="5" name="AutoShape 12">
            <a:extLst>
              <a:ext uri="{FF2B5EF4-FFF2-40B4-BE49-F238E27FC236}">
                <a16:creationId xmlns:a16="http://schemas.microsoft.com/office/drawing/2014/main" id="{148892B6-CD71-F624-A4BE-77AC8FBAAB95}"/>
              </a:ext>
            </a:extLst>
          </p:cNvPr>
          <p:cNvSpPr/>
          <p:nvPr/>
        </p:nvSpPr>
        <p:spPr>
          <a:xfrm>
            <a:off x="869950" y="1430925"/>
            <a:ext cx="3060700" cy="3644900"/>
          </a:xfrm>
          <a:prstGeom prst="roundRect">
            <a:avLst>
              <a:gd name="adj" fmla="val 3319"/>
            </a:avLst>
          </a:prstGeom>
          <a:solidFill>
            <a:srgbClr val="F9F9F9">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sp>
        <p:nvSpPr>
          <p:cNvPr id="16" name="Freeform 17">
            <a:extLst>
              <a:ext uri="{FF2B5EF4-FFF2-40B4-BE49-F238E27FC236}">
                <a16:creationId xmlns:a16="http://schemas.microsoft.com/office/drawing/2014/main" id="{F5B0D683-35DA-8DD7-6794-57E57B657050}"/>
              </a:ext>
            </a:extLst>
          </p:cNvPr>
          <p:cNvSpPr/>
          <p:nvPr/>
        </p:nvSpPr>
        <p:spPr>
          <a:xfrm>
            <a:off x="875362" y="5012325"/>
            <a:ext cx="3050577" cy="66674"/>
          </a:xfrm>
          <a:custGeom>
            <a:avLst/>
            <a:gdLst/>
            <a:ahLst/>
            <a:cxnLst/>
            <a:rect l="l" t="t" r="r" b="b"/>
            <a:pathLst>
              <a:path w="3050577" h="66674">
                <a:moveTo>
                  <a:pt x="0" y="0"/>
                </a:moveTo>
                <a:lnTo>
                  <a:pt x="3050577" y="0"/>
                </a:lnTo>
                <a:lnTo>
                  <a:pt x="3049436" y="5650"/>
                </a:lnTo>
                <a:cubicBezTo>
                  <a:pt x="3034267" y="41511"/>
                  <a:pt x="2998760" y="66674"/>
                  <a:pt x="2957372" y="66674"/>
                </a:cubicBezTo>
                <a:lnTo>
                  <a:pt x="93205" y="66674"/>
                </a:lnTo>
                <a:cubicBezTo>
                  <a:pt x="51819" y="66674"/>
                  <a:pt x="16308" y="41511"/>
                  <a:pt x="1140" y="5650"/>
                </a:cubicBezTo>
                <a:close/>
              </a:path>
            </a:pathLst>
          </a:custGeom>
          <a:solidFill>
            <a:srgbClr val="17406D">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cxnSp>
        <p:nvCxnSpPr>
          <p:cNvPr id="19" name="Connector 23">
            <a:extLst>
              <a:ext uri="{FF2B5EF4-FFF2-40B4-BE49-F238E27FC236}">
                <a16:creationId xmlns:a16="http://schemas.microsoft.com/office/drawing/2014/main" id="{6D27593A-F22D-88F9-C79C-97F432C7A2F8}"/>
              </a:ext>
            </a:extLst>
          </p:cNvPr>
          <p:cNvCxnSpPr/>
          <p:nvPr/>
        </p:nvCxnSpPr>
        <p:spPr>
          <a:xfrm rot="4">
            <a:off x="1962150" y="2319926"/>
            <a:ext cx="901789" cy="12700"/>
          </a:xfrm>
          <a:prstGeom prst="line">
            <a:avLst/>
          </a:prstGeom>
          <a:solidFill>
            <a:srgbClr val="DEE0E3">
              <a:alpha val="100000"/>
            </a:srgbClr>
          </a:solidFill>
          <a:ln w="25400" cap="flat" cmpd="sng">
            <a:solidFill>
              <a:srgbClr val="17406D">
                <a:alpha val="100000"/>
              </a:srgbClr>
            </a:solidFill>
            <a:prstDash val="solid"/>
            <a:miter lim="10000000"/>
            <a:headEnd type="none" w="med" len="med"/>
            <a:tailEnd type="none" w="med" len="med"/>
          </a:ln>
        </p:spPr>
      </p:cxnSp>
    </p:spTree>
    <p:extLst>
      <p:ext uri="{BB962C8B-B14F-4D97-AF65-F5344CB8AC3E}">
        <p14:creationId xmlns:p14="http://schemas.microsoft.com/office/powerpoint/2010/main" val="121672076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pic>
        <p:nvPicPr>
          <p:cNvPr id="4" name="Picture 11">
            <a:extLst>
              <a:ext uri="{FF2B5EF4-FFF2-40B4-BE49-F238E27FC236}">
                <a16:creationId xmlns:a16="http://schemas.microsoft.com/office/drawing/2014/main" id="{D67635CD-646D-7B00-FCB3-502BC52DBDF0}"/>
              </a:ext>
            </a:extLst>
          </p:cNvPr>
          <p:cNvPicPr>
            <a:picLocks noChangeAspect="1"/>
          </p:cNvPicPr>
          <p:nvPr/>
        </p:nvPicPr>
        <p:blipFill>
          <a:blip r:embed="rId2"/>
          <a:srcRect t="28415" b="28415"/>
          <a:stretch>
            <a:fillRect/>
          </a:stretch>
        </p:blipFill>
        <p:spPr>
          <a:xfrm>
            <a:off x="2895600" y="1727200"/>
            <a:ext cx="8623300" cy="2006600"/>
          </a:xfrm>
          <a:prstGeom prst="rect">
            <a:avLst/>
          </a:prstGeom>
          <a:noFill/>
          <a:ln w="25400" cap="flat" cmpd="sng">
            <a:noFill/>
            <a:prstDash val="solid"/>
            <a:round/>
          </a:ln>
        </p:spPr>
      </p:pic>
      <p:sp>
        <p:nvSpPr>
          <p:cNvPr id="6" name="AutoShape 12">
            <a:extLst>
              <a:ext uri="{FF2B5EF4-FFF2-40B4-BE49-F238E27FC236}">
                <a16:creationId xmlns:a16="http://schemas.microsoft.com/office/drawing/2014/main" id="{9CF639FF-1518-D6A9-E84A-E75D4DA37251}"/>
              </a:ext>
            </a:extLst>
          </p:cNvPr>
          <p:cNvSpPr/>
          <p:nvPr/>
        </p:nvSpPr>
        <p:spPr>
          <a:xfrm>
            <a:off x="673100" y="1739900"/>
            <a:ext cx="10845800" cy="2006600"/>
          </a:xfrm>
          <a:prstGeom prst="roundRect">
            <a:avLst>
              <a:gd name="adj" fmla="val 0"/>
            </a:avLst>
          </a:prstGeom>
          <a:gradFill rotWithShape="1">
            <a:gsLst>
              <a:gs pos="0">
                <a:srgbClr val="F2F6FA">
                  <a:alpha val="53000"/>
                </a:srgbClr>
              </a:gs>
              <a:gs pos="74000">
                <a:srgbClr val="26476A">
                  <a:alpha val="100000"/>
                </a:srgbClr>
              </a:gs>
              <a:gs pos="83000">
                <a:srgbClr val="26476A">
                  <a:alpha val="100000"/>
                </a:srgbClr>
              </a:gs>
              <a:gs pos="100000">
                <a:srgbClr val="26476A">
                  <a:alpha val="100000"/>
                </a:srgbClr>
              </a:gs>
            </a:gsLst>
            <a:lin ang="10800000"/>
          </a:gradFill>
          <a:ln w="25400" cap="flat" cmpd="sng">
            <a:noFill/>
            <a:prstDash val="solid"/>
            <a:round/>
          </a:ln>
        </p:spPr>
        <p:txBody>
          <a:bodyPr vert="horz" wrap="square" lIns="63500" tIns="63500" rIns="63500" bIns="63500" rtlCol="0" anchor="ctr"/>
          <a:lstStyle/>
          <a:p>
            <a:pPr algn="ctr">
              <a:defRPr/>
            </a:pPr>
            <a:endParaRPr/>
          </a:p>
        </p:txBody>
      </p:sp>
      <p:pic>
        <p:nvPicPr>
          <p:cNvPr id="8" name="Picture 13">
            <a:extLst>
              <a:ext uri="{FF2B5EF4-FFF2-40B4-BE49-F238E27FC236}">
                <a16:creationId xmlns:a16="http://schemas.microsoft.com/office/drawing/2014/main" id="{E818FDEA-2A9D-C31B-55EA-2C411CE978DA}"/>
              </a:ext>
            </a:extLst>
          </p:cNvPr>
          <p:cNvPicPr>
            <a:picLocks noChangeAspect="1"/>
          </p:cNvPicPr>
          <p:nvPr/>
        </p:nvPicPr>
        <p:blipFill>
          <a:blip r:embed="rId3"/>
          <a:srcRect/>
          <a:stretch>
            <a:fillRect/>
          </a:stretch>
        </p:blipFill>
        <p:spPr>
          <a:xfrm>
            <a:off x="596900" y="2273300"/>
            <a:ext cx="749300" cy="749300"/>
          </a:xfrm>
          <a:prstGeom prst="rect">
            <a:avLst/>
          </a:prstGeom>
          <a:noFill/>
          <a:ln w="25400" cap="flat" cmpd="sng">
            <a:noFill/>
            <a:prstDash val="solid"/>
            <a:round/>
          </a:ln>
        </p:spPr>
      </p:pic>
      <p:sp>
        <p:nvSpPr>
          <p:cNvPr id="10" name="AutoShape 14">
            <a:extLst>
              <a:ext uri="{FF2B5EF4-FFF2-40B4-BE49-F238E27FC236}">
                <a16:creationId xmlns:a16="http://schemas.microsoft.com/office/drawing/2014/main" id="{34D927B9-7D42-4BA5-B690-F733FA82FBB2}"/>
              </a:ext>
            </a:extLst>
          </p:cNvPr>
          <p:cNvSpPr/>
          <p:nvPr/>
        </p:nvSpPr>
        <p:spPr>
          <a:xfrm>
            <a:off x="1574800" y="2070100"/>
            <a:ext cx="7137400" cy="11557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25000"/>
              </a:lnSpc>
              <a:defRPr/>
            </a:pPr>
            <a:endParaRPr lang="en-US" sz="1100" dirty="0"/>
          </a:p>
        </p:txBody>
      </p:sp>
      <p:sp>
        <p:nvSpPr>
          <p:cNvPr id="12" name="AutoShape 15">
            <a:extLst>
              <a:ext uri="{FF2B5EF4-FFF2-40B4-BE49-F238E27FC236}">
                <a16:creationId xmlns:a16="http://schemas.microsoft.com/office/drawing/2014/main" id="{4DA18B41-8979-5166-98A7-8E7C79B88FE6}"/>
              </a:ext>
            </a:extLst>
          </p:cNvPr>
          <p:cNvSpPr/>
          <p:nvPr/>
        </p:nvSpPr>
        <p:spPr>
          <a:xfrm rot="5400000">
            <a:off x="1257300" y="2578100"/>
            <a:ext cx="254000" cy="127000"/>
          </a:xfrm>
          <a:prstGeom prst="triangle">
            <a:avLst>
              <a:gd name="adj" fmla="val 5000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6">
            <a:extLst>
              <a:ext uri="{FF2B5EF4-FFF2-40B4-BE49-F238E27FC236}">
                <a16:creationId xmlns:a16="http://schemas.microsoft.com/office/drawing/2014/main" id="{A0AA7D50-A1E0-D31C-9673-874898DD7A2C}"/>
              </a:ext>
            </a:extLst>
          </p:cNvPr>
          <p:cNvSpPr/>
          <p:nvPr/>
        </p:nvSpPr>
        <p:spPr>
          <a:xfrm>
            <a:off x="1016000" y="3492500"/>
            <a:ext cx="3060700" cy="2667000"/>
          </a:xfrm>
          <a:prstGeom prst="roundRect">
            <a:avLst>
              <a:gd name="adj" fmla="val 0"/>
            </a:avLst>
          </a:prstGeom>
          <a:solidFill>
            <a:srgbClr val="FFFFFF">
              <a:alpha val="100000"/>
            </a:srgbClr>
          </a:solidFill>
          <a:ln w="25400" cap="flat" cmpd="sng">
            <a:noFill/>
            <a:prstDash val="solid"/>
            <a:round/>
          </a:ln>
          <a:effectLst>
            <a:outerShdw blurRad="254000" algn="ctr" rotWithShape="0">
              <a:srgbClr val="000000">
                <a:alpha val="15000"/>
              </a:srgbClr>
            </a:outerShdw>
          </a:effectLst>
        </p:spPr>
        <p:txBody>
          <a:bodyPr vert="horz" wrap="square" lIns="63500" tIns="63500" rIns="63500" bIns="63500" rtlCol="0" anchor="ctr"/>
          <a:lstStyle/>
          <a:p>
            <a:pPr algn="ctr">
              <a:defRPr/>
            </a:pPr>
            <a:endParaRPr/>
          </a:p>
        </p:txBody>
      </p:sp>
      <p:sp>
        <p:nvSpPr>
          <p:cNvPr id="16" name="AutoShape 17">
            <a:extLst>
              <a:ext uri="{FF2B5EF4-FFF2-40B4-BE49-F238E27FC236}">
                <a16:creationId xmlns:a16="http://schemas.microsoft.com/office/drawing/2014/main" id="{C8B75C00-2E7F-7A98-39B6-F78DAED698A6}"/>
              </a:ext>
            </a:extLst>
          </p:cNvPr>
          <p:cNvSpPr/>
          <p:nvPr/>
        </p:nvSpPr>
        <p:spPr>
          <a:xfrm>
            <a:off x="4559300" y="3492500"/>
            <a:ext cx="3060700" cy="2667000"/>
          </a:xfrm>
          <a:prstGeom prst="roundRect">
            <a:avLst>
              <a:gd name="adj" fmla="val 0"/>
            </a:avLst>
          </a:prstGeom>
          <a:solidFill>
            <a:srgbClr val="FFFFFF">
              <a:alpha val="100000"/>
            </a:srgbClr>
          </a:solidFill>
          <a:ln w="25400" cap="flat" cmpd="sng">
            <a:noFill/>
            <a:prstDash val="solid"/>
            <a:round/>
          </a:ln>
          <a:effectLst>
            <a:outerShdw blurRad="254000" algn="ctr" rotWithShape="0">
              <a:srgbClr val="000000">
                <a:alpha val="15000"/>
              </a:srgbClr>
            </a:outerShdw>
          </a:effectLst>
        </p:spPr>
        <p:txBody>
          <a:bodyPr vert="horz" wrap="square" lIns="63500" tIns="63500" rIns="63500" bIns="63500" rtlCol="0" anchor="ctr"/>
          <a:lstStyle/>
          <a:p>
            <a:pPr algn="ctr">
              <a:defRPr/>
            </a:pPr>
            <a:endParaRPr/>
          </a:p>
        </p:txBody>
      </p:sp>
      <p:sp>
        <p:nvSpPr>
          <p:cNvPr id="18" name="AutoShape 18">
            <a:extLst>
              <a:ext uri="{FF2B5EF4-FFF2-40B4-BE49-F238E27FC236}">
                <a16:creationId xmlns:a16="http://schemas.microsoft.com/office/drawing/2014/main" id="{3DF8ACAC-F5D3-1791-834A-57AB480033ED}"/>
              </a:ext>
            </a:extLst>
          </p:cNvPr>
          <p:cNvSpPr/>
          <p:nvPr/>
        </p:nvSpPr>
        <p:spPr>
          <a:xfrm>
            <a:off x="8115300" y="3492500"/>
            <a:ext cx="3060700" cy="2667000"/>
          </a:xfrm>
          <a:prstGeom prst="roundRect">
            <a:avLst>
              <a:gd name="adj" fmla="val 0"/>
            </a:avLst>
          </a:prstGeom>
          <a:solidFill>
            <a:srgbClr val="FFFFFF">
              <a:alpha val="100000"/>
            </a:srgbClr>
          </a:solidFill>
          <a:ln w="25400" cap="flat" cmpd="sng">
            <a:noFill/>
            <a:prstDash val="solid"/>
            <a:round/>
          </a:ln>
          <a:effectLst>
            <a:outerShdw blurRad="254000" algn="ctr" rotWithShape="0">
              <a:srgbClr val="000000">
                <a:alpha val="15000"/>
              </a:srgbClr>
            </a:outerShdw>
          </a:effectLst>
        </p:spPr>
        <p:txBody>
          <a:bodyPr vert="horz" wrap="square" lIns="63500" tIns="63500" rIns="63500" bIns="63500" rtlCol="0" anchor="ctr"/>
          <a:lstStyle/>
          <a:p>
            <a:pPr algn="ctr">
              <a:defRPr/>
            </a:pPr>
            <a:endParaRPr/>
          </a:p>
        </p:txBody>
      </p:sp>
      <p:sp>
        <p:nvSpPr>
          <p:cNvPr id="20" name="AutoShape 19">
            <a:extLst>
              <a:ext uri="{FF2B5EF4-FFF2-40B4-BE49-F238E27FC236}">
                <a16:creationId xmlns:a16="http://schemas.microsoft.com/office/drawing/2014/main" id="{A389D54C-1E28-ACA2-8067-2F7E43CB2966}"/>
              </a:ext>
            </a:extLst>
          </p:cNvPr>
          <p:cNvSpPr/>
          <p:nvPr/>
        </p:nvSpPr>
        <p:spPr>
          <a:xfrm>
            <a:off x="1219200" y="4533900"/>
            <a:ext cx="2755900" cy="3683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00000"/>
              </a:lnSpc>
              <a:defRPr/>
            </a:pPr>
            <a:endParaRPr lang="en-US" sz="1100" dirty="0"/>
          </a:p>
        </p:txBody>
      </p:sp>
      <p:sp>
        <p:nvSpPr>
          <p:cNvPr id="22" name="AutoShape 20">
            <a:extLst>
              <a:ext uri="{FF2B5EF4-FFF2-40B4-BE49-F238E27FC236}">
                <a16:creationId xmlns:a16="http://schemas.microsoft.com/office/drawing/2014/main" id="{420DDB25-6659-9E49-231E-EB244D98E151}"/>
              </a:ext>
            </a:extLst>
          </p:cNvPr>
          <p:cNvSpPr/>
          <p:nvPr/>
        </p:nvSpPr>
        <p:spPr>
          <a:xfrm>
            <a:off x="1320800" y="4953000"/>
            <a:ext cx="2476500" cy="8890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16666"/>
              </a:lnSpc>
              <a:defRPr/>
            </a:pPr>
            <a:endParaRPr lang="en-US" sz="1100" dirty="0"/>
          </a:p>
        </p:txBody>
      </p:sp>
      <p:sp>
        <p:nvSpPr>
          <p:cNvPr id="24" name="AutoShape 21">
            <a:extLst>
              <a:ext uri="{FF2B5EF4-FFF2-40B4-BE49-F238E27FC236}">
                <a16:creationId xmlns:a16="http://schemas.microsoft.com/office/drawing/2014/main" id="{5FF928F7-2E1B-69BE-B570-5AD5304AD93E}"/>
              </a:ext>
            </a:extLst>
          </p:cNvPr>
          <p:cNvSpPr/>
          <p:nvPr/>
        </p:nvSpPr>
        <p:spPr>
          <a:xfrm>
            <a:off x="1866900" y="6083300"/>
            <a:ext cx="1371600" cy="762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2">
            <a:extLst>
              <a:ext uri="{FF2B5EF4-FFF2-40B4-BE49-F238E27FC236}">
                <a16:creationId xmlns:a16="http://schemas.microsoft.com/office/drawing/2014/main" id="{6EE6E1BE-923D-18CE-6D5E-B179186DF5F9}"/>
              </a:ext>
            </a:extLst>
          </p:cNvPr>
          <p:cNvSpPr/>
          <p:nvPr/>
        </p:nvSpPr>
        <p:spPr>
          <a:xfrm>
            <a:off x="5410200" y="6083300"/>
            <a:ext cx="1371600" cy="762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3">
            <a:extLst>
              <a:ext uri="{FF2B5EF4-FFF2-40B4-BE49-F238E27FC236}">
                <a16:creationId xmlns:a16="http://schemas.microsoft.com/office/drawing/2014/main" id="{E21A4340-6557-91FD-BB02-DBE3EED720AB}"/>
              </a:ext>
            </a:extLst>
          </p:cNvPr>
          <p:cNvSpPr/>
          <p:nvPr/>
        </p:nvSpPr>
        <p:spPr>
          <a:xfrm>
            <a:off x="8966200" y="6083300"/>
            <a:ext cx="1371600" cy="762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AutoShape 24">
            <a:extLst>
              <a:ext uri="{FF2B5EF4-FFF2-40B4-BE49-F238E27FC236}">
                <a16:creationId xmlns:a16="http://schemas.microsoft.com/office/drawing/2014/main" id="{2BEF0DF9-E39D-63C2-364A-FBA037F34491}"/>
              </a:ext>
            </a:extLst>
          </p:cNvPr>
          <p:cNvSpPr/>
          <p:nvPr/>
        </p:nvSpPr>
        <p:spPr>
          <a:xfrm>
            <a:off x="4762500" y="4533900"/>
            <a:ext cx="2781300" cy="3683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00000"/>
              </a:lnSpc>
              <a:defRPr/>
            </a:pPr>
            <a:endParaRPr lang="en-US" sz="1100" dirty="0"/>
          </a:p>
        </p:txBody>
      </p:sp>
      <p:sp>
        <p:nvSpPr>
          <p:cNvPr id="32" name="AutoShape 25">
            <a:extLst>
              <a:ext uri="{FF2B5EF4-FFF2-40B4-BE49-F238E27FC236}">
                <a16:creationId xmlns:a16="http://schemas.microsoft.com/office/drawing/2014/main" id="{BE0A1C4A-DA1B-BA9C-E658-4D2F4E7C8F55}"/>
              </a:ext>
            </a:extLst>
          </p:cNvPr>
          <p:cNvSpPr/>
          <p:nvPr/>
        </p:nvSpPr>
        <p:spPr>
          <a:xfrm>
            <a:off x="4864100" y="4953000"/>
            <a:ext cx="2476500" cy="8890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16666"/>
              </a:lnSpc>
              <a:defRPr/>
            </a:pPr>
            <a:endParaRPr lang="en-US" sz="1100" dirty="0"/>
          </a:p>
        </p:txBody>
      </p:sp>
      <p:sp>
        <p:nvSpPr>
          <p:cNvPr id="34" name="AutoShape 26">
            <a:extLst>
              <a:ext uri="{FF2B5EF4-FFF2-40B4-BE49-F238E27FC236}">
                <a16:creationId xmlns:a16="http://schemas.microsoft.com/office/drawing/2014/main" id="{EF639CB7-C0C6-78BE-90A2-F36E36BFFE05}"/>
              </a:ext>
            </a:extLst>
          </p:cNvPr>
          <p:cNvSpPr/>
          <p:nvPr/>
        </p:nvSpPr>
        <p:spPr>
          <a:xfrm>
            <a:off x="8293100" y="4533900"/>
            <a:ext cx="2768600" cy="3683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00000"/>
              </a:lnSpc>
              <a:defRPr/>
            </a:pPr>
            <a:endParaRPr lang="en-US" sz="1100" dirty="0"/>
          </a:p>
        </p:txBody>
      </p:sp>
      <p:sp>
        <p:nvSpPr>
          <p:cNvPr id="36" name="AutoShape 27">
            <a:extLst>
              <a:ext uri="{FF2B5EF4-FFF2-40B4-BE49-F238E27FC236}">
                <a16:creationId xmlns:a16="http://schemas.microsoft.com/office/drawing/2014/main" id="{281FBB5F-C6A6-9A45-8DEF-466E1DDE6AB4}"/>
              </a:ext>
            </a:extLst>
          </p:cNvPr>
          <p:cNvSpPr/>
          <p:nvPr/>
        </p:nvSpPr>
        <p:spPr>
          <a:xfrm>
            <a:off x="8407400" y="4953000"/>
            <a:ext cx="2476500" cy="8890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16666"/>
              </a:lnSpc>
              <a:defRPr/>
            </a:pPr>
            <a:endParaRPr lang="en-US" sz="1100" dirty="0"/>
          </a:p>
        </p:txBody>
      </p:sp>
      <p:sp>
        <p:nvSpPr>
          <p:cNvPr id="38" name="Freeform 28">
            <a:extLst>
              <a:ext uri="{FF2B5EF4-FFF2-40B4-BE49-F238E27FC236}">
                <a16:creationId xmlns:a16="http://schemas.microsoft.com/office/drawing/2014/main" id="{88F219D0-E60E-7B40-921E-FFEA251AE664}"/>
              </a:ext>
            </a:extLst>
          </p:cNvPr>
          <p:cNvSpPr/>
          <p:nvPr/>
        </p:nvSpPr>
        <p:spPr>
          <a:xfrm>
            <a:off x="2247900" y="3810000"/>
            <a:ext cx="609685" cy="568123"/>
          </a:xfrm>
          <a:custGeom>
            <a:avLst/>
            <a:gdLst/>
            <a:ahLst/>
            <a:cxnLst/>
            <a:rect l="l" t="t" r="r" b="b"/>
            <a:pathLst>
              <a:path w="609685" h="568123">
                <a:moveTo>
                  <a:pt x="261931" y="446413"/>
                </a:moveTo>
                <a:lnTo>
                  <a:pt x="246750" y="507224"/>
                </a:lnTo>
                <a:lnTo>
                  <a:pt x="362936" y="507224"/>
                </a:lnTo>
                <a:lnTo>
                  <a:pt x="347665" y="446413"/>
                </a:lnTo>
                <a:close/>
                <a:moveTo>
                  <a:pt x="0" y="365272"/>
                </a:moveTo>
                <a:lnTo>
                  <a:pt x="609685" y="365272"/>
                </a:lnTo>
                <a:lnTo>
                  <a:pt x="609685" y="400760"/>
                </a:lnTo>
                <a:cubicBezTo>
                  <a:pt x="609685" y="425905"/>
                  <a:pt x="589145" y="446413"/>
                  <a:pt x="563960" y="446413"/>
                </a:cubicBezTo>
                <a:lnTo>
                  <a:pt x="368651" y="446413"/>
                </a:lnTo>
                <a:lnTo>
                  <a:pt x="383922" y="507224"/>
                </a:lnTo>
                <a:lnTo>
                  <a:pt x="386155" y="507224"/>
                </a:lnTo>
                <a:cubicBezTo>
                  <a:pt x="414106" y="507224"/>
                  <a:pt x="436880" y="530050"/>
                  <a:pt x="436880" y="557958"/>
                </a:cubicBezTo>
                <a:cubicBezTo>
                  <a:pt x="436880" y="563575"/>
                  <a:pt x="432326" y="568123"/>
                  <a:pt x="426789" y="568123"/>
                </a:cubicBezTo>
                <a:lnTo>
                  <a:pt x="182897" y="568123"/>
                </a:lnTo>
                <a:cubicBezTo>
                  <a:pt x="177270" y="568123"/>
                  <a:pt x="172716" y="563575"/>
                  <a:pt x="172716" y="557958"/>
                </a:cubicBezTo>
                <a:cubicBezTo>
                  <a:pt x="172716" y="530050"/>
                  <a:pt x="195489" y="507224"/>
                  <a:pt x="223530" y="507224"/>
                </a:cubicBezTo>
                <a:lnTo>
                  <a:pt x="225763" y="507224"/>
                </a:lnTo>
                <a:lnTo>
                  <a:pt x="241033" y="446413"/>
                </a:lnTo>
                <a:lnTo>
                  <a:pt x="45724" y="446413"/>
                </a:lnTo>
                <a:cubicBezTo>
                  <a:pt x="20540" y="446413"/>
                  <a:pt x="0" y="425905"/>
                  <a:pt x="0" y="400760"/>
                </a:cubicBezTo>
                <a:close/>
                <a:moveTo>
                  <a:pt x="101629" y="284042"/>
                </a:moveTo>
                <a:cubicBezTo>
                  <a:pt x="96003" y="284042"/>
                  <a:pt x="91448" y="288590"/>
                  <a:pt x="91448" y="294208"/>
                </a:cubicBezTo>
                <a:cubicBezTo>
                  <a:pt x="91448" y="299827"/>
                  <a:pt x="96003" y="304375"/>
                  <a:pt x="101629" y="304375"/>
                </a:cubicBezTo>
                <a:lnTo>
                  <a:pt x="142263" y="304375"/>
                </a:lnTo>
                <a:cubicBezTo>
                  <a:pt x="147889" y="304375"/>
                  <a:pt x="152443" y="299827"/>
                  <a:pt x="152443" y="294208"/>
                </a:cubicBezTo>
                <a:cubicBezTo>
                  <a:pt x="152443" y="288590"/>
                  <a:pt x="147889" y="284042"/>
                  <a:pt x="142263" y="284042"/>
                </a:cubicBezTo>
                <a:close/>
                <a:moveTo>
                  <a:pt x="101629" y="243464"/>
                </a:moveTo>
                <a:cubicBezTo>
                  <a:pt x="96003" y="243464"/>
                  <a:pt x="91448" y="248012"/>
                  <a:pt x="91448" y="253630"/>
                </a:cubicBezTo>
                <a:cubicBezTo>
                  <a:pt x="91448" y="259249"/>
                  <a:pt x="96003" y="263797"/>
                  <a:pt x="101629" y="263797"/>
                </a:cubicBezTo>
                <a:lnTo>
                  <a:pt x="121901" y="263797"/>
                </a:lnTo>
                <a:cubicBezTo>
                  <a:pt x="127528" y="263797"/>
                  <a:pt x="132083" y="259249"/>
                  <a:pt x="132083" y="253630"/>
                </a:cubicBezTo>
                <a:cubicBezTo>
                  <a:pt x="132083" y="248012"/>
                  <a:pt x="127528" y="243464"/>
                  <a:pt x="121901" y="243464"/>
                </a:cubicBezTo>
                <a:close/>
                <a:moveTo>
                  <a:pt x="101629" y="202886"/>
                </a:moveTo>
                <a:cubicBezTo>
                  <a:pt x="96003" y="202886"/>
                  <a:pt x="91448" y="207435"/>
                  <a:pt x="91448" y="213054"/>
                </a:cubicBezTo>
                <a:cubicBezTo>
                  <a:pt x="91448" y="218671"/>
                  <a:pt x="96003" y="223220"/>
                  <a:pt x="101629" y="223220"/>
                </a:cubicBezTo>
                <a:lnTo>
                  <a:pt x="142263" y="223220"/>
                </a:lnTo>
                <a:cubicBezTo>
                  <a:pt x="147889" y="223220"/>
                  <a:pt x="152443" y="218671"/>
                  <a:pt x="152443" y="213054"/>
                </a:cubicBezTo>
                <a:cubicBezTo>
                  <a:pt x="152443" y="207435"/>
                  <a:pt x="147889" y="202886"/>
                  <a:pt x="142263" y="202886"/>
                </a:cubicBezTo>
                <a:close/>
                <a:moveTo>
                  <a:pt x="101629" y="162310"/>
                </a:moveTo>
                <a:cubicBezTo>
                  <a:pt x="96003" y="162310"/>
                  <a:pt x="91448" y="166858"/>
                  <a:pt x="91448" y="172476"/>
                </a:cubicBezTo>
                <a:cubicBezTo>
                  <a:pt x="91448" y="178095"/>
                  <a:pt x="96003" y="182643"/>
                  <a:pt x="101629" y="182643"/>
                </a:cubicBezTo>
                <a:lnTo>
                  <a:pt x="121901" y="182643"/>
                </a:lnTo>
                <a:cubicBezTo>
                  <a:pt x="127528" y="182643"/>
                  <a:pt x="132083" y="178095"/>
                  <a:pt x="132083" y="172476"/>
                </a:cubicBezTo>
                <a:cubicBezTo>
                  <a:pt x="132083" y="166858"/>
                  <a:pt x="127528" y="162310"/>
                  <a:pt x="121901" y="162310"/>
                </a:cubicBezTo>
                <a:close/>
                <a:moveTo>
                  <a:pt x="101629" y="121732"/>
                </a:moveTo>
                <a:cubicBezTo>
                  <a:pt x="96003" y="121732"/>
                  <a:pt x="91448" y="126281"/>
                  <a:pt x="91448" y="131898"/>
                </a:cubicBezTo>
                <a:cubicBezTo>
                  <a:pt x="91448" y="137428"/>
                  <a:pt x="96003" y="141976"/>
                  <a:pt x="101629" y="141976"/>
                </a:cubicBezTo>
                <a:lnTo>
                  <a:pt x="142263" y="141976"/>
                </a:lnTo>
                <a:cubicBezTo>
                  <a:pt x="147889" y="141976"/>
                  <a:pt x="152443" y="137428"/>
                  <a:pt x="152443" y="131898"/>
                </a:cubicBezTo>
                <a:cubicBezTo>
                  <a:pt x="152443" y="126281"/>
                  <a:pt x="147889" y="121732"/>
                  <a:pt x="142263" y="121732"/>
                </a:cubicBezTo>
                <a:close/>
                <a:moveTo>
                  <a:pt x="477603" y="101399"/>
                </a:moveTo>
                <a:cubicBezTo>
                  <a:pt x="471976" y="101399"/>
                  <a:pt x="467422" y="105947"/>
                  <a:pt x="467422" y="111566"/>
                </a:cubicBezTo>
                <a:cubicBezTo>
                  <a:pt x="467422" y="117184"/>
                  <a:pt x="471976" y="121732"/>
                  <a:pt x="477603" y="121732"/>
                </a:cubicBezTo>
                <a:lnTo>
                  <a:pt x="524130" y="121732"/>
                </a:lnTo>
                <a:lnTo>
                  <a:pt x="402408" y="243375"/>
                </a:lnTo>
                <a:lnTo>
                  <a:pt x="318105" y="159188"/>
                </a:lnTo>
                <a:cubicBezTo>
                  <a:pt x="318016" y="159099"/>
                  <a:pt x="318016" y="159099"/>
                  <a:pt x="317925" y="159099"/>
                </a:cubicBezTo>
                <a:cubicBezTo>
                  <a:pt x="317925" y="159009"/>
                  <a:pt x="317837" y="158920"/>
                  <a:pt x="317837" y="158920"/>
                </a:cubicBezTo>
                <a:cubicBezTo>
                  <a:pt x="317301" y="158474"/>
                  <a:pt x="316765" y="158297"/>
                  <a:pt x="316229" y="157940"/>
                </a:cubicBezTo>
                <a:cubicBezTo>
                  <a:pt x="315693" y="157583"/>
                  <a:pt x="315158" y="157137"/>
                  <a:pt x="314532" y="156958"/>
                </a:cubicBezTo>
                <a:cubicBezTo>
                  <a:pt x="313907" y="156690"/>
                  <a:pt x="313282" y="156690"/>
                  <a:pt x="312656" y="156514"/>
                </a:cubicBezTo>
                <a:cubicBezTo>
                  <a:pt x="312031" y="156423"/>
                  <a:pt x="311407" y="156246"/>
                  <a:pt x="310692" y="156246"/>
                </a:cubicBezTo>
                <a:cubicBezTo>
                  <a:pt x="310067" y="156246"/>
                  <a:pt x="309442" y="156514"/>
                  <a:pt x="308906" y="156601"/>
                </a:cubicBezTo>
                <a:cubicBezTo>
                  <a:pt x="308191" y="156780"/>
                  <a:pt x="307566" y="156780"/>
                  <a:pt x="306941" y="157048"/>
                </a:cubicBezTo>
                <a:cubicBezTo>
                  <a:pt x="306316" y="157316"/>
                  <a:pt x="305780" y="157851"/>
                  <a:pt x="305244" y="158206"/>
                </a:cubicBezTo>
                <a:cubicBezTo>
                  <a:pt x="304709" y="158565"/>
                  <a:pt x="304173" y="158742"/>
                  <a:pt x="303727" y="159188"/>
                </a:cubicBezTo>
                <a:cubicBezTo>
                  <a:pt x="303727" y="159277"/>
                  <a:pt x="303637" y="159277"/>
                  <a:pt x="303637" y="159367"/>
                </a:cubicBezTo>
                <a:cubicBezTo>
                  <a:pt x="303548" y="159456"/>
                  <a:pt x="303459" y="159456"/>
                  <a:pt x="303459" y="159456"/>
                </a:cubicBezTo>
                <a:lnTo>
                  <a:pt x="185576" y="287341"/>
                </a:lnTo>
                <a:cubicBezTo>
                  <a:pt x="181736" y="291443"/>
                  <a:pt x="182093" y="297865"/>
                  <a:pt x="186201" y="301699"/>
                </a:cubicBezTo>
                <a:cubicBezTo>
                  <a:pt x="188166" y="303483"/>
                  <a:pt x="190576" y="304375"/>
                  <a:pt x="193077" y="304375"/>
                </a:cubicBezTo>
                <a:cubicBezTo>
                  <a:pt x="195757" y="304375"/>
                  <a:pt x="198525" y="303304"/>
                  <a:pt x="200579" y="301075"/>
                </a:cubicBezTo>
                <a:lnTo>
                  <a:pt x="311227" y="181037"/>
                </a:lnTo>
                <a:lnTo>
                  <a:pt x="395174" y="264867"/>
                </a:lnTo>
                <a:cubicBezTo>
                  <a:pt x="397139" y="266830"/>
                  <a:pt x="399730" y="267810"/>
                  <a:pt x="402408" y="267810"/>
                </a:cubicBezTo>
                <a:cubicBezTo>
                  <a:pt x="404998" y="267810"/>
                  <a:pt x="407587" y="266830"/>
                  <a:pt x="409552" y="264867"/>
                </a:cubicBezTo>
                <a:lnTo>
                  <a:pt x="538509" y="136091"/>
                </a:lnTo>
                <a:lnTo>
                  <a:pt x="538509" y="182643"/>
                </a:lnTo>
                <a:cubicBezTo>
                  <a:pt x="538509" y="188172"/>
                  <a:pt x="543063" y="192720"/>
                  <a:pt x="548690" y="192720"/>
                </a:cubicBezTo>
                <a:cubicBezTo>
                  <a:pt x="554316" y="192720"/>
                  <a:pt x="558870" y="188172"/>
                  <a:pt x="558870" y="182643"/>
                </a:cubicBezTo>
                <a:lnTo>
                  <a:pt x="558870" y="111566"/>
                </a:lnTo>
                <a:cubicBezTo>
                  <a:pt x="558870" y="110228"/>
                  <a:pt x="558603" y="108980"/>
                  <a:pt x="558067" y="107730"/>
                </a:cubicBezTo>
                <a:cubicBezTo>
                  <a:pt x="556995" y="105233"/>
                  <a:pt x="555031" y="103271"/>
                  <a:pt x="552530" y="102202"/>
                </a:cubicBezTo>
                <a:cubicBezTo>
                  <a:pt x="551369" y="101666"/>
                  <a:pt x="550029" y="101399"/>
                  <a:pt x="548690" y="101399"/>
                </a:cubicBezTo>
                <a:close/>
                <a:moveTo>
                  <a:pt x="101629" y="81154"/>
                </a:moveTo>
                <a:cubicBezTo>
                  <a:pt x="96003" y="81154"/>
                  <a:pt x="91448" y="85702"/>
                  <a:pt x="91448" y="91322"/>
                </a:cubicBezTo>
                <a:cubicBezTo>
                  <a:pt x="91448" y="96851"/>
                  <a:pt x="96003" y="101399"/>
                  <a:pt x="101629" y="101399"/>
                </a:cubicBezTo>
                <a:lnTo>
                  <a:pt x="121901" y="101399"/>
                </a:lnTo>
                <a:cubicBezTo>
                  <a:pt x="127528" y="101399"/>
                  <a:pt x="132083" y="96851"/>
                  <a:pt x="132083" y="91322"/>
                </a:cubicBezTo>
                <a:cubicBezTo>
                  <a:pt x="132083" y="85702"/>
                  <a:pt x="127528" y="81154"/>
                  <a:pt x="121901" y="81154"/>
                </a:cubicBezTo>
                <a:close/>
                <a:moveTo>
                  <a:pt x="60996" y="70988"/>
                </a:moveTo>
                <a:cubicBezTo>
                  <a:pt x="55368" y="70988"/>
                  <a:pt x="50814" y="75536"/>
                  <a:pt x="50814" y="81154"/>
                </a:cubicBezTo>
                <a:lnTo>
                  <a:pt x="50814" y="304375"/>
                </a:lnTo>
                <a:cubicBezTo>
                  <a:pt x="50814" y="309993"/>
                  <a:pt x="55368" y="314541"/>
                  <a:pt x="60996" y="314541"/>
                </a:cubicBezTo>
                <a:cubicBezTo>
                  <a:pt x="66533" y="314541"/>
                  <a:pt x="71087" y="309993"/>
                  <a:pt x="71087" y="304375"/>
                </a:cubicBezTo>
                <a:lnTo>
                  <a:pt x="71087" y="81154"/>
                </a:lnTo>
                <a:cubicBezTo>
                  <a:pt x="71087" y="75536"/>
                  <a:pt x="66533" y="70988"/>
                  <a:pt x="60996" y="70988"/>
                </a:cubicBezTo>
                <a:close/>
                <a:moveTo>
                  <a:pt x="45724" y="0"/>
                </a:moveTo>
                <a:lnTo>
                  <a:pt x="563960" y="0"/>
                </a:lnTo>
                <a:cubicBezTo>
                  <a:pt x="589145" y="0"/>
                  <a:pt x="609685" y="20423"/>
                  <a:pt x="609685" y="45660"/>
                </a:cubicBezTo>
                <a:lnTo>
                  <a:pt x="609685" y="344952"/>
                </a:lnTo>
                <a:lnTo>
                  <a:pt x="0" y="344952"/>
                </a:lnTo>
                <a:lnTo>
                  <a:pt x="0" y="45660"/>
                </a:lnTo>
                <a:cubicBezTo>
                  <a:pt x="0" y="20423"/>
                  <a:pt x="20540" y="0"/>
                  <a:pt x="45724" y="0"/>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0" name="Freeform 29">
            <a:extLst>
              <a:ext uri="{FF2B5EF4-FFF2-40B4-BE49-F238E27FC236}">
                <a16:creationId xmlns:a16="http://schemas.microsoft.com/office/drawing/2014/main" id="{4B23951E-527C-B3DD-38D7-E5357D859195}"/>
              </a:ext>
            </a:extLst>
          </p:cNvPr>
          <p:cNvSpPr/>
          <p:nvPr/>
        </p:nvSpPr>
        <p:spPr>
          <a:xfrm>
            <a:off x="5803900" y="3797300"/>
            <a:ext cx="575113" cy="609685"/>
          </a:xfrm>
          <a:custGeom>
            <a:avLst/>
            <a:gdLst/>
            <a:ahLst/>
            <a:cxnLst/>
            <a:rect l="l" t="t" r="r" b="b"/>
            <a:pathLst>
              <a:path w="575113" h="609685">
                <a:moveTo>
                  <a:pt x="164238" y="420007"/>
                </a:moveTo>
                <a:cubicBezTo>
                  <a:pt x="186046" y="443031"/>
                  <a:pt x="213065" y="457672"/>
                  <a:pt x="243655" y="457672"/>
                </a:cubicBezTo>
                <a:cubicBezTo>
                  <a:pt x="274244" y="457672"/>
                  <a:pt x="301263" y="443031"/>
                  <a:pt x="323071" y="420007"/>
                </a:cubicBezTo>
                <a:cubicBezTo>
                  <a:pt x="388304" y="425787"/>
                  <a:pt x="444657" y="468944"/>
                  <a:pt x="466080" y="531753"/>
                </a:cubicBezTo>
                <a:lnTo>
                  <a:pt x="477851" y="566431"/>
                </a:lnTo>
                <a:cubicBezTo>
                  <a:pt x="481230" y="576450"/>
                  <a:pt x="479589" y="587432"/>
                  <a:pt x="473511" y="596006"/>
                </a:cubicBezTo>
                <a:cubicBezTo>
                  <a:pt x="467333" y="604580"/>
                  <a:pt x="457396" y="609685"/>
                  <a:pt x="446876" y="609685"/>
                </a:cubicBezTo>
                <a:lnTo>
                  <a:pt x="40433" y="609685"/>
                </a:lnTo>
                <a:cubicBezTo>
                  <a:pt x="29915" y="609685"/>
                  <a:pt x="19976" y="604580"/>
                  <a:pt x="13896" y="596006"/>
                </a:cubicBezTo>
                <a:cubicBezTo>
                  <a:pt x="7720" y="587432"/>
                  <a:pt x="6081" y="576450"/>
                  <a:pt x="9458" y="566431"/>
                </a:cubicBezTo>
                <a:lnTo>
                  <a:pt x="21231" y="531753"/>
                </a:lnTo>
                <a:cubicBezTo>
                  <a:pt x="42652" y="468944"/>
                  <a:pt x="99102" y="425787"/>
                  <a:pt x="164238" y="420007"/>
                </a:cubicBezTo>
                <a:close/>
                <a:moveTo>
                  <a:pt x="407384" y="314457"/>
                </a:moveTo>
                <a:cubicBezTo>
                  <a:pt x="443678" y="314457"/>
                  <a:pt x="473311" y="343945"/>
                  <a:pt x="473311" y="380177"/>
                </a:cubicBezTo>
                <a:cubicBezTo>
                  <a:pt x="473311" y="405039"/>
                  <a:pt x="459218" y="426432"/>
                  <a:pt x="438852" y="437610"/>
                </a:cubicBezTo>
                <a:cubicBezTo>
                  <a:pt x="412405" y="414291"/>
                  <a:pt x="379973" y="398294"/>
                  <a:pt x="344644" y="391645"/>
                </a:cubicBezTo>
                <a:cubicBezTo>
                  <a:pt x="357096" y="371601"/>
                  <a:pt x="366652" y="348571"/>
                  <a:pt x="372636" y="324575"/>
                </a:cubicBezTo>
                <a:cubicBezTo>
                  <a:pt x="382772" y="318215"/>
                  <a:pt x="394644" y="314457"/>
                  <a:pt x="407384" y="314457"/>
                </a:cubicBezTo>
                <a:close/>
                <a:moveTo>
                  <a:pt x="382525" y="212866"/>
                </a:moveTo>
                <a:lnTo>
                  <a:pt x="432312" y="212866"/>
                </a:lnTo>
                <a:cubicBezTo>
                  <a:pt x="439934" y="212866"/>
                  <a:pt x="446109" y="218935"/>
                  <a:pt x="446109" y="226546"/>
                </a:cubicBezTo>
                <a:lnTo>
                  <a:pt x="446109" y="254772"/>
                </a:lnTo>
                <a:cubicBezTo>
                  <a:pt x="454022" y="257181"/>
                  <a:pt x="461644" y="260361"/>
                  <a:pt x="468880" y="264215"/>
                </a:cubicBezTo>
                <a:lnTo>
                  <a:pt x="488950" y="244272"/>
                </a:lnTo>
                <a:cubicBezTo>
                  <a:pt x="491651" y="241574"/>
                  <a:pt x="495125" y="240226"/>
                  <a:pt x="498696" y="240226"/>
                </a:cubicBezTo>
                <a:cubicBezTo>
                  <a:pt x="502169" y="240226"/>
                  <a:pt x="505738" y="241574"/>
                  <a:pt x="508343" y="244272"/>
                </a:cubicBezTo>
                <a:lnTo>
                  <a:pt x="543561" y="279436"/>
                </a:lnTo>
                <a:cubicBezTo>
                  <a:pt x="546167" y="282037"/>
                  <a:pt x="547614" y="285505"/>
                  <a:pt x="547614" y="289165"/>
                </a:cubicBezTo>
                <a:cubicBezTo>
                  <a:pt x="547614" y="292730"/>
                  <a:pt x="546167" y="296295"/>
                  <a:pt x="543561" y="298799"/>
                </a:cubicBezTo>
                <a:lnTo>
                  <a:pt x="523589" y="318837"/>
                </a:lnTo>
                <a:cubicBezTo>
                  <a:pt x="527449" y="326062"/>
                  <a:pt x="530633" y="333673"/>
                  <a:pt x="533141" y="341574"/>
                </a:cubicBezTo>
                <a:lnTo>
                  <a:pt x="561316" y="341574"/>
                </a:lnTo>
                <a:cubicBezTo>
                  <a:pt x="568937" y="341574"/>
                  <a:pt x="575113" y="347739"/>
                  <a:pt x="575113" y="355350"/>
                </a:cubicBezTo>
                <a:lnTo>
                  <a:pt x="575113" y="405060"/>
                </a:lnTo>
                <a:cubicBezTo>
                  <a:pt x="575113" y="408720"/>
                  <a:pt x="573667" y="412189"/>
                  <a:pt x="571061" y="414790"/>
                </a:cubicBezTo>
                <a:cubicBezTo>
                  <a:pt x="568552" y="417391"/>
                  <a:pt x="564982" y="418836"/>
                  <a:pt x="561316" y="418836"/>
                </a:cubicBezTo>
                <a:lnTo>
                  <a:pt x="533141" y="418836"/>
                </a:lnTo>
                <a:cubicBezTo>
                  <a:pt x="530633" y="426737"/>
                  <a:pt x="527449" y="434346"/>
                  <a:pt x="523589" y="441571"/>
                </a:cubicBezTo>
                <a:lnTo>
                  <a:pt x="543658" y="461609"/>
                </a:lnTo>
                <a:cubicBezTo>
                  <a:pt x="546167" y="464114"/>
                  <a:pt x="547614" y="467679"/>
                  <a:pt x="547614" y="471244"/>
                </a:cubicBezTo>
                <a:cubicBezTo>
                  <a:pt x="547614" y="474904"/>
                  <a:pt x="546167" y="478373"/>
                  <a:pt x="543658" y="480973"/>
                </a:cubicBezTo>
                <a:lnTo>
                  <a:pt x="508441" y="516137"/>
                </a:lnTo>
                <a:cubicBezTo>
                  <a:pt x="505738" y="518834"/>
                  <a:pt x="502169" y="520183"/>
                  <a:pt x="498696" y="520183"/>
                </a:cubicBezTo>
                <a:cubicBezTo>
                  <a:pt x="497152" y="520183"/>
                  <a:pt x="495607" y="519797"/>
                  <a:pt x="494161" y="519317"/>
                </a:cubicBezTo>
                <a:cubicBezTo>
                  <a:pt x="485187" y="494076"/>
                  <a:pt x="471390" y="471533"/>
                  <a:pt x="454022" y="452554"/>
                </a:cubicBezTo>
                <a:cubicBezTo>
                  <a:pt x="477854" y="437140"/>
                  <a:pt x="493775" y="410552"/>
                  <a:pt x="493775" y="380205"/>
                </a:cubicBezTo>
                <a:cubicBezTo>
                  <a:pt x="493775" y="332710"/>
                  <a:pt x="454986" y="294079"/>
                  <a:pt x="407419" y="294079"/>
                </a:cubicBezTo>
                <a:cubicBezTo>
                  <a:pt x="396997" y="294079"/>
                  <a:pt x="387156" y="296198"/>
                  <a:pt x="377797" y="299570"/>
                </a:cubicBezTo>
                <a:cubicBezTo>
                  <a:pt x="379437" y="288299"/>
                  <a:pt x="380402" y="276931"/>
                  <a:pt x="380402" y="265659"/>
                </a:cubicBezTo>
                <a:cubicBezTo>
                  <a:pt x="380402" y="248030"/>
                  <a:pt x="378087" y="231460"/>
                  <a:pt x="373841" y="216141"/>
                </a:cubicBezTo>
                <a:cubicBezTo>
                  <a:pt x="376253" y="214215"/>
                  <a:pt x="379244" y="212866"/>
                  <a:pt x="382525" y="212866"/>
                </a:cubicBezTo>
                <a:close/>
                <a:moveTo>
                  <a:pt x="243677" y="144489"/>
                </a:moveTo>
                <a:cubicBezTo>
                  <a:pt x="296652" y="144537"/>
                  <a:pt x="349614" y="184959"/>
                  <a:pt x="349566" y="265609"/>
                </a:cubicBezTo>
                <a:cubicBezTo>
                  <a:pt x="349566" y="343465"/>
                  <a:pt x="302199" y="427006"/>
                  <a:pt x="243641" y="427006"/>
                </a:cubicBezTo>
                <a:cubicBezTo>
                  <a:pt x="185180" y="427006"/>
                  <a:pt x="137716" y="343465"/>
                  <a:pt x="137716" y="265609"/>
                </a:cubicBezTo>
                <a:cubicBezTo>
                  <a:pt x="137716" y="184766"/>
                  <a:pt x="190703" y="144441"/>
                  <a:pt x="243677" y="144489"/>
                </a:cubicBezTo>
                <a:close/>
                <a:moveTo>
                  <a:pt x="280380" y="119369"/>
                </a:moveTo>
                <a:cubicBezTo>
                  <a:pt x="294881" y="119369"/>
                  <a:pt x="309865" y="116862"/>
                  <a:pt x="310638" y="131425"/>
                </a:cubicBezTo>
                <a:cubicBezTo>
                  <a:pt x="301262" y="126216"/>
                  <a:pt x="291112" y="122166"/>
                  <a:pt x="280380" y="119369"/>
                </a:cubicBezTo>
                <a:close/>
                <a:moveTo>
                  <a:pt x="155368" y="95016"/>
                </a:moveTo>
                <a:cubicBezTo>
                  <a:pt x="175439" y="95016"/>
                  <a:pt x="193195" y="104939"/>
                  <a:pt x="204099" y="120065"/>
                </a:cubicBezTo>
                <a:cubicBezTo>
                  <a:pt x="164052" y="131722"/>
                  <a:pt x="133463" y="161106"/>
                  <a:pt x="118022" y="202051"/>
                </a:cubicBezTo>
                <a:cubicBezTo>
                  <a:pt x="72958" y="166211"/>
                  <a:pt x="98916" y="95016"/>
                  <a:pt x="155368" y="95016"/>
                </a:cubicBezTo>
                <a:close/>
                <a:moveTo>
                  <a:pt x="132207" y="0"/>
                </a:moveTo>
                <a:lnTo>
                  <a:pt x="178431" y="0"/>
                </a:lnTo>
                <a:cubicBezTo>
                  <a:pt x="185476" y="0"/>
                  <a:pt x="191169" y="5685"/>
                  <a:pt x="191169" y="12719"/>
                </a:cubicBezTo>
                <a:lnTo>
                  <a:pt x="191169" y="38829"/>
                </a:lnTo>
                <a:cubicBezTo>
                  <a:pt x="198600" y="41142"/>
                  <a:pt x="205646" y="44129"/>
                  <a:pt x="212303" y="47597"/>
                </a:cubicBezTo>
                <a:lnTo>
                  <a:pt x="230928" y="29098"/>
                </a:lnTo>
                <a:cubicBezTo>
                  <a:pt x="233341" y="26593"/>
                  <a:pt x="236621" y="25436"/>
                  <a:pt x="239903" y="25436"/>
                </a:cubicBezTo>
                <a:cubicBezTo>
                  <a:pt x="243183" y="25436"/>
                  <a:pt x="246369" y="26593"/>
                  <a:pt x="248877" y="29098"/>
                </a:cubicBezTo>
                <a:lnTo>
                  <a:pt x="281496" y="61760"/>
                </a:lnTo>
                <a:cubicBezTo>
                  <a:pt x="283908" y="64073"/>
                  <a:pt x="285259" y="67348"/>
                  <a:pt x="285259" y="70721"/>
                </a:cubicBezTo>
                <a:cubicBezTo>
                  <a:pt x="285259" y="74093"/>
                  <a:pt x="283908" y="77370"/>
                  <a:pt x="281496" y="79681"/>
                </a:cubicBezTo>
                <a:lnTo>
                  <a:pt x="262967" y="98181"/>
                </a:lnTo>
                <a:cubicBezTo>
                  <a:pt x="266151" y="104154"/>
                  <a:pt x="268757" y="110609"/>
                  <a:pt x="270880" y="117065"/>
                </a:cubicBezTo>
                <a:cubicBezTo>
                  <a:pt x="254089" y="113886"/>
                  <a:pt x="240193" y="113886"/>
                  <a:pt x="225332" y="115716"/>
                </a:cubicBezTo>
                <a:cubicBezTo>
                  <a:pt x="211435" y="91340"/>
                  <a:pt x="185476" y="74576"/>
                  <a:pt x="155368" y="74576"/>
                </a:cubicBezTo>
                <a:cubicBezTo>
                  <a:pt x="110880" y="74576"/>
                  <a:pt x="74596" y="110706"/>
                  <a:pt x="74596" y="155123"/>
                </a:cubicBezTo>
                <a:cubicBezTo>
                  <a:pt x="74596" y="183547"/>
                  <a:pt x="89554" y="208501"/>
                  <a:pt x="111845" y="222857"/>
                </a:cubicBezTo>
                <a:cubicBezTo>
                  <a:pt x="108758" y="236249"/>
                  <a:pt x="107020" y="250510"/>
                  <a:pt x="107020" y="265637"/>
                </a:cubicBezTo>
                <a:cubicBezTo>
                  <a:pt x="107020" y="265829"/>
                  <a:pt x="107020" y="266118"/>
                  <a:pt x="107020" y="266311"/>
                </a:cubicBezTo>
                <a:cubicBezTo>
                  <a:pt x="104221" y="265059"/>
                  <a:pt x="101133" y="264095"/>
                  <a:pt x="98335" y="262650"/>
                </a:cubicBezTo>
                <a:lnTo>
                  <a:pt x="79807" y="281149"/>
                </a:lnTo>
                <a:cubicBezTo>
                  <a:pt x="77394" y="283558"/>
                  <a:pt x="74210" y="284907"/>
                  <a:pt x="70832" y="284907"/>
                </a:cubicBezTo>
                <a:cubicBezTo>
                  <a:pt x="67455" y="284907"/>
                  <a:pt x="64173" y="283558"/>
                  <a:pt x="61761" y="281149"/>
                </a:cubicBezTo>
                <a:lnTo>
                  <a:pt x="29143" y="248582"/>
                </a:lnTo>
                <a:cubicBezTo>
                  <a:pt x="24126" y="243572"/>
                  <a:pt x="24126" y="235480"/>
                  <a:pt x="29143" y="230565"/>
                </a:cubicBezTo>
                <a:lnTo>
                  <a:pt x="47671" y="212066"/>
                </a:lnTo>
                <a:cubicBezTo>
                  <a:pt x="44102" y="205321"/>
                  <a:pt x="41110" y="198288"/>
                  <a:pt x="38793" y="190966"/>
                </a:cubicBezTo>
                <a:lnTo>
                  <a:pt x="12738" y="190966"/>
                </a:lnTo>
                <a:cubicBezTo>
                  <a:pt x="5693" y="190966"/>
                  <a:pt x="0" y="185185"/>
                  <a:pt x="0" y="178151"/>
                </a:cubicBezTo>
                <a:lnTo>
                  <a:pt x="0" y="132095"/>
                </a:lnTo>
                <a:cubicBezTo>
                  <a:pt x="0" y="125062"/>
                  <a:pt x="5693" y="119377"/>
                  <a:pt x="12738" y="119377"/>
                </a:cubicBezTo>
                <a:lnTo>
                  <a:pt x="38890" y="119377"/>
                </a:lnTo>
                <a:cubicBezTo>
                  <a:pt x="41110" y="111958"/>
                  <a:pt x="44102" y="104925"/>
                  <a:pt x="47671" y="98276"/>
                </a:cubicBezTo>
                <a:lnTo>
                  <a:pt x="29143" y="79778"/>
                </a:lnTo>
                <a:cubicBezTo>
                  <a:pt x="26731" y="77370"/>
                  <a:pt x="25380" y="74093"/>
                  <a:pt x="25380" y="70721"/>
                </a:cubicBezTo>
                <a:cubicBezTo>
                  <a:pt x="25380" y="67348"/>
                  <a:pt x="26731" y="64073"/>
                  <a:pt x="29143" y="61760"/>
                </a:cubicBezTo>
                <a:lnTo>
                  <a:pt x="61761" y="29098"/>
                </a:lnTo>
                <a:cubicBezTo>
                  <a:pt x="64270" y="26689"/>
                  <a:pt x="67551" y="25436"/>
                  <a:pt x="70832" y="25436"/>
                </a:cubicBezTo>
                <a:cubicBezTo>
                  <a:pt x="74113" y="25436"/>
                  <a:pt x="77299" y="26689"/>
                  <a:pt x="79807" y="29193"/>
                </a:cubicBezTo>
                <a:lnTo>
                  <a:pt x="98335" y="47597"/>
                </a:lnTo>
                <a:cubicBezTo>
                  <a:pt x="105090" y="44129"/>
                  <a:pt x="112135" y="41142"/>
                  <a:pt x="119469" y="38829"/>
                </a:cubicBezTo>
                <a:lnTo>
                  <a:pt x="119469" y="12719"/>
                </a:lnTo>
                <a:cubicBezTo>
                  <a:pt x="119469" y="5685"/>
                  <a:pt x="125259" y="0"/>
                  <a:pt x="132207" y="0"/>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2" name="Freeform 30">
            <a:extLst>
              <a:ext uri="{FF2B5EF4-FFF2-40B4-BE49-F238E27FC236}">
                <a16:creationId xmlns:a16="http://schemas.microsoft.com/office/drawing/2014/main" id="{EA9EE65B-6053-F139-8FAB-B6BAF565DE59}"/>
              </a:ext>
            </a:extLst>
          </p:cNvPr>
          <p:cNvSpPr/>
          <p:nvPr/>
        </p:nvSpPr>
        <p:spPr>
          <a:xfrm>
            <a:off x="9347200" y="3797300"/>
            <a:ext cx="609685" cy="608764"/>
          </a:xfrm>
          <a:custGeom>
            <a:avLst/>
            <a:gdLst/>
            <a:ahLst/>
            <a:cxnLst/>
            <a:rect l="l" t="t" r="r" b="b"/>
            <a:pathLst>
              <a:path w="609685" h="608764">
                <a:moveTo>
                  <a:pt x="304843" y="279036"/>
                </a:moveTo>
                <a:cubicBezTo>
                  <a:pt x="318861" y="279036"/>
                  <a:pt x="330227" y="290384"/>
                  <a:pt x="330227" y="304383"/>
                </a:cubicBezTo>
                <a:cubicBezTo>
                  <a:pt x="330227" y="318381"/>
                  <a:pt x="318861" y="329731"/>
                  <a:pt x="304843" y="329731"/>
                </a:cubicBezTo>
                <a:cubicBezTo>
                  <a:pt x="290824" y="329731"/>
                  <a:pt x="279460" y="318381"/>
                  <a:pt x="279460" y="304383"/>
                </a:cubicBezTo>
                <a:cubicBezTo>
                  <a:pt x="279460" y="290384"/>
                  <a:pt x="290824" y="279036"/>
                  <a:pt x="304843" y="279036"/>
                </a:cubicBezTo>
                <a:close/>
                <a:moveTo>
                  <a:pt x="304797" y="253586"/>
                </a:moveTo>
                <a:cubicBezTo>
                  <a:pt x="276850" y="253586"/>
                  <a:pt x="253992" y="276419"/>
                  <a:pt x="253992" y="304338"/>
                </a:cubicBezTo>
                <a:cubicBezTo>
                  <a:pt x="253992" y="332346"/>
                  <a:pt x="276850" y="355091"/>
                  <a:pt x="304797" y="355091"/>
                </a:cubicBezTo>
                <a:cubicBezTo>
                  <a:pt x="332835" y="355091"/>
                  <a:pt x="355604" y="332346"/>
                  <a:pt x="355604" y="304338"/>
                </a:cubicBezTo>
                <a:cubicBezTo>
                  <a:pt x="355604" y="276419"/>
                  <a:pt x="332835" y="253586"/>
                  <a:pt x="304797" y="253586"/>
                </a:cubicBezTo>
                <a:close/>
                <a:moveTo>
                  <a:pt x="304797" y="202922"/>
                </a:moveTo>
                <a:cubicBezTo>
                  <a:pt x="360870" y="202922"/>
                  <a:pt x="406409" y="248412"/>
                  <a:pt x="406409" y="304338"/>
                </a:cubicBezTo>
                <a:cubicBezTo>
                  <a:pt x="406409" y="360352"/>
                  <a:pt x="360870" y="405844"/>
                  <a:pt x="304797" y="405844"/>
                </a:cubicBezTo>
                <a:cubicBezTo>
                  <a:pt x="248813" y="405844"/>
                  <a:pt x="203275" y="360352"/>
                  <a:pt x="203275" y="304338"/>
                </a:cubicBezTo>
                <a:cubicBezTo>
                  <a:pt x="203275" y="248412"/>
                  <a:pt x="248813" y="202922"/>
                  <a:pt x="304797" y="202922"/>
                </a:cubicBezTo>
                <a:close/>
                <a:moveTo>
                  <a:pt x="304797" y="152213"/>
                </a:moveTo>
                <a:cubicBezTo>
                  <a:pt x="220762" y="152213"/>
                  <a:pt x="152443" y="220429"/>
                  <a:pt x="152443" y="304338"/>
                </a:cubicBezTo>
                <a:cubicBezTo>
                  <a:pt x="152443" y="388336"/>
                  <a:pt x="220762" y="456551"/>
                  <a:pt x="304797" y="456551"/>
                </a:cubicBezTo>
                <a:cubicBezTo>
                  <a:pt x="388924" y="456551"/>
                  <a:pt x="457242" y="388336"/>
                  <a:pt x="457242" y="304338"/>
                </a:cubicBezTo>
                <a:cubicBezTo>
                  <a:pt x="457242" y="220429"/>
                  <a:pt x="388924" y="152213"/>
                  <a:pt x="304797" y="152213"/>
                </a:cubicBezTo>
                <a:close/>
                <a:moveTo>
                  <a:pt x="253983" y="0"/>
                </a:moveTo>
                <a:lnTo>
                  <a:pt x="355613" y="0"/>
                </a:lnTo>
                <a:cubicBezTo>
                  <a:pt x="369722" y="0"/>
                  <a:pt x="381065" y="11325"/>
                  <a:pt x="381065" y="25324"/>
                </a:cubicBezTo>
                <a:lnTo>
                  <a:pt x="381065" y="62597"/>
                </a:lnTo>
                <a:cubicBezTo>
                  <a:pt x="395176" y="67056"/>
                  <a:pt x="408927" y="72763"/>
                  <a:pt x="422055" y="79718"/>
                </a:cubicBezTo>
                <a:lnTo>
                  <a:pt x="448490" y="53323"/>
                </a:lnTo>
                <a:cubicBezTo>
                  <a:pt x="458492" y="43336"/>
                  <a:pt x="474566" y="43336"/>
                  <a:pt x="484480" y="53323"/>
                </a:cubicBezTo>
                <a:lnTo>
                  <a:pt x="556280" y="125016"/>
                </a:lnTo>
                <a:cubicBezTo>
                  <a:pt x="566194" y="134915"/>
                  <a:pt x="566194" y="150965"/>
                  <a:pt x="556280" y="160862"/>
                </a:cubicBezTo>
                <a:lnTo>
                  <a:pt x="529847" y="187258"/>
                </a:lnTo>
                <a:cubicBezTo>
                  <a:pt x="536812" y="200454"/>
                  <a:pt x="542527" y="214187"/>
                  <a:pt x="546994" y="228276"/>
                </a:cubicBezTo>
                <a:lnTo>
                  <a:pt x="584233" y="228276"/>
                </a:lnTo>
                <a:cubicBezTo>
                  <a:pt x="598344" y="228276"/>
                  <a:pt x="609685" y="239599"/>
                  <a:pt x="609685" y="253600"/>
                </a:cubicBezTo>
                <a:lnTo>
                  <a:pt x="609685" y="355075"/>
                </a:lnTo>
                <a:cubicBezTo>
                  <a:pt x="609685" y="369165"/>
                  <a:pt x="598255" y="380488"/>
                  <a:pt x="584233" y="380488"/>
                </a:cubicBezTo>
                <a:lnTo>
                  <a:pt x="546994" y="380488"/>
                </a:lnTo>
                <a:cubicBezTo>
                  <a:pt x="542527" y="394578"/>
                  <a:pt x="536812" y="408310"/>
                  <a:pt x="529847" y="421418"/>
                </a:cubicBezTo>
                <a:lnTo>
                  <a:pt x="556280" y="447812"/>
                </a:lnTo>
                <a:cubicBezTo>
                  <a:pt x="566194" y="457798"/>
                  <a:pt x="566194" y="473850"/>
                  <a:pt x="556280" y="483748"/>
                </a:cubicBezTo>
                <a:lnTo>
                  <a:pt x="484480" y="555440"/>
                </a:lnTo>
                <a:cubicBezTo>
                  <a:pt x="474566" y="565338"/>
                  <a:pt x="458492" y="565338"/>
                  <a:pt x="448490" y="555440"/>
                </a:cubicBezTo>
                <a:lnTo>
                  <a:pt x="422055" y="529045"/>
                </a:lnTo>
                <a:cubicBezTo>
                  <a:pt x="408927" y="536001"/>
                  <a:pt x="395176" y="541618"/>
                  <a:pt x="381065" y="546077"/>
                </a:cubicBezTo>
                <a:lnTo>
                  <a:pt x="381065" y="583350"/>
                </a:lnTo>
                <a:cubicBezTo>
                  <a:pt x="381065" y="597438"/>
                  <a:pt x="369634" y="608764"/>
                  <a:pt x="355613" y="608764"/>
                </a:cubicBezTo>
                <a:lnTo>
                  <a:pt x="253983" y="608764"/>
                </a:lnTo>
                <a:cubicBezTo>
                  <a:pt x="239963" y="608764"/>
                  <a:pt x="228622" y="597438"/>
                  <a:pt x="228622" y="583350"/>
                </a:cubicBezTo>
                <a:lnTo>
                  <a:pt x="228622" y="546077"/>
                </a:lnTo>
                <a:cubicBezTo>
                  <a:pt x="214511" y="541618"/>
                  <a:pt x="200758" y="536001"/>
                  <a:pt x="187541" y="529045"/>
                </a:cubicBezTo>
                <a:lnTo>
                  <a:pt x="161107" y="555440"/>
                </a:lnTo>
                <a:cubicBezTo>
                  <a:pt x="151194" y="565338"/>
                  <a:pt x="135118" y="565338"/>
                  <a:pt x="125207" y="555440"/>
                </a:cubicBezTo>
                <a:lnTo>
                  <a:pt x="53405" y="483748"/>
                </a:lnTo>
                <a:cubicBezTo>
                  <a:pt x="43402" y="473850"/>
                  <a:pt x="43402" y="457798"/>
                  <a:pt x="53405" y="447812"/>
                </a:cubicBezTo>
                <a:lnTo>
                  <a:pt x="79750" y="421418"/>
                </a:lnTo>
                <a:cubicBezTo>
                  <a:pt x="72874" y="408310"/>
                  <a:pt x="67158" y="394578"/>
                  <a:pt x="62692" y="380488"/>
                </a:cubicBezTo>
                <a:lnTo>
                  <a:pt x="25363" y="380488"/>
                </a:lnTo>
                <a:cubicBezTo>
                  <a:pt x="11342" y="380488"/>
                  <a:pt x="0" y="369165"/>
                  <a:pt x="0" y="355075"/>
                </a:cubicBezTo>
                <a:lnTo>
                  <a:pt x="0" y="253600"/>
                </a:lnTo>
                <a:cubicBezTo>
                  <a:pt x="0" y="239599"/>
                  <a:pt x="11342" y="228276"/>
                  <a:pt x="25363" y="228276"/>
                </a:cubicBezTo>
                <a:lnTo>
                  <a:pt x="62692" y="228276"/>
                </a:lnTo>
                <a:cubicBezTo>
                  <a:pt x="67158" y="214187"/>
                  <a:pt x="72874" y="200454"/>
                  <a:pt x="79750" y="187258"/>
                </a:cubicBezTo>
                <a:lnTo>
                  <a:pt x="53405" y="160862"/>
                </a:lnTo>
                <a:cubicBezTo>
                  <a:pt x="43402" y="150965"/>
                  <a:pt x="43402" y="134915"/>
                  <a:pt x="53405" y="125016"/>
                </a:cubicBezTo>
                <a:lnTo>
                  <a:pt x="125207" y="53323"/>
                </a:lnTo>
                <a:cubicBezTo>
                  <a:pt x="135118" y="43336"/>
                  <a:pt x="151194" y="43336"/>
                  <a:pt x="161107" y="53323"/>
                </a:cubicBezTo>
                <a:lnTo>
                  <a:pt x="187541" y="79718"/>
                </a:lnTo>
                <a:cubicBezTo>
                  <a:pt x="200758" y="72763"/>
                  <a:pt x="214511" y="67056"/>
                  <a:pt x="228622" y="62597"/>
                </a:cubicBezTo>
                <a:lnTo>
                  <a:pt x="228622" y="25324"/>
                </a:lnTo>
                <a:cubicBezTo>
                  <a:pt x="228622" y="11325"/>
                  <a:pt x="239963" y="0"/>
                  <a:pt x="253983" y="0"/>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Tree>
    <p:extLst>
      <p:ext uri="{BB962C8B-B14F-4D97-AF65-F5344CB8AC3E}">
        <p14:creationId xmlns:p14="http://schemas.microsoft.com/office/powerpoint/2010/main" val="302147979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1_自定义版式">
    <p:spTree>
      <p:nvGrpSpPr>
        <p:cNvPr id="1" name=""/>
        <p:cNvGrpSpPr/>
        <p:nvPr/>
      </p:nvGrpSpPr>
      <p:grpSpPr>
        <a:xfrm>
          <a:off x="0" y="0"/>
          <a:ext cx="0" cy="0"/>
          <a:chOff x="0" y="0"/>
          <a:chExt cx="0" cy="0"/>
        </a:xfrm>
      </p:grpSpPr>
      <p:sp>
        <p:nvSpPr>
          <p:cNvPr id="3" name="AutoShape 11">
            <a:extLst>
              <a:ext uri="{FF2B5EF4-FFF2-40B4-BE49-F238E27FC236}">
                <a16:creationId xmlns:a16="http://schemas.microsoft.com/office/drawing/2014/main" id="{FFB01D0F-41AE-6544-D85A-0FE79166A571}"/>
              </a:ext>
            </a:extLst>
          </p:cNvPr>
          <p:cNvSpPr/>
          <p:nvPr/>
        </p:nvSpPr>
        <p:spPr>
          <a:xfrm>
            <a:off x="1155700" y="1574800"/>
            <a:ext cx="10147300" cy="4178300"/>
          </a:xfrm>
          <a:prstGeom prst="roundRect">
            <a:avLst>
              <a:gd name="adj" fmla="val 0"/>
            </a:avLst>
          </a:prstGeom>
          <a:noFill/>
          <a:ln w="12700" cap="flat" cmpd="sng">
            <a:solidFill>
              <a:srgbClr val="617299">
                <a:alpha val="100000"/>
              </a:srgbClr>
            </a:solidFill>
            <a:prstDash val="solid"/>
            <a:miter lim="8000000"/>
          </a:ln>
        </p:spPr>
        <p:txBody>
          <a:bodyPr vert="horz" wrap="square" lIns="63500" tIns="63500" rIns="63500" bIns="63500" rtlCol="0" anchor="ctr"/>
          <a:lstStyle/>
          <a:p>
            <a:pPr algn="ctr">
              <a:defRPr/>
            </a:pPr>
            <a:endParaRPr/>
          </a:p>
        </p:txBody>
      </p:sp>
      <p:sp>
        <p:nvSpPr>
          <p:cNvPr id="4" name="AutoShape 12">
            <a:extLst>
              <a:ext uri="{FF2B5EF4-FFF2-40B4-BE49-F238E27FC236}">
                <a16:creationId xmlns:a16="http://schemas.microsoft.com/office/drawing/2014/main" id="{1759F09C-A9EC-9BDF-4FA8-03B1CCE6E393}"/>
              </a:ext>
            </a:extLst>
          </p:cNvPr>
          <p:cNvSpPr/>
          <p:nvPr/>
        </p:nvSpPr>
        <p:spPr>
          <a:xfrm>
            <a:off x="1727200" y="2679700"/>
            <a:ext cx="762000" cy="762000"/>
          </a:xfrm>
          <a:prstGeom prst="ellipse">
            <a:avLst/>
          </a:prstGeom>
          <a:solidFill>
            <a:srgbClr val="297FD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13">
            <a:extLst>
              <a:ext uri="{FF2B5EF4-FFF2-40B4-BE49-F238E27FC236}">
                <a16:creationId xmlns:a16="http://schemas.microsoft.com/office/drawing/2014/main" id="{C1018B04-3DCF-D6D4-4DAF-3D4ED589DEB6}"/>
              </a:ext>
            </a:extLst>
          </p:cNvPr>
          <p:cNvSpPr/>
          <p:nvPr/>
        </p:nvSpPr>
        <p:spPr>
          <a:xfrm>
            <a:off x="1625600" y="2806700"/>
            <a:ext cx="965200" cy="5334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endParaRPr/>
          </a:p>
        </p:txBody>
      </p:sp>
      <p:sp>
        <p:nvSpPr>
          <p:cNvPr id="6" name="AutoShape 14">
            <a:extLst>
              <a:ext uri="{FF2B5EF4-FFF2-40B4-BE49-F238E27FC236}">
                <a16:creationId xmlns:a16="http://schemas.microsoft.com/office/drawing/2014/main" id="{B55D8007-F72B-0FED-4319-139F319041FB}"/>
              </a:ext>
            </a:extLst>
          </p:cNvPr>
          <p:cNvSpPr/>
          <p:nvPr/>
        </p:nvSpPr>
        <p:spPr>
          <a:xfrm>
            <a:off x="1727200" y="3898900"/>
            <a:ext cx="762000" cy="762000"/>
          </a:xfrm>
          <a:prstGeom prst="ellipse">
            <a:avLst/>
          </a:prstGeom>
          <a:solidFill>
            <a:srgbClr val="629DD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15">
            <a:extLst>
              <a:ext uri="{FF2B5EF4-FFF2-40B4-BE49-F238E27FC236}">
                <a16:creationId xmlns:a16="http://schemas.microsoft.com/office/drawing/2014/main" id="{852D9BA8-46BC-14E0-580E-5CD0209B3424}"/>
              </a:ext>
            </a:extLst>
          </p:cNvPr>
          <p:cNvSpPr/>
          <p:nvPr/>
        </p:nvSpPr>
        <p:spPr>
          <a:xfrm>
            <a:off x="1625600" y="4025900"/>
            <a:ext cx="965200" cy="5334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endParaRPr/>
          </a:p>
        </p:txBody>
      </p:sp>
      <p:sp>
        <p:nvSpPr>
          <p:cNvPr id="8" name="AutoShape 16">
            <a:extLst>
              <a:ext uri="{FF2B5EF4-FFF2-40B4-BE49-F238E27FC236}">
                <a16:creationId xmlns:a16="http://schemas.microsoft.com/office/drawing/2014/main" id="{18F99D92-8B3B-F39D-3749-0EFA45A5ED45}"/>
              </a:ext>
            </a:extLst>
          </p:cNvPr>
          <p:cNvSpPr/>
          <p:nvPr/>
        </p:nvSpPr>
        <p:spPr>
          <a:xfrm>
            <a:off x="1244600" y="18542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17">
            <a:extLst>
              <a:ext uri="{FF2B5EF4-FFF2-40B4-BE49-F238E27FC236}">
                <a16:creationId xmlns:a16="http://schemas.microsoft.com/office/drawing/2014/main" id="{4287BEF4-C035-C1A9-16FE-03BE163731CF}"/>
              </a:ext>
            </a:extLst>
          </p:cNvPr>
          <p:cNvSpPr/>
          <p:nvPr/>
        </p:nvSpPr>
        <p:spPr>
          <a:xfrm>
            <a:off x="889000" y="18542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8">
            <a:extLst>
              <a:ext uri="{FF2B5EF4-FFF2-40B4-BE49-F238E27FC236}">
                <a16:creationId xmlns:a16="http://schemas.microsoft.com/office/drawing/2014/main" id="{8E8C2DB4-317B-3656-3FB9-D50A6721B959}"/>
              </a:ext>
            </a:extLst>
          </p:cNvPr>
          <p:cNvSpPr/>
          <p:nvPr/>
        </p:nvSpPr>
        <p:spPr>
          <a:xfrm>
            <a:off x="939800" y="19050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9">
            <a:extLst>
              <a:ext uri="{FF2B5EF4-FFF2-40B4-BE49-F238E27FC236}">
                <a16:creationId xmlns:a16="http://schemas.microsoft.com/office/drawing/2014/main" id="{46F2B86F-3C1E-680E-D21F-8B96569A6B26}"/>
              </a:ext>
            </a:extLst>
          </p:cNvPr>
          <p:cNvSpPr/>
          <p:nvPr/>
        </p:nvSpPr>
        <p:spPr>
          <a:xfrm>
            <a:off x="1244600" y="24257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20">
            <a:extLst>
              <a:ext uri="{FF2B5EF4-FFF2-40B4-BE49-F238E27FC236}">
                <a16:creationId xmlns:a16="http://schemas.microsoft.com/office/drawing/2014/main" id="{AE8EF55D-F9E4-8AC0-711E-BDC372122321}"/>
              </a:ext>
            </a:extLst>
          </p:cNvPr>
          <p:cNvSpPr/>
          <p:nvPr/>
        </p:nvSpPr>
        <p:spPr>
          <a:xfrm>
            <a:off x="889000" y="24257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21">
            <a:extLst>
              <a:ext uri="{FF2B5EF4-FFF2-40B4-BE49-F238E27FC236}">
                <a16:creationId xmlns:a16="http://schemas.microsoft.com/office/drawing/2014/main" id="{31676453-E036-FCB6-0740-E77ECDDF9C11}"/>
              </a:ext>
            </a:extLst>
          </p:cNvPr>
          <p:cNvSpPr/>
          <p:nvPr/>
        </p:nvSpPr>
        <p:spPr>
          <a:xfrm>
            <a:off x="939800" y="24765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22">
            <a:extLst>
              <a:ext uri="{FF2B5EF4-FFF2-40B4-BE49-F238E27FC236}">
                <a16:creationId xmlns:a16="http://schemas.microsoft.com/office/drawing/2014/main" id="{DB91BAEC-8889-1B31-4F47-538BDC224A1A}"/>
              </a:ext>
            </a:extLst>
          </p:cNvPr>
          <p:cNvSpPr/>
          <p:nvPr/>
        </p:nvSpPr>
        <p:spPr>
          <a:xfrm>
            <a:off x="1244600" y="3009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23">
            <a:extLst>
              <a:ext uri="{FF2B5EF4-FFF2-40B4-BE49-F238E27FC236}">
                <a16:creationId xmlns:a16="http://schemas.microsoft.com/office/drawing/2014/main" id="{2169DC52-9902-E7E1-60A1-074A2C1A39A9}"/>
              </a:ext>
            </a:extLst>
          </p:cNvPr>
          <p:cNvSpPr/>
          <p:nvPr/>
        </p:nvSpPr>
        <p:spPr>
          <a:xfrm>
            <a:off x="889000" y="3009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24">
            <a:extLst>
              <a:ext uri="{FF2B5EF4-FFF2-40B4-BE49-F238E27FC236}">
                <a16:creationId xmlns:a16="http://schemas.microsoft.com/office/drawing/2014/main" id="{424EEBE2-330D-E44F-FF20-6ADA4F955D71}"/>
              </a:ext>
            </a:extLst>
          </p:cNvPr>
          <p:cNvSpPr/>
          <p:nvPr/>
        </p:nvSpPr>
        <p:spPr>
          <a:xfrm>
            <a:off x="939800" y="30480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25">
            <a:extLst>
              <a:ext uri="{FF2B5EF4-FFF2-40B4-BE49-F238E27FC236}">
                <a16:creationId xmlns:a16="http://schemas.microsoft.com/office/drawing/2014/main" id="{A87317F5-727E-EEB3-8F35-73F62370587D}"/>
              </a:ext>
            </a:extLst>
          </p:cNvPr>
          <p:cNvSpPr/>
          <p:nvPr/>
        </p:nvSpPr>
        <p:spPr>
          <a:xfrm>
            <a:off x="1244600" y="35814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26">
            <a:extLst>
              <a:ext uri="{FF2B5EF4-FFF2-40B4-BE49-F238E27FC236}">
                <a16:creationId xmlns:a16="http://schemas.microsoft.com/office/drawing/2014/main" id="{7369034C-57C7-C540-00C7-182D66713411}"/>
              </a:ext>
            </a:extLst>
          </p:cNvPr>
          <p:cNvSpPr/>
          <p:nvPr/>
        </p:nvSpPr>
        <p:spPr>
          <a:xfrm>
            <a:off x="889000" y="35814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27">
            <a:extLst>
              <a:ext uri="{FF2B5EF4-FFF2-40B4-BE49-F238E27FC236}">
                <a16:creationId xmlns:a16="http://schemas.microsoft.com/office/drawing/2014/main" id="{D86DA17D-FABF-0DA0-5145-C700FE8DBF05}"/>
              </a:ext>
            </a:extLst>
          </p:cNvPr>
          <p:cNvSpPr/>
          <p:nvPr/>
        </p:nvSpPr>
        <p:spPr>
          <a:xfrm>
            <a:off x="939800" y="36322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8">
            <a:extLst>
              <a:ext uri="{FF2B5EF4-FFF2-40B4-BE49-F238E27FC236}">
                <a16:creationId xmlns:a16="http://schemas.microsoft.com/office/drawing/2014/main" id="{9ADA088B-4436-5500-D9C8-A115B487C0AC}"/>
              </a:ext>
            </a:extLst>
          </p:cNvPr>
          <p:cNvSpPr/>
          <p:nvPr/>
        </p:nvSpPr>
        <p:spPr>
          <a:xfrm>
            <a:off x="1244600" y="4152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9">
            <a:extLst>
              <a:ext uri="{FF2B5EF4-FFF2-40B4-BE49-F238E27FC236}">
                <a16:creationId xmlns:a16="http://schemas.microsoft.com/office/drawing/2014/main" id="{4D16C78C-6CD0-B424-4A21-EF3BEAF452B1}"/>
              </a:ext>
            </a:extLst>
          </p:cNvPr>
          <p:cNvSpPr/>
          <p:nvPr/>
        </p:nvSpPr>
        <p:spPr>
          <a:xfrm>
            <a:off x="889000" y="4152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30">
            <a:extLst>
              <a:ext uri="{FF2B5EF4-FFF2-40B4-BE49-F238E27FC236}">
                <a16:creationId xmlns:a16="http://schemas.microsoft.com/office/drawing/2014/main" id="{AC28B12C-639E-9CF3-F73C-1228F7271D79}"/>
              </a:ext>
            </a:extLst>
          </p:cNvPr>
          <p:cNvSpPr/>
          <p:nvPr/>
        </p:nvSpPr>
        <p:spPr>
          <a:xfrm>
            <a:off x="939800" y="42037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31">
            <a:extLst>
              <a:ext uri="{FF2B5EF4-FFF2-40B4-BE49-F238E27FC236}">
                <a16:creationId xmlns:a16="http://schemas.microsoft.com/office/drawing/2014/main" id="{37743A3E-0088-EC55-685E-8F46626AB9A2}"/>
              </a:ext>
            </a:extLst>
          </p:cNvPr>
          <p:cNvSpPr/>
          <p:nvPr/>
        </p:nvSpPr>
        <p:spPr>
          <a:xfrm>
            <a:off x="1244600" y="47244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32">
            <a:extLst>
              <a:ext uri="{FF2B5EF4-FFF2-40B4-BE49-F238E27FC236}">
                <a16:creationId xmlns:a16="http://schemas.microsoft.com/office/drawing/2014/main" id="{6EF4D42B-2B05-8A11-CFAF-EEBD7DB22727}"/>
              </a:ext>
            </a:extLst>
          </p:cNvPr>
          <p:cNvSpPr/>
          <p:nvPr/>
        </p:nvSpPr>
        <p:spPr>
          <a:xfrm>
            <a:off x="889000" y="47244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33">
            <a:extLst>
              <a:ext uri="{FF2B5EF4-FFF2-40B4-BE49-F238E27FC236}">
                <a16:creationId xmlns:a16="http://schemas.microsoft.com/office/drawing/2014/main" id="{A73DC5E0-A810-CDE5-9092-1F479592771A}"/>
              </a:ext>
            </a:extLst>
          </p:cNvPr>
          <p:cNvSpPr/>
          <p:nvPr/>
        </p:nvSpPr>
        <p:spPr>
          <a:xfrm>
            <a:off x="939800" y="47752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34">
            <a:extLst>
              <a:ext uri="{FF2B5EF4-FFF2-40B4-BE49-F238E27FC236}">
                <a16:creationId xmlns:a16="http://schemas.microsoft.com/office/drawing/2014/main" id="{2FDC18C0-4835-FCFB-436A-DDAFED40DB86}"/>
              </a:ext>
            </a:extLst>
          </p:cNvPr>
          <p:cNvSpPr/>
          <p:nvPr/>
        </p:nvSpPr>
        <p:spPr>
          <a:xfrm>
            <a:off x="1244600" y="5295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AutoShape 35">
            <a:extLst>
              <a:ext uri="{FF2B5EF4-FFF2-40B4-BE49-F238E27FC236}">
                <a16:creationId xmlns:a16="http://schemas.microsoft.com/office/drawing/2014/main" id="{8A3D8BBA-F389-3EBF-F2F0-CEEA1FE71E61}"/>
              </a:ext>
            </a:extLst>
          </p:cNvPr>
          <p:cNvSpPr/>
          <p:nvPr/>
        </p:nvSpPr>
        <p:spPr>
          <a:xfrm>
            <a:off x="889000" y="5295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36">
            <a:extLst>
              <a:ext uri="{FF2B5EF4-FFF2-40B4-BE49-F238E27FC236}">
                <a16:creationId xmlns:a16="http://schemas.microsoft.com/office/drawing/2014/main" id="{AE7238FF-42C4-E09D-0999-D91C9F1940DF}"/>
              </a:ext>
            </a:extLst>
          </p:cNvPr>
          <p:cNvSpPr/>
          <p:nvPr/>
        </p:nvSpPr>
        <p:spPr>
          <a:xfrm>
            <a:off x="939800" y="53467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37">
            <a:extLst>
              <a:ext uri="{FF2B5EF4-FFF2-40B4-BE49-F238E27FC236}">
                <a16:creationId xmlns:a16="http://schemas.microsoft.com/office/drawing/2014/main" id="{5D4DD1C1-7615-7967-7FCC-1CF737AC059B}"/>
              </a:ext>
            </a:extLst>
          </p:cNvPr>
          <p:cNvSpPr/>
          <p:nvPr/>
        </p:nvSpPr>
        <p:spPr>
          <a:xfrm>
            <a:off x="2692400" y="2057400"/>
            <a:ext cx="8293100" cy="711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30" name="AutoShape 38">
            <a:extLst>
              <a:ext uri="{FF2B5EF4-FFF2-40B4-BE49-F238E27FC236}">
                <a16:creationId xmlns:a16="http://schemas.microsoft.com/office/drawing/2014/main" id="{6D9AEE91-BEB8-BFA1-A2AF-3800CEA2377A}"/>
              </a:ext>
            </a:extLst>
          </p:cNvPr>
          <p:cNvSpPr/>
          <p:nvPr/>
        </p:nvSpPr>
        <p:spPr>
          <a:xfrm>
            <a:off x="2692400" y="3314700"/>
            <a:ext cx="8293100" cy="711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31" name="AutoShape 39">
            <a:extLst>
              <a:ext uri="{FF2B5EF4-FFF2-40B4-BE49-F238E27FC236}">
                <a16:creationId xmlns:a16="http://schemas.microsoft.com/office/drawing/2014/main" id="{2E679C30-5DB3-CAD4-CE18-EAE2388A1949}"/>
              </a:ext>
            </a:extLst>
          </p:cNvPr>
          <p:cNvSpPr/>
          <p:nvPr/>
        </p:nvSpPr>
        <p:spPr>
          <a:xfrm>
            <a:off x="2692400" y="4572000"/>
            <a:ext cx="8293100" cy="711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cxnSp>
        <p:nvCxnSpPr>
          <p:cNvPr id="32" name="Connector 40">
            <a:extLst>
              <a:ext uri="{FF2B5EF4-FFF2-40B4-BE49-F238E27FC236}">
                <a16:creationId xmlns:a16="http://schemas.microsoft.com/office/drawing/2014/main" id="{0F23ADE6-5341-8DDB-A020-EB0917A539C5}"/>
              </a:ext>
            </a:extLst>
          </p:cNvPr>
          <p:cNvCxnSpPr/>
          <p:nvPr/>
        </p:nvCxnSpPr>
        <p:spPr>
          <a:xfrm>
            <a:off x="2806700" y="3035300"/>
            <a:ext cx="7950210" cy="12700"/>
          </a:xfrm>
          <a:prstGeom prst="line">
            <a:avLst/>
          </a:prstGeom>
          <a:solidFill>
            <a:srgbClr val="DEE0E3">
              <a:alpha val="100000"/>
            </a:srgbClr>
          </a:solidFill>
          <a:ln w="12700" cap="flat" cmpd="sng">
            <a:solidFill>
              <a:srgbClr val="4A66AC">
                <a:alpha val="100000"/>
              </a:srgbClr>
            </a:solidFill>
            <a:prstDash val="solid"/>
            <a:miter lim="8000000"/>
            <a:headEnd type="none" w="med" len="med"/>
            <a:tailEnd type="none" w="med" len="med"/>
          </a:ln>
        </p:spPr>
      </p:cxnSp>
      <p:cxnSp>
        <p:nvCxnSpPr>
          <p:cNvPr id="33" name="Connector 41">
            <a:extLst>
              <a:ext uri="{FF2B5EF4-FFF2-40B4-BE49-F238E27FC236}">
                <a16:creationId xmlns:a16="http://schemas.microsoft.com/office/drawing/2014/main" id="{D2BC8812-EFF3-9FC5-2C66-649566C9D751}"/>
              </a:ext>
            </a:extLst>
          </p:cNvPr>
          <p:cNvCxnSpPr/>
          <p:nvPr/>
        </p:nvCxnSpPr>
        <p:spPr>
          <a:xfrm>
            <a:off x="2806700" y="4292600"/>
            <a:ext cx="7950210" cy="12700"/>
          </a:xfrm>
          <a:prstGeom prst="line">
            <a:avLst/>
          </a:prstGeom>
          <a:solidFill>
            <a:srgbClr val="DEE0E3">
              <a:alpha val="100000"/>
            </a:srgbClr>
          </a:solidFill>
          <a:ln w="12700" cap="flat" cmpd="sng">
            <a:solidFill>
              <a:srgbClr val="4A66AC">
                <a:alpha val="100000"/>
              </a:srgbClr>
            </a:solidFill>
            <a:prstDash val="solid"/>
            <a:miter lim="8000000"/>
            <a:headEnd type="none" w="med" len="med"/>
            <a:tailEnd type="none" w="med" len="med"/>
          </a:ln>
        </p:spPr>
      </p:cxnSp>
    </p:spTree>
    <p:extLst>
      <p:ext uri="{BB962C8B-B14F-4D97-AF65-F5344CB8AC3E}">
        <p14:creationId xmlns:p14="http://schemas.microsoft.com/office/powerpoint/2010/main" val="95615881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2_自定义版式">
    <p:spTree>
      <p:nvGrpSpPr>
        <p:cNvPr id="1" name=""/>
        <p:cNvGrpSpPr/>
        <p:nvPr/>
      </p:nvGrpSpPr>
      <p:grpSpPr>
        <a:xfrm>
          <a:off x="0" y="0"/>
          <a:ext cx="0" cy="0"/>
          <a:chOff x="0" y="0"/>
          <a:chExt cx="0" cy="0"/>
        </a:xfrm>
      </p:grpSpPr>
      <p:sp>
        <p:nvSpPr>
          <p:cNvPr id="4" name="AutoShape 11">
            <a:extLst>
              <a:ext uri="{FF2B5EF4-FFF2-40B4-BE49-F238E27FC236}">
                <a16:creationId xmlns:a16="http://schemas.microsoft.com/office/drawing/2014/main" id="{777666A5-E308-86CE-DB68-04FFD47C8F01}"/>
              </a:ext>
            </a:extLst>
          </p:cNvPr>
          <p:cNvSpPr/>
          <p:nvPr/>
        </p:nvSpPr>
        <p:spPr>
          <a:xfrm>
            <a:off x="723900" y="1485900"/>
            <a:ext cx="5092700" cy="4267200"/>
          </a:xfrm>
          <a:prstGeom prst="roundRect">
            <a:avLst>
              <a:gd name="adj" fmla="val 0"/>
            </a:avLst>
          </a:prstGeom>
          <a:solidFill>
            <a:srgbClr val="FFFFFF">
              <a:alpha val="67000"/>
            </a:srgbClr>
          </a:solidFill>
          <a:ln w="25400" cap="flat" cmpd="sng">
            <a:noFill/>
            <a:prstDash val="solid"/>
            <a:round/>
          </a:ln>
          <a:effectLst>
            <a:outerShdw blurRad="63500" algn="ctr" rotWithShape="0">
              <a:srgbClr val="000000">
                <a:alpha val="5000"/>
              </a:srgbClr>
            </a:outerShdw>
          </a:effectLst>
        </p:spPr>
        <p:txBody>
          <a:bodyPr vert="horz" wrap="square" lIns="63500" tIns="63500" rIns="63500" bIns="63500" rtlCol="0" anchor="ctr"/>
          <a:lstStyle/>
          <a:p>
            <a:pPr algn="ctr">
              <a:defRPr/>
            </a:pPr>
            <a:endParaRPr/>
          </a:p>
        </p:txBody>
      </p:sp>
      <p:sp>
        <p:nvSpPr>
          <p:cNvPr id="6" name="AutoShape 12">
            <a:extLst>
              <a:ext uri="{FF2B5EF4-FFF2-40B4-BE49-F238E27FC236}">
                <a16:creationId xmlns:a16="http://schemas.microsoft.com/office/drawing/2014/main" id="{337FB9E3-E239-1B90-EBCD-5F7FC9294357}"/>
              </a:ext>
            </a:extLst>
          </p:cNvPr>
          <p:cNvSpPr/>
          <p:nvPr/>
        </p:nvSpPr>
        <p:spPr>
          <a:xfrm>
            <a:off x="850900" y="1651000"/>
            <a:ext cx="4800600" cy="3924300"/>
          </a:xfrm>
          <a:prstGeom prst="roundRect">
            <a:avLst>
              <a:gd name="adj" fmla="val 0"/>
            </a:avLst>
          </a:prstGeom>
          <a:noFill/>
          <a:ln w="12700" cap="flat" cmpd="sng">
            <a:solidFill>
              <a:srgbClr val="D9D9D9">
                <a:alpha val="100000"/>
              </a:srgbClr>
            </a:solidFill>
            <a:prstDash val="solid"/>
            <a:miter lim="10000000"/>
          </a:ln>
          <a:effectLst>
            <a:outerShdw blurRad="63500" algn="ctr" rotWithShape="0">
              <a:srgbClr val="000000">
                <a:alpha val="13000"/>
              </a:srgbClr>
            </a:outerShdw>
          </a:effectLst>
        </p:spPr>
        <p:txBody>
          <a:bodyPr vert="horz" wrap="square" lIns="63500" tIns="63500" rIns="63500" bIns="63500" rtlCol="0" anchor="ctr"/>
          <a:lstStyle/>
          <a:p>
            <a:pPr algn="ctr">
              <a:defRPr/>
            </a:pPr>
            <a:endParaRPr/>
          </a:p>
        </p:txBody>
      </p:sp>
      <p:sp>
        <p:nvSpPr>
          <p:cNvPr id="8" name="AutoShape 13">
            <a:extLst>
              <a:ext uri="{FF2B5EF4-FFF2-40B4-BE49-F238E27FC236}">
                <a16:creationId xmlns:a16="http://schemas.microsoft.com/office/drawing/2014/main" id="{B1A6A787-0ADD-6E7E-0BC4-6263E3623362}"/>
              </a:ext>
            </a:extLst>
          </p:cNvPr>
          <p:cNvSpPr/>
          <p:nvPr/>
        </p:nvSpPr>
        <p:spPr>
          <a:xfrm>
            <a:off x="1905000" y="2133600"/>
            <a:ext cx="27051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spcAft>
                <a:spcPts val="1200"/>
              </a:spcAft>
              <a:defRPr/>
            </a:pPr>
            <a:endParaRPr lang="en-US" sz="1100" dirty="0"/>
          </a:p>
        </p:txBody>
      </p:sp>
      <p:sp>
        <p:nvSpPr>
          <p:cNvPr id="10" name="AutoShape 14">
            <a:extLst>
              <a:ext uri="{FF2B5EF4-FFF2-40B4-BE49-F238E27FC236}">
                <a16:creationId xmlns:a16="http://schemas.microsoft.com/office/drawing/2014/main" id="{F3A838E8-0B3E-7CC4-4A80-B195DB077401}"/>
              </a:ext>
            </a:extLst>
          </p:cNvPr>
          <p:cNvSpPr/>
          <p:nvPr/>
        </p:nvSpPr>
        <p:spPr>
          <a:xfrm>
            <a:off x="1257300" y="2552700"/>
            <a:ext cx="3987800" cy="1244600"/>
          </a:xfrm>
          <a:prstGeom prst="rect">
            <a:avLst/>
          </a:prstGeom>
          <a:noFill/>
          <a:ln w="12700" cap="flat" cmpd="sng">
            <a:noFill/>
            <a:prstDash val="solid"/>
            <a:round/>
          </a:ln>
        </p:spPr>
        <p:txBody>
          <a:bodyPr vert="horz" wrap="square" lIns="88900" tIns="50800" rIns="88900" bIns="50800" rtlCol="0" anchor="t" anchorCtr="0"/>
          <a:lstStyle/>
          <a:p>
            <a:pPr marL="0" indent="0" algn="just">
              <a:lnSpc>
                <a:spcPct val="116666"/>
              </a:lnSpc>
              <a:defRPr/>
            </a:pPr>
            <a:endParaRPr lang="en-US" sz="1100" dirty="0"/>
          </a:p>
        </p:txBody>
      </p:sp>
      <p:sp>
        <p:nvSpPr>
          <p:cNvPr id="12" name="AutoShape 15">
            <a:extLst>
              <a:ext uri="{FF2B5EF4-FFF2-40B4-BE49-F238E27FC236}">
                <a16:creationId xmlns:a16="http://schemas.microsoft.com/office/drawing/2014/main" id="{B2FF78B2-2499-AFB2-6E70-925A1C36DC00}"/>
              </a:ext>
            </a:extLst>
          </p:cNvPr>
          <p:cNvSpPr/>
          <p:nvPr/>
        </p:nvSpPr>
        <p:spPr>
          <a:xfrm>
            <a:off x="6362700" y="1485900"/>
            <a:ext cx="5092700" cy="4267200"/>
          </a:xfrm>
          <a:prstGeom prst="roundRect">
            <a:avLst>
              <a:gd name="adj" fmla="val 0"/>
            </a:avLst>
          </a:prstGeom>
          <a:solidFill>
            <a:srgbClr val="FFFFFF">
              <a:alpha val="67000"/>
            </a:srgbClr>
          </a:solidFill>
          <a:ln w="25400" cap="flat" cmpd="sng">
            <a:noFill/>
            <a:prstDash val="solid"/>
            <a:round/>
          </a:ln>
          <a:effectLst>
            <a:outerShdw blurRad="63500" algn="ctr" rotWithShape="0">
              <a:srgbClr val="000000">
                <a:alpha val="5000"/>
              </a:srgbClr>
            </a:outerShdw>
          </a:effectLst>
        </p:spPr>
        <p:txBody>
          <a:bodyPr vert="horz" wrap="square" lIns="63500" tIns="63500" rIns="63500" bIns="63500" rtlCol="0" anchor="ctr"/>
          <a:lstStyle/>
          <a:p>
            <a:pPr algn="ctr">
              <a:defRPr/>
            </a:pPr>
            <a:endParaRPr/>
          </a:p>
        </p:txBody>
      </p:sp>
      <p:sp>
        <p:nvSpPr>
          <p:cNvPr id="14" name="AutoShape 16">
            <a:extLst>
              <a:ext uri="{FF2B5EF4-FFF2-40B4-BE49-F238E27FC236}">
                <a16:creationId xmlns:a16="http://schemas.microsoft.com/office/drawing/2014/main" id="{D3793847-702C-7BA1-103F-7EE22A8334BF}"/>
              </a:ext>
            </a:extLst>
          </p:cNvPr>
          <p:cNvSpPr/>
          <p:nvPr/>
        </p:nvSpPr>
        <p:spPr>
          <a:xfrm>
            <a:off x="6489700" y="1651000"/>
            <a:ext cx="4800600" cy="3924300"/>
          </a:xfrm>
          <a:prstGeom prst="roundRect">
            <a:avLst>
              <a:gd name="adj" fmla="val 0"/>
            </a:avLst>
          </a:prstGeom>
          <a:noFill/>
          <a:ln w="12700" cap="flat" cmpd="sng">
            <a:solidFill>
              <a:srgbClr val="D9D9D9">
                <a:alpha val="100000"/>
              </a:srgbClr>
            </a:solidFill>
            <a:prstDash val="solid"/>
            <a:miter lim="10000000"/>
          </a:ln>
          <a:effectLst>
            <a:outerShdw blurRad="63500" algn="ctr" rotWithShape="0">
              <a:srgbClr val="000000">
                <a:alpha val="13000"/>
              </a:srgbClr>
            </a:outerShdw>
          </a:effectLst>
        </p:spPr>
        <p:txBody>
          <a:bodyPr vert="horz" wrap="square" lIns="63500" tIns="63500" rIns="63500" bIns="63500" rtlCol="0" anchor="ctr"/>
          <a:lstStyle/>
          <a:p>
            <a:pPr algn="ctr">
              <a:defRPr/>
            </a:pPr>
            <a:endParaRPr/>
          </a:p>
        </p:txBody>
      </p:sp>
      <p:sp>
        <p:nvSpPr>
          <p:cNvPr id="16" name="AutoShape 17">
            <a:extLst>
              <a:ext uri="{FF2B5EF4-FFF2-40B4-BE49-F238E27FC236}">
                <a16:creationId xmlns:a16="http://schemas.microsoft.com/office/drawing/2014/main" id="{6BFC270F-646B-4252-442B-2C561115A40A}"/>
              </a:ext>
            </a:extLst>
          </p:cNvPr>
          <p:cNvSpPr/>
          <p:nvPr/>
        </p:nvSpPr>
        <p:spPr>
          <a:xfrm>
            <a:off x="7543800" y="2133600"/>
            <a:ext cx="27051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spcAft>
                <a:spcPts val="1200"/>
              </a:spcAft>
              <a:defRPr/>
            </a:pPr>
            <a:endParaRPr lang="en-US" sz="1100" dirty="0"/>
          </a:p>
        </p:txBody>
      </p:sp>
      <p:sp>
        <p:nvSpPr>
          <p:cNvPr id="18" name="AutoShape 18">
            <a:extLst>
              <a:ext uri="{FF2B5EF4-FFF2-40B4-BE49-F238E27FC236}">
                <a16:creationId xmlns:a16="http://schemas.microsoft.com/office/drawing/2014/main" id="{C4CA4FF0-7961-EA3C-3962-CA3D0214682D}"/>
              </a:ext>
            </a:extLst>
          </p:cNvPr>
          <p:cNvSpPr/>
          <p:nvPr/>
        </p:nvSpPr>
        <p:spPr>
          <a:xfrm>
            <a:off x="6896100" y="2552700"/>
            <a:ext cx="3987800" cy="1244600"/>
          </a:xfrm>
          <a:prstGeom prst="rect">
            <a:avLst/>
          </a:prstGeom>
          <a:noFill/>
          <a:ln w="12700" cap="flat" cmpd="sng">
            <a:noFill/>
            <a:prstDash val="solid"/>
            <a:round/>
          </a:ln>
        </p:spPr>
        <p:txBody>
          <a:bodyPr vert="horz" wrap="square" lIns="88900" tIns="50800" rIns="88900" bIns="50800" rtlCol="0" anchor="t" anchorCtr="0"/>
          <a:lstStyle/>
          <a:p>
            <a:pPr marL="0" indent="0" algn="just">
              <a:lnSpc>
                <a:spcPct val="116666"/>
              </a:lnSpc>
              <a:defRPr/>
            </a:pPr>
            <a:endParaRPr lang="en-US" sz="1100" dirty="0"/>
          </a:p>
        </p:txBody>
      </p:sp>
    </p:spTree>
    <p:extLst>
      <p:ext uri="{BB962C8B-B14F-4D97-AF65-F5344CB8AC3E}">
        <p14:creationId xmlns:p14="http://schemas.microsoft.com/office/powerpoint/2010/main" val="35661249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3_自定义版式">
    <p:spTree>
      <p:nvGrpSpPr>
        <p:cNvPr id="1" name=""/>
        <p:cNvGrpSpPr/>
        <p:nvPr/>
      </p:nvGrpSpPr>
      <p:grpSpPr>
        <a:xfrm>
          <a:off x="0" y="0"/>
          <a:ext cx="0" cy="0"/>
          <a:chOff x="0" y="0"/>
          <a:chExt cx="0" cy="0"/>
        </a:xfrm>
      </p:grpSpPr>
      <p:sp>
        <p:nvSpPr>
          <p:cNvPr id="3" name="Freeform 11">
            <a:extLst>
              <a:ext uri="{FF2B5EF4-FFF2-40B4-BE49-F238E27FC236}">
                <a16:creationId xmlns:a16="http://schemas.microsoft.com/office/drawing/2014/main" id="{3DA67CB2-74D5-95D4-E4C5-300370DF0582}"/>
              </a:ext>
            </a:extLst>
          </p:cNvPr>
          <p:cNvSpPr/>
          <p:nvPr/>
        </p:nvSpPr>
        <p:spPr>
          <a:xfrm>
            <a:off x="6146800" y="1866900"/>
            <a:ext cx="1795729" cy="1795725"/>
          </a:xfrm>
          <a:custGeom>
            <a:avLst/>
            <a:gdLst/>
            <a:ahLst/>
            <a:cxnLst/>
            <a:rect l="l" t="t" r="r" b="b"/>
            <a:pathLst>
              <a:path w="1795729" h="1795725">
                <a:moveTo>
                  <a:pt x="0" y="0"/>
                </a:moveTo>
                <a:lnTo>
                  <a:pt x="88795" y="4483"/>
                </a:lnTo>
                <a:cubicBezTo>
                  <a:pt x="986448" y="95645"/>
                  <a:pt x="1700083" y="809280"/>
                  <a:pt x="1791245" y="1706935"/>
                </a:cubicBezTo>
                <a:lnTo>
                  <a:pt x="1795729" y="1795725"/>
                </a:lnTo>
                <a:lnTo>
                  <a:pt x="1210380" y="1795725"/>
                </a:lnTo>
                <a:lnTo>
                  <a:pt x="1208742" y="1763292"/>
                </a:lnTo>
                <a:cubicBezTo>
                  <a:pt x="1144880" y="1134455"/>
                  <a:pt x="644954" y="634528"/>
                  <a:pt x="16116" y="570666"/>
                </a:cubicBezTo>
                <a:lnTo>
                  <a:pt x="0" y="569852"/>
                </a:lnTo>
                <a:lnTo>
                  <a:pt x="0" y="0"/>
                </a:ln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Freeform 12">
            <a:extLst>
              <a:ext uri="{FF2B5EF4-FFF2-40B4-BE49-F238E27FC236}">
                <a16:creationId xmlns:a16="http://schemas.microsoft.com/office/drawing/2014/main" id="{95CB6475-C771-37E2-17B0-99975A140F6B}"/>
              </a:ext>
            </a:extLst>
          </p:cNvPr>
          <p:cNvSpPr/>
          <p:nvPr/>
        </p:nvSpPr>
        <p:spPr>
          <a:xfrm>
            <a:off x="4140200" y="1866900"/>
            <a:ext cx="1795725" cy="1795725"/>
          </a:xfrm>
          <a:custGeom>
            <a:avLst/>
            <a:gdLst/>
            <a:ahLst/>
            <a:cxnLst/>
            <a:rect l="l" t="t" r="r" b="b"/>
            <a:pathLst>
              <a:path w="1795725" h="1795725">
                <a:moveTo>
                  <a:pt x="1795725" y="0"/>
                </a:moveTo>
                <a:lnTo>
                  <a:pt x="1795725" y="568411"/>
                </a:lnTo>
                <a:lnTo>
                  <a:pt x="1751054" y="570666"/>
                </a:lnTo>
                <a:cubicBezTo>
                  <a:pt x="1122216" y="634528"/>
                  <a:pt x="622290" y="1134455"/>
                  <a:pt x="558428" y="1763292"/>
                </a:cubicBezTo>
                <a:lnTo>
                  <a:pt x="556791" y="1795725"/>
                </a:lnTo>
                <a:lnTo>
                  <a:pt x="0" y="1795725"/>
                </a:lnTo>
                <a:lnTo>
                  <a:pt x="4483" y="1706935"/>
                </a:lnTo>
                <a:cubicBezTo>
                  <a:pt x="95645" y="809280"/>
                  <a:pt x="809281" y="95645"/>
                  <a:pt x="1706935" y="4483"/>
                </a:cubicBezTo>
                <a:lnTo>
                  <a:pt x="1795725" y="0"/>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Freeform 13">
            <a:extLst>
              <a:ext uri="{FF2B5EF4-FFF2-40B4-BE49-F238E27FC236}">
                <a16:creationId xmlns:a16="http://schemas.microsoft.com/office/drawing/2014/main" id="{94CBADAD-25F7-840F-69A7-EE69DF79A74C}"/>
              </a:ext>
            </a:extLst>
          </p:cNvPr>
          <p:cNvSpPr/>
          <p:nvPr/>
        </p:nvSpPr>
        <p:spPr>
          <a:xfrm>
            <a:off x="4140200" y="3873500"/>
            <a:ext cx="1795725" cy="1795728"/>
          </a:xfrm>
          <a:custGeom>
            <a:avLst/>
            <a:gdLst/>
            <a:ahLst/>
            <a:cxnLst/>
            <a:rect l="l" t="t" r="r" b="b"/>
            <a:pathLst>
              <a:path w="1795725" h="1795728">
                <a:moveTo>
                  <a:pt x="0" y="0"/>
                </a:moveTo>
                <a:lnTo>
                  <a:pt x="556997" y="0"/>
                </a:lnTo>
                <a:lnTo>
                  <a:pt x="558428" y="28353"/>
                </a:lnTo>
                <a:cubicBezTo>
                  <a:pt x="622290" y="657191"/>
                  <a:pt x="1122216" y="1157117"/>
                  <a:pt x="1751054" y="1220979"/>
                </a:cubicBezTo>
                <a:lnTo>
                  <a:pt x="1795725" y="1223235"/>
                </a:lnTo>
                <a:lnTo>
                  <a:pt x="1795725" y="1795728"/>
                </a:lnTo>
                <a:lnTo>
                  <a:pt x="1706935" y="1791244"/>
                </a:lnTo>
                <a:cubicBezTo>
                  <a:pt x="809281" y="1700082"/>
                  <a:pt x="95645" y="986448"/>
                  <a:pt x="4483" y="88793"/>
                </a:cubicBezTo>
                <a:lnTo>
                  <a:pt x="0" y="0"/>
                </a:ln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Freeform 14">
            <a:extLst>
              <a:ext uri="{FF2B5EF4-FFF2-40B4-BE49-F238E27FC236}">
                <a16:creationId xmlns:a16="http://schemas.microsoft.com/office/drawing/2014/main" id="{DBD16696-4C93-46B5-ACA4-21F917533263}"/>
              </a:ext>
            </a:extLst>
          </p:cNvPr>
          <p:cNvSpPr/>
          <p:nvPr/>
        </p:nvSpPr>
        <p:spPr>
          <a:xfrm>
            <a:off x="6146800" y="3873500"/>
            <a:ext cx="1795729" cy="1795728"/>
          </a:xfrm>
          <a:custGeom>
            <a:avLst/>
            <a:gdLst/>
            <a:ahLst/>
            <a:cxnLst/>
            <a:rect l="l" t="t" r="r" b="b"/>
            <a:pathLst>
              <a:path w="1795729" h="1795728">
                <a:moveTo>
                  <a:pt x="1210174" y="0"/>
                </a:moveTo>
                <a:lnTo>
                  <a:pt x="1795729" y="0"/>
                </a:lnTo>
                <a:lnTo>
                  <a:pt x="1791245" y="88793"/>
                </a:lnTo>
                <a:cubicBezTo>
                  <a:pt x="1700083" y="986448"/>
                  <a:pt x="986448" y="1700082"/>
                  <a:pt x="88795" y="1791244"/>
                </a:cubicBezTo>
                <a:lnTo>
                  <a:pt x="0" y="1795728"/>
                </a:lnTo>
                <a:lnTo>
                  <a:pt x="0" y="1221793"/>
                </a:lnTo>
                <a:lnTo>
                  <a:pt x="16116" y="1220979"/>
                </a:lnTo>
                <a:cubicBezTo>
                  <a:pt x="644954" y="1157117"/>
                  <a:pt x="1144880" y="657191"/>
                  <a:pt x="1208742" y="28353"/>
                </a:cubicBezTo>
                <a:lnTo>
                  <a:pt x="1210174" y="0"/>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15">
            <a:extLst>
              <a:ext uri="{FF2B5EF4-FFF2-40B4-BE49-F238E27FC236}">
                <a16:creationId xmlns:a16="http://schemas.microsoft.com/office/drawing/2014/main" id="{D4096B83-C640-E964-FDD1-11C9A0A61157}"/>
              </a:ext>
            </a:extLst>
          </p:cNvPr>
          <p:cNvSpPr/>
          <p:nvPr/>
        </p:nvSpPr>
        <p:spPr>
          <a:xfrm>
            <a:off x="4445000" y="3073400"/>
            <a:ext cx="3302000" cy="584200"/>
          </a:xfrm>
          <a:prstGeom prst="rect">
            <a:avLst/>
          </a:prstGeom>
          <a:noFill/>
          <a:ln w="12700" cap="flat" cmpd="sng">
            <a:noFill/>
            <a:prstDash val="solid"/>
            <a:round/>
          </a:ln>
        </p:spPr>
        <p:txBody>
          <a:bodyPr vert="horz" wrap="none" lIns="88900" tIns="50800" rIns="88900" bIns="50800" rtlCol="0" anchor="t" anchorCtr="0"/>
          <a:lstStyle/>
          <a:p>
            <a:pPr marL="0" indent="0" algn="ctr">
              <a:lnSpc>
                <a:spcPct val="100000"/>
              </a:lnSpc>
              <a:defRPr/>
            </a:pPr>
            <a:endParaRPr lang="en-US" sz="1100" dirty="0"/>
          </a:p>
        </p:txBody>
      </p:sp>
      <p:sp>
        <p:nvSpPr>
          <p:cNvPr id="8" name="Freeform 16">
            <a:extLst>
              <a:ext uri="{FF2B5EF4-FFF2-40B4-BE49-F238E27FC236}">
                <a16:creationId xmlns:a16="http://schemas.microsoft.com/office/drawing/2014/main" id="{5563BAA9-F7C7-3106-A9C9-E972856FCBB2}"/>
              </a:ext>
            </a:extLst>
          </p:cNvPr>
          <p:cNvSpPr/>
          <p:nvPr/>
        </p:nvSpPr>
        <p:spPr>
          <a:xfrm>
            <a:off x="5727700" y="3873500"/>
            <a:ext cx="631999" cy="627784"/>
          </a:xfrm>
          <a:custGeom>
            <a:avLst/>
            <a:gdLst/>
            <a:ahLst/>
            <a:cxnLst/>
            <a:rect l="l" t="t" r="r" b="b"/>
            <a:pathLst>
              <a:path w="631999" h="627784">
                <a:moveTo>
                  <a:pt x="59280" y="0"/>
                </a:moveTo>
                <a:cubicBezTo>
                  <a:pt x="23905" y="0"/>
                  <a:pt x="0" y="29790"/>
                  <a:pt x="0" y="64261"/>
                </a:cubicBezTo>
                <a:lnTo>
                  <a:pt x="0" y="340224"/>
                </a:lnTo>
                <a:cubicBezTo>
                  <a:pt x="0" y="377339"/>
                  <a:pt x="37686" y="386203"/>
                  <a:pt x="37686" y="386203"/>
                </a:cubicBezTo>
                <a:cubicBezTo>
                  <a:pt x="37686" y="386203"/>
                  <a:pt x="37686" y="103090"/>
                  <a:pt x="37686" y="74811"/>
                </a:cubicBezTo>
                <a:cubicBezTo>
                  <a:pt x="37686" y="46502"/>
                  <a:pt x="53047" y="41562"/>
                  <a:pt x="83125" y="41562"/>
                </a:cubicBezTo>
                <a:cubicBezTo>
                  <a:pt x="113175" y="41562"/>
                  <a:pt x="547996" y="41562"/>
                  <a:pt x="547996" y="41562"/>
                </a:cubicBezTo>
                <a:cubicBezTo>
                  <a:pt x="547996" y="41562"/>
                  <a:pt x="533864" y="0"/>
                  <a:pt x="506419" y="0"/>
                </a:cubicBezTo>
                <a:lnTo>
                  <a:pt x="59280" y="0"/>
                </a:lnTo>
                <a:close/>
                <a:moveTo>
                  <a:pt x="108610" y="70917"/>
                </a:moveTo>
                <a:cubicBezTo>
                  <a:pt x="67940" y="70917"/>
                  <a:pt x="70924" y="105270"/>
                  <a:pt x="70924" y="105270"/>
                </a:cubicBezTo>
                <a:cubicBezTo>
                  <a:pt x="70924" y="105270"/>
                  <a:pt x="70924" y="415529"/>
                  <a:pt x="70924" y="439391"/>
                </a:cubicBezTo>
                <a:cubicBezTo>
                  <a:pt x="70924" y="463281"/>
                  <a:pt x="85057" y="480953"/>
                  <a:pt x="108054" y="480953"/>
                </a:cubicBezTo>
                <a:cubicBezTo>
                  <a:pt x="131053" y="480953"/>
                  <a:pt x="262631" y="480953"/>
                  <a:pt x="262631" y="480953"/>
                </a:cubicBezTo>
                <a:lnTo>
                  <a:pt x="344089" y="627784"/>
                </a:lnTo>
                <a:lnTo>
                  <a:pt x="436051" y="478192"/>
                </a:lnTo>
                <a:cubicBezTo>
                  <a:pt x="436051" y="478192"/>
                  <a:pt x="559027" y="478192"/>
                  <a:pt x="587320" y="478192"/>
                </a:cubicBezTo>
                <a:cubicBezTo>
                  <a:pt x="615615" y="478192"/>
                  <a:pt x="629425" y="478046"/>
                  <a:pt x="629425" y="433840"/>
                </a:cubicBezTo>
                <a:lnTo>
                  <a:pt x="629425" y="121895"/>
                </a:lnTo>
                <a:cubicBezTo>
                  <a:pt x="629425" y="92714"/>
                  <a:pt x="631999" y="70917"/>
                  <a:pt x="593962" y="70917"/>
                </a:cubicBezTo>
                <a:lnTo>
                  <a:pt x="108610" y="70917"/>
                </a:lnTo>
                <a:close/>
              </a:path>
            </a:pathLst>
          </a:custGeom>
          <a:solidFill>
            <a:srgbClr val="284E7D">
              <a:alpha val="100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9" name="Connector 17">
            <a:extLst>
              <a:ext uri="{FF2B5EF4-FFF2-40B4-BE49-F238E27FC236}">
                <a16:creationId xmlns:a16="http://schemas.microsoft.com/office/drawing/2014/main" id="{1755CC42-AF77-37AB-D2FB-D3878D85654C}"/>
              </a:ext>
            </a:extLst>
          </p:cNvPr>
          <p:cNvCxnSpPr/>
          <p:nvPr/>
        </p:nvCxnSpPr>
        <p:spPr>
          <a:xfrm rot="3">
            <a:off x="3543300" y="2057400"/>
            <a:ext cx="1028778"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0" name="Connector 18">
            <a:extLst>
              <a:ext uri="{FF2B5EF4-FFF2-40B4-BE49-F238E27FC236}">
                <a16:creationId xmlns:a16="http://schemas.microsoft.com/office/drawing/2014/main" id="{4B272935-1530-FF7E-4523-541C8ECB743B}"/>
              </a:ext>
            </a:extLst>
          </p:cNvPr>
          <p:cNvCxnSpPr/>
          <p:nvPr/>
        </p:nvCxnSpPr>
        <p:spPr>
          <a:xfrm rot="5223772">
            <a:off x="4330621" y="2298781"/>
            <a:ext cx="495463"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1" name="Connector 19">
            <a:extLst>
              <a:ext uri="{FF2B5EF4-FFF2-40B4-BE49-F238E27FC236}">
                <a16:creationId xmlns:a16="http://schemas.microsoft.com/office/drawing/2014/main" id="{01E825D4-C761-C3A5-C8B7-F31EC43E5484}"/>
              </a:ext>
            </a:extLst>
          </p:cNvPr>
          <p:cNvCxnSpPr/>
          <p:nvPr/>
        </p:nvCxnSpPr>
        <p:spPr>
          <a:xfrm rot="3">
            <a:off x="7505700" y="2057400"/>
            <a:ext cx="1016079"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2" name="Connector 20">
            <a:extLst>
              <a:ext uri="{FF2B5EF4-FFF2-40B4-BE49-F238E27FC236}">
                <a16:creationId xmlns:a16="http://schemas.microsoft.com/office/drawing/2014/main" id="{E5D6AE73-5266-42FA-1FBF-80556DCBC3E4}"/>
              </a:ext>
            </a:extLst>
          </p:cNvPr>
          <p:cNvCxnSpPr/>
          <p:nvPr/>
        </p:nvCxnSpPr>
        <p:spPr>
          <a:xfrm rot="5223772">
            <a:off x="7238921" y="2298781"/>
            <a:ext cx="495463"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3" name="Connector 21">
            <a:extLst>
              <a:ext uri="{FF2B5EF4-FFF2-40B4-BE49-F238E27FC236}">
                <a16:creationId xmlns:a16="http://schemas.microsoft.com/office/drawing/2014/main" id="{8C9C02C5-5F20-329C-ED7A-1527C8BFEA2F}"/>
              </a:ext>
            </a:extLst>
          </p:cNvPr>
          <p:cNvCxnSpPr/>
          <p:nvPr/>
        </p:nvCxnSpPr>
        <p:spPr>
          <a:xfrm rot="3">
            <a:off x="3543300" y="5486400"/>
            <a:ext cx="1028778"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4" name="Connector 22">
            <a:extLst>
              <a:ext uri="{FF2B5EF4-FFF2-40B4-BE49-F238E27FC236}">
                <a16:creationId xmlns:a16="http://schemas.microsoft.com/office/drawing/2014/main" id="{A2C5BB72-C508-3A04-AF55-46C8B3E76327}"/>
              </a:ext>
            </a:extLst>
          </p:cNvPr>
          <p:cNvCxnSpPr/>
          <p:nvPr/>
        </p:nvCxnSpPr>
        <p:spPr>
          <a:xfrm rot="5223772">
            <a:off x="4330621" y="5232481"/>
            <a:ext cx="495463"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5" name="Connector 23">
            <a:extLst>
              <a:ext uri="{FF2B5EF4-FFF2-40B4-BE49-F238E27FC236}">
                <a16:creationId xmlns:a16="http://schemas.microsoft.com/office/drawing/2014/main" id="{CE10274B-30FF-9A07-C8A9-53BDD470907A}"/>
              </a:ext>
            </a:extLst>
          </p:cNvPr>
          <p:cNvCxnSpPr/>
          <p:nvPr/>
        </p:nvCxnSpPr>
        <p:spPr>
          <a:xfrm rot="3">
            <a:off x="7480300" y="5486400"/>
            <a:ext cx="1028778"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6" name="Connector 24">
            <a:extLst>
              <a:ext uri="{FF2B5EF4-FFF2-40B4-BE49-F238E27FC236}">
                <a16:creationId xmlns:a16="http://schemas.microsoft.com/office/drawing/2014/main" id="{AB4321F1-92DA-11D2-83F1-93B60EA127DB}"/>
              </a:ext>
            </a:extLst>
          </p:cNvPr>
          <p:cNvCxnSpPr/>
          <p:nvPr/>
        </p:nvCxnSpPr>
        <p:spPr>
          <a:xfrm rot="5223772">
            <a:off x="7251621" y="5232481"/>
            <a:ext cx="495463"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sp>
        <p:nvSpPr>
          <p:cNvPr id="17" name="AutoShape 25">
            <a:extLst>
              <a:ext uri="{FF2B5EF4-FFF2-40B4-BE49-F238E27FC236}">
                <a16:creationId xmlns:a16="http://schemas.microsoft.com/office/drawing/2014/main" id="{93008BEA-E94D-1DEC-55C8-A0D57986AE54}"/>
              </a:ext>
            </a:extLst>
          </p:cNvPr>
          <p:cNvSpPr/>
          <p:nvPr/>
        </p:nvSpPr>
        <p:spPr>
          <a:xfrm>
            <a:off x="3302000" y="1930400"/>
            <a:ext cx="254000" cy="254000"/>
          </a:xfrm>
          <a:prstGeom prst="ellipse">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26">
            <a:extLst>
              <a:ext uri="{FF2B5EF4-FFF2-40B4-BE49-F238E27FC236}">
                <a16:creationId xmlns:a16="http://schemas.microsoft.com/office/drawing/2014/main" id="{3A88A187-F5DD-4281-7B2A-748351EB4A6B}"/>
              </a:ext>
            </a:extLst>
          </p:cNvPr>
          <p:cNvSpPr/>
          <p:nvPr/>
        </p:nvSpPr>
        <p:spPr>
          <a:xfrm>
            <a:off x="3289300" y="5372100"/>
            <a:ext cx="254000" cy="2540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27">
            <a:extLst>
              <a:ext uri="{FF2B5EF4-FFF2-40B4-BE49-F238E27FC236}">
                <a16:creationId xmlns:a16="http://schemas.microsoft.com/office/drawing/2014/main" id="{181862E4-B5C0-89B6-CA49-3FAAFC7A3062}"/>
              </a:ext>
            </a:extLst>
          </p:cNvPr>
          <p:cNvSpPr/>
          <p:nvPr/>
        </p:nvSpPr>
        <p:spPr>
          <a:xfrm>
            <a:off x="8521700" y="1930400"/>
            <a:ext cx="254000" cy="2540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8">
            <a:extLst>
              <a:ext uri="{FF2B5EF4-FFF2-40B4-BE49-F238E27FC236}">
                <a16:creationId xmlns:a16="http://schemas.microsoft.com/office/drawing/2014/main" id="{BBF3AD1D-EE2F-D470-E13A-B497CC424F61}"/>
              </a:ext>
            </a:extLst>
          </p:cNvPr>
          <p:cNvSpPr/>
          <p:nvPr/>
        </p:nvSpPr>
        <p:spPr>
          <a:xfrm>
            <a:off x="8470900" y="5372100"/>
            <a:ext cx="254000" cy="254000"/>
          </a:xfrm>
          <a:prstGeom prst="ellipse">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Freeform 29">
            <a:extLst>
              <a:ext uri="{FF2B5EF4-FFF2-40B4-BE49-F238E27FC236}">
                <a16:creationId xmlns:a16="http://schemas.microsoft.com/office/drawing/2014/main" id="{0982D153-4420-00C6-DE2E-FB9371D4B6AA}"/>
              </a:ext>
            </a:extLst>
          </p:cNvPr>
          <p:cNvSpPr/>
          <p:nvPr/>
        </p:nvSpPr>
        <p:spPr>
          <a:xfrm>
            <a:off x="2283941" y="1646933"/>
            <a:ext cx="542149" cy="631850"/>
          </a:xfrm>
          <a:custGeom>
            <a:avLst/>
            <a:gdLst/>
            <a:ahLst/>
            <a:cxnLst/>
            <a:rect l="l" t="t" r="r" b="b"/>
            <a:pathLst>
              <a:path w="542149" h="631850">
                <a:moveTo>
                  <a:pt x="301044" y="452505"/>
                </a:moveTo>
                <a:lnTo>
                  <a:pt x="301044" y="303055"/>
                </a:lnTo>
                <a:cubicBezTo>
                  <a:pt x="301044" y="286498"/>
                  <a:pt x="287616" y="273100"/>
                  <a:pt x="271075" y="273100"/>
                </a:cubicBezTo>
                <a:cubicBezTo>
                  <a:pt x="254585" y="273100"/>
                  <a:pt x="241206" y="286498"/>
                  <a:pt x="241206" y="303055"/>
                </a:cubicBezTo>
                <a:lnTo>
                  <a:pt x="241206" y="452505"/>
                </a:lnTo>
                <a:lnTo>
                  <a:pt x="94149" y="452505"/>
                </a:lnTo>
                <a:lnTo>
                  <a:pt x="174869" y="351585"/>
                </a:lnTo>
                <a:cubicBezTo>
                  <a:pt x="182022" y="342546"/>
                  <a:pt x="183503" y="330319"/>
                  <a:pt x="178559" y="319992"/>
                </a:cubicBezTo>
                <a:cubicBezTo>
                  <a:pt x="173614" y="309520"/>
                  <a:pt x="163072" y="303055"/>
                  <a:pt x="151527" y="303055"/>
                </a:cubicBezTo>
                <a:lnTo>
                  <a:pt x="119324" y="303055"/>
                </a:lnTo>
                <a:lnTo>
                  <a:pt x="271075" y="86119"/>
                </a:lnTo>
                <a:lnTo>
                  <a:pt x="423053" y="303055"/>
                </a:lnTo>
                <a:lnTo>
                  <a:pt x="390674" y="303055"/>
                </a:lnTo>
                <a:cubicBezTo>
                  <a:pt x="379305" y="303055"/>
                  <a:pt x="368712" y="309520"/>
                  <a:pt x="363742" y="319992"/>
                </a:cubicBezTo>
                <a:cubicBezTo>
                  <a:pt x="358773" y="330319"/>
                  <a:pt x="360153" y="342546"/>
                  <a:pt x="367433" y="351585"/>
                </a:cubicBezTo>
                <a:lnTo>
                  <a:pt x="448177" y="452505"/>
                </a:lnTo>
                <a:cubicBezTo>
                  <a:pt x="448177" y="452505"/>
                  <a:pt x="301044" y="452505"/>
                  <a:pt x="301044" y="452505"/>
                </a:cubicBezTo>
                <a:close/>
                <a:moveTo>
                  <a:pt x="533666" y="463680"/>
                </a:moveTo>
                <a:lnTo>
                  <a:pt x="452946" y="362701"/>
                </a:lnTo>
                <a:lnTo>
                  <a:pt x="480380" y="362701"/>
                </a:lnTo>
                <a:cubicBezTo>
                  <a:pt x="491525" y="362701"/>
                  <a:pt x="501739" y="356528"/>
                  <a:pt x="506960" y="346641"/>
                </a:cubicBezTo>
                <a:cubicBezTo>
                  <a:pt x="512055" y="336724"/>
                  <a:pt x="511202" y="324877"/>
                  <a:pt x="504978" y="315721"/>
                </a:cubicBezTo>
                <a:lnTo>
                  <a:pt x="295598" y="16733"/>
                </a:lnTo>
                <a:cubicBezTo>
                  <a:pt x="286110" y="3335"/>
                  <a:pt x="267410" y="0"/>
                  <a:pt x="254033" y="9478"/>
                </a:cubicBezTo>
                <a:cubicBezTo>
                  <a:pt x="251222" y="11409"/>
                  <a:pt x="249214" y="13866"/>
                  <a:pt x="247306" y="16382"/>
                </a:cubicBezTo>
                <a:cubicBezTo>
                  <a:pt x="246578" y="16733"/>
                  <a:pt x="37374" y="315721"/>
                  <a:pt x="37374" y="315721"/>
                </a:cubicBezTo>
                <a:cubicBezTo>
                  <a:pt x="30973" y="324877"/>
                  <a:pt x="30271" y="336724"/>
                  <a:pt x="35366" y="346641"/>
                </a:cubicBezTo>
                <a:cubicBezTo>
                  <a:pt x="40461" y="356528"/>
                  <a:pt x="50652" y="362701"/>
                  <a:pt x="61896" y="362701"/>
                </a:cubicBezTo>
                <a:lnTo>
                  <a:pt x="89380" y="362701"/>
                </a:lnTo>
                <a:lnTo>
                  <a:pt x="8686" y="463680"/>
                </a:lnTo>
                <a:cubicBezTo>
                  <a:pt x="1457" y="472602"/>
                  <a:pt x="0" y="484917"/>
                  <a:pt x="4995" y="495360"/>
                </a:cubicBezTo>
                <a:cubicBezTo>
                  <a:pt x="9941" y="505568"/>
                  <a:pt x="20482" y="512180"/>
                  <a:pt x="32027" y="512180"/>
                </a:cubicBezTo>
                <a:lnTo>
                  <a:pt x="241206" y="512180"/>
                </a:lnTo>
                <a:lnTo>
                  <a:pt x="241206" y="601955"/>
                </a:lnTo>
                <a:cubicBezTo>
                  <a:pt x="241206" y="618395"/>
                  <a:pt x="254585" y="631851"/>
                  <a:pt x="271075" y="631851"/>
                </a:cubicBezTo>
                <a:cubicBezTo>
                  <a:pt x="287616" y="631851"/>
                  <a:pt x="301044" y="618395"/>
                  <a:pt x="301044" y="601955"/>
                </a:cubicBezTo>
                <a:lnTo>
                  <a:pt x="301044" y="512180"/>
                </a:lnTo>
                <a:lnTo>
                  <a:pt x="510349" y="512180"/>
                </a:lnTo>
                <a:cubicBezTo>
                  <a:pt x="521719" y="512180"/>
                  <a:pt x="532236" y="505568"/>
                  <a:pt x="537180" y="495360"/>
                </a:cubicBezTo>
                <a:cubicBezTo>
                  <a:pt x="542149" y="484917"/>
                  <a:pt x="540845" y="472602"/>
                  <a:pt x="533666" y="463680"/>
                </a:cubicBezTo>
                <a:cubicBezTo>
                  <a:pt x="533666" y="463680"/>
                  <a:pt x="533666" y="463680"/>
                  <a:pt x="533666" y="463680"/>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Freeform 30">
            <a:extLst>
              <a:ext uri="{FF2B5EF4-FFF2-40B4-BE49-F238E27FC236}">
                <a16:creationId xmlns:a16="http://schemas.microsoft.com/office/drawing/2014/main" id="{FDFA3E8F-FEE3-C21C-6025-D0F7094C4977}"/>
              </a:ext>
            </a:extLst>
          </p:cNvPr>
          <p:cNvSpPr/>
          <p:nvPr/>
        </p:nvSpPr>
        <p:spPr>
          <a:xfrm>
            <a:off x="9182100" y="1651000"/>
            <a:ext cx="630241" cy="627784"/>
          </a:xfrm>
          <a:custGeom>
            <a:avLst/>
            <a:gdLst/>
            <a:ahLst/>
            <a:cxnLst/>
            <a:rect l="l" t="t" r="r" b="b"/>
            <a:pathLst>
              <a:path w="630241" h="627784">
                <a:moveTo>
                  <a:pt x="154175" y="0"/>
                </a:moveTo>
                <a:cubicBezTo>
                  <a:pt x="143584" y="0"/>
                  <a:pt x="137603" y="6656"/>
                  <a:pt x="137603" y="17206"/>
                </a:cubicBezTo>
                <a:lnTo>
                  <a:pt x="137603" y="75566"/>
                </a:lnTo>
                <a:cubicBezTo>
                  <a:pt x="135969" y="66672"/>
                  <a:pt x="129170" y="59581"/>
                  <a:pt x="119775" y="59581"/>
                </a:cubicBezTo>
                <a:cubicBezTo>
                  <a:pt x="112277" y="59581"/>
                  <a:pt x="104719" y="59204"/>
                  <a:pt x="97658" y="58971"/>
                </a:cubicBezTo>
                <a:cubicBezTo>
                  <a:pt x="67022" y="58042"/>
                  <a:pt x="37960" y="57198"/>
                  <a:pt x="18440" y="76177"/>
                </a:cubicBezTo>
                <a:cubicBezTo>
                  <a:pt x="5777" y="88412"/>
                  <a:pt x="0" y="106723"/>
                  <a:pt x="0" y="132067"/>
                </a:cubicBezTo>
                <a:cubicBezTo>
                  <a:pt x="0" y="201530"/>
                  <a:pt x="46568" y="334150"/>
                  <a:pt x="119775" y="334150"/>
                </a:cubicBezTo>
                <a:cubicBezTo>
                  <a:pt x="130367" y="334150"/>
                  <a:pt x="138828" y="325692"/>
                  <a:pt x="138828" y="315112"/>
                </a:cubicBezTo>
                <a:cubicBezTo>
                  <a:pt x="138828" y="304563"/>
                  <a:pt x="130367" y="296075"/>
                  <a:pt x="119775" y="296075"/>
                </a:cubicBezTo>
                <a:cubicBezTo>
                  <a:pt x="81902" y="296075"/>
                  <a:pt x="38077" y="196851"/>
                  <a:pt x="38077" y="132067"/>
                </a:cubicBezTo>
                <a:cubicBezTo>
                  <a:pt x="38077" y="122273"/>
                  <a:pt x="38952" y="109572"/>
                  <a:pt x="44846" y="103817"/>
                </a:cubicBezTo>
                <a:cubicBezTo>
                  <a:pt x="52812" y="96115"/>
                  <a:pt x="73995" y="96347"/>
                  <a:pt x="96432" y="97045"/>
                </a:cubicBezTo>
                <a:cubicBezTo>
                  <a:pt x="103844" y="97306"/>
                  <a:pt x="111868" y="97655"/>
                  <a:pt x="119775" y="97655"/>
                </a:cubicBezTo>
                <a:cubicBezTo>
                  <a:pt x="129170" y="97655"/>
                  <a:pt x="135969" y="90564"/>
                  <a:pt x="137603" y="81699"/>
                </a:cubicBezTo>
                <a:lnTo>
                  <a:pt x="137603" y="299767"/>
                </a:lnTo>
                <a:cubicBezTo>
                  <a:pt x="137603" y="395300"/>
                  <a:pt x="207192" y="478452"/>
                  <a:pt x="294842" y="498159"/>
                </a:cubicBezTo>
                <a:lnTo>
                  <a:pt x="294842" y="589711"/>
                </a:lnTo>
                <a:lnTo>
                  <a:pt x="195958" y="589711"/>
                </a:lnTo>
                <a:cubicBezTo>
                  <a:pt x="185425" y="589711"/>
                  <a:pt x="176905" y="598197"/>
                  <a:pt x="176905" y="608747"/>
                </a:cubicBezTo>
                <a:cubicBezTo>
                  <a:pt x="176905" y="619269"/>
                  <a:pt x="185425" y="627784"/>
                  <a:pt x="195958" y="627784"/>
                </a:cubicBezTo>
                <a:lnTo>
                  <a:pt x="473001" y="627784"/>
                </a:lnTo>
                <a:cubicBezTo>
                  <a:pt x="483593" y="627784"/>
                  <a:pt x="492026" y="619269"/>
                  <a:pt x="492026" y="608747"/>
                </a:cubicBezTo>
                <a:cubicBezTo>
                  <a:pt x="492026" y="598197"/>
                  <a:pt x="483535" y="589711"/>
                  <a:pt x="473001" y="589711"/>
                </a:cubicBezTo>
                <a:lnTo>
                  <a:pt x="332948" y="589711"/>
                </a:lnTo>
                <a:lnTo>
                  <a:pt x="332948" y="506151"/>
                </a:lnTo>
                <a:lnTo>
                  <a:pt x="340302" y="506151"/>
                </a:lnTo>
                <a:cubicBezTo>
                  <a:pt x="434924" y="506151"/>
                  <a:pt x="517294" y="425237"/>
                  <a:pt x="532583" y="329237"/>
                </a:cubicBezTo>
                <a:cubicBezTo>
                  <a:pt x="592630" y="305812"/>
                  <a:pt x="630241" y="194061"/>
                  <a:pt x="630241" y="132067"/>
                </a:cubicBezTo>
                <a:cubicBezTo>
                  <a:pt x="630241" y="106665"/>
                  <a:pt x="623792" y="88412"/>
                  <a:pt x="611188" y="76177"/>
                </a:cubicBezTo>
                <a:cubicBezTo>
                  <a:pt x="593098" y="58651"/>
                  <a:pt x="566809" y="58216"/>
                  <a:pt x="538710" y="58971"/>
                </a:cubicBezTo>
                <a:lnTo>
                  <a:pt x="538710" y="17206"/>
                </a:lnTo>
                <a:cubicBezTo>
                  <a:pt x="538710" y="6656"/>
                  <a:pt x="527740" y="0"/>
                  <a:pt x="517206" y="0"/>
                </a:cubicBezTo>
                <a:lnTo>
                  <a:pt x="154175" y="0"/>
                </a:lnTo>
                <a:close/>
                <a:moveTo>
                  <a:pt x="175679" y="38073"/>
                </a:moveTo>
                <a:cubicBezTo>
                  <a:pt x="175679" y="38073"/>
                  <a:pt x="500633" y="38073"/>
                  <a:pt x="500633" y="38073"/>
                </a:cubicBezTo>
                <a:lnTo>
                  <a:pt x="500633" y="63882"/>
                </a:lnTo>
                <a:cubicBezTo>
                  <a:pt x="495440" y="67313"/>
                  <a:pt x="491413" y="71963"/>
                  <a:pt x="491413" y="78618"/>
                </a:cubicBezTo>
                <a:cubicBezTo>
                  <a:pt x="491413" y="85303"/>
                  <a:pt x="495440" y="89953"/>
                  <a:pt x="500633" y="93383"/>
                </a:cubicBezTo>
                <a:lnTo>
                  <a:pt x="500633" y="299767"/>
                </a:lnTo>
                <a:cubicBezTo>
                  <a:pt x="500633" y="299970"/>
                  <a:pt x="500633" y="300173"/>
                  <a:pt x="500633" y="300377"/>
                </a:cubicBezTo>
                <a:cubicBezTo>
                  <a:pt x="495440" y="303807"/>
                  <a:pt x="491413" y="308428"/>
                  <a:pt x="491413" y="315112"/>
                </a:cubicBezTo>
                <a:cubicBezTo>
                  <a:pt x="491413" y="318920"/>
                  <a:pt x="493193" y="321972"/>
                  <a:pt x="495089" y="324936"/>
                </a:cubicBezTo>
                <a:cubicBezTo>
                  <a:pt x="481843" y="401462"/>
                  <a:pt x="414617" y="468076"/>
                  <a:pt x="340302" y="468076"/>
                </a:cubicBezTo>
                <a:lnTo>
                  <a:pt x="331081" y="468076"/>
                </a:lnTo>
                <a:cubicBezTo>
                  <a:pt x="248303" y="468076"/>
                  <a:pt x="175679" y="386639"/>
                  <a:pt x="175679" y="299767"/>
                </a:cubicBezTo>
                <a:lnTo>
                  <a:pt x="175679" y="38073"/>
                </a:lnTo>
                <a:close/>
                <a:moveTo>
                  <a:pt x="538710" y="97045"/>
                </a:moveTo>
                <a:cubicBezTo>
                  <a:pt x="558872" y="96493"/>
                  <a:pt x="577517" y="96783"/>
                  <a:pt x="584782" y="103817"/>
                </a:cubicBezTo>
                <a:cubicBezTo>
                  <a:pt x="590647" y="109572"/>
                  <a:pt x="592164" y="122273"/>
                  <a:pt x="592164" y="132067"/>
                </a:cubicBezTo>
                <a:cubicBezTo>
                  <a:pt x="592164" y="181069"/>
                  <a:pt x="567304" y="249516"/>
                  <a:pt x="538710" y="280120"/>
                </a:cubicBezTo>
                <a:lnTo>
                  <a:pt x="538710" y="97045"/>
                </a:lnTo>
                <a:close/>
                <a:moveTo>
                  <a:pt x="225428" y="216237"/>
                </a:moveTo>
                <a:cubicBezTo>
                  <a:pt x="220205" y="216237"/>
                  <a:pt x="216237" y="220102"/>
                  <a:pt x="216237" y="225450"/>
                </a:cubicBezTo>
                <a:lnTo>
                  <a:pt x="216237" y="280120"/>
                </a:lnTo>
                <a:cubicBezTo>
                  <a:pt x="216237" y="355802"/>
                  <a:pt x="245678" y="397626"/>
                  <a:pt x="308964" y="409106"/>
                </a:cubicBezTo>
                <a:cubicBezTo>
                  <a:pt x="309576" y="409193"/>
                  <a:pt x="309023" y="409716"/>
                  <a:pt x="309606" y="409716"/>
                </a:cubicBezTo>
                <a:cubicBezTo>
                  <a:pt x="314187" y="409716"/>
                  <a:pt x="318621" y="406345"/>
                  <a:pt x="319410" y="401724"/>
                </a:cubicBezTo>
                <a:cubicBezTo>
                  <a:pt x="320344" y="396521"/>
                  <a:pt x="317222" y="391639"/>
                  <a:pt x="312057" y="390679"/>
                </a:cubicBezTo>
                <a:cubicBezTo>
                  <a:pt x="257874" y="380884"/>
                  <a:pt x="235261" y="346822"/>
                  <a:pt x="235261" y="280120"/>
                </a:cubicBezTo>
                <a:lnTo>
                  <a:pt x="235261" y="225450"/>
                </a:lnTo>
                <a:cubicBezTo>
                  <a:pt x="235261" y="220102"/>
                  <a:pt x="230709" y="216237"/>
                  <a:pt x="225428" y="216237"/>
                </a:cubicBezTo>
                <a:close/>
                <a:moveTo>
                  <a:pt x="323728" y="412797"/>
                </a:moveTo>
                <a:cubicBezTo>
                  <a:pt x="318446" y="412797"/>
                  <a:pt x="314508" y="416721"/>
                  <a:pt x="314508" y="422011"/>
                </a:cubicBezTo>
                <a:cubicBezTo>
                  <a:pt x="314508" y="427271"/>
                  <a:pt x="318446" y="431834"/>
                  <a:pt x="323728" y="431834"/>
                </a:cubicBezTo>
                <a:lnTo>
                  <a:pt x="333560" y="431834"/>
                </a:lnTo>
                <a:cubicBezTo>
                  <a:pt x="338842" y="431834"/>
                  <a:pt x="342751" y="427271"/>
                  <a:pt x="342751" y="422011"/>
                </a:cubicBezTo>
                <a:cubicBezTo>
                  <a:pt x="342751" y="416721"/>
                  <a:pt x="338842" y="412797"/>
                  <a:pt x="333560" y="412797"/>
                </a:cubicBezTo>
                <a:lnTo>
                  <a:pt x="323728" y="412797"/>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Freeform 31">
            <a:extLst>
              <a:ext uri="{FF2B5EF4-FFF2-40B4-BE49-F238E27FC236}">
                <a16:creationId xmlns:a16="http://schemas.microsoft.com/office/drawing/2014/main" id="{859AFF46-CC10-4EA7-C5E3-979BE4E20DAE}"/>
              </a:ext>
            </a:extLst>
          </p:cNvPr>
          <p:cNvSpPr/>
          <p:nvPr/>
        </p:nvSpPr>
        <p:spPr>
          <a:xfrm>
            <a:off x="9182100" y="5295900"/>
            <a:ext cx="627784" cy="627784"/>
          </a:xfrm>
          <a:custGeom>
            <a:avLst/>
            <a:gdLst/>
            <a:ahLst/>
            <a:cxnLst/>
            <a:rect l="l" t="t" r="r" b="b"/>
            <a:pathLst>
              <a:path w="627784" h="627784">
                <a:moveTo>
                  <a:pt x="313892" y="448429"/>
                </a:moveTo>
                <a:cubicBezTo>
                  <a:pt x="239663" y="448429"/>
                  <a:pt x="179354" y="388093"/>
                  <a:pt x="179354" y="313892"/>
                </a:cubicBezTo>
                <a:cubicBezTo>
                  <a:pt x="179354" y="239720"/>
                  <a:pt x="239663" y="179384"/>
                  <a:pt x="313892" y="179384"/>
                </a:cubicBezTo>
                <a:cubicBezTo>
                  <a:pt x="388035" y="179384"/>
                  <a:pt x="448400" y="239720"/>
                  <a:pt x="448400" y="313892"/>
                </a:cubicBezTo>
                <a:cubicBezTo>
                  <a:pt x="448400" y="388093"/>
                  <a:pt x="388035" y="448429"/>
                  <a:pt x="313892" y="448429"/>
                </a:cubicBezTo>
                <a:cubicBezTo>
                  <a:pt x="313892" y="448429"/>
                  <a:pt x="313892" y="448429"/>
                  <a:pt x="313892" y="448429"/>
                </a:cubicBezTo>
                <a:close/>
                <a:moveTo>
                  <a:pt x="313892" y="125586"/>
                </a:moveTo>
                <a:cubicBezTo>
                  <a:pt x="210017" y="125586"/>
                  <a:pt x="125586" y="210047"/>
                  <a:pt x="125586" y="313892"/>
                </a:cubicBezTo>
                <a:cubicBezTo>
                  <a:pt x="125586" y="417766"/>
                  <a:pt x="210017" y="502199"/>
                  <a:pt x="313892" y="502199"/>
                </a:cubicBezTo>
                <a:cubicBezTo>
                  <a:pt x="417739" y="502199"/>
                  <a:pt x="502169" y="417766"/>
                  <a:pt x="502169" y="313892"/>
                </a:cubicBezTo>
                <a:cubicBezTo>
                  <a:pt x="502169" y="210047"/>
                  <a:pt x="417739" y="125586"/>
                  <a:pt x="313892" y="125586"/>
                </a:cubicBezTo>
                <a:cubicBezTo>
                  <a:pt x="313892" y="125586"/>
                  <a:pt x="313892" y="125586"/>
                  <a:pt x="313892" y="125586"/>
                </a:cubicBezTo>
                <a:close/>
                <a:moveTo>
                  <a:pt x="313892" y="520131"/>
                </a:moveTo>
                <a:cubicBezTo>
                  <a:pt x="298953" y="520131"/>
                  <a:pt x="287007" y="532251"/>
                  <a:pt x="287007" y="547014"/>
                </a:cubicBezTo>
                <a:lnTo>
                  <a:pt x="287007" y="600899"/>
                </a:lnTo>
                <a:cubicBezTo>
                  <a:pt x="287007" y="615693"/>
                  <a:pt x="298953" y="627784"/>
                  <a:pt x="313892" y="627784"/>
                </a:cubicBezTo>
                <a:cubicBezTo>
                  <a:pt x="328773" y="627784"/>
                  <a:pt x="340777" y="615693"/>
                  <a:pt x="340777" y="600899"/>
                </a:cubicBezTo>
                <a:lnTo>
                  <a:pt x="340777" y="547014"/>
                </a:lnTo>
                <a:cubicBezTo>
                  <a:pt x="340777" y="532251"/>
                  <a:pt x="328773" y="520131"/>
                  <a:pt x="313892" y="520131"/>
                </a:cubicBezTo>
                <a:cubicBezTo>
                  <a:pt x="313892" y="520131"/>
                  <a:pt x="313892" y="520131"/>
                  <a:pt x="313892" y="520131"/>
                </a:cubicBezTo>
                <a:close/>
                <a:moveTo>
                  <a:pt x="512225" y="474268"/>
                </a:moveTo>
                <a:cubicBezTo>
                  <a:pt x="507430" y="469355"/>
                  <a:pt x="500658" y="466362"/>
                  <a:pt x="493246" y="466362"/>
                </a:cubicBezTo>
                <a:cubicBezTo>
                  <a:pt x="478366" y="466362"/>
                  <a:pt x="466362" y="478395"/>
                  <a:pt x="466362" y="493246"/>
                </a:cubicBezTo>
                <a:cubicBezTo>
                  <a:pt x="466362" y="500687"/>
                  <a:pt x="469327" y="507459"/>
                  <a:pt x="474268" y="512284"/>
                </a:cubicBezTo>
                <a:lnTo>
                  <a:pt x="510017" y="548178"/>
                </a:lnTo>
                <a:cubicBezTo>
                  <a:pt x="514957" y="553002"/>
                  <a:pt x="521729" y="556054"/>
                  <a:pt x="529170" y="556054"/>
                </a:cubicBezTo>
                <a:cubicBezTo>
                  <a:pt x="543935" y="556054"/>
                  <a:pt x="556025" y="543963"/>
                  <a:pt x="556025" y="529170"/>
                </a:cubicBezTo>
                <a:cubicBezTo>
                  <a:pt x="556025" y="521729"/>
                  <a:pt x="553002" y="514986"/>
                  <a:pt x="548178" y="510103"/>
                </a:cubicBezTo>
                <a:cubicBezTo>
                  <a:pt x="548178" y="510103"/>
                  <a:pt x="512225" y="474268"/>
                  <a:pt x="512225" y="474268"/>
                </a:cubicBezTo>
                <a:close/>
                <a:moveTo>
                  <a:pt x="600842" y="287007"/>
                </a:moveTo>
                <a:lnTo>
                  <a:pt x="547014" y="287007"/>
                </a:lnTo>
                <a:cubicBezTo>
                  <a:pt x="532192" y="287007"/>
                  <a:pt x="520131" y="299011"/>
                  <a:pt x="520131" y="313892"/>
                </a:cubicBezTo>
                <a:cubicBezTo>
                  <a:pt x="520131" y="328773"/>
                  <a:pt x="532192" y="340777"/>
                  <a:pt x="547014" y="340777"/>
                </a:cubicBezTo>
                <a:lnTo>
                  <a:pt x="600842" y="340777"/>
                </a:lnTo>
                <a:cubicBezTo>
                  <a:pt x="615635" y="340777"/>
                  <a:pt x="627784" y="328773"/>
                  <a:pt x="627784" y="313892"/>
                </a:cubicBezTo>
                <a:cubicBezTo>
                  <a:pt x="627784" y="299011"/>
                  <a:pt x="615635" y="287007"/>
                  <a:pt x="600842" y="287007"/>
                </a:cubicBezTo>
                <a:cubicBezTo>
                  <a:pt x="600842" y="287007"/>
                  <a:pt x="600842" y="287007"/>
                  <a:pt x="600842" y="287007"/>
                </a:cubicBezTo>
                <a:close/>
                <a:moveTo>
                  <a:pt x="115500" y="153546"/>
                </a:moveTo>
                <a:cubicBezTo>
                  <a:pt x="120296" y="158399"/>
                  <a:pt x="127069" y="161422"/>
                  <a:pt x="134537" y="161422"/>
                </a:cubicBezTo>
                <a:cubicBezTo>
                  <a:pt x="149418" y="161422"/>
                  <a:pt x="161393" y="149389"/>
                  <a:pt x="161393" y="134537"/>
                </a:cubicBezTo>
                <a:cubicBezTo>
                  <a:pt x="161393" y="127069"/>
                  <a:pt x="158370" y="120354"/>
                  <a:pt x="153516" y="115500"/>
                </a:cubicBezTo>
                <a:lnTo>
                  <a:pt x="117681" y="79635"/>
                </a:lnTo>
                <a:cubicBezTo>
                  <a:pt x="112798" y="74811"/>
                  <a:pt x="106055" y="71730"/>
                  <a:pt x="98614" y="71730"/>
                </a:cubicBezTo>
                <a:cubicBezTo>
                  <a:pt x="83792" y="71730"/>
                  <a:pt x="71702" y="83821"/>
                  <a:pt x="71702" y="98585"/>
                </a:cubicBezTo>
                <a:cubicBezTo>
                  <a:pt x="71702" y="106055"/>
                  <a:pt x="74752" y="112827"/>
                  <a:pt x="79606" y="117652"/>
                </a:cubicBezTo>
                <a:cubicBezTo>
                  <a:pt x="79606" y="117652"/>
                  <a:pt x="115500" y="153546"/>
                  <a:pt x="115500" y="153546"/>
                </a:cubicBezTo>
                <a:close/>
                <a:moveTo>
                  <a:pt x="493246" y="161422"/>
                </a:moveTo>
                <a:cubicBezTo>
                  <a:pt x="500658" y="161422"/>
                  <a:pt x="507430" y="158399"/>
                  <a:pt x="512225" y="153546"/>
                </a:cubicBezTo>
                <a:lnTo>
                  <a:pt x="548178" y="117710"/>
                </a:lnTo>
                <a:cubicBezTo>
                  <a:pt x="553002" y="112798"/>
                  <a:pt x="556025" y="106055"/>
                  <a:pt x="556025" y="98585"/>
                </a:cubicBezTo>
                <a:cubicBezTo>
                  <a:pt x="556025" y="83821"/>
                  <a:pt x="543935" y="71730"/>
                  <a:pt x="529170" y="71730"/>
                </a:cubicBezTo>
                <a:cubicBezTo>
                  <a:pt x="521729" y="71730"/>
                  <a:pt x="514957" y="74781"/>
                  <a:pt x="510017" y="79606"/>
                </a:cubicBezTo>
                <a:lnTo>
                  <a:pt x="474268" y="115500"/>
                </a:lnTo>
                <a:cubicBezTo>
                  <a:pt x="469327" y="120354"/>
                  <a:pt x="466362" y="127069"/>
                  <a:pt x="466362" y="134537"/>
                </a:cubicBezTo>
                <a:cubicBezTo>
                  <a:pt x="466362" y="149389"/>
                  <a:pt x="478366" y="161422"/>
                  <a:pt x="493246" y="161422"/>
                </a:cubicBezTo>
                <a:cubicBezTo>
                  <a:pt x="493246" y="161422"/>
                  <a:pt x="493246" y="161422"/>
                  <a:pt x="493246" y="161422"/>
                </a:cubicBezTo>
                <a:close/>
                <a:moveTo>
                  <a:pt x="313892" y="107653"/>
                </a:moveTo>
                <a:cubicBezTo>
                  <a:pt x="328773" y="107653"/>
                  <a:pt x="340777" y="95592"/>
                  <a:pt x="340777" y="80769"/>
                </a:cubicBezTo>
                <a:lnTo>
                  <a:pt x="340777" y="26885"/>
                </a:lnTo>
                <a:cubicBezTo>
                  <a:pt x="340777" y="12090"/>
                  <a:pt x="328773" y="0"/>
                  <a:pt x="313892" y="0"/>
                </a:cubicBezTo>
                <a:cubicBezTo>
                  <a:pt x="298953" y="0"/>
                  <a:pt x="287007" y="12090"/>
                  <a:pt x="287007" y="26885"/>
                </a:cubicBezTo>
                <a:lnTo>
                  <a:pt x="287007" y="80769"/>
                </a:lnTo>
                <a:cubicBezTo>
                  <a:pt x="287007" y="95592"/>
                  <a:pt x="298953" y="107653"/>
                  <a:pt x="313892" y="107653"/>
                </a:cubicBezTo>
                <a:cubicBezTo>
                  <a:pt x="313892" y="107653"/>
                  <a:pt x="313892" y="107653"/>
                  <a:pt x="313892" y="107653"/>
                </a:cubicBezTo>
                <a:close/>
                <a:moveTo>
                  <a:pt x="134537" y="466362"/>
                </a:moveTo>
                <a:cubicBezTo>
                  <a:pt x="127069" y="466362"/>
                  <a:pt x="120296" y="469355"/>
                  <a:pt x="115500" y="474268"/>
                </a:cubicBezTo>
                <a:lnTo>
                  <a:pt x="79606" y="510103"/>
                </a:lnTo>
                <a:cubicBezTo>
                  <a:pt x="74752" y="514986"/>
                  <a:pt x="71702" y="521729"/>
                  <a:pt x="71702" y="529170"/>
                </a:cubicBezTo>
                <a:cubicBezTo>
                  <a:pt x="71702" y="543992"/>
                  <a:pt x="83792" y="556054"/>
                  <a:pt x="98614" y="556054"/>
                </a:cubicBezTo>
                <a:cubicBezTo>
                  <a:pt x="106055" y="556054"/>
                  <a:pt x="112798" y="553002"/>
                  <a:pt x="117593" y="548178"/>
                </a:cubicBezTo>
                <a:lnTo>
                  <a:pt x="153516" y="512284"/>
                </a:lnTo>
                <a:cubicBezTo>
                  <a:pt x="158370" y="507459"/>
                  <a:pt x="161393" y="500687"/>
                  <a:pt x="161393" y="493246"/>
                </a:cubicBezTo>
                <a:cubicBezTo>
                  <a:pt x="161393" y="478395"/>
                  <a:pt x="149418" y="466362"/>
                  <a:pt x="134537" y="466362"/>
                </a:cubicBezTo>
                <a:cubicBezTo>
                  <a:pt x="134537" y="466362"/>
                  <a:pt x="134537" y="466362"/>
                  <a:pt x="134537" y="466362"/>
                </a:cubicBezTo>
                <a:close/>
                <a:moveTo>
                  <a:pt x="107596" y="313921"/>
                </a:moveTo>
                <a:cubicBezTo>
                  <a:pt x="107596" y="299011"/>
                  <a:pt x="95533" y="287037"/>
                  <a:pt x="80740" y="287037"/>
                </a:cubicBezTo>
                <a:lnTo>
                  <a:pt x="26855" y="287037"/>
                </a:lnTo>
                <a:cubicBezTo>
                  <a:pt x="12090" y="287037"/>
                  <a:pt x="0" y="299011"/>
                  <a:pt x="0" y="313921"/>
                </a:cubicBezTo>
                <a:cubicBezTo>
                  <a:pt x="0" y="328773"/>
                  <a:pt x="12090" y="340806"/>
                  <a:pt x="26855" y="340806"/>
                </a:cubicBezTo>
                <a:lnTo>
                  <a:pt x="80740" y="340806"/>
                </a:lnTo>
                <a:cubicBezTo>
                  <a:pt x="95533" y="340806"/>
                  <a:pt x="107596" y="328773"/>
                  <a:pt x="107596" y="313921"/>
                </a:cubicBezTo>
                <a:cubicBezTo>
                  <a:pt x="107596" y="313921"/>
                  <a:pt x="107596" y="313921"/>
                  <a:pt x="107596" y="313921"/>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Freeform 32">
            <a:extLst>
              <a:ext uri="{FF2B5EF4-FFF2-40B4-BE49-F238E27FC236}">
                <a16:creationId xmlns:a16="http://schemas.microsoft.com/office/drawing/2014/main" id="{FA3B6DC7-A2E3-52AE-0C9E-CE07FD529609}"/>
              </a:ext>
            </a:extLst>
          </p:cNvPr>
          <p:cNvSpPr/>
          <p:nvPr/>
        </p:nvSpPr>
        <p:spPr>
          <a:xfrm>
            <a:off x="2336800" y="5280603"/>
            <a:ext cx="431869" cy="630381"/>
          </a:xfrm>
          <a:custGeom>
            <a:avLst/>
            <a:gdLst/>
            <a:ahLst/>
            <a:cxnLst/>
            <a:rect l="l" t="t" r="r" b="b"/>
            <a:pathLst>
              <a:path w="431869" h="630381">
                <a:moveTo>
                  <a:pt x="159851" y="3443"/>
                </a:moveTo>
                <a:cubicBezTo>
                  <a:pt x="146876" y="0"/>
                  <a:pt x="134019" y="7296"/>
                  <a:pt x="130580" y="20225"/>
                </a:cubicBezTo>
                <a:lnTo>
                  <a:pt x="122462" y="51656"/>
                </a:lnTo>
                <a:cubicBezTo>
                  <a:pt x="119103" y="64584"/>
                  <a:pt x="126322" y="77542"/>
                  <a:pt x="139258" y="80928"/>
                </a:cubicBezTo>
                <a:cubicBezTo>
                  <a:pt x="141317" y="81628"/>
                  <a:pt x="143676" y="82008"/>
                  <a:pt x="145755" y="82008"/>
                </a:cubicBezTo>
                <a:cubicBezTo>
                  <a:pt x="155952" y="82008"/>
                  <a:pt x="165769" y="75033"/>
                  <a:pt x="168529" y="64117"/>
                </a:cubicBezTo>
                <a:lnTo>
                  <a:pt x="176646" y="32686"/>
                </a:lnTo>
                <a:cubicBezTo>
                  <a:pt x="180045" y="19757"/>
                  <a:pt x="172747" y="6829"/>
                  <a:pt x="159851" y="3443"/>
                </a:cubicBezTo>
                <a:close/>
                <a:moveTo>
                  <a:pt x="333238" y="3443"/>
                </a:moveTo>
                <a:cubicBezTo>
                  <a:pt x="320302" y="0"/>
                  <a:pt x="307406" y="7296"/>
                  <a:pt x="303987" y="20225"/>
                </a:cubicBezTo>
                <a:lnTo>
                  <a:pt x="295849" y="51656"/>
                </a:lnTo>
                <a:cubicBezTo>
                  <a:pt x="292430" y="64584"/>
                  <a:pt x="299688" y="77542"/>
                  <a:pt x="312664" y="80928"/>
                </a:cubicBezTo>
                <a:cubicBezTo>
                  <a:pt x="314664" y="81628"/>
                  <a:pt x="317102" y="82008"/>
                  <a:pt x="319162" y="82008"/>
                </a:cubicBezTo>
                <a:cubicBezTo>
                  <a:pt x="329339" y="82008"/>
                  <a:pt x="339216" y="75033"/>
                  <a:pt x="341916" y="64117"/>
                </a:cubicBezTo>
                <a:lnTo>
                  <a:pt x="350053" y="32686"/>
                </a:lnTo>
                <a:cubicBezTo>
                  <a:pt x="353432" y="19757"/>
                  <a:pt x="346194" y="6829"/>
                  <a:pt x="333238" y="3443"/>
                </a:cubicBezTo>
                <a:close/>
                <a:moveTo>
                  <a:pt x="246545" y="55449"/>
                </a:moveTo>
                <a:cubicBezTo>
                  <a:pt x="233609" y="52065"/>
                  <a:pt x="220712" y="59332"/>
                  <a:pt x="217293" y="72260"/>
                </a:cubicBezTo>
                <a:lnTo>
                  <a:pt x="209156" y="103662"/>
                </a:lnTo>
                <a:cubicBezTo>
                  <a:pt x="205737" y="116591"/>
                  <a:pt x="213035" y="129520"/>
                  <a:pt x="225951" y="132935"/>
                </a:cubicBezTo>
                <a:cubicBezTo>
                  <a:pt x="227990" y="133634"/>
                  <a:pt x="230430" y="134014"/>
                  <a:pt x="232468" y="134014"/>
                </a:cubicBezTo>
                <a:cubicBezTo>
                  <a:pt x="243365" y="134014"/>
                  <a:pt x="252523" y="127039"/>
                  <a:pt x="255222" y="116153"/>
                </a:cubicBezTo>
                <a:lnTo>
                  <a:pt x="263340" y="84722"/>
                </a:lnTo>
                <a:cubicBezTo>
                  <a:pt x="266779" y="71764"/>
                  <a:pt x="259500" y="58864"/>
                  <a:pt x="246545" y="55449"/>
                </a:cubicBezTo>
                <a:close/>
                <a:moveTo>
                  <a:pt x="73157" y="90120"/>
                </a:moveTo>
                <a:cubicBezTo>
                  <a:pt x="60241" y="86736"/>
                  <a:pt x="47245" y="94003"/>
                  <a:pt x="43886" y="106931"/>
                </a:cubicBezTo>
                <a:lnTo>
                  <a:pt x="35770" y="138363"/>
                </a:lnTo>
                <a:cubicBezTo>
                  <a:pt x="32351" y="151291"/>
                  <a:pt x="39607" y="164191"/>
                  <a:pt x="52564" y="167606"/>
                </a:cubicBezTo>
                <a:cubicBezTo>
                  <a:pt x="54563" y="168276"/>
                  <a:pt x="57023" y="168714"/>
                  <a:pt x="59061" y="168714"/>
                </a:cubicBezTo>
                <a:cubicBezTo>
                  <a:pt x="69338" y="168714"/>
                  <a:pt x="79136" y="161710"/>
                  <a:pt x="81815" y="150824"/>
                </a:cubicBezTo>
                <a:lnTo>
                  <a:pt x="89953" y="119393"/>
                </a:lnTo>
                <a:cubicBezTo>
                  <a:pt x="93372" y="106464"/>
                  <a:pt x="86114" y="93506"/>
                  <a:pt x="73157" y="90120"/>
                </a:cubicBezTo>
                <a:close/>
                <a:moveTo>
                  <a:pt x="402617" y="90120"/>
                </a:moveTo>
                <a:cubicBezTo>
                  <a:pt x="389661" y="86736"/>
                  <a:pt x="376765" y="94003"/>
                  <a:pt x="373346" y="106931"/>
                </a:cubicBezTo>
                <a:lnTo>
                  <a:pt x="365209" y="138363"/>
                </a:lnTo>
                <a:cubicBezTo>
                  <a:pt x="361850" y="151291"/>
                  <a:pt x="369087" y="164191"/>
                  <a:pt x="382024" y="167606"/>
                </a:cubicBezTo>
                <a:cubicBezTo>
                  <a:pt x="384082" y="168276"/>
                  <a:pt x="386462" y="168714"/>
                  <a:pt x="388521" y="168714"/>
                </a:cubicBezTo>
                <a:cubicBezTo>
                  <a:pt x="398738" y="168714"/>
                  <a:pt x="407895" y="161710"/>
                  <a:pt x="411274" y="150824"/>
                </a:cubicBezTo>
                <a:lnTo>
                  <a:pt x="419412" y="119393"/>
                </a:lnTo>
                <a:cubicBezTo>
                  <a:pt x="422791" y="106464"/>
                  <a:pt x="415553" y="93506"/>
                  <a:pt x="402617" y="90120"/>
                </a:cubicBezTo>
                <a:close/>
                <a:moveTo>
                  <a:pt x="216214" y="176303"/>
                </a:moveTo>
                <a:cubicBezTo>
                  <a:pt x="167209" y="176303"/>
                  <a:pt x="118904" y="191711"/>
                  <a:pt x="80735" y="219641"/>
                </a:cubicBezTo>
                <a:cubicBezTo>
                  <a:pt x="29671" y="256413"/>
                  <a:pt x="0" y="312126"/>
                  <a:pt x="0" y="371371"/>
                </a:cubicBezTo>
                <a:cubicBezTo>
                  <a:pt x="0" y="384270"/>
                  <a:pt x="10897" y="395214"/>
                  <a:pt x="23833" y="395214"/>
                </a:cubicBezTo>
                <a:cubicBezTo>
                  <a:pt x="34050" y="395214"/>
                  <a:pt x="43207" y="390107"/>
                  <a:pt x="46605" y="380563"/>
                </a:cubicBezTo>
                <a:cubicBezTo>
                  <a:pt x="47266" y="378521"/>
                  <a:pt x="55523" y="359988"/>
                  <a:pt x="83454" y="359988"/>
                </a:cubicBezTo>
                <a:cubicBezTo>
                  <a:pt x="108627" y="359988"/>
                  <a:pt x="118284" y="374697"/>
                  <a:pt x="120303" y="379483"/>
                </a:cubicBezTo>
                <a:cubicBezTo>
                  <a:pt x="120983" y="381527"/>
                  <a:pt x="121623" y="383598"/>
                  <a:pt x="123002" y="384911"/>
                </a:cubicBezTo>
                <a:cubicBezTo>
                  <a:pt x="127820" y="391740"/>
                  <a:pt x="134879" y="395739"/>
                  <a:pt x="143057" y="395739"/>
                </a:cubicBezTo>
                <a:cubicBezTo>
                  <a:pt x="152613" y="395739"/>
                  <a:pt x="161351" y="389961"/>
                  <a:pt x="164729" y="381118"/>
                </a:cubicBezTo>
                <a:cubicBezTo>
                  <a:pt x="168209" y="376331"/>
                  <a:pt x="182145" y="359988"/>
                  <a:pt x="216214" y="359988"/>
                </a:cubicBezTo>
                <a:cubicBezTo>
                  <a:pt x="251604" y="359988"/>
                  <a:pt x="264939" y="377557"/>
                  <a:pt x="267678" y="381672"/>
                </a:cubicBezTo>
                <a:lnTo>
                  <a:pt x="269857" y="385991"/>
                </a:lnTo>
                <a:cubicBezTo>
                  <a:pt x="274616" y="392120"/>
                  <a:pt x="281894" y="395739"/>
                  <a:pt x="289352" y="395739"/>
                </a:cubicBezTo>
                <a:cubicBezTo>
                  <a:pt x="300269" y="395739"/>
                  <a:pt x="309965" y="388473"/>
                  <a:pt x="312664" y="378958"/>
                </a:cubicBezTo>
                <a:cubicBezTo>
                  <a:pt x="315403" y="373501"/>
                  <a:pt x="325140" y="359988"/>
                  <a:pt x="348953" y="359988"/>
                </a:cubicBezTo>
                <a:cubicBezTo>
                  <a:pt x="376185" y="359988"/>
                  <a:pt x="385102" y="379221"/>
                  <a:pt x="385802" y="380563"/>
                </a:cubicBezTo>
                <a:cubicBezTo>
                  <a:pt x="389161" y="390107"/>
                  <a:pt x="397759" y="395739"/>
                  <a:pt x="408036" y="395739"/>
                </a:cubicBezTo>
                <a:cubicBezTo>
                  <a:pt x="420952" y="395739"/>
                  <a:pt x="431869" y="384941"/>
                  <a:pt x="431869" y="371371"/>
                </a:cubicBezTo>
                <a:cubicBezTo>
                  <a:pt x="431869" y="312126"/>
                  <a:pt x="402737" y="257055"/>
                  <a:pt x="351672" y="219641"/>
                </a:cubicBezTo>
                <a:cubicBezTo>
                  <a:pt x="313544" y="191711"/>
                  <a:pt x="265219" y="176303"/>
                  <a:pt x="216214" y="176303"/>
                </a:cubicBezTo>
                <a:close/>
                <a:moveTo>
                  <a:pt x="216214" y="224514"/>
                </a:moveTo>
                <a:cubicBezTo>
                  <a:pt x="255702" y="224514"/>
                  <a:pt x="293530" y="236860"/>
                  <a:pt x="323501" y="258661"/>
                </a:cubicBezTo>
                <a:cubicBezTo>
                  <a:pt x="344614" y="274303"/>
                  <a:pt x="360930" y="293244"/>
                  <a:pt x="371187" y="315016"/>
                </a:cubicBezTo>
                <a:cubicBezTo>
                  <a:pt x="364368" y="312972"/>
                  <a:pt x="357151" y="312300"/>
                  <a:pt x="348953" y="312300"/>
                </a:cubicBezTo>
                <a:cubicBezTo>
                  <a:pt x="319663" y="312300"/>
                  <a:pt x="300648" y="322953"/>
                  <a:pt x="287732" y="334510"/>
                </a:cubicBezTo>
                <a:cubicBezTo>
                  <a:pt x="272736" y="322953"/>
                  <a:pt x="250243" y="312300"/>
                  <a:pt x="216214" y="312300"/>
                </a:cubicBezTo>
                <a:cubicBezTo>
                  <a:pt x="182145" y="312300"/>
                  <a:pt x="159631" y="322953"/>
                  <a:pt x="144676" y="334510"/>
                </a:cubicBezTo>
                <a:cubicBezTo>
                  <a:pt x="131719" y="322953"/>
                  <a:pt x="112046" y="312300"/>
                  <a:pt x="83454" y="312300"/>
                </a:cubicBezTo>
                <a:cubicBezTo>
                  <a:pt x="75297" y="312300"/>
                  <a:pt x="67520" y="313673"/>
                  <a:pt x="60682" y="315016"/>
                </a:cubicBezTo>
                <a:cubicBezTo>
                  <a:pt x="70879" y="293244"/>
                  <a:pt x="87273" y="274303"/>
                  <a:pt x="108367" y="258661"/>
                </a:cubicBezTo>
                <a:cubicBezTo>
                  <a:pt x="138337" y="236860"/>
                  <a:pt x="176707" y="224514"/>
                  <a:pt x="216214" y="224514"/>
                </a:cubicBezTo>
                <a:close/>
                <a:moveTo>
                  <a:pt x="214574" y="401722"/>
                </a:moveTo>
                <a:cubicBezTo>
                  <a:pt x="201638" y="401722"/>
                  <a:pt x="190741" y="412578"/>
                  <a:pt x="190741" y="425565"/>
                </a:cubicBezTo>
                <a:lnTo>
                  <a:pt x="190741" y="556690"/>
                </a:lnTo>
                <a:cubicBezTo>
                  <a:pt x="190741" y="597549"/>
                  <a:pt x="223572" y="630381"/>
                  <a:pt x="264439" y="630381"/>
                </a:cubicBezTo>
                <a:cubicBezTo>
                  <a:pt x="305266" y="630381"/>
                  <a:pt x="338117" y="596994"/>
                  <a:pt x="338117" y="556137"/>
                </a:cubicBezTo>
                <a:cubicBezTo>
                  <a:pt x="338117" y="543207"/>
                  <a:pt x="327221" y="532292"/>
                  <a:pt x="314284" y="532292"/>
                </a:cubicBezTo>
                <a:cubicBezTo>
                  <a:pt x="301328" y="532292"/>
                  <a:pt x="290431" y="543207"/>
                  <a:pt x="290431" y="556137"/>
                </a:cubicBezTo>
                <a:cubicBezTo>
                  <a:pt x="290431" y="570437"/>
                  <a:pt x="278714" y="582169"/>
                  <a:pt x="264439" y="582169"/>
                </a:cubicBezTo>
                <a:cubicBezTo>
                  <a:pt x="250124" y="582140"/>
                  <a:pt x="238427" y="570437"/>
                  <a:pt x="238427" y="556137"/>
                </a:cubicBezTo>
                <a:lnTo>
                  <a:pt x="238427" y="425565"/>
                </a:lnTo>
                <a:cubicBezTo>
                  <a:pt x="238427" y="412578"/>
                  <a:pt x="227510" y="401722"/>
                  <a:pt x="214574" y="401722"/>
                </a:cubicBez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33">
            <a:extLst>
              <a:ext uri="{FF2B5EF4-FFF2-40B4-BE49-F238E27FC236}">
                <a16:creationId xmlns:a16="http://schemas.microsoft.com/office/drawing/2014/main" id="{EAB323E1-1B5B-9C75-5A6A-894C871D7780}"/>
              </a:ext>
            </a:extLst>
          </p:cNvPr>
          <p:cNvSpPr/>
          <p:nvPr/>
        </p:nvSpPr>
        <p:spPr>
          <a:xfrm>
            <a:off x="1435100" y="2400300"/>
            <a:ext cx="2844800" cy="9525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endParaRPr lang="en-US" sz="1400" b="0" i="0" u="none" strike="noStrike" dirty="0">
              <a:solidFill>
                <a:srgbClr val="505050"/>
              </a:solidFill>
              <a:latin typeface="Noto Sans SC"/>
              <a:ea typeface="Noto Sans SC"/>
              <a:cs typeface="Noto Sans SC"/>
              <a:sym typeface="Noto Sans SC"/>
            </a:endParaRPr>
          </a:p>
        </p:txBody>
      </p:sp>
      <p:sp>
        <p:nvSpPr>
          <p:cNvPr id="26" name="AutoShape 34">
            <a:extLst>
              <a:ext uri="{FF2B5EF4-FFF2-40B4-BE49-F238E27FC236}">
                <a16:creationId xmlns:a16="http://schemas.microsoft.com/office/drawing/2014/main" id="{5FE067AE-055C-0FF7-F903-7214B5604250}"/>
              </a:ext>
            </a:extLst>
          </p:cNvPr>
          <p:cNvSpPr/>
          <p:nvPr/>
        </p:nvSpPr>
        <p:spPr>
          <a:xfrm>
            <a:off x="1435100" y="4356100"/>
            <a:ext cx="2844800" cy="9398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endParaRPr lang="en-US" sz="1400" b="0" i="0" u="none" strike="noStrike" dirty="0">
              <a:solidFill>
                <a:srgbClr val="505050"/>
              </a:solidFill>
              <a:latin typeface="Noto Sans SC"/>
              <a:ea typeface="Noto Sans SC"/>
              <a:cs typeface="Noto Sans SC"/>
              <a:sym typeface="Noto Sans SC"/>
            </a:endParaRPr>
          </a:p>
        </p:txBody>
      </p:sp>
      <p:sp>
        <p:nvSpPr>
          <p:cNvPr id="27" name="AutoShape 35">
            <a:extLst>
              <a:ext uri="{FF2B5EF4-FFF2-40B4-BE49-F238E27FC236}">
                <a16:creationId xmlns:a16="http://schemas.microsoft.com/office/drawing/2014/main" id="{2180B7F8-3DFA-2C97-92AE-185B8A9622B8}"/>
              </a:ext>
            </a:extLst>
          </p:cNvPr>
          <p:cNvSpPr/>
          <p:nvPr/>
        </p:nvSpPr>
        <p:spPr>
          <a:xfrm>
            <a:off x="8039100" y="4356100"/>
            <a:ext cx="2844800" cy="9398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endParaRPr lang="en-US" sz="1400" b="0" i="0" u="none" strike="noStrike" dirty="0">
              <a:solidFill>
                <a:srgbClr val="505050"/>
              </a:solidFill>
              <a:latin typeface="Noto Sans SC"/>
              <a:ea typeface="Noto Sans SC"/>
              <a:cs typeface="Noto Sans SC"/>
              <a:sym typeface="Noto Sans SC"/>
            </a:endParaRPr>
          </a:p>
        </p:txBody>
      </p:sp>
      <p:sp>
        <p:nvSpPr>
          <p:cNvPr id="28" name="AutoShape 36">
            <a:extLst>
              <a:ext uri="{FF2B5EF4-FFF2-40B4-BE49-F238E27FC236}">
                <a16:creationId xmlns:a16="http://schemas.microsoft.com/office/drawing/2014/main" id="{37CEF1AC-AA83-80DF-A536-631B770D1FFB}"/>
              </a:ext>
            </a:extLst>
          </p:cNvPr>
          <p:cNvSpPr/>
          <p:nvPr/>
        </p:nvSpPr>
        <p:spPr>
          <a:xfrm>
            <a:off x="8026400" y="2374900"/>
            <a:ext cx="2844800" cy="9398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endParaRPr lang="en-US" sz="1400" b="0" i="0" u="none" strike="noStrike" dirty="0">
              <a:solidFill>
                <a:srgbClr val="505050"/>
              </a:solidFill>
              <a:latin typeface="Noto Sans SC"/>
              <a:ea typeface="Noto Sans SC"/>
              <a:cs typeface="Noto Sans SC"/>
              <a:sym typeface="Noto Sans SC"/>
            </a:endParaRPr>
          </a:p>
        </p:txBody>
      </p:sp>
    </p:spTree>
    <p:extLst>
      <p:ext uri="{BB962C8B-B14F-4D97-AF65-F5344CB8AC3E}">
        <p14:creationId xmlns:p14="http://schemas.microsoft.com/office/powerpoint/2010/main" val="269707625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4_自定义版式">
    <p:spTree>
      <p:nvGrpSpPr>
        <p:cNvPr id="1" name=""/>
        <p:cNvGrpSpPr/>
        <p:nvPr/>
      </p:nvGrpSpPr>
      <p:grpSpPr>
        <a:xfrm>
          <a:off x="0" y="0"/>
          <a:ext cx="0" cy="0"/>
          <a:chOff x="0" y="0"/>
          <a:chExt cx="0" cy="0"/>
        </a:xfrm>
      </p:grpSpPr>
      <p:sp>
        <p:nvSpPr>
          <p:cNvPr id="3" name="Freeform 11">
            <a:extLst>
              <a:ext uri="{FF2B5EF4-FFF2-40B4-BE49-F238E27FC236}">
                <a16:creationId xmlns:a16="http://schemas.microsoft.com/office/drawing/2014/main" id="{FBF16A7B-58F2-97AB-32FE-C0AED742F73C}"/>
              </a:ext>
            </a:extLst>
          </p:cNvPr>
          <p:cNvSpPr/>
          <p:nvPr/>
        </p:nvSpPr>
        <p:spPr>
          <a:xfrm>
            <a:off x="5575300" y="5283200"/>
            <a:ext cx="309557" cy="309557"/>
          </a:xfrm>
          <a:custGeom>
            <a:avLst/>
            <a:gdLst/>
            <a:ahLst/>
            <a:cxnLst/>
            <a:rect l="l" t="t" r="r" b="b"/>
            <a:pathLst>
              <a:path w="309557" h="309557">
                <a:moveTo>
                  <a:pt x="154779" y="0"/>
                </a:moveTo>
                <a:cubicBezTo>
                  <a:pt x="70756" y="0"/>
                  <a:pt x="0" y="70756"/>
                  <a:pt x="0" y="154779"/>
                </a:cubicBezTo>
                <a:cubicBezTo>
                  <a:pt x="0" y="241012"/>
                  <a:pt x="70756" y="309557"/>
                  <a:pt x="154779" y="309557"/>
                </a:cubicBezTo>
                <a:cubicBezTo>
                  <a:pt x="241012" y="309557"/>
                  <a:pt x="309557" y="241012"/>
                  <a:pt x="309557" y="154779"/>
                </a:cubicBezTo>
                <a:cubicBezTo>
                  <a:pt x="309557" y="70756"/>
                  <a:pt x="241012" y="0"/>
                  <a:pt x="154779" y="0"/>
                </a:cubicBezTo>
                <a:close/>
                <a:moveTo>
                  <a:pt x="154779" y="283023"/>
                </a:moveTo>
                <a:cubicBezTo>
                  <a:pt x="84023" y="283023"/>
                  <a:pt x="26533" y="225534"/>
                  <a:pt x="26533" y="154779"/>
                </a:cubicBezTo>
                <a:cubicBezTo>
                  <a:pt x="26533" y="84023"/>
                  <a:pt x="84023" y="26533"/>
                  <a:pt x="154779" y="26533"/>
                </a:cubicBezTo>
                <a:cubicBezTo>
                  <a:pt x="225534" y="26533"/>
                  <a:pt x="283023" y="84023"/>
                  <a:pt x="283023" y="154779"/>
                </a:cubicBezTo>
                <a:cubicBezTo>
                  <a:pt x="283023" y="225534"/>
                  <a:pt x="225534" y="283023"/>
                  <a:pt x="154779" y="283023"/>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Freeform 12">
            <a:extLst>
              <a:ext uri="{FF2B5EF4-FFF2-40B4-BE49-F238E27FC236}">
                <a16:creationId xmlns:a16="http://schemas.microsoft.com/office/drawing/2014/main" id="{E4257F3E-DD8A-C668-498A-58512791D1B2}"/>
              </a:ext>
            </a:extLst>
          </p:cNvPr>
          <p:cNvSpPr/>
          <p:nvPr/>
        </p:nvSpPr>
        <p:spPr>
          <a:xfrm>
            <a:off x="5664200" y="5372100"/>
            <a:ext cx="131373" cy="129233"/>
          </a:xfrm>
          <a:custGeom>
            <a:avLst/>
            <a:gdLst/>
            <a:ahLst/>
            <a:cxnLst/>
            <a:rect l="l" t="t" r="r" b="b"/>
            <a:pathLst>
              <a:path w="131373" h="129233">
                <a:moveTo>
                  <a:pt x="124692" y="4456"/>
                </a:moveTo>
                <a:cubicBezTo>
                  <a:pt x="120240" y="0"/>
                  <a:pt x="111333" y="0"/>
                  <a:pt x="106879" y="4456"/>
                </a:cubicBezTo>
                <a:cubicBezTo>
                  <a:pt x="64573" y="46792"/>
                  <a:pt x="64573" y="46792"/>
                  <a:pt x="64573" y="46792"/>
                </a:cubicBezTo>
                <a:cubicBezTo>
                  <a:pt x="24493" y="4456"/>
                  <a:pt x="24493" y="4456"/>
                  <a:pt x="24493" y="4456"/>
                </a:cubicBezTo>
                <a:cubicBezTo>
                  <a:pt x="17813" y="0"/>
                  <a:pt x="11133" y="0"/>
                  <a:pt x="4454" y="4456"/>
                </a:cubicBezTo>
                <a:cubicBezTo>
                  <a:pt x="0" y="11140"/>
                  <a:pt x="0" y="17826"/>
                  <a:pt x="4454" y="24510"/>
                </a:cubicBezTo>
                <a:cubicBezTo>
                  <a:pt x="46760" y="64616"/>
                  <a:pt x="46760" y="64616"/>
                  <a:pt x="46760" y="64616"/>
                </a:cubicBezTo>
                <a:cubicBezTo>
                  <a:pt x="4454" y="106952"/>
                  <a:pt x="4454" y="106952"/>
                  <a:pt x="4454" y="106952"/>
                </a:cubicBezTo>
                <a:cubicBezTo>
                  <a:pt x="0" y="111408"/>
                  <a:pt x="0" y="120320"/>
                  <a:pt x="4454" y="124776"/>
                </a:cubicBezTo>
                <a:cubicBezTo>
                  <a:pt x="6680" y="129233"/>
                  <a:pt x="11133" y="129233"/>
                  <a:pt x="15587" y="129233"/>
                </a:cubicBezTo>
                <a:cubicBezTo>
                  <a:pt x="17813" y="129233"/>
                  <a:pt x="22267" y="129233"/>
                  <a:pt x="24493" y="124776"/>
                </a:cubicBezTo>
                <a:cubicBezTo>
                  <a:pt x="64573" y="84670"/>
                  <a:pt x="64573" y="84670"/>
                  <a:pt x="64573" y="84670"/>
                </a:cubicBezTo>
                <a:cubicBezTo>
                  <a:pt x="106879" y="124776"/>
                  <a:pt x="106879" y="124776"/>
                  <a:pt x="106879" y="124776"/>
                </a:cubicBezTo>
                <a:cubicBezTo>
                  <a:pt x="109107" y="129233"/>
                  <a:pt x="113560" y="129233"/>
                  <a:pt x="115786" y="129233"/>
                </a:cubicBezTo>
                <a:cubicBezTo>
                  <a:pt x="120240" y="129233"/>
                  <a:pt x="122466" y="129233"/>
                  <a:pt x="124692" y="124776"/>
                </a:cubicBezTo>
                <a:cubicBezTo>
                  <a:pt x="131373" y="120320"/>
                  <a:pt x="131373" y="111408"/>
                  <a:pt x="124692" y="106952"/>
                </a:cubicBezTo>
                <a:cubicBezTo>
                  <a:pt x="84614" y="64616"/>
                  <a:pt x="84614" y="64616"/>
                  <a:pt x="84614" y="64616"/>
                </a:cubicBezTo>
                <a:cubicBezTo>
                  <a:pt x="124692" y="24510"/>
                  <a:pt x="124692" y="24510"/>
                  <a:pt x="124692" y="24510"/>
                </a:cubicBezTo>
                <a:cubicBezTo>
                  <a:pt x="131373" y="17826"/>
                  <a:pt x="131373" y="11140"/>
                  <a:pt x="124692" y="4456"/>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Freeform 13">
            <a:extLst>
              <a:ext uri="{FF2B5EF4-FFF2-40B4-BE49-F238E27FC236}">
                <a16:creationId xmlns:a16="http://schemas.microsoft.com/office/drawing/2014/main" id="{0ED34B00-B0D1-3914-51F3-0D1813072B61}"/>
              </a:ext>
            </a:extLst>
          </p:cNvPr>
          <p:cNvSpPr/>
          <p:nvPr/>
        </p:nvSpPr>
        <p:spPr>
          <a:xfrm>
            <a:off x="5575300" y="5283200"/>
            <a:ext cx="309557" cy="309557"/>
          </a:xfrm>
          <a:custGeom>
            <a:avLst/>
            <a:gdLst/>
            <a:ahLst/>
            <a:cxnLst/>
            <a:rect l="l" t="t" r="r" b="b"/>
            <a:pathLst>
              <a:path w="309557" h="309557">
                <a:moveTo>
                  <a:pt x="154779" y="0"/>
                </a:moveTo>
                <a:cubicBezTo>
                  <a:pt x="70756" y="0"/>
                  <a:pt x="0" y="70756"/>
                  <a:pt x="0" y="154779"/>
                </a:cubicBezTo>
                <a:cubicBezTo>
                  <a:pt x="0" y="241012"/>
                  <a:pt x="70756" y="309557"/>
                  <a:pt x="154779" y="309557"/>
                </a:cubicBezTo>
                <a:cubicBezTo>
                  <a:pt x="241012" y="309557"/>
                  <a:pt x="309557" y="241012"/>
                  <a:pt x="309557" y="154779"/>
                </a:cubicBezTo>
                <a:cubicBezTo>
                  <a:pt x="309557" y="70756"/>
                  <a:pt x="241012" y="0"/>
                  <a:pt x="154779" y="0"/>
                </a:cubicBezTo>
                <a:close/>
                <a:moveTo>
                  <a:pt x="154779" y="283023"/>
                </a:moveTo>
                <a:cubicBezTo>
                  <a:pt x="84023" y="283023"/>
                  <a:pt x="26533" y="225534"/>
                  <a:pt x="26533" y="154779"/>
                </a:cubicBezTo>
                <a:cubicBezTo>
                  <a:pt x="26533" y="84023"/>
                  <a:pt x="84023" y="26533"/>
                  <a:pt x="154779" y="26533"/>
                </a:cubicBezTo>
                <a:cubicBezTo>
                  <a:pt x="225534" y="26533"/>
                  <a:pt x="283023" y="84023"/>
                  <a:pt x="283023" y="154779"/>
                </a:cubicBezTo>
                <a:cubicBezTo>
                  <a:pt x="283023" y="225534"/>
                  <a:pt x="225534" y="283023"/>
                  <a:pt x="154779" y="283023"/>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Freeform 14">
            <a:extLst>
              <a:ext uri="{FF2B5EF4-FFF2-40B4-BE49-F238E27FC236}">
                <a16:creationId xmlns:a16="http://schemas.microsoft.com/office/drawing/2014/main" id="{4AD5E7D8-3065-BE2B-0589-6B7023273604}"/>
              </a:ext>
            </a:extLst>
          </p:cNvPr>
          <p:cNvSpPr/>
          <p:nvPr/>
        </p:nvSpPr>
        <p:spPr>
          <a:xfrm>
            <a:off x="5664200" y="5372100"/>
            <a:ext cx="131373" cy="129233"/>
          </a:xfrm>
          <a:custGeom>
            <a:avLst/>
            <a:gdLst/>
            <a:ahLst/>
            <a:cxnLst/>
            <a:rect l="l" t="t" r="r" b="b"/>
            <a:pathLst>
              <a:path w="131373" h="129233">
                <a:moveTo>
                  <a:pt x="124692" y="4456"/>
                </a:moveTo>
                <a:cubicBezTo>
                  <a:pt x="120240" y="0"/>
                  <a:pt x="111333" y="0"/>
                  <a:pt x="106879" y="4456"/>
                </a:cubicBezTo>
                <a:cubicBezTo>
                  <a:pt x="64573" y="46792"/>
                  <a:pt x="64573" y="46792"/>
                  <a:pt x="64573" y="46792"/>
                </a:cubicBezTo>
                <a:cubicBezTo>
                  <a:pt x="24493" y="4456"/>
                  <a:pt x="24493" y="4456"/>
                  <a:pt x="24493" y="4456"/>
                </a:cubicBezTo>
                <a:cubicBezTo>
                  <a:pt x="17813" y="0"/>
                  <a:pt x="11133" y="0"/>
                  <a:pt x="4454" y="4456"/>
                </a:cubicBezTo>
                <a:cubicBezTo>
                  <a:pt x="0" y="11140"/>
                  <a:pt x="0" y="17826"/>
                  <a:pt x="4454" y="24510"/>
                </a:cubicBezTo>
                <a:cubicBezTo>
                  <a:pt x="46760" y="64616"/>
                  <a:pt x="46760" y="64616"/>
                  <a:pt x="46760" y="64616"/>
                </a:cubicBezTo>
                <a:cubicBezTo>
                  <a:pt x="4454" y="106952"/>
                  <a:pt x="4454" y="106952"/>
                  <a:pt x="4454" y="106952"/>
                </a:cubicBezTo>
                <a:cubicBezTo>
                  <a:pt x="0" y="111408"/>
                  <a:pt x="0" y="120320"/>
                  <a:pt x="4454" y="124776"/>
                </a:cubicBezTo>
                <a:cubicBezTo>
                  <a:pt x="6680" y="129233"/>
                  <a:pt x="11133" y="129233"/>
                  <a:pt x="15587" y="129233"/>
                </a:cubicBezTo>
                <a:cubicBezTo>
                  <a:pt x="17813" y="129233"/>
                  <a:pt x="22267" y="129233"/>
                  <a:pt x="24493" y="124776"/>
                </a:cubicBezTo>
                <a:cubicBezTo>
                  <a:pt x="64573" y="84670"/>
                  <a:pt x="64573" y="84670"/>
                  <a:pt x="64573" y="84670"/>
                </a:cubicBezTo>
                <a:cubicBezTo>
                  <a:pt x="106879" y="124776"/>
                  <a:pt x="106879" y="124776"/>
                  <a:pt x="106879" y="124776"/>
                </a:cubicBezTo>
                <a:cubicBezTo>
                  <a:pt x="109107" y="129233"/>
                  <a:pt x="113560" y="129233"/>
                  <a:pt x="115786" y="129233"/>
                </a:cubicBezTo>
                <a:cubicBezTo>
                  <a:pt x="120240" y="129233"/>
                  <a:pt x="122466" y="129233"/>
                  <a:pt x="124692" y="124776"/>
                </a:cubicBezTo>
                <a:cubicBezTo>
                  <a:pt x="131373" y="120320"/>
                  <a:pt x="131373" y="111408"/>
                  <a:pt x="124692" y="106952"/>
                </a:cubicBezTo>
                <a:cubicBezTo>
                  <a:pt x="84614" y="64616"/>
                  <a:pt x="84614" y="64616"/>
                  <a:pt x="84614" y="64616"/>
                </a:cubicBezTo>
                <a:cubicBezTo>
                  <a:pt x="124692" y="24510"/>
                  <a:pt x="124692" y="24510"/>
                  <a:pt x="124692" y="24510"/>
                </a:cubicBezTo>
                <a:cubicBezTo>
                  <a:pt x="131373" y="17826"/>
                  <a:pt x="131373" y="11140"/>
                  <a:pt x="124692" y="4456"/>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Freeform 15">
            <a:extLst>
              <a:ext uri="{FF2B5EF4-FFF2-40B4-BE49-F238E27FC236}">
                <a16:creationId xmlns:a16="http://schemas.microsoft.com/office/drawing/2014/main" id="{0F70A29F-AC20-9DFF-BDB3-3AEF1F4AFEAE}"/>
              </a:ext>
            </a:extLst>
          </p:cNvPr>
          <p:cNvSpPr/>
          <p:nvPr/>
        </p:nvSpPr>
        <p:spPr>
          <a:xfrm>
            <a:off x="5575300" y="1968500"/>
            <a:ext cx="309557" cy="309557"/>
          </a:xfrm>
          <a:custGeom>
            <a:avLst/>
            <a:gdLst/>
            <a:ahLst/>
            <a:cxnLst/>
            <a:rect l="l" t="t" r="r" b="b"/>
            <a:pathLst>
              <a:path w="309557" h="309557">
                <a:moveTo>
                  <a:pt x="0" y="0"/>
                </a:moveTo>
                <a:lnTo>
                  <a:pt x="0" y="309557"/>
                </a:lnTo>
                <a:lnTo>
                  <a:pt x="309557" y="309557"/>
                </a:lnTo>
                <a:lnTo>
                  <a:pt x="309557" y="0"/>
                </a:lnTo>
                <a:lnTo>
                  <a:pt x="0" y="0"/>
                </a:lnTo>
                <a:close/>
                <a:moveTo>
                  <a:pt x="283887" y="282509"/>
                </a:moveTo>
                <a:lnTo>
                  <a:pt x="25671" y="282509"/>
                </a:lnTo>
                <a:lnTo>
                  <a:pt x="25671" y="25546"/>
                </a:lnTo>
                <a:lnTo>
                  <a:pt x="283887" y="25546"/>
                </a:lnTo>
                <a:lnTo>
                  <a:pt x="283887" y="282509"/>
                </a:lnTo>
                <a:close/>
              </a:path>
            </a:pathLst>
          </a:cu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Freeform 16">
            <a:extLst>
              <a:ext uri="{FF2B5EF4-FFF2-40B4-BE49-F238E27FC236}">
                <a16:creationId xmlns:a16="http://schemas.microsoft.com/office/drawing/2014/main" id="{C0E1B826-D779-CC29-79E4-F8FA59168F72}"/>
              </a:ext>
            </a:extLst>
          </p:cNvPr>
          <p:cNvSpPr/>
          <p:nvPr/>
        </p:nvSpPr>
        <p:spPr>
          <a:xfrm>
            <a:off x="5638800" y="2057400"/>
            <a:ext cx="169125" cy="135244"/>
          </a:xfrm>
          <a:custGeom>
            <a:avLst/>
            <a:gdLst/>
            <a:ahLst/>
            <a:cxnLst/>
            <a:rect l="l" t="t" r="r" b="b"/>
            <a:pathLst>
              <a:path w="169125" h="135244">
                <a:moveTo>
                  <a:pt x="169125" y="18033"/>
                </a:moveTo>
                <a:lnTo>
                  <a:pt x="149493" y="0"/>
                </a:lnTo>
                <a:lnTo>
                  <a:pt x="66441" y="99178"/>
                </a:lnTo>
                <a:lnTo>
                  <a:pt x="15100" y="57103"/>
                </a:lnTo>
                <a:lnTo>
                  <a:pt x="0" y="79643"/>
                </a:lnTo>
                <a:lnTo>
                  <a:pt x="70971" y="135244"/>
                </a:lnTo>
                <a:lnTo>
                  <a:pt x="169125" y="18033"/>
                </a:lnTo>
                <a:close/>
              </a:path>
            </a:pathLst>
          </a:cu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Freeform 17">
            <a:extLst>
              <a:ext uri="{FF2B5EF4-FFF2-40B4-BE49-F238E27FC236}">
                <a16:creationId xmlns:a16="http://schemas.microsoft.com/office/drawing/2014/main" id="{67ACC2A3-6E12-3E81-1853-D9CBBB92D8FE}"/>
              </a:ext>
            </a:extLst>
          </p:cNvPr>
          <p:cNvSpPr/>
          <p:nvPr/>
        </p:nvSpPr>
        <p:spPr>
          <a:xfrm>
            <a:off x="5575300" y="4178300"/>
            <a:ext cx="309557" cy="314043"/>
          </a:xfrm>
          <a:custGeom>
            <a:avLst/>
            <a:gdLst/>
            <a:ahLst/>
            <a:cxnLst/>
            <a:rect l="l" t="t" r="r" b="b"/>
            <a:pathLst>
              <a:path w="309557" h="314043">
                <a:moveTo>
                  <a:pt x="307346" y="133636"/>
                </a:moveTo>
                <a:cubicBezTo>
                  <a:pt x="307346" y="129181"/>
                  <a:pt x="305135" y="124727"/>
                  <a:pt x="300713" y="122499"/>
                </a:cubicBezTo>
                <a:cubicBezTo>
                  <a:pt x="276390" y="113590"/>
                  <a:pt x="276390" y="113590"/>
                  <a:pt x="276390" y="113590"/>
                </a:cubicBezTo>
                <a:cubicBezTo>
                  <a:pt x="274179" y="111362"/>
                  <a:pt x="271968" y="106909"/>
                  <a:pt x="269757" y="102453"/>
                </a:cubicBezTo>
                <a:cubicBezTo>
                  <a:pt x="280812" y="80181"/>
                  <a:pt x="280812" y="80181"/>
                  <a:pt x="280812" y="80181"/>
                </a:cubicBezTo>
                <a:cubicBezTo>
                  <a:pt x="283023" y="75726"/>
                  <a:pt x="283023" y="69045"/>
                  <a:pt x="280812" y="64591"/>
                </a:cubicBezTo>
                <a:cubicBezTo>
                  <a:pt x="271968" y="53454"/>
                  <a:pt x="258702" y="42318"/>
                  <a:pt x="247646" y="31181"/>
                </a:cubicBezTo>
                <a:cubicBezTo>
                  <a:pt x="243223" y="28955"/>
                  <a:pt x="238801" y="28955"/>
                  <a:pt x="234378" y="31181"/>
                </a:cubicBezTo>
                <a:cubicBezTo>
                  <a:pt x="210057" y="42318"/>
                  <a:pt x="210057" y="42318"/>
                  <a:pt x="210057" y="42318"/>
                </a:cubicBezTo>
                <a:cubicBezTo>
                  <a:pt x="205635" y="40090"/>
                  <a:pt x="201212" y="37864"/>
                  <a:pt x="199001" y="37864"/>
                </a:cubicBezTo>
                <a:cubicBezTo>
                  <a:pt x="190156" y="13363"/>
                  <a:pt x="190156" y="13363"/>
                  <a:pt x="190156" y="13363"/>
                </a:cubicBezTo>
                <a:cubicBezTo>
                  <a:pt x="187945" y="8909"/>
                  <a:pt x="183523" y="4454"/>
                  <a:pt x="179100" y="4454"/>
                </a:cubicBezTo>
                <a:cubicBezTo>
                  <a:pt x="161412" y="0"/>
                  <a:pt x="148146" y="0"/>
                  <a:pt x="132667" y="4454"/>
                </a:cubicBezTo>
                <a:cubicBezTo>
                  <a:pt x="128245" y="4454"/>
                  <a:pt x="123822" y="8909"/>
                  <a:pt x="121611" y="13363"/>
                </a:cubicBezTo>
                <a:cubicBezTo>
                  <a:pt x="112767" y="37864"/>
                  <a:pt x="112767" y="37864"/>
                  <a:pt x="112767" y="37864"/>
                </a:cubicBezTo>
                <a:cubicBezTo>
                  <a:pt x="108345" y="37864"/>
                  <a:pt x="103923" y="40090"/>
                  <a:pt x="101712" y="42318"/>
                </a:cubicBezTo>
                <a:cubicBezTo>
                  <a:pt x="77389" y="31181"/>
                  <a:pt x="77389" y="31181"/>
                  <a:pt x="77389" y="31181"/>
                </a:cubicBezTo>
                <a:cubicBezTo>
                  <a:pt x="72967" y="28955"/>
                  <a:pt x="68544" y="28955"/>
                  <a:pt x="64122" y="31181"/>
                </a:cubicBezTo>
                <a:cubicBezTo>
                  <a:pt x="50856" y="42318"/>
                  <a:pt x="39801" y="53454"/>
                  <a:pt x="30956" y="64591"/>
                </a:cubicBezTo>
                <a:cubicBezTo>
                  <a:pt x="28745" y="69045"/>
                  <a:pt x="26533" y="75726"/>
                  <a:pt x="28745" y="80181"/>
                </a:cubicBezTo>
                <a:cubicBezTo>
                  <a:pt x="39801" y="102453"/>
                  <a:pt x="39801" y="102453"/>
                  <a:pt x="39801" y="102453"/>
                </a:cubicBezTo>
                <a:cubicBezTo>
                  <a:pt x="39801" y="106909"/>
                  <a:pt x="37589" y="111362"/>
                  <a:pt x="35378" y="113590"/>
                </a:cubicBezTo>
                <a:cubicBezTo>
                  <a:pt x="11055" y="122499"/>
                  <a:pt x="11055" y="122499"/>
                  <a:pt x="11055" y="122499"/>
                </a:cubicBezTo>
                <a:cubicBezTo>
                  <a:pt x="6633" y="124727"/>
                  <a:pt x="4422" y="129181"/>
                  <a:pt x="2211" y="133636"/>
                </a:cubicBezTo>
                <a:cubicBezTo>
                  <a:pt x="2211" y="142545"/>
                  <a:pt x="0" y="149226"/>
                  <a:pt x="0" y="158135"/>
                </a:cubicBezTo>
                <a:cubicBezTo>
                  <a:pt x="0" y="164817"/>
                  <a:pt x="2211" y="171498"/>
                  <a:pt x="2211" y="180407"/>
                </a:cubicBezTo>
                <a:cubicBezTo>
                  <a:pt x="4422" y="187090"/>
                  <a:pt x="6633" y="189316"/>
                  <a:pt x="11055" y="191544"/>
                </a:cubicBezTo>
                <a:cubicBezTo>
                  <a:pt x="35378" y="200453"/>
                  <a:pt x="35378" y="200453"/>
                  <a:pt x="35378" y="200453"/>
                </a:cubicBezTo>
                <a:cubicBezTo>
                  <a:pt x="37589" y="204907"/>
                  <a:pt x="39801" y="209362"/>
                  <a:pt x="39801" y="211590"/>
                </a:cubicBezTo>
                <a:cubicBezTo>
                  <a:pt x="28745" y="236089"/>
                  <a:pt x="28745" y="236089"/>
                  <a:pt x="28745" y="236089"/>
                </a:cubicBezTo>
                <a:cubicBezTo>
                  <a:pt x="26533" y="240543"/>
                  <a:pt x="28745" y="244998"/>
                  <a:pt x="30956" y="249452"/>
                </a:cubicBezTo>
                <a:cubicBezTo>
                  <a:pt x="39801" y="262816"/>
                  <a:pt x="50856" y="273953"/>
                  <a:pt x="64122" y="282862"/>
                </a:cubicBezTo>
                <a:cubicBezTo>
                  <a:pt x="68544" y="285088"/>
                  <a:pt x="72967" y="287316"/>
                  <a:pt x="77389" y="285088"/>
                </a:cubicBezTo>
                <a:cubicBezTo>
                  <a:pt x="101712" y="273953"/>
                  <a:pt x="101712" y="273953"/>
                  <a:pt x="101712" y="273953"/>
                </a:cubicBezTo>
                <a:cubicBezTo>
                  <a:pt x="103923" y="276179"/>
                  <a:pt x="108345" y="276179"/>
                  <a:pt x="112767" y="278407"/>
                </a:cubicBezTo>
                <a:cubicBezTo>
                  <a:pt x="121611" y="302906"/>
                  <a:pt x="121611" y="302906"/>
                  <a:pt x="121611" y="302906"/>
                </a:cubicBezTo>
                <a:cubicBezTo>
                  <a:pt x="123822" y="307362"/>
                  <a:pt x="128245" y="311815"/>
                  <a:pt x="132667" y="311815"/>
                </a:cubicBezTo>
                <a:cubicBezTo>
                  <a:pt x="141512" y="311815"/>
                  <a:pt x="148146" y="314043"/>
                  <a:pt x="154779" y="314043"/>
                </a:cubicBezTo>
                <a:cubicBezTo>
                  <a:pt x="163623" y="314043"/>
                  <a:pt x="170256" y="311815"/>
                  <a:pt x="179100" y="311815"/>
                </a:cubicBezTo>
                <a:cubicBezTo>
                  <a:pt x="183523" y="311815"/>
                  <a:pt x="187945" y="307362"/>
                  <a:pt x="190156" y="302906"/>
                </a:cubicBezTo>
                <a:cubicBezTo>
                  <a:pt x="199001" y="278407"/>
                  <a:pt x="199001" y="278407"/>
                  <a:pt x="199001" y="278407"/>
                </a:cubicBezTo>
                <a:cubicBezTo>
                  <a:pt x="201212" y="276179"/>
                  <a:pt x="205635" y="276179"/>
                  <a:pt x="210057" y="273953"/>
                </a:cubicBezTo>
                <a:cubicBezTo>
                  <a:pt x="234378" y="285088"/>
                  <a:pt x="234378" y="285088"/>
                  <a:pt x="234378" y="285088"/>
                </a:cubicBezTo>
                <a:cubicBezTo>
                  <a:pt x="238801" y="287316"/>
                  <a:pt x="243223" y="285088"/>
                  <a:pt x="247646" y="282862"/>
                </a:cubicBezTo>
                <a:cubicBezTo>
                  <a:pt x="258702" y="273953"/>
                  <a:pt x="271968" y="262816"/>
                  <a:pt x="280812" y="249452"/>
                </a:cubicBezTo>
                <a:cubicBezTo>
                  <a:pt x="283023" y="244998"/>
                  <a:pt x="283023" y="240543"/>
                  <a:pt x="280812" y="236089"/>
                </a:cubicBezTo>
                <a:cubicBezTo>
                  <a:pt x="269757" y="211590"/>
                  <a:pt x="269757" y="211590"/>
                  <a:pt x="269757" y="211590"/>
                </a:cubicBezTo>
                <a:cubicBezTo>
                  <a:pt x="271968" y="209362"/>
                  <a:pt x="274179" y="204907"/>
                  <a:pt x="276390" y="200453"/>
                </a:cubicBezTo>
                <a:cubicBezTo>
                  <a:pt x="300713" y="191544"/>
                  <a:pt x="300713" y="191544"/>
                  <a:pt x="300713" y="191544"/>
                </a:cubicBezTo>
                <a:cubicBezTo>
                  <a:pt x="305135" y="189316"/>
                  <a:pt x="307346" y="187090"/>
                  <a:pt x="307346" y="180407"/>
                </a:cubicBezTo>
                <a:cubicBezTo>
                  <a:pt x="309557" y="171498"/>
                  <a:pt x="309557" y="164817"/>
                  <a:pt x="309557" y="158135"/>
                </a:cubicBezTo>
                <a:cubicBezTo>
                  <a:pt x="309557" y="149226"/>
                  <a:pt x="309557" y="142545"/>
                  <a:pt x="307346" y="133636"/>
                </a:cubicBezTo>
                <a:close/>
                <a:moveTo>
                  <a:pt x="283023" y="169272"/>
                </a:moveTo>
                <a:cubicBezTo>
                  <a:pt x="260913" y="178181"/>
                  <a:pt x="260913" y="178181"/>
                  <a:pt x="260913" y="178181"/>
                </a:cubicBezTo>
                <a:cubicBezTo>
                  <a:pt x="256490" y="178181"/>
                  <a:pt x="254279" y="182635"/>
                  <a:pt x="252068" y="187090"/>
                </a:cubicBezTo>
                <a:cubicBezTo>
                  <a:pt x="249857" y="193772"/>
                  <a:pt x="247646" y="200453"/>
                  <a:pt x="243223" y="204907"/>
                </a:cubicBezTo>
                <a:cubicBezTo>
                  <a:pt x="241012" y="209362"/>
                  <a:pt x="241012" y="213816"/>
                  <a:pt x="243223" y="218271"/>
                </a:cubicBezTo>
                <a:cubicBezTo>
                  <a:pt x="254279" y="240543"/>
                  <a:pt x="254279" y="240543"/>
                  <a:pt x="254279" y="240543"/>
                </a:cubicBezTo>
                <a:cubicBezTo>
                  <a:pt x="249857" y="247226"/>
                  <a:pt x="243223" y="251680"/>
                  <a:pt x="236590" y="256135"/>
                </a:cubicBezTo>
                <a:cubicBezTo>
                  <a:pt x="216690" y="247226"/>
                  <a:pt x="216690" y="247226"/>
                  <a:pt x="216690" y="247226"/>
                </a:cubicBezTo>
                <a:cubicBezTo>
                  <a:pt x="212268" y="244998"/>
                  <a:pt x="207846" y="244998"/>
                  <a:pt x="203424" y="247226"/>
                </a:cubicBezTo>
                <a:cubicBezTo>
                  <a:pt x="196790" y="249452"/>
                  <a:pt x="190156" y="251680"/>
                  <a:pt x="183523" y="253907"/>
                </a:cubicBezTo>
                <a:cubicBezTo>
                  <a:pt x="179100" y="256135"/>
                  <a:pt x="176889" y="258361"/>
                  <a:pt x="174678" y="262816"/>
                </a:cubicBezTo>
                <a:cubicBezTo>
                  <a:pt x="168045" y="285088"/>
                  <a:pt x="168045" y="285088"/>
                  <a:pt x="168045" y="285088"/>
                </a:cubicBezTo>
                <a:cubicBezTo>
                  <a:pt x="159201" y="287316"/>
                  <a:pt x="152568" y="287316"/>
                  <a:pt x="143723" y="285088"/>
                </a:cubicBezTo>
                <a:cubicBezTo>
                  <a:pt x="134878" y="262816"/>
                  <a:pt x="134878" y="262816"/>
                  <a:pt x="134878" y="262816"/>
                </a:cubicBezTo>
                <a:cubicBezTo>
                  <a:pt x="134878" y="258361"/>
                  <a:pt x="130456" y="256135"/>
                  <a:pt x="126034" y="253907"/>
                </a:cubicBezTo>
                <a:cubicBezTo>
                  <a:pt x="119400" y="251680"/>
                  <a:pt x="112767" y="249452"/>
                  <a:pt x="108345" y="247226"/>
                </a:cubicBezTo>
                <a:cubicBezTo>
                  <a:pt x="103923" y="244998"/>
                  <a:pt x="99501" y="244998"/>
                  <a:pt x="95079" y="247226"/>
                </a:cubicBezTo>
                <a:cubicBezTo>
                  <a:pt x="72967" y="256135"/>
                  <a:pt x="72967" y="256135"/>
                  <a:pt x="72967" y="256135"/>
                </a:cubicBezTo>
                <a:cubicBezTo>
                  <a:pt x="68544" y="251680"/>
                  <a:pt x="61911" y="247226"/>
                  <a:pt x="57489" y="240543"/>
                </a:cubicBezTo>
                <a:cubicBezTo>
                  <a:pt x="68544" y="218271"/>
                  <a:pt x="68544" y="218271"/>
                  <a:pt x="68544" y="218271"/>
                </a:cubicBezTo>
                <a:cubicBezTo>
                  <a:pt x="68544" y="213816"/>
                  <a:pt x="68544" y="209362"/>
                  <a:pt x="66333" y="204907"/>
                </a:cubicBezTo>
                <a:cubicBezTo>
                  <a:pt x="64122" y="200453"/>
                  <a:pt x="61911" y="193772"/>
                  <a:pt x="59700" y="187090"/>
                </a:cubicBezTo>
                <a:cubicBezTo>
                  <a:pt x="57489" y="182635"/>
                  <a:pt x="55278" y="178181"/>
                  <a:pt x="50856" y="178181"/>
                </a:cubicBezTo>
                <a:cubicBezTo>
                  <a:pt x="28745" y="169272"/>
                  <a:pt x="28745" y="169272"/>
                  <a:pt x="28745" y="169272"/>
                </a:cubicBezTo>
                <a:cubicBezTo>
                  <a:pt x="26533" y="164817"/>
                  <a:pt x="26533" y="160363"/>
                  <a:pt x="26533" y="158135"/>
                </a:cubicBezTo>
                <a:cubicBezTo>
                  <a:pt x="26533" y="153680"/>
                  <a:pt x="26533" y="149226"/>
                  <a:pt x="28745" y="144771"/>
                </a:cubicBezTo>
                <a:cubicBezTo>
                  <a:pt x="50856" y="138090"/>
                  <a:pt x="50856" y="138090"/>
                  <a:pt x="50856" y="138090"/>
                </a:cubicBezTo>
                <a:cubicBezTo>
                  <a:pt x="55278" y="135862"/>
                  <a:pt x="57489" y="133636"/>
                  <a:pt x="59700" y="129181"/>
                </a:cubicBezTo>
                <a:cubicBezTo>
                  <a:pt x="61911" y="122499"/>
                  <a:pt x="64122" y="115818"/>
                  <a:pt x="66333" y="109135"/>
                </a:cubicBezTo>
                <a:cubicBezTo>
                  <a:pt x="68544" y="104681"/>
                  <a:pt x="68544" y="100226"/>
                  <a:pt x="68544" y="98000"/>
                </a:cubicBezTo>
                <a:cubicBezTo>
                  <a:pt x="57489" y="75726"/>
                  <a:pt x="57489" y="75726"/>
                  <a:pt x="57489" y="75726"/>
                </a:cubicBezTo>
                <a:cubicBezTo>
                  <a:pt x="61911" y="69045"/>
                  <a:pt x="68544" y="62363"/>
                  <a:pt x="72967" y="57908"/>
                </a:cubicBezTo>
                <a:cubicBezTo>
                  <a:pt x="95079" y="69045"/>
                  <a:pt x="95079" y="69045"/>
                  <a:pt x="95079" y="69045"/>
                </a:cubicBezTo>
                <a:cubicBezTo>
                  <a:pt x="99501" y="71272"/>
                  <a:pt x="103923" y="71272"/>
                  <a:pt x="108345" y="69045"/>
                </a:cubicBezTo>
                <a:cubicBezTo>
                  <a:pt x="112767" y="64591"/>
                  <a:pt x="119400" y="62363"/>
                  <a:pt x="126034" y="60136"/>
                </a:cubicBezTo>
                <a:cubicBezTo>
                  <a:pt x="130456" y="60136"/>
                  <a:pt x="134878" y="55682"/>
                  <a:pt x="134878" y="51227"/>
                </a:cubicBezTo>
                <a:cubicBezTo>
                  <a:pt x="143723" y="28955"/>
                  <a:pt x="143723" y="28955"/>
                  <a:pt x="143723" y="28955"/>
                </a:cubicBezTo>
                <a:cubicBezTo>
                  <a:pt x="152568" y="28955"/>
                  <a:pt x="159201" y="28955"/>
                  <a:pt x="168045" y="28955"/>
                </a:cubicBezTo>
                <a:cubicBezTo>
                  <a:pt x="174678" y="51227"/>
                  <a:pt x="174678" y="51227"/>
                  <a:pt x="174678" y="51227"/>
                </a:cubicBezTo>
                <a:cubicBezTo>
                  <a:pt x="176889" y="55682"/>
                  <a:pt x="179100" y="60136"/>
                  <a:pt x="183523" y="60136"/>
                </a:cubicBezTo>
                <a:cubicBezTo>
                  <a:pt x="190156" y="62363"/>
                  <a:pt x="196790" y="64591"/>
                  <a:pt x="203424" y="69045"/>
                </a:cubicBezTo>
                <a:cubicBezTo>
                  <a:pt x="207846" y="71272"/>
                  <a:pt x="212268" y="71272"/>
                  <a:pt x="216690" y="69045"/>
                </a:cubicBezTo>
                <a:cubicBezTo>
                  <a:pt x="236590" y="57908"/>
                  <a:pt x="236590" y="57908"/>
                  <a:pt x="236590" y="57908"/>
                </a:cubicBezTo>
                <a:cubicBezTo>
                  <a:pt x="243223" y="62363"/>
                  <a:pt x="249857" y="69045"/>
                  <a:pt x="254279" y="75726"/>
                </a:cubicBezTo>
                <a:cubicBezTo>
                  <a:pt x="243223" y="98000"/>
                  <a:pt x="243223" y="98000"/>
                  <a:pt x="243223" y="98000"/>
                </a:cubicBezTo>
                <a:cubicBezTo>
                  <a:pt x="241012" y="100226"/>
                  <a:pt x="241012" y="104681"/>
                  <a:pt x="243223" y="109135"/>
                </a:cubicBezTo>
                <a:cubicBezTo>
                  <a:pt x="247646" y="115818"/>
                  <a:pt x="249857" y="122499"/>
                  <a:pt x="252068" y="129181"/>
                </a:cubicBezTo>
                <a:cubicBezTo>
                  <a:pt x="254279" y="133636"/>
                  <a:pt x="256490" y="135862"/>
                  <a:pt x="260913" y="138090"/>
                </a:cubicBezTo>
                <a:cubicBezTo>
                  <a:pt x="283023" y="144771"/>
                  <a:pt x="283023" y="144771"/>
                  <a:pt x="283023" y="144771"/>
                </a:cubicBezTo>
                <a:cubicBezTo>
                  <a:pt x="283023" y="149226"/>
                  <a:pt x="283023" y="153680"/>
                  <a:pt x="283023" y="158135"/>
                </a:cubicBezTo>
                <a:cubicBezTo>
                  <a:pt x="283023" y="160363"/>
                  <a:pt x="283023" y="164817"/>
                  <a:pt x="283023" y="169272"/>
                </a:cubicBezTo>
                <a:close/>
              </a:path>
            </a:pathLst>
          </a:cu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Freeform 18">
            <a:extLst>
              <a:ext uri="{FF2B5EF4-FFF2-40B4-BE49-F238E27FC236}">
                <a16:creationId xmlns:a16="http://schemas.microsoft.com/office/drawing/2014/main" id="{916DB8AA-EE32-AE66-FBF7-F3FA103B4930}"/>
              </a:ext>
            </a:extLst>
          </p:cNvPr>
          <p:cNvSpPr/>
          <p:nvPr/>
        </p:nvSpPr>
        <p:spPr>
          <a:xfrm>
            <a:off x="5664200" y="4267200"/>
            <a:ext cx="122312" cy="122296"/>
          </a:xfrm>
          <a:custGeom>
            <a:avLst/>
            <a:gdLst/>
            <a:ahLst/>
            <a:cxnLst/>
            <a:rect l="l" t="t" r="r" b="b"/>
            <a:pathLst>
              <a:path w="122312" h="122296">
                <a:moveTo>
                  <a:pt x="60044" y="0"/>
                </a:moveTo>
                <a:cubicBezTo>
                  <a:pt x="26687" y="0"/>
                  <a:pt x="0" y="26683"/>
                  <a:pt x="0" y="60037"/>
                </a:cubicBezTo>
                <a:cubicBezTo>
                  <a:pt x="0" y="95613"/>
                  <a:pt x="26687" y="122296"/>
                  <a:pt x="60044" y="122296"/>
                </a:cubicBezTo>
                <a:cubicBezTo>
                  <a:pt x="95626" y="122296"/>
                  <a:pt x="122312" y="95613"/>
                  <a:pt x="122312" y="60037"/>
                </a:cubicBezTo>
                <a:cubicBezTo>
                  <a:pt x="122312" y="26683"/>
                  <a:pt x="95626" y="0"/>
                  <a:pt x="60044" y="0"/>
                </a:cubicBezTo>
                <a:close/>
                <a:moveTo>
                  <a:pt x="60044" y="95613"/>
                </a:moveTo>
                <a:cubicBezTo>
                  <a:pt x="42254" y="95613"/>
                  <a:pt x="26687" y="80048"/>
                  <a:pt x="26687" y="60037"/>
                </a:cubicBezTo>
                <a:cubicBezTo>
                  <a:pt x="26687" y="42248"/>
                  <a:pt x="42254" y="26683"/>
                  <a:pt x="60044" y="26683"/>
                </a:cubicBezTo>
                <a:cubicBezTo>
                  <a:pt x="80060" y="26683"/>
                  <a:pt x="95626" y="42248"/>
                  <a:pt x="95626" y="60037"/>
                </a:cubicBezTo>
                <a:cubicBezTo>
                  <a:pt x="95626" y="80048"/>
                  <a:pt x="80060" y="95613"/>
                  <a:pt x="60044" y="95613"/>
                </a:cubicBezTo>
                <a:close/>
              </a:path>
            </a:pathLst>
          </a:cu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Freeform 19">
            <a:extLst>
              <a:ext uri="{FF2B5EF4-FFF2-40B4-BE49-F238E27FC236}">
                <a16:creationId xmlns:a16="http://schemas.microsoft.com/office/drawing/2014/main" id="{287DCE6D-D1AF-1CA7-0BDC-91BCF6839734}"/>
              </a:ext>
            </a:extLst>
          </p:cNvPr>
          <p:cNvSpPr/>
          <p:nvPr/>
        </p:nvSpPr>
        <p:spPr>
          <a:xfrm>
            <a:off x="5575300" y="3073400"/>
            <a:ext cx="309557" cy="309557"/>
          </a:xfrm>
          <a:custGeom>
            <a:avLst/>
            <a:gdLst/>
            <a:ahLst/>
            <a:cxnLst/>
            <a:rect l="l" t="t" r="r" b="b"/>
            <a:pathLst>
              <a:path w="309557" h="309557">
                <a:moveTo>
                  <a:pt x="154779" y="309557"/>
                </a:moveTo>
                <a:cubicBezTo>
                  <a:pt x="70756" y="309557"/>
                  <a:pt x="0" y="241012"/>
                  <a:pt x="0" y="154779"/>
                </a:cubicBezTo>
                <a:cubicBezTo>
                  <a:pt x="0" y="70756"/>
                  <a:pt x="70756" y="0"/>
                  <a:pt x="154779" y="0"/>
                </a:cubicBezTo>
                <a:cubicBezTo>
                  <a:pt x="241012" y="0"/>
                  <a:pt x="309557" y="70756"/>
                  <a:pt x="309557" y="154779"/>
                </a:cubicBezTo>
                <a:cubicBezTo>
                  <a:pt x="309557" y="241012"/>
                  <a:pt x="241012" y="309557"/>
                  <a:pt x="154779" y="309557"/>
                </a:cubicBezTo>
                <a:close/>
                <a:moveTo>
                  <a:pt x="154779" y="26533"/>
                </a:moveTo>
                <a:cubicBezTo>
                  <a:pt x="84023" y="26533"/>
                  <a:pt x="26533" y="84023"/>
                  <a:pt x="26533" y="154779"/>
                </a:cubicBezTo>
                <a:cubicBezTo>
                  <a:pt x="26533" y="225534"/>
                  <a:pt x="84023" y="283023"/>
                  <a:pt x="154779" y="283023"/>
                </a:cubicBezTo>
                <a:cubicBezTo>
                  <a:pt x="225534" y="283023"/>
                  <a:pt x="283023" y="225534"/>
                  <a:pt x="283023" y="154779"/>
                </a:cubicBezTo>
                <a:cubicBezTo>
                  <a:pt x="283023" y="84023"/>
                  <a:pt x="225534" y="26533"/>
                  <a:pt x="154779" y="26533"/>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Freeform 20">
            <a:extLst>
              <a:ext uri="{FF2B5EF4-FFF2-40B4-BE49-F238E27FC236}">
                <a16:creationId xmlns:a16="http://schemas.microsoft.com/office/drawing/2014/main" id="{9B45316D-66A0-3175-D3E4-1C0BC2434989}"/>
              </a:ext>
            </a:extLst>
          </p:cNvPr>
          <p:cNvSpPr/>
          <p:nvPr/>
        </p:nvSpPr>
        <p:spPr>
          <a:xfrm>
            <a:off x="5715000" y="3124200"/>
            <a:ext cx="95132" cy="107672"/>
          </a:xfrm>
          <a:custGeom>
            <a:avLst/>
            <a:gdLst/>
            <a:ahLst/>
            <a:cxnLst/>
            <a:rect l="l" t="t" r="r" b="b"/>
            <a:pathLst>
              <a:path w="95132" h="107672">
                <a:moveTo>
                  <a:pt x="81858" y="107672"/>
                </a:moveTo>
                <a:cubicBezTo>
                  <a:pt x="13274" y="107672"/>
                  <a:pt x="13274" y="107672"/>
                  <a:pt x="13274" y="107672"/>
                </a:cubicBezTo>
                <a:cubicBezTo>
                  <a:pt x="6637" y="107672"/>
                  <a:pt x="0" y="101079"/>
                  <a:pt x="0" y="94488"/>
                </a:cubicBezTo>
                <a:cubicBezTo>
                  <a:pt x="0" y="13184"/>
                  <a:pt x="0" y="13184"/>
                  <a:pt x="0" y="13184"/>
                </a:cubicBezTo>
                <a:cubicBezTo>
                  <a:pt x="0" y="6593"/>
                  <a:pt x="6637" y="0"/>
                  <a:pt x="13274" y="0"/>
                </a:cubicBezTo>
                <a:cubicBezTo>
                  <a:pt x="22123" y="0"/>
                  <a:pt x="26548" y="6593"/>
                  <a:pt x="26548" y="13184"/>
                </a:cubicBezTo>
                <a:cubicBezTo>
                  <a:pt x="26548" y="81303"/>
                  <a:pt x="26548" y="81303"/>
                  <a:pt x="26548" y="81303"/>
                </a:cubicBezTo>
                <a:cubicBezTo>
                  <a:pt x="81858" y="81303"/>
                  <a:pt x="81858" y="81303"/>
                  <a:pt x="81858" y="81303"/>
                </a:cubicBezTo>
                <a:cubicBezTo>
                  <a:pt x="88495" y="81303"/>
                  <a:pt x="95132" y="87895"/>
                  <a:pt x="95132" y="94488"/>
                </a:cubicBezTo>
                <a:cubicBezTo>
                  <a:pt x="95132" y="101079"/>
                  <a:pt x="88495" y="107672"/>
                  <a:pt x="81858" y="107672"/>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13" name="Connector 21">
            <a:extLst>
              <a:ext uri="{FF2B5EF4-FFF2-40B4-BE49-F238E27FC236}">
                <a16:creationId xmlns:a16="http://schemas.microsoft.com/office/drawing/2014/main" id="{F02A35E7-1C85-3160-DD30-C6C27BD30C2F}"/>
              </a:ext>
            </a:extLst>
          </p:cNvPr>
          <p:cNvCxnSpPr/>
          <p:nvPr/>
        </p:nvCxnSpPr>
        <p:spPr>
          <a:xfrm rot="5377383">
            <a:off x="3117840" y="3752860"/>
            <a:ext cx="3860821" cy="12700"/>
          </a:xfrm>
          <a:prstGeom prst="line">
            <a:avLst/>
          </a:prstGeom>
          <a:solidFill>
            <a:srgbClr val="DEE0E3">
              <a:alpha val="100000"/>
            </a:srgbClr>
          </a:solidFill>
          <a:ln w="12700" cap="sq" cmpd="sng">
            <a:solidFill>
              <a:srgbClr val="00C0BB">
                <a:alpha val="100000"/>
              </a:srgbClr>
            </a:solidFill>
            <a:prstDash val="solid"/>
            <a:round/>
            <a:headEnd type="oval" w="sm" len="sm"/>
            <a:tailEnd type="oval" w="sm" len="sm"/>
          </a:ln>
        </p:spPr>
      </p:cxnSp>
      <p:sp>
        <p:nvSpPr>
          <p:cNvPr id="14" name="AutoShape 22">
            <a:extLst>
              <a:ext uri="{FF2B5EF4-FFF2-40B4-BE49-F238E27FC236}">
                <a16:creationId xmlns:a16="http://schemas.microsoft.com/office/drawing/2014/main" id="{AC3CA4BD-81ED-B316-2EA5-D04A361F56CC}"/>
              </a:ext>
            </a:extLst>
          </p:cNvPr>
          <p:cNvSpPr/>
          <p:nvPr/>
        </p:nvSpPr>
        <p:spPr>
          <a:xfrm>
            <a:off x="1676400" y="2324100"/>
            <a:ext cx="1422400" cy="1422400"/>
          </a:xfrm>
          <a:prstGeom prst="ellipse">
            <a:avLst/>
          </a:pr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23">
            <a:extLst>
              <a:ext uri="{FF2B5EF4-FFF2-40B4-BE49-F238E27FC236}">
                <a16:creationId xmlns:a16="http://schemas.microsoft.com/office/drawing/2014/main" id="{595FF08A-E306-B665-3213-30891E2E71FF}"/>
              </a:ext>
            </a:extLst>
          </p:cNvPr>
          <p:cNvSpPr/>
          <p:nvPr/>
        </p:nvSpPr>
        <p:spPr>
          <a:xfrm>
            <a:off x="3098800" y="2324100"/>
            <a:ext cx="1422400" cy="14224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24">
            <a:extLst>
              <a:ext uri="{FF2B5EF4-FFF2-40B4-BE49-F238E27FC236}">
                <a16:creationId xmlns:a16="http://schemas.microsoft.com/office/drawing/2014/main" id="{1677D183-94BC-1738-83F9-1DE3A3D0A32C}"/>
              </a:ext>
            </a:extLst>
          </p:cNvPr>
          <p:cNvSpPr/>
          <p:nvPr/>
        </p:nvSpPr>
        <p:spPr>
          <a:xfrm>
            <a:off x="1676400" y="3759200"/>
            <a:ext cx="1422400" cy="14224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25">
            <a:extLst>
              <a:ext uri="{FF2B5EF4-FFF2-40B4-BE49-F238E27FC236}">
                <a16:creationId xmlns:a16="http://schemas.microsoft.com/office/drawing/2014/main" id="{F4B290E6-3BAD-D5BD-BCB0-9DEEB679F09C}"/>
              </a:ext>
            </a:extLst>
          </p:cNvPr>
          <p:cNvSpPr/>
          <p:nvPr/>
        </p:nvSpPr>
        <p:spPr>
          <a:xfrm>
            <a:off x="3098800" y="3771900"/>
            <a:ext cx="1422400" cy="1422400"/>
          </a:xfrm>
          <a:prstGeom prst="ellipse">
            <a:avLst/>
          </a:pr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26">
            <a:extLst>
              <a:ext uri="{FF2B5EF4-FFF2-40B4-BE49-F238E27FC236}">
                <a16:creationId xmlns:a16="http://schemas.microsoft.com/office/drawing/2014/main" id="{CE630ED2-7284-E2DE-213F-8E68EBC0FAAF}"/>
              </a:ext>
            </a:extLst>
          </p:cNvPr>
          <p:cNvSpPr/>
          <p:nvPr/>
        </p:nvSpPr>
        <p:spPr>
          <a:xfrm>
            <a:off x="2387600" y="3048000"/>
            <a:ext cx="736600" cy="7366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27">
            <a:extLst>
              <a:ext uri="{FF2B5EF4-FFF2-40B4-BE49-F238E27FC236}">
                <a16:creationId xmlns:a16="http://schemas.microsoft.com/office/drawing/2014/main" id="{547799D4-A8EE-D90D-0B3D-4AABCE4201F6}"/>
              </a:ext>
            </a:extLst>
          </p:cNvPr>
          <p:cNvSpPr/>
          <p:nvPr/>
        </p:nvSpPr>
        <p:spPr>
          <a:xfrm>
            <a:off x="3022600" y="3048000"/>
            <a:ext cx="736600" cy="736600"/>
          </a:xfrm>
          <a:prstGeom prst="ellipse">
            <a:avLst/>
          </a:pr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8">
            <a:extLst>
              <a:ext uri="{FF2B5EF4-FFF2-40B4-BE49-F238E27FC236}">
                <a16:creationId xmlns:a16="http://schemas.microsoft.com/office/drawing/2014/main" id="{98CFED0F-BC8A-06D1-41BD-1F0F97283360}"/>
              </a:ext>
            </a:extLst>
          </p:cNvPr>
          <p:cNvSpPr/>
          <p:nvPr/>
        </p:nvSpPr>
        <p:spPr>
          <a:xfrm>
            <a:off x="2387600" y="3644900"/>
            <a:ext cx="736600" cy="736600"/>
          </a:xfrm>
          <a:prstGeom prst="ellipse">
            <a:avLst/>
          </a:pr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9">
            <a:extLst>
              <a:ext uri="{FF2B5EF4-FFF2-40B4-BE49-F238E27FC236}">
                <a16:creationId xmlns:a16="http://schemas.microsoft.com/office/drawing/2014/main" id="{00640663-BD6D-2742-A272-59EF4E769BC4}"/>
              </a:ext>
            </a:extLst>
          </p:cNvPr>
          <p:cNvSpPr/>
          <p:nvPr/>
        </p:nvSpPr>
        <p:spPr>
          <a:xfrm>
            <a:off x="3022600" y="3644900"/>
            <a:ext cx="736600" cy="7366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30">
            <a:extLst>
              <a:ext uri="{FF2B5EF4-FFF2-40B4-BE49-F238E27FC236}">
                <a16:creationId xmlns:a16="http://schemas.microsoft.com/office/drawing/2014/main" id="{E19C12EB-063E-6529-E48B-6E5D45C64D60}"/>
              </a:ext>
            </a:extLst>
          </p:cNvPr>
          <p:cNvSpPr/>
          <p:nvPr/>
        </p:nvSpPr>
        <p:spPr>
          <a:xfrm>
            <a:off x="1841500" y="2679700"/>
            <a:ext cx="9271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Noto Sans SC"/>
                <a:ea typeface="Noto Sans SC"/>
                <a:cs typeface="Noto Sans SC"/>
                <a:sym typeface="Noto Sans SC"/>
              </a:rPr>
              <a:t>01</a:t>
            </a:r>
            <a:endParaRPr lang="en-US" sz="1100"/>
          </a:p>
        </p:txBody>
      </p:sp>
      <p:sp>
        <p:nvSpPr>
          <p:cNvPr id="23" name="Freeform 31">
            <a:extLst>
              <a:ext uri="{FF2B5EF4-FFF2-40B4-BE49-F238E27FC236}">
                <a16:creationId xmlns:a16="http://schemas.microsoft.com/office/drawing/2014/main" id="{2623A36D-1138-14F9-0B49-000FCCF7B734}"/>
              </a:ext>
            </a:extLst>
          </p:cNvPr>
          <p:cNvSpPr/>
          <p:nvPr/>
        </p:nvSpPr>
        <p:spPr>
          <a:xfrm>
            <a:off x="2603500" y="3263900"/>
            <a:ext cx="309557" cy="309557"/>
          </a:xfrm>
          <a:custGeom>
            <a:avLst/>
            <a:gdLst/>
            <a:ahLst/>
            <a:cxnLst/>
            <a:rect l="l" t="t" r="r" b="b"/>
            <a:pathLst>
              <a:path w="309557" h="309557">
                <a:moveTo>
                  <a:pt x="0" y="0"/>
                </a:moveTo>
                <a:lnTo>
                  <a:pt x="0" y="309557"/>
                </a:lnTo>
                <a:lnTo>
                  <a:pt x="309557" y="309557"/>
                </a:lnTo>
                <a:lnTo>
                  <a:pt x="309557" y="0"/>
                </a:lnTo>
                <a:lnTo>
                  <a:pt x="0" y="0"/>
                </a:lnTo>
                <a:close/>
                <a:moveTo>
                  <a:pt x="283887" y="282509"/>
                </a:moveTo>
                <a:lnTo>
                  <a:pt x="25671" y="282509"/>
                </a:lnTo>
                <a:lnTo>
                  <a:pt x="25671" y="25546"/>
                </a:lnTo>
                <a:lnTo>
                  <a:pt x="283887" y="25546"/>
                </a:lnTo>
                <a:lnTo>
                  <a:pt x="283887" y="282509"/>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Freeform 32">
            <a:extLst>
              <a:ext uri="{FF2B5EF4-FFF2-40B4-BE49-F238E27FC236}">
                <a16:creationId xmlns:a16="http://schemas.microsoft.com/office/drawing/2014/main" id="{22962014-1931-ADC8-DC9F-AEEC6D4CB34F}"/>
              </a:ext>
            </a:extLst>
          </p:cNvPr>
          <p:cNvSpPr/>
          <p:nvPr/>
        </p:nvSpPr>
        <p:spPr>
          <a:xfrm>
            <a:off x="2679700" y="3352800"/>
            <a:ext cx="169125" cy="135244"/>
          </a:xfrm>
          <a:custGeom>
            <a:avLst/>
            <a:gdLst/>
            <a:ahLst/>
            <a:cxnLst/>
            <a:rect l="l" t="t" r="r" b="b"/>
            <a:pathLst>
              <a:path w="169125" h="135244">
                <a:moveTo>
                  <a:pt x="169125" y="18033"/>
                </a:moveTo>
                <a:lnTo>
                  <a:pt x="149493" y="0"/>
                </a:lnTo>
                <a:lnTo>
                  <a:pt x="66441" y="99178"/>
                </a:lnTo>
                <a:lnTo>
                  <a:pt x="15100" y="57103"/>
                </a:lnTo>
                <a:lnTo>
                  <a:pt x="0" y="79643"/>
                </a:lnTo>
                <a:lnTo>
                  <a:pt x="70971" y="135244"/>
                </a:lnTo>
                <a:lnTo>
                  <a:pt x="169125" y="18033"/>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33">
            <a:extLst>
              <a:ext uri="{FF2B5EF4-FFF2-40B4-BE49-F238E27FC236}">
                <a16:creationId xmlns:a16="http://schemas.microsoft.com/office/drawing/2014/main" id="{B2406F23-8EFB-F2A1-1967-2CF0C09D7FEB}"/>
              </a:ext>
            </a:extLst>
          </p:cNvPr>
          <p:cNvSpPr/>
          <p:nvPr/>
        </p:nvSpPr>
        <p:spPr>
          <a:xfrm>
            <a:off x="3619500" y="2667000"/>
            <a:ext cx="9271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Noto Sans SC"/>
                <a:ea typeface="Noto Sans SC"/>
                <a:cs typeface="Noto Sans SC"/>
                <a:sym typeface="Noto Sans SC"/>
              </a:rPr>
              <a:t>02</a:t>
            </a:r>
            <a:endParaRPr lang="en-US" sz="1100"/>
          </a:p>
        </p:txBody>
      </p:sp>
      <p:sp>
        <p:nvSpPr>
          <p:cNvPr id="26" name="Freeform 34">
            <a:extLst>
              <a:ext uri="{FF2B5EF4-FFF2-40B4-BE49-F238E27FC236}">
                <a16:creationId xmlns:a16="http://schemas.microsoft.com/office/drawing/2014/main" id="{AF7A49D3-6FC8-448B-72CD-530F6C1C4DB0}"/>
              </a:ext>
            </a:extLst>
          </p:cNvPr>
          <p:cNvSpPr/>
          <p:nvPr/>
        </p:nvSpPr>
        <p:spPr>
          <a:xfrm>
            <a:off x="3225800" y="3263900"/>
            <a:ext cx="309557" cy="309557"/>
          </a:xfrm>
          <a:custGeom>
            <a:avLst/>
            <a:gdLst/>
            <a:ahLst/>
            <a:cxnLst/>
            <a:rect l="l" t="t" r="r" b="b"/>
            <a:pathLst>
              <a:path w="309557" h="309557">
                <a:moveTo>
                  <a:pt x="154779" y="309557"/>
                </a:moveTo>
                <a:cubicBezTo>
                  <a:pt x="70756" y="309557"/>
                  <a:pt x="0" y="241012"/>
                  <a:pt x="0" y="154779"/>
                </a:cubicBezTo>
                <a:cubicBezTo>
                  <a:pt x="0" y="70756"/>
                  <a:pt x="70756" y="0"/>
                  <a:pt x="154779" y="0"/>
                </a:cubicBezTo>
                <a:cubicBezTo>
                  <a:pt x="241012" y="0"/>
                  <a:pt x="309557" y="70756"/>
                  <a:pt x="309557" y="154779"/>
                </a:cubicBezTo>
                <a:cubicBezTo>
                  <a:pt x="309557" y="241012"/>
                  <a:pt x="241012" y="309557"/>
                  <a:pt x="154779" y="309557"/>
                </a:cubicBezTo>
                <a:close/>
                <a:moveTo>
                  <a:pt x="154779" y="26533"/>
                </a:moveTo>
                <a:cubicBezTo>
                  <a:pt x="84023" y="26533"/>
                  <a:pt x="26533" y="84023"/>
                  <a:pt x="26533" y="154779"/>
                </a:cubicBezTo>
                <a:cubicBezTo>
                  <a:pt x="26533" y="225534"/>
                  <a:pt x="84023" y="283023"/>
                  <a:pt x="154779" y="283023"/>
                </a:cubicBezTo>
                <a:cubicBezTo>
                  <a:pt x="225534" y="283023"/>
                  <a:pt x="283023" y="225534"/>
                  <a:pt x="283023" y="154779"/>
                </a:cubicBezTo>
                <a:cubicBezTo>
                  <a:pt x="283023" y="84023"/>
                  <a:pt x="225534" y="26533"/>
                  <a:pt x="154779" y="26533"/>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Freeform 35">
            <a:extLst>
              <a:ext uri="{FF2B5EF4-FFF2-40B4-BE49-F238E27FC236}">
                <a16:creationId xmlns:a16="http://schemas.microsoft.com/office/drawing/2014/main" id="{78BE89B1-5092-DBFC-8B3A-170C49BA72F8}"/>
              </a:ext>
            </a:extLst>
          </p:cNvPr>
          <p:cNvSpPr/>
          <p:nvPr/>
        </p:nvSpPr>
        <p:spPr>
          <a:xfrm>
            <a:off x="3365500" y="3314700"/>
            <a:ext cx="95132" cy="107672"/>
          </a:xfrm>
          <a:custGeom>
            <a:avLst/>
            <a:gdLst/>
            <a:ahLst/>
            <a:cxnLst/>
            <a:rect l="l" t="t" r="r" b="b"/>
            <a:pathLst>
              <a:path w="95132" h="107672">
                <a:moveTo>
                  <a:pt x="81858" y="107672"/>
                </a:moveTo>
                <a:cubicBezTo>
                  <a:pt x="13274" y="107672"/>
                  <a:pt x="13274" y="107672"/>
                  <a:pt x="13274" y="107672"/>
                </a:cubicBezTo>
                <a:cubicBezTo>
                  <a:pt x="6637" y="107672"/>
                  <a:pt x="0" y="101079"/>
                  <a:pt x="0" y="94488"/>
                </a:cubicBezTo>
                <a:cubicBezTo>
                  <a:pt x="0" y="13184"/>
                  <a:pt x="0" y="13184"/>
                  <a:pt x="0" y="13184"/>
                </a:cubicBezTo>
                <a:cubicBezTo>
                  <a:pt x="0" y="6593"/>
                  <a:pt x="6637" y="0"/>
                  <a:pt x="13274" y="0"/>
                </a:cubicBezTo>
                <a:cubicBezTo>
                  <a:pt x="22123" y="0"/>
                  <a:pt x="26548" y="6593"/>
                  <a:pt x="26548" y="13184"/>
                </a:cubicBezTo>
                <a:cubicBezTo>
                  <a:pt x="26548" y="81303"/>
                  <a:pt x="26548" y="81303"/>
                  <a:pt x="26548" y="81303"/>
                </a:cubicBezTo>
                <a:cubicBezTo>
                  <a:pt x="81858" y="81303"/>
                  <a:pt x="81858" y="81303"/>
                  <a:pt x="81858" y="81303"/>
                </a:cubicBezTo>
                <a:cubicBezTo>
                  <a:pt x="88495" y="81303"/>
                  <a:pt x="95132" y="87895"/>
                  <a:pt x="95132" y="94488"/>
                </a:cubicBezTo>
                <a:cubicBezTo>
                  <a:pt x="95132" y="101079"/>
                  <a:pt x="88495" y="107672"/>
                  <a:pt x="81858" y="107672"/>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Freeform 36">
            <a:extLst>
              <a:ext uri="{FF2B5EF4-FFF2-40B4-BE49-F238E27FC236}">
                <a16:creationId xmlns:a16="http://schemas.microsoft.com/office/drawing/2014/main" id="{49284F50-B66C-AC09-4E23-B223604A1CB8}"/>
              </a:ext>
            </a:extLst>
          </p:cNvPr>
          <p:cNvSpPr/>
          <p:nvPr/>
        </p:nvSpPr>
        <p:spPr>
          <a:xfrm>
            <a:off x="3175000" y="3886200"/>
            <a:ext cx="309557" cy="314043"/>
          </a:xfrm>
          <a:custGeom>
            <a:avLst/>
            <a:gdLst/>
            <a:ahLst/>
            <a:cxnLst/>
            <a:rect l="l" t="t" r="r" b="b"/>
            <a:pathLst>
              <a:path w="309557" h="314043">
                <a:moveTo>
                  <a:pt x="307346" y="133636"/>
                </a:moveTo>
                <a:cubicBezTo>
                  <a:pt x="307346" y="129181"/>
                  <a:pt x="305135" y="124727"/>
                  <a:pt x="300713" y="122499"/>
                </a:cubicBezTo>
                <a:cubicBezTo>
                  <a:pt x="276390" y="113590"/>
                  <a:pt x="276390" y="113590"/>
                  <a:pt x="276390" y="113590"/>
                </a:cubicBezTo>
                <a:cubicBezTo>
                  <a:pt x="274179" y="111362"/>
                  <a:pt x="271968" y="106909"/>
                  <a:pt x="269757" y="102453"/>
                </a:cubicBezTo>
                <a:cubicBezTo>
                  <a:pt x="280812" y="80181"/>
                  <a:pt x="280812" y="80181"/>
                  <a:pt x="280812" y="80181"/>
                </a:cubicBezTo>
                <a:cubicBezTo>
                  <a:pt x="283023" y="75726"/>
                  <a:pt x="283023" y="69045"/>
                  <a:pt x="280812" y="64591"/>
                </a:cubicBezTo>
                <a:cubicBezTo>
                  <a:pt x="271968" y="53454"/>
                  <a:pt x="258702" y="42318"/>
                  <a:pt x="247646" y="31181"/>
                </a:cubicBezTo>
                <a:cubicBezTo>
                  <a:pt x="243223" y="28955"/>
                  <a:pt x="238801" y="28955"/>
                  <a:pt x="234378" y="31181"/>
                </a:cubicBezTo>
                <a:cubicBezTo>
                  <a:pt x="210057" y="42318"/>
                  <a:pt x="210057" y="42318"/>
                  <a:pt x="210057" y="42318"/>
                </a:cubicBezTo>
                <a:cubicBezTo>
                  <a:pt x="205635" y="40090"/>
                  <a:pt x="201212" y="37864"/>
                  <a:pt x="199001" y="37864"/>
                </a:cubicBezTo>
                <a:cubicBezTo>
                  <a:pt x="190156" y="13363"/>
                  <a:pt x="190156" y="13363"/>
                  <a:pt x="190156" y="13363"/>
                </a:cubicBezTo>
                <a:cubicBezTo>
                  <a:pt x="187945" y="8909"/>
                  <a:pt x="183523" y="4454"/>
                  <a:pt x="179100" y="4454"/>
                </a:cubicBezTo>
                <a:cubicBezTo>
                  <a:pt x="161412" y="0"/>
                  <a:pt x="148146" y="0"/>
                  <a:pt x="132667" y="4454"/>
                </a:cubicBezTo>
                <a:cubicBezTo>
                  <a:pt x="128245" y="4454"/>
                  <a:pt x="123822" y="8909"/>
                  <a:pt x="121611" y="13363"/>
                </a:cubicBezTo>
                <a:cubicBezTo>
                  <a:pt x="112767" y="37864"/>
                  <a:pt x="112767" y="37864"/>
                  <a:pt x="112767" y="37864"/>
                </a:cubicBezTo>
                <a:cubicBezTo>
                  <a:pt x="108345" y="37864"/>
                  <a:pt x="103923" y="40090"/>
                  <a:pt x="101712" y="42318"/>
                </a:cubicBezTo>
                <a:cubicBezTo>
                  <a:pt x="77389" y="31181"/>
                  <a:pt x="77389" y="31181"/>
                  <a:pt x="77389" y="31181"/>
                </a:cubicBezTo>
                <a:cubicBezTo>
                  <a:pt x="72967" y="28955"/>
                  <a:pt x="68544" y="28955"/>
                  <a:pt x="64122" y="31181"/>
                </a:cubicBezTo>
                <a:cubicBezTo>
                  <a:pt x="50856" y="42318"/>
                  <a:pt x="39801" y="53454"/>
                  <a:pt x="30956" y="64591"/>
                </a:cubicBezTo>
                <a:cubicBezTo>
                  <a:pt x="28745" y="69045"/>
                  <a:pt x="26533" y="75726"/>
                  <a:pt x="28745" y="80181"/>
                </a:cubicBezTo>
                <a:cubicBezTo>
                  <a:pt x="39801" y="102453"/>
                  <a:pt x="39801" y="102453"/>
                  <a:pt x="39801" y="102453"/>
                </a:cubicBezTo>
                <a:cubicBezTo>
                  <a:pt x="39801" y="106909"/>
                  <a:pt x="37589" y="111362"/>
                  <a:pt x="35378" y="113590"/>
                </a:cubicBezTo>
                <a:cubicBezTo>
                  <a:pt x="11055" y="122499"/>
                  <a:pt x="11055" y="122499"/>
                  <a:pt x="11055" y="122499"/>
                </a:cubicBezTo>
                <a:cubicBezTo>
                  <a:pt x="6633" y="124727"/>
                  <a:pt x="4422" y="129181"/>
                  <a:pt x="2211" y="133636"/>
                </a:cubicBezTo>
                <a:cubicBezTo>
                  <a:pt x="2211" y="142545"/>
                  <a:pt x="0" y="149226"/>
                  <a:pt x="0" y="158135"/>
                </a:cubicBezTo>
                <a:cubicBezTo>
                  <a:pt x="0" y="164817"/>
                  <a:pt x="2211" y="171498"/>
                  <a:pt x="2211" y="180407"/>
                </a:cubicBezTo>
                <a:cubicBezTo>
                  <a:pt x="4422" y="187090"/>
                  <a:pt x="6633" y="189316"/>
                  <a:pt x="11055" y="191544"/>
                </a:cubicBezTo>
                <a:cubicBezTo>
                  <a:pt x="35378" y="200453"/>
                  <a:pt x="35378" y="200453"/>
                  <a:pt x="35378" y="200453"/>
                </a:cubicBezTo>
                <a:cubicBezTo>
                  <a:pt x="37589" y="204907"/>
                  <a:pt x="39801" y="209362"/>
                  <a:pt x="39801" y="211590"/>
                </a:cubicBezTo>
                <a:cubicBezTo>
                  <a:pt x="28745" y="236089"/>
                  <a:pt x="28745" y="236089"/>
                  <a:pt x="28745" y="236089"/>
                </a:cubicBezTo>
                <a:cubicBezTo>
                  <a:pt x="26533" y="240543"/>
                  <a:pt x="28745" y="244998"/>
                  <a:pt x="30956" y="249452"/>
                </a:cubicBezTo>
                <a:cubicBezTo>
                  <a:pt x="39801" y="262816"/>
                  <a:pt x="50856" y="273953"/>
                  <a:pt x="64122" y="282862"/>
                </a:cubicBezTo>
                <a:cubicBezTo>
                  <a:pt x="68544" y="285088"/>
                  <a:pt x="72967" y="287316"/>
                  <a:pt x="77389" y="285088"/>
                </a:cubicBezTo>
                <a:cubicBezTo>
                  <a:pt x="101712" y="273953"/>
                  <a:pt x="101712" y="273953"/>
                  <a:pt x="101712" y="273953"/>
                </a:cubicBezTo>
                <a:cubicBezTo>
                  <a:pt x="103923" y="276179"/>
                  <a:pt x="108345" y="276179"/>
                  <a:pt x="112767" y="278407"/>
                </a:cubicBezTo>
                <a:cubicBezTo>
                  <a:pt x="121611" y="302906"/>
                  <a:pt x="121611" y="302906"/>
                  <a:pt x="121611" y="302906"/>
                </a:cubicBezTo>
                <a:cubicBezTo>
                  <a:pt x="123822" y="307362"/>
                  <a:pt x="128245" y="311815"/>
                  <a:pt x="132667" y="311815"/>
                </a:cubicBezTo>
                <a:cubicBezTo>
                  <a:pt x="141512" y="311815"/>
                  <a:pt x="148146" y="314043"/>
                  <a:pt x="154779" y="314043"/>
                </a:cubicBezTo>
                <a:cubicBezTo>
                  <a:pt x="163623" y="314043"/>
                  <a:pt x="170256" y="311815"/>
                  <a:pt x="179100" y="311815"/>
                </a:cubicBezTo>
                <a:cubicBezTo>
                  <a:pt x="183523" y="311815"/>
                  <a:pt x="187945" y="307362"/>
                  <a:pt x="190156" y="302906"/>
                </a:cubicBezTo>
                <a:cubicBezTo>
                  <a:pt x="199001" y="278407"/>
                  <a:pt x="199001" y="278407"/>
                  <a:pt x="199001" y="278407"/>
                </a:cubicBezTo>
                <a:cubicBezTo>
                  <a:pt x="201212" y="276179"/>
                  <a:pt x="205635" y="276179"/>
                  <a:pt x="210057" y="273953"/>
                </a:cubicBezTo>
                <a:cubicBezTo>
                  <a:pt x="234378" y="285088"/>
                  <a:pt x="234378" y="285088"/>
                  <a:pt x="234378" y="285088"/>
                </a:cubicBezTo>
                <a:cubicBezTo>
                  <a:pt x="238801" y="287316"/>
                  <a:pt x="243223" y="285088"/>
                  <a:pt x="247646" y="282862"/>
                </a:cubicBezTo>
                <a:cubicBezTo>
                  <a:pt x="258702" y="273953"/>
                  <a:pt x="271968" y="262816"/>
                  <a:pt x="280812" y="249452"/>
                </a:cubicBezTo>
                <a:cubicBezTo>
                  <a:pt x="283023" y="244998"/>
                  <a:pt x="283023" y="240543"/>
                  <a:pt x="280812" y="236089"/>
                </a:cubicBezTo>
                <a:cubicBezTo>
                  <a:pt x="269757" y="211590"/>
                  <a:pt x="269757" y="211590"/>
                  <a:pt x="269757" y="211590"/>
                </a:cubicBezTo>
                <a:cubicBezTo>
                  <a:pt x="271968" y="209362"/>
                  <a:pt x="274179" y="204907"/>
                  <a:pt x="276390" y="200453"/>
                </a:cubicBezTo>
                <a:cubicBezTo>
                  <a:pt x="300713" y="191544"/>
                  <a:pt x="300713" y="191544"/>
                  <a:pt x="300713" y="191544"/>
                </a:cubicBezTo>
                <a:cubicBezTo>
                  <a:pt x="305135" y="189316"/>
                  <a:pt x="307346" y="187090"/>
                  <a:pt x="307346" y="180407"/>
                </a:cubicBezTo>
                <a:cubicBezTo>
                  <a:pt x="309557" y="171498"/>
                  <a:pt x="309557" y="164817"/>
                  <a:pt x="309557" y="158135"/>
                </a:cubicBezTo>
                <a:cubicBezTo>
                  <a:pt x="309557" y="149226"/>
                  <a:pt x="309557" y="142545"/>
                  <a:pt x="307346" y="133636"/>
                </a:cubicBezTo>
                <a:close/>
                <a:moveTo>
                  <a:pt x="283023" y="169272"/>
                </a:moveTo>
                <a:cubicBezTo>
                  <a:pt x="260913" y="178181"/>
                  <a:pt x="260913" y="178181"/>
                  <a:pt x="260913" y="178181"/>
                </a:cubicBezTo>
                <a:cubicBezTo>
                  <a:pt x="256490" y="178181"/>
                  <a:pt x="254279" y="182635"/>
                  <a:pt x="252068" y="187090"/>
                </a:cubicBezTo>
                <a:cubicBezTo>
                  <a:pt x="249857" y="193772"/>
                  <a:pt x="247646" y="200453"/>
                  <a:pt x="243223" y="204907"/>
                </a:cubicBezTo>
                <a:cubicBezTo>
                  <a:pt x="241012" y="209362"/>
                  <a:pt x="241012" y="213816"/>
                  <a:pt x="243223" y="218271"/>
                </a:cubicBezTo>
                <a:cubicBezTo>
                  <a:pt x="254279" y="240543"/>
                  <a:pt x="254279" y="240543"/>
                  <a:pt x="254279" y="240543"/>
                </a:cubicBezTo>
                <a:cubicBezTo>
                  <a:pt x="249857" y="247226"/>
                  <a:pt x="243223" y="251680"/>
                  <a:pt x="236590" y="256135"/>
                </a:cubicBezTo>
                <a:cubicBezTo>
                  <a:pt x="216690" y="247226"/>
                  <a:pt x="216690" y="247226"/>
                  <a:pt x="216690" y="247226"/>
                </a:cubicBezTo>
                <a:cubicBezTo>
                  <a:pt x="212268" y="244998"/>
                  <a:pt x="207846" y="244998"/>
                  <a:pt x="203424" y="247226"/>
                </a:cubicBezTo>
                <a:cubicBezTo>
                  <a:pt x="196790" y="249452"/>
                  <a:pt x="190156" y="251680"/>
                  <a:pt x="183523" y="253907"/>
                </a:cubicBezTo>
                <a:cubicBezTo>
                  <a:pt x="179100" y="256135"/>
                  <a:pt x="176889" y="258361"/>
                  <a:pt x="174678" y="262816"/>
                </a:cubicBezTo>
                <a:cubicBezTo>
                  <a:pt x="168045" y="285088"/>
                  <a:pt x="168045" y="285088"/>
                  <a:pt x="168045" y="285088"/>
                </a:cubicBezTo>
                <a:cubicBezTo>
                  <a:pt x="159201" y="287316"/>
                  <a:pt x="152568" y="287316"/>
                  <a:pt x="143723" y="285088"/>
                </a:cubicBezTo>
                <a:cubicBezTo>
                  <a:pt x="134878" y="262816"/>
                  <a:pt x="134878" y="262816"/>
                  <a:pt x="134878" y="262816"/>
                </a:cubicBezTo>
                <a:cubicBezTo>
                  <a:pt x="134878" y="258361"/>
                  <a:pt x="130456" y="256135"/>
                  <a:pt x="126034" y="253907"/>
                </a:cubicBezTo>
                <a:cubicBezTo>
                  <a:pt x="119400" y="251680"/>
                  <a:pt x="112767" y="249452"/>
                  <a:pt x="108345" y="247226"/>
                </a:cubicBezTo>
                <a:cubicBezTo>
                  <a:pt x="103923" y="244998"/>
                  <a:pt x="99501" y="244998"/>
                  <a:pt x="95079" y="247226"/>
                </a:cubicBezTo>
                <a:cubicBezTo>
                  <a:pt x="72967" y="256135"/>
                  <a:pt x="72967" y="256135"/>
                  <a:pt x="72967" y="256135"/>
                </a:cubicBezTo>
                <a:cubicBezTo>
                  <a:pt x="68544" y="251680"/>
                  <a:pt x="61911" y="247226"/>
                  <a:pt x="57489" y="240543"/>
                </a:cubicBezTo>
                <a:cubicBezTo>
                  <a:pt x="68544" y="218271"/>
                  <a:pt x="68544" y="218271"/>
                  <a:pt x="68544" y="218271"/>
                </a:cubicBezTo>
                <a:cubicBezTo>
                  <a:pt x="68544" y="213816"/>
                  <a:pt x="68544" y="209362"/>
                  <a:pt x="66333" y="204907"/>
                </a:cubicBezTo>
                <a:cubicBezTo>
                  <a:pt x="64122" y="200453"/>
                  <a:pt x="61911" y="193772"/>
                  <a:pt x="59700" y="187090"/>
                </a:cubicBezTo>
                <a:cubicBezTo>
                  <a:pt x="57489" y="182635"/>
                  <a:pt x="55278" y="178181"/>
                  <a:pt x="50856" y="178181"/>
                </a:cubicBezTo>
                <a:cubicBezTo>
                  <a:pt x="28745" y="169272"/>
                  <a:pt x="28745" y="169272"/>
                  <a:pt x="28745" y="169272"/>
                </a:cubicBezTo>
                <a:cubicBezTo>
                  <a:pt x="26533" y="164817"/>
                  <a:pt x="26533" y="160363"/>
                  <a:pt x="26533" y="158135"/>
                </a:cubicBezTo>
                <a:cubicBezTo>
                  <a:pt x="26533" y="153680"/>
                  <a:pt x="26533" y="149226"/>
                  <a:pt x="28745" y="144771"/>
                </a:cubicBezTo>
                <a:cubicBezTo>
                  <a:pt x="50856" y="138090"/>
                  <a:pt x="50856" y="138090"/>
                  <a:pt x="50856" y="138090"/>
                </a:cubicBezTo>
                <a:cubicBezTo>
                  <a:pt x="55278" y="135862"/>
                  <a:pt x="57489" y="133636"/>
                  <a:pt x="59700" y="129181"/>
                </a:cubicBezTo>
                <a:cubicBezTo>
                  <a:pt x="61911" y="122499"/>
                  <a:pt x="64122" y="115818"/>
                  <a:pt x="66333" y="109135"/>
                </a:cubicBezTo>
                <a:cubicBezTo>
                  <a:pt x="68544" y="104681"/>
                  <a:pt x="68544" y="100226"/>
                  <a:pt x="68544" y="98000"/>
                </a:cubicBezTo>
                <a:cubicBezTo>
                  <a:pt x="57489" y="75726"/>
                  <a:pt x="57489" y="75726"/>
                  <a:pt x="57489" y="75726"/>
                </a:cubicBezTo>
                <a:cubicBezTo>
                  <a:pt x="61911" y="69045"/>
                  <a:pt x="68544" y="62363"/>
                  <a:pt x="72967" y="57908"/>
                </a:cubicBezTo>
                <a:cubicBezTo>
                  <a:pt x="95079" y="69045"/>
                  <a:pt x="95079" y="69045"/>
                  <a:pt x="95079" y="69045"/>
                </a:cubicBezTo>
                <a:cubicBezTo>
                  <a:pt x="99501" y="71272"/>
                  <a:pt x="103923" y="71272"/>
                  <a:pt x="108345" y="69045"/>
                </a:cubicBezTo>
                <a:cubicBezTo>
                  <a:pt x="112767" y="64591"/>
                  <a:pt x="119400" y="62363"/>
                  <a:pt x="126034" y="60136"/>
                </a:cubicBezTo>
                <a:cubicBezTo>
                  <a:pt x="130456" y="60136"/>
                  <a:pt x="134878" y="55682"/>
                  <a:pt x="134878" y="51227"/>
                </a:cubicBezTo>
                <a:cubicBezTo>
                  <a:pt x="143723" y="28955"/>
                  <a:pt x="143723" y="28955"/>
                  <a:pt x="143723" y="28955"/>
                </a:cubicBezTo>
                <a:cubicBezTo>
                  <a:pt x="152568" y="28955"/>
                  <a:pt x="159201" y="28955"/>
                  <a:pt x="168045" y="28955"/>
                </a:cubicBezTo>
                <a:cubicBezTo>
                  <a:pt x="174678" y="51227"/>
                  <a:pt x="174678" y="51227"/>
                  <a:pt x="174678" y="51227"/>
                </a:cubicBezTo>
                <a:cubicBezTo>
                  <a:pt x="176889" y="55682"/>
                  <a:pt x="179100" y="60136"/>
                  <a:pt x="183523" y="60136"/>
                </a:cubicBezTo>
                <a:cubicBezTo>
                  <a:pt x="190156" y="62363"/>
                  <a:pt x="196790" y="64591"/>
                  <a:pt x="203424" y="69045"/>
                </a:cubicBezTo>
                <a:cubicBezTo>
                  <a:pt x="207846" y="71272"/>
                  <a:pt x="212268" y="71272"/>
                  <a:pt x="216690" y="69045"/>
                </a:cubicBezTo>
                <a:cubicBezTo>
                  <a:pt x="236590" y="57908"/>
                  <a:pt x="236590" y="57908"/>
                  <a:pt x="236590" y="57908"/>
                </a:cubicBezTo>
                <a:cubicBezTo>
                  <a:pt x="243223" y="62363"/>
                  <a:pt x="249857" y="69045"/>
                  <a:pt x="254279" y="75726"/>
                </a:cubicBezTo>
                <a:cubicBezTo>
                  <a:pt x="243223" y="98000"/>
                  <a:pt x="243223" y="98000"/>
                  <a:pt x="243223" y="98000"/>
                </a:cubicBezTo>
                <a:cubicBezTo>
                  <a:pt x="241012" y="100226"/>
                  <a:pt x="241012" y="104681"/>
                  <a:pt x="243223" y="109135"/>
                </a:cubicBezTo>
                <a:cubicBezTo>
                  <a:pt x="247646" y="115818"/>
                  <a:pt x="249857" y="122499"/>
                  <a:pt x="252068" y="129181"/>
                </a:cubicBezTo>
                <a:cubicBezTo>
                  <a:pt x="254279" y="133636"/>
                  <a:pt x="256490" y="135862"/>
                  <a:pt x="260913" y="138090"/>
                </a:cubicBezTo>
                <a:cubicBezTo>
                  <a:pt x="283023" y="144771"/>
                  <a:pt x="283023" y="144771"/>
                  <a:pt x="283023" y="144771"/>
                </a:cubicBezTo>
                <a:cubicBezTo>
                  <a:pt x="283023" y="149226"/>
                  <a:pt x="283023" y="153680"/>
                  <a:pt x="283023" y="158135"/>
                </a:cubicBezTo>
                <a:cubicBezTo>
                  <a:pt x="283023" y="160363"/>
                  <a:pt x="283023" y="164817"/>
                  <a:pt x="283023" y="169272"/>
                </a:cubicBez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Freeform 37">
            <a:extLst>
              <a:ext uri="{FF2B5EF4-FFF2-40B4-BE49-F238E27FC236}">
                <a16:creationId xmlns:a16="http://schemas.microsoft.com/office/drawing/2014/main" id="{EA9AB64E-D2B2-2F4B-74DD-A93F8072538C}"/>
              </a:ext>
            </a:extLst>
          </p:cNvPr>
          <p:cNvSpPr/>
          <p:nvPr/>
        </p:nvSpPr>
        <p:spPr>
          <a:xfrm>
            <a:off x="3263900" y="3975100"/>
            <a:ext cx="122312" cy="122296"/>
          </a:xfrm>
          <a:custGeom>
            <a:avLst/>
            <a:gdLst/>
            <a:ahLst/>
            <a:cxnLst/>
            <a:rect l="l" t="t" r="r" b="b"/>
            <a:pathLst>
              <a:path w="122312" h="122296">
                <a:moveTo>
                  <a:pt x="60044" y="0"/>
                </a:moveTo>
                <a:cubicBezTo>
                  <a:pt x="26687" y="0"/>
                  <a:pt x="0" y="26683"/>
                  <a:pt x="0" y="60037"/>
                </a:cubicBezTo>
                <a:cubicBezTo>
                  <a:pt x="0" y="95613"/>
                  <a:pt x="26687" y="122296"/>
                  <a:pt x="60044" y="122296"/>
                </a:cubicBezTo>
                <a:cubicBezTo>
                  <a:pt x="95626" y="122296"/>
                  <a:pt x="122312" y="95613"/>
                  <a:pt x="122312" y="60037"/>
                </a:cubicBezTo>
                <a:cubicBezTo>
                  <a:pt x="122312" y="26683"/>
                  <a:pt x="95626" y="0"/>
                  <a:pt x="60044" y="0"/>
                </a:cubicBezTo>
                <a:close/>
                <a:moveTo>
                  <a:pt x="60044" y="95613"/>
                </a:moveTo>
                <a:cubicBezTo>
                  <a:pt x="42254" y="95613"/>
                  <a:pt x="26687" y="80048"/>
                  <a:pt x="26687" y="60037"/>
                </a:cubicBezTo>
                <a:cubicBezTo>
                  <a:pt x="26687" y="42248"/>
                  <a:pt x="42254" y="26683"/>
                  <a:pt x="60044" y="26683"/>
                </a:cubicBezTo>
                <a:cubicBezTo>
                  <a:pt x="80060" y="26683"/>
                  <a:pt x="95626" y="42248"/>
                  <a:pt x="95626" y="60037"/>
                </a:cubicBezTo>
                <a:cubicBezTo>
                  <a:pt x="95626" y="80048"/>
                  <a:pt x="80060" y="95613"/>
                  <a:pt x="60044" y="95613"/>
                </a:cubicBez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Freeform 38">
            <a:extLst>
              <a:ext uri="{FF2B5EF4-FFF2-40B4-BE49-F238E27FC236}">
                <a16:creationId xmlns:a16="http://schemas.microsoft.com/office/drawing/2014/main" id="{3FE1B40B-62BF-1F70-1887-CE36819F885B}"/>
              </a:ext>
            </a:extLst>
          </p:cNvPr>
          <p:cNvSpPr/>
          <p:nvPr/>
        </p:nvSpPr>
        <p:spPr>
          <a:xfrm>
            <a:off x="2578100" y="3835400"/>
            <a:ext cx="309557" cy="309557"/>
          </a:xfrm>
          <a:custGeom>
            <a:avLst/>
            <a:gdLst/>
            <a:ahLst/>
            <a:cxnLst/>
            <a:rect l="l" t="t" r="r" b="b"/>
            <a:pathLst>
              <a:path w="309557" h="309557">
                <a:moveTo>
                  <a:pt x="154779" y="0"/>
                </a:moveTo>
                <a:cubicBezTo>
                  <a:pt x="70756" y="0"/>
                  <a:pt x="0" y="70756"/>
                  <a:pt x="0" y="154779"/>
                </a:cubicBezTo>
                <a:cubicBezTo>
                  <a:pt x="0" y="241012"/>
                  <a:pt x="70756" y="309557"/>
                  <a:pt x="154779" y="309557"/>
                </a:cubicBezTo>
                <a:cubicBezTo>
                  <a:pt x="241012" y="309557"/>
                  <a:pt x="309557" y="241012"/>
                  <a:pt x="309557" y="154779"/>
                </a:cubicBezTo>
                <a:cubicBezTo>
                  <a:pt x="309557" y="70756"/>
                  <a:pt x="241012" y="0"/>
                  <a:pt x="154779" y="0"/>
                </a:cubicBezTo>
                <a:close/>
                <a:moveTo>
                  <a:pt x="154779" y="283023"/>
                </a:moveTo>
                <a:cubicBezTo>
                  <a:pt x="84023" y="283023"/>
                  <a:pt x="26533" y="225534"/>
                  <a:pt x="26533" y="154779"/>
                </a:cubicBezTo>
                <a:cubicBezTo>
                  <a:pt x="26533" y="84023"/>
                  <a:pt x="84023" y="26533"/>
                  <a:pt x="154779" y="26533"/>
                </a:cubicBezTo>
                <a:cubicBezTo>
                  <a:pt x="225534" y="26533"/>
                  <a:pt x="283023" y="84023"/>
                  <a:pt x="283023" y="154779"/>
                </a:cubicBezTo>
                <a:cubicBezTo>
                  <a:pt x="283023" y="225534"/>
                  <a:pt x="225534" y="283023"/>
                  <a:pt x="154779" y="283023"/>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Freeform 39">
            <a:extLst>
              <a:ext uri="{FF2B5EF4-FFF2-40B4-BE49-F238E27FC236}">
                <a16:creationId xmlns:a16="http://schemas.microsoft.com/office/drawing/2014/main" id="{BB5A7E2E-A941-21E6-5D1D-8950A974F179}"/>
              </a:ext>
            </a:extLst>
          </p:cNvPr>
          <p:cNvSpPr/>
          <p:nvPr/>
        </p:nvSpPr>
        <p:spPr>
          <a:xfrm>
            <a:off x="2667000" y="3924300"/>
            <a:ext cx="131373" cy="129233"/>
          </a:xfrm>
          <a:custGeom>
            <a:avLst/>
            <a:gdLst/>
            <a:ahLst/>
            <a:cxnLst/>
            <a:rect l="l" t="t" r="r" b="b"/>
            <a:pathLst>
              <a:path w="131373" h="129233">
                <a:moveTo>
                  <a:pt x="124692" y="4456"/>
                </a:moveTo>
                <a:cubicBezTo>
                  <a:pt x="120240" y="0"/>
                  <a:pt x="111333" y="0"/>
                  <a:pt x="106879" y="4456"/>
                </a:cubicBezTo>
                <a:cubicBezTo>
                  <a:pt x="64573" y="46792"/>
                  <a:pt x="64573" y="46792"/>
                  <a:pt x="64573" y="46792"/>
                </a:cubicBezTo>
                <a:cubicBezTo>
                  <a:pt x="24493" y="4456"/>
                  <a:pt x="24493" y="4456"/>
                  <a:pt x="24493" y="4456"/>
                </a:cubicBezTo>
                <a:cubicBezTo>
                  <a:pt x="17813" y="0"/>
                  <a:pt x="11133" y="0"/>
                  <a:pt x="4454" y="4456"/>
                </a:cubicBezTo>
                <a:cubicBezTo>
                  <a:pt x="0" y="11140"/>
                  <a:pt x="0" y="17826"/>
                  <a:pt x="4454" y="24510"/>
                </a:cubicBezTo>
                <a:cubicBezTo>
                  <a:pt x="46760" y="64616"/>
                  <a:pt x="46760" y="64616"/>
                  <a:pt x="46760" y="64616"/>
                </a:cubicBezTo>
                <a:cubicBezTo>
                  <a:pt x="4454" y="106952"/>
                  <a:pt x="4454" y="106952"/>
                  <a:pt x="4454" y="106952"/>
                </a:cubicBezTo>
                <a:cubicBezTo>
                  <a:pt x="0" y="111408"/>
                  <a:pt x="0" y="120320"/>
                  <a:pt x="4454" y="124776"/>
                </a:cubicBezTo>
                <a:cubicBezTo>
                  <a:pt x="6680" y="129233"/>
                  <a:pt x="11133" y="129233"/>
                  <a:pt x="15587" y="129233"/>
                </a:cubicBezTo>
                <a:cubicBezTo>
                  <a:pt x="17813" y="129233"/>
                  <a:pt x="22267" y="129233"/>
                  <a:pt x="24493" y="124776"/>
                </a:cubicBezTo>
                <a:cubicBezTo>
                  <a:pt x="64573" y="84670"/>
                  <a:pt x="64573" y="84670"/>
                  <a:pt x="64573" y="84670"/>
                </a:cubicBezTo>
                <a:cubicBezTo>
                  <a:pt x="106879" y="124776"/>
                  <a:pt x="106879" y="124776"/>
                  <a:pt x="106879" y="124776"/>
                </a:cubicBezTo>
                <a:cubicBezTo>
                  <a:pt x="109107" y="129233"/>
                  <a:pt x="113560" y="129233"/>
                  <a:pt x="115786" y="129233"/>
                </a:cubicBezTo>
                <a:cubicBezTo>
                  <a:pt x="120240" y="129233"/>
                  <a:pt x="122466" y="129233"/>
                  <a:pt x="124692" y="124776"/>
                </a:cubicBezTo>
                <a:cubicBezTo>
                  <a:pt x="131373" y="120320"/>
                  <a:pt x="131373" y="111408"/>
                  <a:pt x="124692" y="106952"/>
                </a:cubicBezTo>
                <a:cubicBezTo>
                  <a:pt x="84614" y="64616"/>
                  <a:pt x="84614" y="64616"/>
                  <a:pt x="84614" y="64616"/>
                </a:cubicBezTo>
                <a:cubicBezTo>
                  <a:pt x="124692" y="24510"/>
                  <a:pt x="124692" y="24510"/>
                  <a:pt x="124692" y="24510"/>
                </a:cubicBezTo>
                <a:cubicBezTo>
                  <a:pt x="131373" y="17826"/>
                  <a:pt x="131373" y="11140"/>
                  <a:pt x="124692" y="4456"/>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Freeform 40">
            <a:extLst>
              <a:ext uri="{FF2B5EF4-FFF2-40B4-BE49-F238E27FC236}">
                <a16:creationId xmlns:a16="http://schemas.microsoft.com/office/drawing/2014/main" id="{C2A5642B-99BA-62AC-D53F-402FF1F6BC03}"/>
              </a:ext>
            </a:extLst>
          </p:cNvPr>
          <p:cNvSpPr/>
          <p:nvPr/>
        </p:nvSpPr>
        <p:spPr>
          <a:xfrm>
            <a:off x="2578100" y="3835400"/>
            <a:ext cx="309557" cy="309557"/>
          </a:xfrm>
          <a:custGeom>
            <a:avLst/>
            <a:gdLst/>
            <a:ahLst/>
            <a:cxnLst/>
            <a:rect l="l" t="t" r="r" b="b"/>
            <a:pathLst>
              <a:path w="309557" h="309557">
                <a:moveTo>
                  <a:pt x="154779" y="0"/>
                </a:moveTo>
                <a:cubicBezTo>
                  <a:pt x="70756" y="0"/>
                  <a:pt x="0" y="70756"/>
                  <a:pt x="0" y="154779"/>
                </a:cubicBezTo>
                <a:cubicBezTo>
                  <a:pt x="0" y="241012"/>
                  <a:pt x="70756" y="309557"/>
                  <a:pt x="154779" y="309557"/>
                </a:cubicBezTo>
                <a:cubicBezTo>
                  <a:pt x="241012" y="309557"/>
                  <a:pt x="309557" y="241012"/>
                  <a:pt x="309557" y="154779"/>
                </a:cubicBezTo>
                <a:cubicBezTo>
                  <a:pt x="309557" y="70756"/>
                  <a:pt x="241012" y="0"/>
                  <a:pt x="154779" y="0"/>
                </a:cubicBezTo>
                <a:close/>
                <a:moveTo>
                  <a:pt x="154779" y="283023"/>
                </a:moveTo>
                <a:cubicBezTo>
                  <a:pt x="84023" y="283023"/>
                  <a:pt x="26533" y="225534"/>
                  <a:pt x="26533" y="154779"/>
                </a:cubicBezTo>
                <a:cubicBezTo>
                  <a:pt x="26533" y="84023"/>
                  <a:pt x="84023" y="26533"/>
                  <a:pt x="154779" y="26533"/>
                </a:cubicBezTo>
                <a:cubicBezTo>
                  <a:pt x="225534" y="26533"/>
                  <a:pt x="283023" y="84023"/>
                  <a:pt x="283023" y="154779"/>
                </a:cubicBezTo>
                <a:cubicBezTo>
                  <a:pt x="283023" y="225534"/>
                  <a:pt x="225534" y="283023"/>
                  <a:pt x="154779" y="283023"/>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3" name="Freeform 41">
            <a:extLst>
              <a:ext uri="{FF2B5EF4-FFF2-40B4-BE49-F238E27FC236}">
                <a16:creationId xmlns:a16="http://schemas.microsoft.com/office/drawing/2014/main" id="{275D9F2E-8B01-07D1-851E-60D1B3177B86}"/>
              </a:ext>
            </a:extLst>
          </p:cNvPr>
          <p:cNvSpPr/>
          <p:nvPr/>
        </p:nvSpPr>
        <p:spPr>
          <a:xfrm>
            <a:off x="2667000" y="3924300"/>
            <a:ext cx="131373" cy="129233"/>
          </a:xfrm>
          <a:custGeom>
            <a:avLst/>
            <a:gdLst/>
            <a:ahLst/>
            <a:cxnLst/>
            <a:rect l="l" t="t" r="r" b="b"/>
            <a:pathLst>
              <a:path w="131373" h="129233">
                <a:moveTo>
                  <a:pt x="124692" y="4456"/>
                </a:moveTo>
                <a:cubicBezTo>
                  <a:pt x="120240" y="0"/>
                  <a:pt x="111333" y="0"/>
                  <a:pt x="106879" y="4456"/>
                </a:cubicBezTo>
                <a:cubicBezTo>
                  <a:pt x="64573" y="46792"/>
                  <a:pt x="64573" y="46792"/>
                  <a:pt x="64573" y="46792"/>
                </a:cubicBezTo>
                <a:cubicBezTo>
                  <a:pt x="24493" y="4456"/>
                  <a:pt x="24493" y="4456"/>
                  <a:pt x="24493" y="4456"/>
                </a:cubicBezTo>
                <a:cubicBezTo>
                  <a:pt x="17813" y="0"/>
                  <a:pt x="11133" y="0"/>
                  <a:pt x="4454" y="4456"/>
                </a:cubicBezTo>
                <a:cubicBezTo>
                  <a:pt x="0" y="11140"/>
                  <a:pt x="0" y="17826"/>
                  <a:pt x="4454" y="24510"/>
                </a:cubicBezTo>
                <a:cubicBezTo>
                  <a:pt x="46760" y="64616"/>
                  <a:pt x="46760" y="64616"/>
                  <a:pt x="46760" y="64616"/>
                </a:cubicBezTo>
                <a:cubicBezTo>
                  <a:pt x="4454" y="106952"/>
                  <a:pt x="4454" y="106952"/>
                  <a:pt x="4454" y="106952"/>
                </a:cubicBezTo>
                <a:cubicBezTo>
                  <a:pt x="0" y="111408"/>
                  <a:pt x="0" y="120320"/>
                  <a:pt x="4454" y="124776"/>
                </a:cubicBezTo>
                <a:cubicBezTo>
                  <a:pt x="6680" y="129233"/>
                  <a:pt x="11133" y="129233"/>
                  <a:pt x="15587" y="129233"/>
                </a:cubicBezTo>
                <a:cubicBezTo>
                  <a:pt x="17813" y="129233"/>
                  <a:pt x="22267" y="129233"/>
                  <a:pt x="24493" y="124776"/>
                </a:cubicBezTo>
                <a:cubicBezTo>
                  <a:pt x="64573" y="84670"/>
                  <a:pt x="64573" y="84670"/>
                  <a:pt x="64573" y="84670"/>
                </a:cubicBezTo>
                <a:cubicBezTo>
                  <a:pt x="106879" y="124776"/>
                  <a:pt x="106879" y="124776"/>
                  <a:pt x="106879" y="124776"/>
                </a:cubicBezTo>
                <a:cubicBezTo>
                  <a:pt x="109107" y="129233"/>
                  <a:pt x="113560" y="129233"/>
                  <a:pt x="115786" y="129233"/>
                </a:cubicBezTo>
                <a:cubicBezTo>
                  <a:pt x="120240" y="129233"/>
                  <a:pt x="122466" y="129233"/>
                  <a:pt x="124692" y="124776"/>
                </a:cubicBezTo>
                <a:cubicBezTo>
                  <a:pt x="131373" y="120320"/>
                  <a:pt x="131373" y="111408"/>
                  <a:pt x="124692" y="106952"/>
                </a:cubicBezTo>
                <a:cubicBezTo>
                  <a:pt x="84614" y="64616"/>
                  <a:pt x="84614" y="64616"/>
                  <a:pt x="84614" y="64616"/>
                </a:cubicBezTo>
                <a:cubicBezTo>
                  <a:pt x="124692" y="24510"/>
                  <a:pt x="124692" y="24510"/>
                  <a:pt x="124692" y="24510"/>
                </a:cubicBezTo>
                <a:cubicBezTo>
                  <a:pt x="131373" y="17826"/>
                  <a:pt x="131373" y="11140"/>
                  <a:pt x="124692" y="4456"/>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4" name="AutoShape 42">
            <a:extLst>
              <a:ext uri="{FF2B5EF4-FFF2-40B4-BE49-F238E27FC236}">
                <a16:creationId xmlns:a16="http://schemas.microsoft.com/office/drawing/2014/main" id="{E39FBD9A-9E5C-A777-130D-0E139A6E52C9}"/>
              </a:ext>
            </a:extLst>
          </p:cNvPr>
          <p:cNvSpPr/>
          <p:nvPr/>
        </p:nvSpPr>
        <p:spPr>
          <a:xfrm>
            <a:off x="1816100" y="4292600"/>
            <a:ext cx="9271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Noto Sans SC"/>
                <a:ea typeface="Noto Sans SC"/>
                <a:cs typeface="Noto Sans SC"/>
                <a:sym typeface="Noto Sans SC"/>
              </a:rPr>
              <a:t>04</a:t>
            </a:r>
            <a:endParaRPr lang="en-US" sz="1100"/>
          </a:p>
        </p:txBody>
      </p:sp>
      <p:sp>
        <p:nvSpPr>
          <p:cNvPr id="35" name="AutoShape 43">
            <a:extLst>
              <a:ext uri="{FF2B5EF4-FFF2-40B4-BE49-F238E27FC236}">
                <a16:creationId xmlns:a16="http://schemas.microsoft.com/office/drawing/2014/main" id="{6C1BED2E-A20D-9643-FE5D-838BDCB97DC9}"/>
              </a:ext>
            </a:extLst>
          </p:cNvPr>
          <p:cNvSpPr/>
          <p:nvPr/>
        </p:nvSpPr>
        <p:spPr>
          <a:xfrm>
            <a:off x="3606800" y="4267200"/>
            <a:ext cx="9271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Noto Sans SC"/>
                <a:ea typeface="Noto Sans SC"/>
                <a:cs typeface="Noto Sans SC"/>
                <a:sym typeface="Noto Sans SC"/>
              </a:rPr>
              <a:t>03</a:t>
            </a:r>
            <a:endParaRPr lang="en-US" sz="1100"/>
          </a:p>
        </p:txBody>
      </p:sp>
      <p:sp>
        <p:nvSpPr>
          <p:cNvPr id="36" name="AutoShape 44">
            <a:extLst>
              <a:ext uri="{FF2B5EF4-FFF2-40B4-BE49-F238E27FC236}">
                <a16:creationId xmlns:a16="http://schemas.microsoft.com/office/drawing/2014/main" id="{FA6A42CB-BC59-040E-6D8A-7C9CC4BA19DC}"/>
              </a:ext>
            </a:extLst>
          </p:cNvPr>
          <p:cNvSpPr/>
          <p:nvPr/>
        </p:nvSpPr>
        <p:spPr>
          <a:xfrm>
            <a:off x="6400800" y="15494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37" name="AutoShape 45">
            <a:extLst>
              <a:ext uri="{FF2B5EF4-FFF2-40B4-BE49-F238E27FC236}">
                <a16:creationId xmlns:a16="http://schemas.microsoft.com/office/drawing/2014/main" id="{55B81F03-20DC-ADF2-5015-5BA16B51045C}"/>
              </a:ext>
            </a:extLst>
          </p:cNvPr>
          <p:cNvSpPr/>
          <p:nvPr/>
        </p:nvSpPr>
        <p:spPr>
          <a:xfrm>
            <a:off x="6413500" y="26924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38" name="AutoShape 46">
            <a:extLst>
              <a:ext uri="{FF2B5EF4-FFF2-40B4-BE49-F238E27FC236}">
                <a16:creationId xmlns:a16="http://schemas.microsoft.com/office/drawing/2014/main" id="{04C36F31-131A-5570-A5AF-10B0DE508F5D}"/>
              </a:ext>
            </a:extLst>
          </p:cNvPr>
          <p:cNvSpPr/>
          <p:nvPr/>
        </p:nvSpPr>
        <p:spPr>
          <a:xfrm>
            <a:off x="6438900" y="38227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39" name="AutoShape 47">
            <a:extLst>
              <a:ext uri="{FF2B5EF4-FFF2-40B4-BE49-F238E27FC236}">
                <a16:creationId xmlns:a16="http://schemas.microsoft.com/office/drawing/2014/main" id="{46EC8251-9567-95BF-E045-7BF6DC8FAF40}"/>
              </a:ext>
            </a:extLst>
          </p:cNvPr>
          <p:cNvSpPr/>
          <p:nvPr/>
        </p:nvSpPr>
        <p:spPr>
          <a:xfrm>
            <a:off x="6451600" y="49911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Tree>
    <p:extLst>
      <p:ext uri="{BB962C8B-B14F-4D97-AF65-F5344CB8AC3E}">
        <p14:creationId xmlns:p14="http://schemas.microsoft.com/office/powerpoint/2010/main" val="410455391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5_自定义版式">
    <p:spTree>
      <p:nvGrpSpPr>
        <p:cNvPr id="1" name=""/>
        <p:cNvGrpSpPr/>
        <p:nvPr/>
      </p:nvGrpSpPr>
      <p:grpSpPr>
        <a:xfrm>
          <a:off x="0" y="0"/>
          <a:ext cx="0" cy="0"/>
          <a:chOff x="0" y="0"/>
          <a:chExt cx="0" cy="0"/>
        </a:xfrm>
      </p:grpSpPr>
      <p:sp>
        <p:nvSpPr>
          <p:cNvPr id="4" name="AutoShape 11">
            <a:extLst>
              <a:ext uri="{FF2B5EF4-FFF2-40B4-BE49-F238E27FC236}">
                <a16:creationId xmlns:a16="http://schemas.microsoft.com/office/drawing/2014/main" id="{3CB35F4C-268A-AF59-EE72-9D03EE282EAB}"/>
              </a:ext>
            </a:extLst>
          </p:cNvPr>
          <p:cNvSpPr/>
          <p:nvPr/>
        </p:nvSpPr>
        <p:spPr>
          <a:xfrm>
            <a:off x="1676400" y="3213721"/>
            <a:ext cx="1219200" cy="1117600"/>
          </a:xfrm>
          <a:prstGeom prst="roundRect">
            <a:avLst>
              <a:gd name="adj" fmla="val 0"/>
            </a:avLst>
          </a:prstGeom>
          <a:noFill/>
          <a:ln w="25400" cap="flat" cmpd="sng">
            <a:noFill/>
            <a:prstDash val="solid"/>
            <a:round/>
          </a:ln>
        </p:spPr>
        <p:txBody>
          <a:bodyPr vert="horz" wrap="none" lIns="127000" tIns="63500" rIns="127000" bIns="63500" rtlCol="0" anchor="t" anchorCtr="0"/>
          <a:lstStyle/>
          <a:p>
            <a:pPr marL="0" indent="0" algn="l">
              <a:lnSpc>
                <a:spcPct val="100000"/>
              </a:lnSpc>
              <a:defRPr/>
            </a:pPr>
            <a:r>
              <a:rPr lang="en-US" sz="6500" b="1" i="0" u="none" strike="noStrike" dirty="0">
                <a:latin typeface="Noto Sans SC"/>
                <a:ea typeface="Noto Sans SC"/>
                <a:cs typeface="Noto Sans SC"/>
                <a:sym typeface="Noto Sans SC"/>
              </a:rPr>
              <a:t>01</a:t>
            </a:r>
            <a:endParaRPr lang="en-US" sz="1100" dirty="0"/>
          </a:p>
        </p:txBody>
      </p:sp>
      <p:sp>
        <p:nvSpPr>
          <p:cNvPr id="6" name="AutoShape 12">
            <a:extLst>
              <a:ext uri="{FF2B5EF4-FFF2-40B4-BE49-F238E27FC236}">
                <a16:creationId xmlns:a16="http://schemas.microsoft.com/office/drawing/2014/main" id="{5B1C1C04-4538-56D7-F2A1-425A9558629D}"/>
              </a:ext>
            </a:extLst>
          </p:cNvPr>
          <p:cNvSpPr/>
          <p:nvPr/>
        </p:nvSpPr>
        <p:spPr>
          <a:xfrm>
            <a:off x="9245600" y="3213721"/>
            <a:ext cx="1219200" cy="1117600"/>
          </a:xfrm>
          <a:prstGeom prst="roundRect">
            <a:avLst>
              <a:gd name="adj" fmla="val 0"/>
            </a:avLst>
          </a:prstGeom>
          <a:noFill/>
          <a:ln w="25400" cap="flat" cmpd="sng">
            <a:noFill/>
            <a:prstDash val="solid"/>
            <a:round/>
          </a:ln>
        </p:spPr>
        <p:txBody>
          <a:bodyPr vert="horz" wrap="none" lIns="127000" tIns="63500" rIns="127000" bIns="63500" rtlCol="0" anchor="t" anchorCtr="0"/>
          <a:lstStyle/>
          <a:p>
            <a:pPr marL="0" indent="0" algn="l">
              <a:lnSpc>
                <a:spcPct val="100000"/>
              </a:lnSpc>
              <a:defRPr/>
            </a:pPr>
            <a:r>
              <a:rPr lang="en-US" sz="6500" b="1" i="0" u="none" strike="noStrike">
                <a:latin typeface="Noto Sans SC"/>
                <a:ea typeface="Noto Sans SC"/>
                <a:cs typeface="Noto Sans SC"/>
                <a:sym typeface="Noto Sans SC"/>
              </a:rPr>
              <a:t>03</a:t>
            </a:r>
            <a:endParaRPr lang="en-US" sz="1100"/>
          </a:p>
        </p:txBody>
      </p:sp>
      <p:sp>
        <p:nvSpPr>
          <p:cNvPr id="8" name="AutoShape 13">
            <a:extLst>
              <a:ext uri="{FF2B5EF4-FFF2-40B4-BE49-F238E27FC236}">
                <a16:creationId xmlns:a16="http://schemas.microsoft.com/office/drawing/2014/main" id="{A59B2510-F421-CEDE-3FDF-3633D0185974}"/>
              </a:ext>
            </a:extLst>
          </p:cNvPr>
          <p:cNvSpPr/>
          <p:nvPr/>
        </p:nvSpPr>
        <p:spPr>
          <a:xfrm>
            <a:off x="673100" y="1587500"/>
            <a:ext cx="10845800" cy="1775293"/>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4">
            <a:extLst>
              <a:ext uri="{FF2B5EF4-FFF2-40B4-BE49-F238E27FC236}">
                <a16:creationId xmlns:a16="http://schemas.microsoft.com/office/drawing/2014/main" id="{306826D7-CA97-FEE1-665C-C40E7B68E70C}"/>
              </a:ext>
            </a:extLst>
          </p:cNvPr>
          <p:cNvSpPr/>
          <p:nvPr/>
        </p:nvSpPr>
        <p:spPr>
          <a:xfrm>
            <a:off x="977900" y="1790700"/>
            <a:ext cx="2324100" cy="4191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00000"/>
              </a:lnSpc>
              <a:defRPr/>
            </a:pPr>
            <a:endParaRPr lang="en-US" sz="1100" dirty="0"/>
          </a:p>
        </p:txBody>
      </p:sp>
      <p:sp>
        <p:nvSpPr>
          <p:cNvPr id="12" name="AutoShape 15">
            <a:extLst>
              <a:ext uri="{FF2B5EF4-FFF2-40B4-BE49-F238E27FC236}">
                <a16:creationId xmlns:a16="http://schemas.microsoft.com/office/drawing/2014/main" id="{B23F6934-A6F9-C35D-FAE4-1795520E8F16}"/>
              </a:ext>
            </a:extLst>
          </p:cNvPr>
          <p:cNvSpPr/>
          <p:nvPr/>
        </p:nvSpPr>
        <p:spPr>
          <a:xfrm>
            <a:off x="977900" y="2286000"/>
            <a:ext cx="10388600" cy="9398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25000"/>
              </a:lnSpc>
              <a:defRPr/>
            </a:pPr>
            <a:endParaRPr lang="en-US" sz="1100" dirty="0"/>
          </a:p>
        </p:txBody>
      </p:sp>
      <p:sp>
        <p:nvSpPr>
          <p:cNvPr id="14" name="AutoShape 16">
            <a:extLst>
              <a:ext uri="{FF2B5EF4-FFF2-40B4-BE49-F238E27FC236}">
                <a16:creationId xmlns:a16="http://schemas.microsoft.com/office/drawing/2014/main" id="{F8C2B705-8395-13AD-EB66-BC2A3E463CD5}"/>
              </a:ext>
            </a:extLst>
          </p:cNvPr>
          <p:cNvSpPr/>
          <p:nvPr/>
        </p:nvSpPr>
        <p:spPr>
          <a:xfrm>
            <a:off x="977900" y="4787900"/>
            <a:ext cx="2654300" cy="10668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25000"/>
              </a:lnSpc>
              <a:spcBef>
                <a:spcPts val="600"/>
              </a:spcBef>
              <a:defRPr/>
            </a:pPr>
            <a:endParaRPr lang="en-US" sz="1100" dirty="0"/>
          </a:p>
        </p:txBody>
      </p:sp>
      <p:sp>
        <p:nvSpPr>
          <p:cNvPr id="16" name="AutoShape 17">
            <a:extLst>
              <a:ext uri="{FF2B5EF4-FFF2-40B4-BE49-F238E27FC236}">
                <a16:creationId xmlns:a16="http://schemas.microsoft.com/office/drawing/2014/main" id="{AE47F250-6DBB-9684-E439-30F204BB13A7}"/>
              </a:ext>
            </a:extLst>
          </p:cNvPr>
          <p:cNvSpPr/>
          <p:nvPr/>
        </p:nvSpPr>
        <p:spPr>
          <a:xfrm>
            <a:off x="1295400" y="4330700"/>
            <a:ext cx="2019300" cy="4572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00000"/>
              </a:lnSpc>
              <a:defRPr/>
            </a:pPr>
            <a:endParaRPr lang="en-US" sz="1100" dirty="0"/>
          </a:p>
        </p:txBody>
      </p:sp>
      <p:sp>
        <p:nvSpPr>
          <p:cNvPr id="18" name="AutoShape 18">
            <a:extLst>
              <a:ext uri="{FF2B5EF4-FFF2-40B4-BE49-F238E27FC236}">
                <a16:creationId xmlns:a16="http://schemas.microsoft.com/office/drawing/2014/main" id="{12A82319-67C4-1759-5B5F-9F024B7917B6}"/>
              </a:ext>
            </a:extLst>
          </p:cNvPr>
          <p:cNvSpPr/>
          <p:nvPr/>
        </p:nvSpPr>
        <p:spPr>
          <a:xfrm>
            <a:off x="5461000" y="3213721"/>
            <a:ext cx="1219200" cy="1117600"/>
          </a:xfrm>
          <a:prstGeom prst="roundRect">
            <a:avLst>
              <a:gd name="adj" fmla="val 0"/>
            </a:avLst>
          </a:prstGeom>
          <a:noFill/>
          <a:ln w="25400" cap="flat" cmpd="sng">
            <a:noFill/>
            <a:prstDash val="solid"/>
            <a:round/>
          </a:ln>
        </p:spPr>
        <p:txBody>
          <a:bodyPr vert="horz" wrap="none" lIns="127000" tIns="63500" rIns="127000" bIns="63500" rtlCol="0" anchor="t" anchorCtr="0"/>
          <a:lstStyle/>
          <a:p>
            <a:pPr marL="0" indent="0" algn="l">
              <a:lnSpc>
                <a:spcPct val="100000"/>
              </a:lnSpc>
              <a:defRPr/>
            </a:pPr>
            <a:r>
              <a:rPr lang="en-US" sz="6500" b="1" i="0" u="none" strike="noStrike">
                <a:latin typeface="Noto Sans SC"/>
                <a:ea typeface="Noto Sans SC"/>
                <a:cs typeface="Noto Sans SC"/>
                <a:sym typeface="Noto Sans SC"/>
              </a:rPr>
              <a:t>02</a:t>
            </a:r>
            <a:endParaRPr lang="en-US" sz="1100"/>
          </a:p>
        </p:txBody>
      </p:sp>
      <p:sp>
        <p:nvSpPr>
          <p:cNvPr id="20" name="AutoShape 19">
            <a:extLst>
              <a:ext uri="{FF2B5EF4-FFF2-40B4-BE49-F238E27FC236}">
                <a16:creationId xmlns:a16="http://schemas.microsoft.com/office/drawing/2014/main" id="{D3668D57-E8D8-5890-17F9-93BCB1F4A640}"/>
              </a:ext>
            </a:extLst>
          </p:cNvPr>
          <p:cNvSpPr/>
          <p:nvPr/>
        </p:nvSpPr>
        <p:spPr>
          <a:xfrm>
            <a:off x="4775200" y="4787900"/>
            <a:ext cx="2654300" cy="10668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25000"/>
              </a:lnSpc>
              <a:spcBef>
                <a:spcPts val="600"/>
              </a:spcBef>
              <a:defRPr/>
            </a:pPr>
            <a:r>
              <a:rPr lang="en-US" sz="1100" dirty="0"/>
              <a:t>	</a:t>
            </a:r>
          </a:p>
        </p:txBody>
      </p:sp>
      <p:sp>
        <p:nvSpPr>
          <p:cNvPr id="22" name="AutoShape 20">
            <a:extLst>
              <a:ext uri="{FF2B5EF4-FFF2-40B4-BE49-F238E27FC236}">
                <a16:creationId xmlns:a16="http://schemas.microsoft.com/office/drawing/2014/main" id="{CD29A42C-4226-AD18-AEAD-027BFC1EED55}"/>
              </a:ext>
            </a:extLst>
          </p:cNvPr>
          <p:cNvSpPr/>
          <p:nvPr/>
        </p:nvSpPr>
        <p:spPr>
          <a:xfrm>
            <a:off x="5092700" y="4330700"/>
            <a:ext cx="2019300" cy="4572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00000"/>
              </a:lnSpc>
              <a:defRPr/>
            </a:pPr>
            <a:endParaRPr lang="en-US" sz="1100" dirty="0"/>
          </a:p>
        </p:txBody>
      </p:sp>
      <p:sp>
        <p:nvSpPr>
          <p:cNvPr id="24" name="AutoShape 21">
            <a:extLst>
              <a:ext uri="{FF2B5EF4-FFF2-40B4-BE49-F238E27FC236}">
                <a16:creationId xmlns:a16="http://schemas.microsoft.com/office/drawing/2014/main" id="{E6B4029C-16E1-5F77-2A1C-2C3F8461A86B}"/>
              </a:ext>
            </a:extLst>
          </p:cNvPr>
          <p:cNvSpPr/>
          <p:nvPr/>
        </p:nvSpPr>
        <p:spPr>
          <a:xfrm>
            <a:off x="8559800" y="4787900"/>
            <a:ext cx="2654300" cy="10668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25000"/>
              </a:lnSpc>
              <a:spcBef>
                <a:spcPts val="600"/>
              </a:spcBef>
              <a:defRPr/>
            </a:pPr>
            <a:endParaRPr lang="en-US" sz="1100" dirty="0"/>
          </a:p>
        </p:txBody>
      </p:sp>
      <p:sp>
        <p:nvSpPr>
          <p:cNvPr id="26" name="AutoShape 22">
            <a:extLst>
              <a:ext uri="{FF2B5EF4-FFF2-40B4-BE49-F238E27FC236}">
                <a16:creationId xmlns:a16="http://schemas.microsoft.com/office/drawing/2014/main" id="{9BD53BFA-7837-01CC-30D1-F7C5720977D6}"/>
              </a:ext>
            </a:extLst>
          </p:cNvPr>
          <p:cNvSpPr/>
          <p:nvPr/>
        </p:nvSpPr>
        <p:spPr>
          <a:xfrm>
            <a:off x="8877300" y="4343400"/>
            <a:ext cx="2019300" cy="4572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00000"/>
              </a:lnSpc>
              <a:defRPr/>
            </a:pPr>
            <a:endParaRPr lang="en-US" sz="1100" dirty="0"/>
          </a:p>
        </p:txBody>
      </p:sp>
    </p:spTree>
    <p:extLst>
      <p:ext uri="{BB962C8B-B14F-4D97-AF65-F5344CB8AC3E}">
        <p14:creationId xmlns:p14="http://schemas.microsoft.com/office/powerpoint/2010/main" val="10985540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6_自定义版式">
    <p:spTree>
      <p:nvGrpSpPr>
        <p:cNvPr id="1" name=""/>
        <p:cNvGrpSpPr/>
        <p:nvPr/>
      </p:nvGrpSpPr>
      <p:grpSpPr>
        <a:xfrm>
          <a:off x="0" y="0"/>
          <a:ext cx="0" cy="0"/>
          <a:chOff x="0" y="0"/>
          <a:chExt cx="0" cy="0"/>
        </a:xfrm>
      </p:grpSpPr>
      <p:sp>
        <p:nvSpPr>
          <p:cNvPr id="4" name="AutoShape 11">
            <a:extLst>
              <a:ext uri="{FF2B5EF4-FFF2-40B4-BE49-F238E27FC236}">
                <a16:creationId xmlns:a16="http://schemas.microsoft.com/office/drawing/2014/main" id="{A9CEBC97-BF41-AB8E-2EB5-73A22334FB3E}"/>
              </a:ext>
            </a:extLst>
          </p:cNvPr>
          <p:cNvSpPr/>
          <p:nvPr/>
        </p:nvSpPr>
        <p:spPr>
          <a:xfrm rot="5400000">
            <a:off x="1752600" y="1485900"/>
            <a:ext cx="2159000" cy="2794000"/>
          </a:xfrm>
          <a:prstGeom prst="homePlate">
            <a:avLst>
              <a:gd name="adj" fmla="val 50000"/>
            </a:avLst>
          </a:prstGeom>
          <a:solidFill>
            <a:srgbClr val="17406D">
              <a:alpha val="100000"/>
            </a:srgbClr>
          </a:solidFill>
          <a:ln w="25400" cap="flat" cmpd="sng">
            <a:noFill/>
            <a:prstDash val="solid"/>
            <a:round/>
          </a:ln>
        </p:spPr>
        <p:txBody>
          <a:bodyPr vert="vert270" wrap="square" lIns="63500" tIns="63500" rIns="63500" bIns="63500" rtlCol="0" anchor="ctr"/>
          <a:lstStyle/>
          <a:p>
            <a:pPr algn="ctr">
              <a:defRPr/>
            </a:pPr>
            <a:endParaRPr/>
          </a:p>
        </p:txBody>
      </p:sp>
      <p:sp>
        <p:nvSpPr>
          <p:cNvPr id="6" name="Freeform 12">
            <a:extLst>
              <a:ext uri="{FF2B5EF4-FFF2-40B4-BE49-F238E27FC236}">
                <a16:creationId xmlns:a16="http://schemas.microsoft.com/office/drawing/2014/main" id="{45868A40-A3B6-4F0F-B7F8-1E17216769AB}"/>
              </a:ext>
            </a:extLst>
          </p:cNvPr>
          <p:cNvSpPr/>
          <p:nvPr/>
        </p:nvSpPr>
        <p:spPr>
          <a:xfrm>
            <a:off x="2552700" y="2768600"/>
            <a:ext cx="565032" cy="565032"/>
          </a:xfrm>
          <a:custGeom>
            <a:avLst/>
            <a:gdLst/>
            <a:ahLst/>
            <a:cxnLst/>
            <a:rect l="l" t="t" r="r" b="b"/>
            <a:pathLst>
              <a:path w="565032" h="565032">
                <a:moveTo>
                  <a:pt x="552640" y="235430"/>
                </a:moveTo>
                <a:cubicBezTo>
                  <a:pt x="485729" y="223039"/>
                  <a:pt x="485729" y="223039"/>
                  <a:pt x="485729" y="223039"/>
                </a:cubicBezTo>
                <a:cubicBezTo>
                  <a:pt x="480772" y="208170"/>
                  <a:pt x="475817" y="195778"/>
                  <a:pt x="468382" y="183388"/>
                </a:cubicBezTo>
                <a:cubicBezTo>
                  <a:pt x="508033" y="123910"/>
                  <a:pt x="508033" y="123910"/>
                  <a:pt x="508033" y="123910"/>
                </a:cubicBezTo>
                <a:cubicBezTo>
                  <a:pt x="512990" y="118955"/>
                  <a:pt x="510511" y="111520"/>
                  <a:pt x="508033" y="106563"/>
                </a:cubicBezTo>
                <a:cubicBezTo>
                  <a:pt x="458469" y="59477"/>
                  <a:pt x="458469" y="59477"/>
                  <a:pt x="458469" y="59477"/>
                </a:cubicBezTo>
                <a:cubicBezTo>
                  <a:pt x="453512" y="54521"/>
                  <a:pt x="446077" y="52042"/>
                  <a:pt x="441122" y="56999"/>
                </a:cubicBezTo>
                <a:cubicBezTo>
                  <a:pt x="384123" y="96651"/>
                  <a:pt x="384123" y="96651"/>
                  <a:pt x="384123" y="96651"/>
                </a:cubicBezTo>
                <a:cubicBezTo>
                  <a:pt x="369254" y="89215"/>
                  <a:pt x="356862" y="84259"/>
                  <a:pt x="341993" y="79303"/>
                </a:cubicBezTo>
                <a:cubicBezTo>
                  <a:pt x="329602" y="12391"/>
                  <a:pt x="329602" y="12391"/>
                  <a:pt x="329602" y="12391"/>
                </a:cubicBezTo>
                <a:cubicBezTo>
                  <a:pt x="329602" y="4957"/>
                  <a:pt x="322167" y="0"/>
                  <a:pt x="314733" y="0"/>
                </a:cubicBezTo>
                <a:cubicBezTo>
                  <a:pt x="247821" y="0"/>
                  <a:pt x="247821" y="0"/>
                  <a:pt x="247821" y="0"/>
                </a:cubicBezTo>
                <a:cubicBezTo>
                  <a:pt x="240387" y="0"/>
                  <a:pt x="235430" y="4957"/>
                  <a:pt x="232952" y="12391"/>
                </a:cubicBezTo>
                <a:cubicBezTo>
                  <a:pt x="220561" y="79303"/>
                  <a:pt x="220561" y="79303"/>
                  <a:pt x="220561" y="79303"/>
                </a:cubicBezTo>
                <a:cubicBezTo>
                  <a:pt x="205692" y="84259"/>
                  <a:pt x="193300" y="89215"/>
                  <a:pt x="180909" y="96651"/>
                </a:cubicBezTo>
                <a:cubicBezTo>
                  <a:pt x="123910" y="56999"/>
                  <a:pt x="123910" y="56999"/>
                  <a:pt x="123910" y="56999"/>
                </a:cubicBezTo>
                <a:cubicBezTo>
                  <a:pt x="118955" y="54521"/>
                  <a:pt x="111520" y="54521"/>
                  <a:pt x="106563" y="59477"/>
                </a:cubicBezTo>
                <a:cubicBezTo>
                  <a:pt x="56999" y="106563"/>
                  <a:pt x="56999" y="106563"/>
                  <a:pt x="56999" y="106563"/>
                </a:cubicBezTo>
                <a:cubicBezTo>
                  <a:pt x="54521" y="111520"/>
                  <a:pt x="52042" y="121432"/>
                  <a:pt x="56999" y="126389"/>
                </a:cubicBezTo>
                <a:cubicBezTo>
                  <a:pt x="96651" y="183388"/>
                  <a:pt x="96651" y="183388"/>
                  <a:pt x="96651" y="183388"/>
                </a:cubicBezTo>
                <a:cubicBezTo>
                  <a:pt x="89215" y="195778"/>
                  <a:pt x="84259" y="208170"/>
                  <a:pt x="79303" y="223039"/>
                </a:cubicBezTo>
                <a:cubicBezTo>
                  <a:pt x="12391" y="235430"/>
                  <a:pt x="12391" y="235430"/>
                  <a:pt x="12391" y="235430"/>
                </a:cubicBezTo>
                <a:cubicBezTo>
                  <a:pt x="4957" y="235430"/>
                  <a:pt x="0" y="242865"/>
                  <a:pt x="0" y="247821"/>
                </a:cubicBezTo>
                <a:cubicBezTo>
                  <a:pt x="0" y="317210"/>
                  <a:pt x="0" y="317210"/>
                  <a:pt x="0" y="317210"/>
                </a:cubicBezTo>
                <a:cubicBezTo>
                  <a:pt x="0" y="324645"/>
                  <a:pt x="4957" y="329602"/>
                  <a:pt x="12391" y="332080"/>
                </a:cubicBezTo>
                <a:cubicBezTo>
                  <a:pt x="79303" y="344471"/>
                  <a:pt x="79303" y="344471"/>
                  <a:pt x="79303" y="344471"/>
                </a:cubicBezTo>
                <a:cubicBezTo>
                  <a:pt x="84259" y="356862"/>
                  <a:pt x="89215" y="371732"/>
                  <a:pt x="96651" y="384123"/>
                </a:cubicBezTo>
                <a:cubicBezTo>
                  <a:pt x="56999" y="441122"/>
                  <a:pt x="56999" y="441122"/>
                  <a:pt x="56999" y="441122"/>
                </a:cubicBezTo>
                <a:cubicBezTo>
                  <a:pt x="54521" y="446077"/>
                  <a:pt x="54521" y="453512"/>
                  <a:pt x="59477" y="458469"/>
                </a:cubicBezTo>
                <a:cubicBezTo>
                  <a:pt x="106563" y="505555"/>
                  <a:pt x="106563" y="505555"/>
                  <a:pt x="106563" y="505555"/>
                </a:cubicBezTo>
                <a:cubicBezTo>
                  <a:pt x="111520" y="510511"/>
                  <a:pt x="118955" y="512990"/>
                  <a:pt x="126389" y="508033"/>
                </a:cubicBezTo>
                <a:cubicBezTo>
                  <a:pt x="180909" y="468382"/>
                  <a:pt x="180909" y="468382"/>
                  <a:pt x="180909" y="468382"/>
                </a:cubicBezTo>
                <a:cubicBezTo>
                  <a:pt x="193300" y="475817"/>
                  <a:pt x="208170" y="480772"/>
                  <a:pt x="220561" y="485729"/>
                </a:cubicBezTo>
                <a:cubicBezTo>
                  <a:pt x="232952" y="552640"/>
                  <a:pt x="232952" y="552640"/>
                  <a:pt x="232952" y="552640"/>
                </a:cubicBezTo>
                <a:cubicBezTo>
                  <a:pt x="235430" y="560075"/>
                  <a:pt x="240387" y="565032"/>
                  <a:pt x="247821" y="565032"/>
                </a:cubicBezTo>
                <a:cubicBezTo>
                  <a:pt x="314733" y="565032"/>
                  <a:pt x="314733" y="565032"/>
                  <a:pt x="314733" y="565032"/>
                </a:cubicBezTo>
                <a:cubicBezTo>
                  <a:pt x="322167" y="565032"/>
                  <a:pt x="329602" y="560075"/>
                  <a:pt x="329602" y="552640"/>
                </a:cubicBezTo>
                <a:cubicBezTo>
                  <a:pt x="341993" y="485729"/>
                  <a:pt x="341993" y="485729"/>
                  <a:pt x="341993" y="485729"/>
                </a:cubicBezTo>
                <a:cubicBezTo>
                  <a:pt x="356862" y="480772"/>
                  <a:pt x="369254" y="475817"/>
                  <a:pt x="381644" y="470860"/>
                </a:cubicBezTo>
                <a:cubicBezTo>
                  <a:pt x="438643" y="508033"/>
                  <a:pt x="438643" y="508033"/>
                  <a:pt x="438643" y="508033"/>
                </a:cubicBezTo>
                <a:cubicBezTo>
                  <a:pt x="446077" y="512990"/>
                  <a:pt x="453512" y="512990"/>
                  <a:pt x="458469" y="508033"/>
                </a:cubicBezTo>
                <a:cubicBezTo>
                  <a:pt x="505555" y="458469"/>
                  <a:pt x="505555" y="458469"/>
                  <a:pt x="505555" y="458469"/>
                </a:cubicBezTo>
                <a:cubicBezTo>
                  <a:pt x="510511" y="453512"/>
                  <a:pt x="510511" y="446077"/>
                  <a:pt x="508033" y="441122"/>
                </a:cubicBezTo>
                <a:cubicBezTo>
                  <a:pt x="468382" y="384123"/>
                  <a:pt x="468382" y="384123"/>
                  <a:pt x="468382" y="384123"/>
                </a:cubicBezTo>
                <a:cubicBezTo>
                  <a:pt x="475817" y="371732"/>
                  <a:pt x="480772" y="356862"/>
                  <a:pt x="485729" y="344471"/>
                </a:cubicBezTo>
                <a:cubicBezTo>
                  <a:pt x="552640" y="332080"/>
                  <a:pt x="552640" y="332080"/>
                  <a:pt x="552640" y="332080"/>
                </a:cubicBezTo>
                <a:cubicBezTo>
                  <a:pt x="560075" y="329602"/>
                  <a:pt x="565032" y="324645"/>
                  <a:pt x="565032" y="317210"/>
                </a:cubicBezTo>
                <a:cubicBezTo>
                  <a:pt x="565032" y="247821"/>
                  <a:pt x="565032" y="247821"/>
                  <a:pt x="565032" y="247821"/>
                </a:cubicBezTo>
                <a:cubicBezTo>
                  <a:pt x="565032" y="242865"/>
                  <a:pt x="560075" y="235430"/>
                  <a:pt x="552640" y="235430"/>
                </a:cubicBezTo>
                <a:close/>
                <a:moveTo>
                  <a:pt x="282517" y="369254"/>
                </a:moveTo>
                <a:cubicBezTo>
                  <a:pt x="235430" y="369254"/>
                  <a:pt x="195778" y="329602"/>
                  <a:pt x="195778" y="282517"/>
                </a:cubicBezTo>
                <a:cubicBezTo>
                  <a:pt x="195778" y="235430"/>
                  <a:pt x="235430" y="195778"/>
                  <a:pt x="282517" y="195778"/>
                </a:cubicBezTo>
                <a:cubicBezTo>
                  <a:pt x="329602" y="195778"/>
                  <a:pt x="369254" y="235430"/>
                  <a:pt x="369254" y="282517"/>
                </a:cubicBezTo>
                <a:cubicBezTo>
                  <a:pt x="369254" y="329602"/>
                  <a:pt x="329602" y="369254"/>
                  <a:pt x="282517" y="369254"/>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13">
            <a:extLst>
              <a:ext uri="{FF2B5EF4-FFF2-40B4-BE49-F238E27FC236}">
                <a16:creationId xmlns:a16="http://schemas.microsoft.com/office/drawing/2014/main" id="{2883F5DA-48AC-1BD0-72C7-08E0EC1803C4}"/>
              </a:ext>
            </a:extLst>
          </p:cNvPr>
          <p:cNvSpPr/>
          <p:nvPr/>
        </p:nvSpPr>
        <p:spPr>
          <a:xfrm>
            <a:off x="1435100" y="1803400"/>
            <a:ext cx="2794000" cy="3797300"/>
          </a:xfrm>
          <a:prstGeom prst="roundRect">
            <a:avLst>
              <a:gd name="adj" fmla="val 0"/>
            </a:avLst>
          </a:prstGeom>
          <a:noFill/>
          <a:ln w="12700" cap="flat" cmpd="sng">
            <a:solidFill>
              <a:srgbClr val="26476A">
                <a:alpha val="100000"/>
              </a:srgbClr>
            </a:solidFill>
            <a:prstDash val="sysDash"/>
            <a:miter lim="10000000"/>
          </a:ln>
        </p:spPr>
        <p:txBody>
          <a:bodyPr vert="horz" wrap="square" lIns="63500" tIns="63500" rIns="63500" bIns="63500" rtlCol="0" anchor="ctr"/>
          <a:lstStyle/>
          <a:p>
            <a:pPr algn="ctr">
              <a:defRPr/>
            </a:pPr>
            <a:endParaRPr/>
          </a:p>
        </p:txBody>
      </p:sp>
      <p:sp>
        <p:nvSpPr>
          <p:cNvPr id="10" name="AutoShape 14">
            <a:extLst>
              <a:ext uri="{FF2B5EF4-FFF2-40B4-BE49-F238E27FC236}">
                <a16:creationId xmlns:a16="http://schemas.microsoft.com/office/drawing/2014/main" id="{8E60BF4B-C75B-48EF-FF90-54A6B9A290A5}"/>
              </a:ext>
            </a:extLst>
          </p:cNvPr>
          <p:cNvSpPr/>
          <p:nvPr/>
        </p:nvSpPr>
        <p:spPr>
          <a:xfrm>
            <a:off x="1714500" y="4102100"/>
            <a:ext cx="2247900" cy="13589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12" name="AutoShape 15">
            <a:extLst>
              <a:ext uri="{FF2B5EF4-FFF2-40B4-BE49-F238E27FC236}">
                <a16:creationId xmlns:a16="http://schemas.microsoft.com/office/drawing/2014/main" id="{C033B28F-DC0E-2DBC-AC71-699BD730A50F}"/>
              </a:ext>
            </a:extLst>
          </p:cNvPr>
          <p:cNvSpPr/>
          <p:nvPr/>
        </p:nvSpPr>
        <p:spPr>
          <a:xfrm>
            <a:off x="1714500" y="2032000"/>
            <a:ext cx="2324100" cy="3683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endParaRPr lang="en-US" sz="1100" dirty="0"/>
          </a:p>
        </p:txBody>
      </p:sp>
      <p:sp>
        <p:nvSpPr>
          <p:cNvPr id="14" name="AutoShape 16">
            <a:extLst>
              <a:ext uri="{FF2B5EF4-FFF2-40B4-BE49-F238E27FC236}">
                <a16:creationId xmlns:a16="http://schemas.microsoft.com/office/drawing/2014/main" id="{BAC4252F-89E2-7976-0446-FA391568F9C6}"/>
              </a:ext>
            </a:extLst>
          </p:cNvPr>
          <p:cNvSpPr/>
          <p:nvPr/>
        </p:nvSpPr>
        <p:spPr>
          <a:xfrm rot="5400000">
            <a:off x="5016500" y="1485900"/>
            <a:ext cx="2159000" cy="2794000"/>
          </a:xfrm>
          <a:prstGeom prst="homePlate">
            <a:avLst>
              <a:gd name="adj" fmla="val 50000"/>
            </a:avLst>
          </a:prstGeom>
          <a:solidFill>
            <a:srgbClr val="448AD7">
              <a:alpha val="100000"/>
            </a:srgbClr>
          </a:solidFill>
          <a:ln w="25400" cap="flat" cmpd="sng">
            <a:noFill/>
            <a:prstDash val="solid"/>
            <a:round/>
          </a:ln>
        </p:spPr>
        <p:txBody>
          <a:bodyPr vert="vert270" wrap="square" lIns="63500" tIns="63500" rIns="63500" bIns="63500" rtlCol="0" anchor="ctr"/>
          <a:lstStyle/>
          <a:p>
            <a:pPr algn="ctr">
              <a:defRPr/>
            </a:pPr>
            <a:endParaRPr/>
          </a:p>
        </p:txBody>
      </p:sp>
      <p:sp>
        <p:nvSpPr>
          <p:cNvPr id="16" name="Freeform 17">
            <a:extLst>
              <a:ext uri="{FF2B5EF4-FFF2-40B4-BE49-F238E27FC236}">
                <a16:creationId xmlns:a16="http://schemas.microsoft.com/office/drawing/2014/main" id="{B13DA7AB-840C-1374-65B8-9CF900B31E7E}"/>
              </a:ext>
            </a:extLst>
          </p:cNvPr>
          <p:cNvSpPr/>
          <p:nvPr/>
        </p:nvSpPr>
        <p:spPr>
          <a:xfrm>
            <a:off x="5829300" y="2768600"/>
            <a:ext cx="565032" cy="565032"/>
          </a:xfrm>
          <a:custGeom>
            <a:avLst/>
            <a:gdLst/>
            <a:ahLst/>
            <a:cxnLst/>
            <a:rect l="l" t="t" r="r" b="b"/>
            <a:pathLst>
              <a:path w="565032" h="565032">
                <a:moveTo>
                  <a:pt x="311247" y="2394"/>
                </a:moveTo>
                <a:cubicBezTo>
                  <a:pt x="301669" y="0"/>
                  <a:pt x="292092" y="0"/>
                  <a:pt x="282517" y="0"/>
                </a:cubicBezTo>
                <a:cubicBezTo>
                  <a:pt x="198719" y="0"/>
                  <a:pt x="122104" y="38307"/>
                  <a:pt x="71826" y="95768"/>
                </a:cubicBezTo>
                <a:cubicBezTo>
                  <a:pt x="162806" y="251391"/>
                  <a:pt x="162806" y="251391"/>
                  <a:pt x="162806" y="251391"/>
                </a:cubicBezTo>
                <a:lnTo>
                  <a:pt x="311247" y="2394"/>
                </a:lnTo>
                <a:close/>
                <a:moveTo>
                  <a:pt x="47884" y="124498"/>
                </a:moveTo>
                <a:cubicBezTo>
                  <a:pt x="16759" y="169988"/>
                  <a:pt x="0" y="225055"/>
                  <a:pt x="0" y="282517"/>
                </a:cubicBezTo>
                <a:cubicBezTo>
                  <a:pt x="0" y="311247"/>
                  <a:pt x="4788" y="339976"/>
                  <a:pt x="11971" y="366314"/>
                </a:cubicBezTo>
                <a:cubicBezTo>
                  <a:pt x="193930" y="366314"/>
                  <a:pt x="193930" y="366314"/>
                  <a:pt x="193930" y="366314"/>
                </a:cubicBezTo>
                <a:lnTo>
                  <a:pt x="47884" y="124498"/>
                </a:lnTo>
                <a:close/>
                <a:moveTo>
                  <a:pt x="538696" y="162806"/>
                </a:moveTo>
                <a:cubicBezTo>
                  <a:pt x="502783" y="86191"/>
                  <a:pt x="430957" y="26336"/>
                  <a:pt x="347160" y="7183"/>
                </a:cubicBezTo>
                <a:cubicBezTo>
                  <a:pt x="253785" y="162806"/>
                  <a:pt x="253785" y="162806"/>
                  <a:pt x="253785" y="162806"/>
                </a:cubicBezTo>
                <a:lnTo>
                  <a:pt x="538696" y="162806"/>
                </a:lnTo>
                <a:close/>
                <a:moveTo>
                  <a:pt x="311247" y="399832"/>
                </a:moveTo>
                <a:cubicBezTo>
                  <a:pt x="26336" y="399832"/>
                  <a:pt x="26336" y="399832"/>
                  <a:pt x="26336" y="399832"/>
                </a:cubicBezTo>
                <a:cubicBezTo>
                  <a:pt x="62249" y="481235"/>
                  <a:pt x="138864" y="543484"/>
                  <a:pt x="229843" y="560244"/>
                </a:cubicBezTo>
                <a:cubicBezTo>
                  <a:pt x="222661" y="555455"/>
                  <a:pt x="222661" y="555455"/>
                  <a:pt x="222661" y="555455"/>
                </a:cubicBezTo>
                <a:lnTo>
                  <a:pt x="311247" y="399832"/>
                </a:lnTo>
                <a:close/>
                <a:moveTo>
                  <a:pt x="550667" y="196324"/>
                </a:moveTo>
                <a:cubicBezTo>
                  <a:pt x="371102" y="196324"/>
                  <a:pt x="371102" y="196324"/>
                  <a:pt x="371102" y="196324"/>
                </a:cubicBezTo>
                <a:cubicBezTo>
                  <a:pt x="514754" y="445322"/>
                  <a:pt x="514754" y="445322"/>
                  <a:pt x="514754" y="445322"/>
                </a:cubicBezTo>
                <a:cubicBezTo>
                  <a:pt x="545878" y="399832"/>
                  <a:pt x="565032" y="342372"/>
                  <a:pt x="565032" y="282517"/>
                </a:cubicBezTo>
                <a:cubicBezTo>
                  <a:pt x="565032" y="253785"/>
                  <a:pt x="560244" y="225055"/>
                  <a:pt x="550667" y="196324"/>
                </a:cubicBezTo>
                <a:close/>
                <a:moveTo>
                  <a:pt x="258575" y="565032"/>
                </a:moveTo>
                <a:cubicBezTo>
                  <a:pt x="265756" y="565032"/>
                  <a:pt x="275333" y="565032"/>
                  <a:pt x="282517" y="565032"/>
                </a:cubicBezTo>
                <a:cubicBezTo>
                  <a:pt x="363918" y="565032"/>
                  <a:pt x="438140" y="529119"/>
                  <a:pt x="490812" y="474053"/>
                </a:cubicBezTo>
                <a:cubicBezTo>
                  <a:pt x="399832" y="316034"/>
                  <a:pt x="399832" y="316034"/>
                  <a:pt x="399832" y="316034"/>
                </a:cubicBezTo>
                <a:lnTo>
                  <a:pt x="258575" y="565032"/>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a:extLst>
              <a:ext uri="{FF2B5EF4-FFF2-40B4-BE49-F238E27FC236}">
                <a16:creationId xmlns:a16="http://schemas.microsoft.com/office/drawing/2014/main" id="{5F73CAF8-F4AB-6DFF-753D-6B8059FEC75A}"/>
              </a:ext>
            </a:extLst>
          </p:cNvPr>
          <p:cNvSpPr/>
          <p:nvPr/>
        </p:nvSpPr>
        <p:spPr>
          <a:xfrm>
            <a:off x="4699000" y="1803400"/>
            <a:ext cx="2794000" cy="3797300"/>
          </a:xfrm>
          <a:prstGeom prst="roundRect">
            <a:avLst>
              <a:gd name="adj" fmla="val 0"/>
            </a:avLst>
          </a:prstGeom>
          <a:noFill/>
          <a:ln w="12700" cap="flat" cmpd="sng">
            <a:solidFill>
              <a:srgbClr val="009DD9">
                <a:alpha val="100000"/>
              </a:srgbClr>
            </a:solidFill>
            <a:prstDash val="sysDash"/>
            <a:miter lim="10000000"/>
          </a:ln>
        </p:spPr>
        <p:txBody>
          <a:bodyPr vert="horz" wrap="square" lIns="63500" tIns="63500" rIns="63500" bIns="63500" rtlCol="0" anchor="ctr"/>
          <a:lstStyle/>
          <a:p>
            <a:pPr algn="ctr">
              <a:defRPr/>
            </a:pPr>
            <a:endParaRPr/>
          </a:p>
        </p:txBody>
      </p:sp>
      <p:sp>
        <p:nvSpPr>
          <p:cNvPr id="20" name="AutoShape 19">
            <a:extLst>
              <a:ext uri="{FF2B5EF4-FFF2-40B4-BE49-F238E27FC236}">
                <a16:creationId xmlns:a16="http://schemas.microsoft.com/office/drawing/2014/main" id="{3801955C-EB39-EB20-EC17-C7DE07CE0B73}"/>
              </a:ext>
            </a:extLst>
          </p:cNvPr>
          <p:cNvSpPr/>
          <p:nvPr/>
        </p:nvSpPr>
        <p:spPr>
          <a:xfrm>
            <a:off x="4978400" y="2032000"/>
            <a:ext cx="2324100" cy="3683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endParaRPr lang="en-US" sz="1100" dirty="0"/>
          </a:p>
        </p:txBody>
      </p:sp>
      <p:sp>
        <p:nvSpPr>
          <p:cNvPr id="22" name="AutoShape 20">
            <a:extLst>
              <a:ext uri="{FF2B5EF4-FFF2-40B4-BE49-F238E27FC236}">
                <a16:creationId xmlns:a16="http://schemas.microsoft.com/office/drawing/2014/main" id="{50B799EE-E599-ABAB-0ADA-C185A45B9E28}"/>
              </a:ext>
            </a:extLst>
          </p:cNvPr>
          <p:cNvSpPr/>
          <p:nvPr/>
        </p:nvSpPr>
        <p:spPr>
          <a:xfrm>
            <a:off x="4978400" y="4102100"/>
            <a:ext cx="2247900" cy="13589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24" name="AutoShape 21">
            <a:extLst>
              <a:ext uri="{FF2B5EF4-FFF2-40B4-BE49-F238E27FC236}">
                <a16:creationId xmlns:a16="http://schemas.microsoft.com/office/drawing/2014/main" id="{4411208B-4DE0-5584-AA90-166B2070B570}"/>
              </a:ext>
            </a:extLst>
          </p:cNvPr>
          <p:cNvSpPr/>
          <p:nvPr/>
        </p:nvSpPr>
        <p:spPr>
          <a:xfrm rot="5400000">
            <a:off x="8280400" y="1485900"/>
            <a:ext cx="2159000" cy="2794000"/>
          </a:xfrm>
          <a:prstGeom prst="homePlate">
            <a:avLst>
              <a:gd name="adj" fmla="val 50000"/>
            </a:avLst>
          </a:prstGeom>
          <a:solidFill>
            <a:srgbClr val="5D90C5">
              <a:alpha val="100000"/>
            </a:srgbClr>
          </a:solidFill>
          <a:ln w="25400" cap="flat" cmpd="sng">
            <a:noFill/>
            <a:prstDash val="solid"/>
            <a:round/>
          </a:ln>
        </p:spPr>
        <p:txBody>
          <a:bodyPr vert="vert270" wrap="square" lIns="63500" tIns="63500" rIns="63500" bIns="63500" rtlCol="0" anchor="ctr"/>
          <a:lstStyle/>
          <a:p>
            <a:pPr algn="ctr">
              <a:defRPr/>
            </a:pPr>
            <a:endParaRPr/>
          </a:p>
        </p:txBody>
      </p:sp>
      <p:sp>
        <p:nvSpPr>
          <p:cNvPr id="26" name="Freeform 22">
            <a:extLst>
              <a:ext uri="{FF2B5EF4-FFF2-40B4-BE49-F238E27FC236}">
                <a16:creationId xmlns:a16="http://schemas.microsoft.com/office/drawing/2014/main" id="{51F336C0-D055-2568-FC78-5DE5B76F5126}"/>
              </a:ext>
            </a:extLst>
          </p:cNvPr>
          <p:cNvSpPr/>
          <p:nvPr/>
        </p:nvSpPr>
        <p:spPr>
          <a:xfrm>
            <a:off x="9080500" y="2768600"/>
            <a:ext cx="565032" cy="565032"/>
          </a:xfrm>
          <a:custGeom>
            <a:avLst/>
            <a:gdLst/>
            <a:ahLst/>
            <a:cxnLst/>
            <a:rect l="l" t="t" r="r" b="b"/>
            <a:pathLst>
              <a:path w="565032" h="565032">
                <a:moveTo>
                  <a:pt x="282517" y="0"/>
                </a:moveTo>
                <a:cubicBezTo>
                  <a:pt x="126893" y="0"/>
                  <a:pt x="0" y="126893"/>
                  <a:pt x="0" y="282517"/>
                </a:cubicBezTo>
                <a:cubicBezTo>
                  <a:pt x="0" y="438140"/>
                  <a:pt x="126893" y="565032"/>
                  <a:pt x="282517" y="565032"/>
                </a:cubicBezTo>
                <a:cubicBezTo>
                  <a:pt x="438140" y="565032"/>
                  <a:pt x="565032" y="438140"/>
                  <a:pt x="565032" y="282517"/>
                </a:cubicBezTo>
                <a:cubicBezTo>
                  <a:pt x="565032" y="126893"/>
                  <a:pt x="438140" y="0"/>
                  <a:pt x="282517" y="0"/>
                </a:cubicBezTo>
                <a:close/>
                <a:moveTo>
                  <a:pt x="253785" y="409409"/>
                </a:moveTo>
                <a:cubicBezTo>
                  <a:pt x="129287" y="390256"/>
                  <a:pt x="129287" y="390256"/>
                  <a:pt x="129287" y="390256"/>
                </a:cubicBezTo>
                <a:cubicBezTo>
                  <a:pt x="129287" y="289698"/>
                  <a:pt x="129287" y="289698"/>
                  <a:pt x="129287" y="289698"/>
                </a:cubicBezTo>
                <a:cubicBezTo>
                  <a:pt x="253785" y="289698"/>
                  <a:pt x="253785" y="289698"/>
                  <a:pt x="253785" y="289698"/>
                </a:cubicBezTo>
                <a:lnTo>
                  <a:pt x="253785" y="409409"/>
                </a:lnTo>
                <a:close/>
                <a:moveTo>
                  <a:pt x="253785" y="272940"/>
                </a:moveTo>
                <a:cubicBezTo>
                  <a:pt x="129287" y="272940"/>
                  <a:pt x="129287" y="272940"/>
                  <a:pt x="129287" y="272940"/>
                </a:cubicBezTo>
                <a:cubicBezTo>
                  <a:pt x="129287" y="172382"/>
                  <a:pt x="129287" y="172382"/>
                  <a:pt x="129287" y="172382"/>
                </a:cubicBezTo>
                <a:cubicBezTo>
                  <a:pt x="253785" y="153229"/>
                  <a:pt x="253785" y="153229"/>
                  <a:pt x="253785" y="153229"/>
                </a:cubicBezTo>
                <a:lnTo>
                  <a:pt x="253785" y="272940"/>
                </a:lnTo>
                <a:close/>
                <a:moveTo>
                  <a:pt x="435745" y="435745"/>
                </a:moveTo>
                <a:cubicBezTo>
                  <a:pt x="270546" y="411803"/>
                  <a:pt x="270546" y="411803"/>
                  <a:pt x="270546" y="411803"/>
                </a:cubicBezTo>
                <a:cubicBezTo>
                  <a:pt x="270546" y="289698"/>
                  <a:pt x="270546" y="289698"/>
                  <a:pt x="270546" y="289698"/>
                </a:cubicBezTo>
                <a:cubicBezTo>
                  <a:pt x="435745" y="289698"/>
                  <a:pt x="435745" y="289698"/>
                  <a:pt x="435745" y="289698"/>
                </a:cubicBezTo>
                <a:lnTo>
                  <a:pt x="435745" y="435745"/>
                </a:lnTo>
                <a:close/>
                <a:moveTo>
                  <a:pt x="435745" y="272940"/>
                </a:moveTo>
                <a:cubicBezTo>
                  <a:pt x="270546" y="272940"/>
                  <a:pt x="270546" y="272940"/>
                  <a:pt x="270546" y="272940"/>
                </a:cubicBezTo>
                <a:cubicBezTo>
                  <a:pt x="270546" y="150835"/>
                  <a:pt x="270546" y="150835"/>
                  <a:pt x="270546" y="150835"/>
                </a:cubicBezTo>
                <a:cubicBezTo>
                  <a:pt x="435745" y="126893"/>
                  <a:pt x="435745" y="126893"/>
                  <a:pt x="435745" y="126893"/>
                </a:cubicBezTo>
                <a:lnTo>
                  <a:pt x="435745" y="272940"/>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3">
            <a:extLst>
              <a:ext uri="{FF2B5EF4-FFF2-40B4-BE49-F238E27FC236}">
                <a16:creationId xmlns:a16="http://schemas.microsoft.com/office/drawing/2014/main" id="{52C3F0F6-5389-8853-F6E6-46C93F4CA46D}"/>
              </a:ext>
            </a:extLst>
          </p:cNvPr>
          <p:cNvSpPr/>
          <p:nvPr/>
        </p:nvSpPr>
        <p:spPr>
          <a:xfrm>
            <a:off x="7962900" y="1803400"/>
            <a:ext cx="2794000" cy="3797300"/>
          </a:xfrm>
          <a:prstGeom prst="roundRect">
            <a:avLst>
              <a:gd name="adj" fmla="val 0"/>
            </a:avLst>
          </a:prstGeom>
          <a:noFill/>
          <a:ln w="12700" cap="flat" cmpd="sng">
            <a:solidFill>
              <a:srgbClr val="0BD0D9">
                <a:alpha val="100000"/>
              </a:srgbClr>
            </a:solidFill>
            <a:prstDash val="sysDash"/>
            <a:miter lim="10000000"/>
          </a:ln>
        </p:spPr>
        <p:txBody>
          <a:bodyPr vert="horz" wrap="square" lIns="63500" tIns="63500" rIns="63500" bIns="63500" rtlCol="0" anchor="ctr"/>
          <a:lstStyle/>
          <a:p>
            <a:pPr algn="ctr">
              <a:defRPr/>
            </a:pPr>
            <a:endParaRPr/>
          </a:p>
        </p:txBody>
      </p:sp>
      <p:sp>
        <p:nvSpPr>
          <p:cNvPr id="30" name="AutoShape 24">
            <a:extLst>
              <a:ext uri="{FF2B5EF4-FFF2-40B4-BE49-F238E27FC236}">
                <a16:creationId xmlns:a16="http://schemas.microsoft.com/office/drawing/2014/main" id="{5D2158F1-D1C5-BF4F-76FF-6C8D43C46FDF}"/>
              </a:ext>
            </a:extLst>
          </p:cNvPr>
          <p:cNvSpPr/>
          <p:nvPr/>
        </p:nvSpPr>
        <p:spPr>
          <a:xfrm>
            <a:off x="8229600" y="2032000"/>
            <a:ext cx="2324100" cy="3683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endParaRPr lang="en-US" sz="1100" dirty="0"/>
          </a:p>
        </p:txBody>
      </p:sp>
      <p:sp>
        <p:nvSpPr>
          <p:cNvPr id="32" name="AutoShape 25">
            <a:extLst>
              <a:ext uri="{FF2B5EF4-FFF2-40B4-BE49-F238E27FC236}">
                <a16:creationId xmlns:a16="http://schemas.microsoft.com/office/drawing/2014/main" id="{DBFA3E45-57BB-6CC2-FC04-9F2BAA84BF73}"/>
              </a:ext>
            </a:extLst>
          </p:cNvPr>
          <p:cNvSpPr/>
          <p:nvPr/>
        </p:nvSpPr>
        <p:spPr>
          <a:xfrm>
            <a:off x="8318500" y="4102100"/>
            <a:ext cx="2247900" cy="13589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Tree>
    <p:extLst>
      <p:ext uri="{BB962C8B-B14F-4D97-AF65-F5344CB8AC3E}">
        <p14:creationId xmlns:p14="http://schemas.microsoft.com/office/powerpoint/2010/main" val="277191675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7_自定义版式">
    <p:spTree>
      <p:nvGrpSpPr>
        <p:cNvPr id="1" name=""/>
        <p:cNvGrpSpPr/>
        <p:nvPr/>
      </p:nvGrpSpPr>
      <p:grpSpPr>
        <a:xfrm>
          <a:off x="0" y="0"/>
          <a:ext cx="0" cy="0"/>
          <a:chOff x="0" y="0"/>
          <a:chExt cx="0" cy="0"/>
        </a:xfrm>
      </p:grpSpPr>
      <p:sp>
        <p:nvSpPr>
          <p:cNvPr id="4" name="任意多边形: 形状 3">
            <a:extLst>
              <a:ext uri="{FF2B5EF4-FFF2-40B4-BE49-F238E27FC236}">
                <a16:creationId xmlns:a16="http://schemas.microsoft.com/office/drawing/2014/main" id="{DA860E43-ED1B-00AC-09F7-33B5922AF3D9}"/>
              </a:ext>
            </a:extLst>
          </p:cNvPr>
          <p:cNvSpPr/>
          <p:nvPr/>
        </p:nvSpPr>
        <p:spPr>
          <a:xfrm>
            <a:off x="643783" y="1899186"/>
            <a:ext cx="2726778" cy="1459359"/>
          </a:xfrm>
          <a:custGeom>
            <a:avLst/>
            <a:gdLst>
              <a:gd name="connsiteX0" fmla="*/ 0 w 2754321"/>
              <a:gd name="connsiteY0" fmla="*/ 0 h 1474101"/>
              <a:gd name="connsiteX1" fmla="*/ 2754322 w 2754321"/>
              <a:gd name="connsiteY1" fmla="*/ 0 h 1474101"/>
              <a:gd name="connsiteX2" fmla="*/ 2754322 w 2754321"/>
              <a:gd name="connsiteY2" fmla="*/ 1474102 h 1474101"/>
              <a:gd name="connsiteX3" fmla="*/ 0 w 2754321"/>
              <a:gd name="connsiteY3" fmla="*/ 1474102 h 1474101"/>
            </a:gdLst>
            <a:ahLst/>
            <a:cxnLst>
              <a:cxn ang="0">
                <a:pos x="connsiteX0" y="connsiteY0"/>
              </a:cxn>
              <a:cxn ang="0">
                <a:pos x="connsiteX1" y="connsiteY1"/>
              </a:cxn>
              <a:cxn ang="0">
                <a:pos x="connsiteX2" y="connsiteY2"/>
              </a:cxn>
              <a:cxn ang="0">
                <a:pos x="connsiteX3" y="connsiteY3"/>
              </a:cxn>
            </a:cxnLst>
            <a:rect l="l" t="t" r="r" b="b"/>
            <a:pathLst>
              <a:path w="2754321" h="1474101">
                <a:moveTo>
                  <a:pt x="0" y="0"/>
                </a:moveTo>
                <a:lnTo>
                  <a:pt x="2754322" y="0"/>
                </a:lnTo>
                <a:lnTo>
                  <a:pt x="2754322" y="1474102"/>
                </a:lnTo>
                <a:lnTo>
                  <a:pt x="0" y="1474102"/>
                </a:lnTo>
                <a:close/>
              </a:path>
            </a:pathLst>
          </a:custGeom>
          <a:solidFill>
            <a:srgbClr val="4A66AC"/>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 name="任意多边形: 形状 4">
            <a:extLst>
              <a:ext uri="{FF2B5EF4-FFF2-40B4-BE49-F238E27FC236}">
                <a16:creationId xmlns:a16="http://schemas.microsoft.com/office/drawing/2014/main" id="{7D12B520-2826-BB4F-561F-129162B2E170}"/>
              </a:ext>
            </a:extLst>
          </p:cNvPr>
          <p:cNvSpPr/>
          <p:nvPr/>
        </p:nvSpPr>
        <p:spPr>
          <a:xfrm>
            <a:off x="905957" y="1528394"/>
            <a:ext cx="2202135" cy="2202135"/>
          </a:xfrm>
          <a:custGeom>
            <a:avLst/>
            <a:gdLst>
              <a:gd name="connsiteX0" fmla="*/ 1112189 w 2224378"/>
              <a:gd name="connsiteY0" fmla="*/ 2224379 h 2224378"/>
              <a:gd name="connsiteX1" fmla="*/ 679337 w 2224378"/>
              <a:gd name="connsiteY1" fmla="*/ 2136907 h 2224378"/>
              <a:gd name="connsiteX2" fmla="*/ 325841 w 2224378"/>
              <a:gd name="connsiteY2" fmla="*/ 1898538 h 2224378"/>
              <a:gd name="connsiteX3" fmla="*/ 87472 w 2224378"/>
              <a:gd name="connsiteY3" fmla="*/ 1545042 h 2224378"/>
              <a:gd name="connsiteX4" fmla="*/ 0 w 2224378"/>
              <a:gd name="connsiteY4" fmla="*/ 1112189 h 2224378"/>
              <a:gd name="connsiteX5" fmla="*/ 87472 w 2224378"/>
              <a:gd name="connsiteY5" fmla="*/ 679337 h 2224378"/>
              <a:gd name="connsiteX6" fmla="*/ 325841 w 2224378"/>
              <a:gd name="connsiteY6" fmla="*/ 325842 h 2224378"/>
              <a:gd name="connsiteX7" fmla="*/ 679337 w 2224378"/>
              <a:gd name="connsiteY7" fmla="*/ 87472 h 2224378"/>
              <a:gd name="connsiteX8" fmla="*/ 1112189 w 2224378"/>
              <a:gd name="connsiteY8" fmla="*/ 0 h 2224378"/>
              <a:gd name="connsiteX9" fmla="*/ 1545041 w 2224378"/>
              <a:gd name="connsiteY9" fmla="*/ 87472 h 2224378"/>
              <a:gd name="connsiteX10" fmla="*/ 1898537 w 2224378"/>
              <a:gd name="connsiteY10" fmla="*/ 325842 h 2224378"/>
              <a:gd name="connsiteX11" fmla="*/ 2136907 w 2224378"/>
              <a:gd name="connsiteY11" fmla="*/ 679337 h 2224378"/>
              <a:gd name="connsiteX12" fmla="*/ 2224379 w 2224378"/>
              <a:gd name="connsiteY12" fmla="*/ 1112189 h 2224378"/>
              <a:gd name="connsiteX13" fmla="*/ 2136907 w 2224378"/>
              <a:gd name="connsiteY13" fmla="*/ 1545042 h 2224378"/>
              <a:gd name="connsiteX14" fmla="*/ 1898537 w 2224378"/>
              <a:gd name="connsiteY14" fmla="*/ 1898538 h 2224378"/>
              <a:gd name="connsiteX15" fmla="*/ 1545041 w 2224378"/>
              <a:gd name="connsiteY15" fmla="*/ 2136907 h 2224378"/>
              <a:gd name="connsiteX16" fmla="*/ 1112189 w 2224378"/>
              <a:gd name="connsiteY16" fmla="*/ 2224379 h 2224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24378" h="2224378">
                <a:moveTo>
                  <a:pt x="1112189" y="2224379"/>
                </a:moveTo>
                <a:cubicBezTo>
                  <a:pt x="962194" y="2224379"/>
                  <a:pt x="816407" y="2194921"/>
                  <a:pt x="679337" y="2136907"/>
                </a:cubicBezTo>
                <a:cubicBezTo>
                  <a:pt x="546776" y="2080997"/>
                  <a:pt x="428043" y="2000739"/>
                  <a:pt x="325841" y="1898538"/>
                </a:cubicBezTo>
                <a:cubicBezTo>
                  <a:pt x="223640" y="1796336"/>
                  <a:pt x="143683" y="1677603"/>
                  <a:pt x="87472" y="1545042"/>
                </a:cubicBezTo>
                <a:cubicBezTo>
                  <a:pt x="29458" y="1407972"/>
                  <a:pt x="0" y="1262185"/>
                  <a:pt x="0" y="1112189"/>
                </a:cubicBezTo>
                <a:cubicBezTo>
                  <a:pt x="0" y="962194"/>
                  <a:pt x="29458" y="816407"/>
                  <a:pt x="87472" y="679337"/>
                </a:cubicBezTo>
                <a:cubicBezTo>
                  <a:pt x="143382" y="546776"/>
                  <a:pt x="223640" y="428043"/>
                  <a:pt x="325841" y="325842"/>
                </a:cubicBezTo>
                <a:cubicBezTo>
                  <a:pt x="428043" y="223640"/>
                  <a:pt x="546776" y="143683"/>
                  <a:pt x="679337" y="87472"/>
                </a:cubicBezTo>
                <a:cubicBezTo>
                  <a:pt x="816407" y="29458"/>
                  <a:pt x="962194" y="0"/>
                  <a:pt x="1112189" y="0"/>
                </a:cubicBezTo>
                <a:cubicBezTo>
                  <a:pt x="1262185" y="0"/>
                  <a:pt x="1407972" y="29458"/>
                  <a:pt x="1545041" y="87472"/>
                </a:cubicBezTo>
                <a:cubicBezTo>
                  <a:pt x="1677602" y="143382"/>
                  <a:pt x="1796336" y="223640"/>
                  <a:pt x="1898537" y="325842"/>
                </a:cubicBezTo>
                <a:cubicBezTo>
                  <a:pt x="2000738" y="428043"/>
                  <a:pt x="2080696" y="546776"/>
                  <a:pt x="2136907" y="679337"/>
                </a:cubicBezTo>
                <a:cubicBezTo>
                  <a:pt x="2194921" y="816407"/>
                  <a:pt x="2224379" y="962194"/>
                  <a:pt x="2224379" y="1112189"/>
                </a:cubicBezTo>
                <a:cubicBezTo>
                  <a:pt x="2224379" y="1262185"/>
                  <a:pt x="2194921" y="1407972"/>
                  <a:pt x="2136907" y="1545042"/>
                </a:cubicBezTo>
                <a:cubicBezTo>
                  <a:pt x="2080996" y="1677603"/>
                  <a:pt x="2000738" y="1796336"/>
                  <a:pt x="1898537" y="1898538"/>
                </a:cubicBezTo>
                <a:cubicBezTo>
                  <a:pt x="1796336" y="2000739"/>
                  <a:pt x="1677602" y="2080696"/>
                  <a:pt x="1545041" y="2136907"/>
                </a:cubicBezTo>
                <a:cubicBezTo>
                  <a:pt x="1407972" y="2194921"/>
                  <a:pt x="1262185" y="2224379"/>
                  <a:pt x="1112189" y="2224379"/>
                </a:cubicBezTo>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6" name="任意多边形: 形状 5">
            <a:extLst>
              <a:ext uri="{FF2B5EF4-FFF2-40B4-BE49-F238E27FC236}">
                <a16:creationId xmlns:a16="http://schemas.microsoft.com/office/drawing/2014/main" id="{DEFC6D69-7F05-C197-585C-14BDD85A7225}"/>
              </a:ext>
            </a:extLst>
          </p:cNvPr>
          <p:cNvSpPr/>
          <p:nvPr/>
        </p:nvSpPr>
        <p:spPr>
          <a:xfrm>
            <a:off x="1212469" y="1835203"/>
            <a:ext cx="1588512" cy="1588512"/>
          </a:xfrm>
          <a:custGeom>
            <a:avLst/>
            <a:gdLst>
              <a:gd name="connsiteX0" fmla="*/ 1604559 w 1604558"/>
              <a:gd name="connsiteY0" fmla="*/ 802279 h 1604558"/>
              <a:gd name="connsiteX1" fmla="*/ 1541434 w 1604558"/>
              <a:gd name="connsiteY1" fmla="*/ 1114594 h 1604558"/>
              <a:gd name="connsiteX2" fmla="*/ 1369496 w 1604558"/>
              <a:gd name="connsiteY2" fmla="*/ 1369496 h 1604558"/>
              <a:gd name="connsiteX3" fmla="*/ 1114594 w 1604558"/>
              <a:gd name="connsiteY3" fmla="*/ 1541435 h 1604558"/>
              <a:gd name="connsiteX4" fmla="*/ 802279 w 1604558"/>
              <a:gd name="connsiteY4" fmla="*/ 1604559 h 1604558"/>
              <a:gd name="connsiteX5" fmla="*/ 489965 w 1604558"/>
              <a:gd name="connsiteY5" fmla="*/ 1541435 h 1604558"/>
              <a:gd name="connsiteX6" fmla="*/ 235063 w 1604558"/>
              <a:gd name="connsiteY6" fmla="*/ 1369496 h 1604558"/>
              <a:gd name="connsiteX7" fmla="*/ 63124 w 1604558"/>
              <a:gd name="connsiteY7" fmla="*/ 1114594 h 1604558"/>
              <a:gd name="connsiteX8" fmla="*/ 0 w 1604558"/>
              <a:gd name="connsiteY8" fmla="*/ 802279 h 1604558"/>
              <a:gd name="connsiteX9" fmla="*/ 63124 w 1604558"/>
              <a:gd name="connsiteY9" fmla="*/ 489965 h 1604558"/>
              <a:gd name="connsiteX10" fmla="*/ 235063 w 1604558"/>
              <a:gd name="connsiteY10" fmla="*/ 235063 h 1604558"/>
              <a:gd name="connsiteX11" fmla="*/ 489965 w 1604558"/>
              <a:gd name="connsiteY11" fmla="*/ 63124 h 1604558"/>
              <a:gd name="connsiteX12" fmla="*/ 802279 w 1604558"/>
              <a:gd name="connsiteY12" fmla="*/ 0 h 1604558"/>
              <a:gd name="connsiteX13" fmla="*/ 1114594 w 1604558"/>
              <a:gd name="connsiteY13" fmla="*/ 63124 h 1604558"/>
              <a:gd name="connsiteX14" fmla="*/ 1369496 w 1604558"/>
              <a:gd name="connsiteY14" fmla="*/ 235063 h 1604558"/>
              <a:gd name="connsiteX15" fmla="*/ 1541434 w 1604558"/>
              <a:gd name="connsiteY15" fmla="*/ 489965 h 1604558"/>
              <a:gd name="connsiteX16" fmla="*/ 1604559 w 1604558"/>
              <a:gd name="connsiteY16" fmla="*/ 802279 h 160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4558" h="1604558">
                <a:moveTo>
                  <a:pt x="1604559" y="802279"/>
                </a:moveTo>
                <a:cubicBezTo>
                  <a:pt x="1604559" y="910492"/>
                  <a:pt x="1583217" y="1015699"/>
                  <a:pt x="1541434" y="1114594"/>
                </a:cubicBezTo>
                <a:cubicBezTo>
                  <a:pt x="1501155" y="1210182"/>
                  <a:pt x="1443141" y="1295851"/>
                  <a:pt x="1369496" y="1369496"/>
                </a:cubicBezTo>
                <a:cubicBezTo>
                  <a:pt x="1295851" y="1443141"/>
                  <a:pt x="1210182" y="1500855"/>
                  <a:pt x="1114594" y="1541435"/>
                </a:cubicBezTo>
                <a:cubicBezTo>
                  <a:pt x="1015700" y="1583217"/>
                  <a:pt x="910492" y="1604559"/>
                  <a:pt x="802279" y="1604559"/>
                </a:cubicBezTo>
                <a:cubicBezTo>
                  <a:pt x="694066" y="1604559"/>
                  <a:pt x="588859" y="1583217"/>
                  <a:pt x="489965" y="1541435"/>
                </a:cubicBezTo>
                <a:cubicBezTo>
                  <a:pt x="394376" y="1501155"/>
                  <a:pt x="308708" y="1443141"/>
                  <a:pt x="235063" y="1369496"/>
                </a:cubicBezTo>
                <a:cubicBezTo>
                  <a:pt x="161418" y="1295851"/>
                  <a:pt x="103704" y="1210182"/>
                  <a:pt x="63124" y="1114594"/>
                </a:cubicBezTo>
                <a:cubicBezTo>
                  <a:pt x="21342" y="1015699"/>
                  <a:pt x="0" y="910492"/>
                  <a:pt x="0" y="802279"/>
                </a:cubicBezTo>
                <a:cubicBezTo>
                  <a:pt x="0" y="694066"/>
                  <a:pt x="21342" y="588859"/>
                  <a:pt x="63124" y="489965"/>
                </a:cubicBezTo>
                <a:cubicBezTo>
                  <a:pt x="103404" y="394376"/>
                  <a:pt x="161418" y="308708"/>
                  <a:pt x="235063" y="235063"/>
                </a:cubicBezTo>
                <a:cubicBezTo>
                  <a:pt x="308708" y="161418"/>
                  <a:pt x="394376" y="103704"/>
                  <a:pt x="489965" y="63124"/>
                </a:cubicBezTo>
                <a:cubicBezTo>
                  <a:pt x="588859" y="21342"/>
                  <a:pt x="694066" y="0"/>
                  <a:pt x="802279" y="0"/>
                </a:cubicBezTo>
                <a:cubicBezTo>
                  <a:pt x="910492" y="0"/>
                  <a:pt x="1015700" y="21342"/>
                  <a:pt x="1114594" y="63124"/>
                </a:cubicBezTo>
                <a:cubicBezTo>
                  <a:pt x="1210182" y="103404"/>
                  <a:pt x="1295851" y="161418"/>
                  <a:pt x="1369496" y="235063"/>
                </a:cubicBezTo>
                <a:cubicBezTo>
                  <a:pt x="1443141" y="308708"/>
                  <a:pt x="1500854" y="394376"/>
                  <a:pt x="1541434" y="489965"/>
                </a:cubicBezTo>
                <a:cubicBezTo>
                  <a:pt x="1583517" y="588859"/>
                  <a:pt x="1604559" y="693766"/>
                  <a:pt x="1604559" y="802279"/>
                </a:cubicBezTo>
              </a:path>
            </a:pathLst>
          </a:custGeom>
          <a:noFill/>
          <a:ln w="178551" cap="flat">
            <a:solidFill>
              <a:srgbClr val="4A66AC"/>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7" name="任意多边形: 形状 6">
            <a:extLst>
              <a:ext uri="{FF2B5EF4-FFF2-40B4-BE49-F238E27FC236}">
                <a16:creationId xmlns:a16="http://schemas.microsoft.com/office/drawing/2014/main" id="{73233544-E976-4A04-CC6D-21218A20525B}"/>
              </a:ext>
            </a:extLst>
          </p:cNvPr>
          <p:cNvSpPr/>
          <p:nvPr/>
        </p:nvSpPr>
        <p:spPr>
          <a:xfrm>
            <a:off x="1278236" y="1900673"/>
            <a:ext cx="1457575" cy="1457575"/>
          </a:xfrm>
          <a:custGeom>
            <a:avLst/>
            <a:gdLst>
              <a:gd name="connsiteX0" fmla="*/ 1472298 w 1472298"/>
              <a:gd name="connsiteY0" fmla="*/ 736149 h 1472298"/>
              <a:gd name="connsiteX1" fmla="*/ 736149 w 1472298"/>
              <a:gd name="connsiteY1" fmla="*/ 1472298 h 1472298"/>
              <a:gd name="connsiteX2" fmla="*/ 0 w 1472298"/>
              <a:gd name="connsiteY2" fmla="*/ 736149 h 1472298"/>
              <a:gd name="connsiteX3" fmla="*/ 736149 w 1472298"/>
              <a:gd name="connsiteY3" fmla="*/ 0 h 1472298"/>
              <a:gd name="connsiteX4" fmla="*/ 1472298 w 1472298"/>
              <a:gd name="connsiteY4" fmla="*/ 736149 h 1472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2298" h="1472298">
                <a:moveTo>
                  <a:pt x="1472298" y="736149"/>
                </a:moveTo>
                <a:cubicBezTo>
                  <a:pt x="1472298" y="1142713"/>
                  <a:pt x="1142713" y="1472298"/>
                  <a:pt x="736149" y="1472298"/>
                </a:cubicBezTo>
                <a:cubicBezTo>
                  <a:pt x="329585" y="1472298"/>
                  <a:pt x="0" y="1142713"/>
                  <a:pt x="0" y="736149"/>
                </a:cubicBezTo>
                <a:cubicBezTo>
                  <a:pt x="0" y="329585"/>
                  <a:pt x="329585" y="0"/>
                  <a:pt x="736149" y="0"/>
                </a:cubicBezTo>
                <a:cubicBezTo>
                  <a:pt x="1142713" y="0"/>
                  <a:pt x="1472298" y="329585"/>
                  <a:pt x="1472298" y="736149"/>
                </a:cubicBezTo>
                <a:close/>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8" name="任意多边形: 形状 7">
            <a:extLst>
              <a:ext uri="{FF2B5EF4-FFF2-40B4-BE49-F238E27FC236}">
                <a16:creationId xmlns:a16="http://schemas.microsoft.com/office/drawing/2014/main" id="{85C9BFD3-4439-442F-8F2C-EEB5822766BB}"/>
              </a:ext>
            </a:extLst>
          </p:cNvPr>
          <p:cNvSpPr/>
          <p:nvPr/>
        </p:nvSpPr>
        <p:spPr>
          <a:xfrm>
            <a:off x="1348466" y="1970904"/>
            <a:ext cx="1317114" cy="1317114"/>
          </a:xfrm>
          <a:custGeom>
            <a:avLst/>
            <a:gdLst>
              <a:gd name="connsiteX0" fmla="*/ 1330419 w 1330418"/>
              <a:gd name="connsiteY0" fmla="*/ 665209 h 1330418"/>
              <a:gd name="connsiteX1" fmla="*/ 665209 w 1330418"/>
              <a:gd name="connsiteY1" fmla="*/ 1330419 h 1330418"/>
              <a:gd name="connsiteX2" fmla="*/ 0 w 1330418"/>
              <a:gd name="connsiteY2" fmla="*/ 665209 h 1330418"/>
              <a:gd name="connsiteX3" fmla="*/ 665209 w 1330418"/>
              <a:gd name="connsiteY3" fmla="*/ 0 h 1330418"/>
              <a:gd name="connsiteX4" fmla="*/ 1330419 w 1330418"/>
              <a:gd name="connsiteY4" fmla="*/ 665209 h 1330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0418" h="1330418">
                <a:moveTo>
                  <a:pt x="1330419" y="665209"/>
                </a:moveTo>
                <a:cubicBezTo>
                  <a:pt x="1330419" y="1032595"/>
                  <a:pt x="1032594" y="1330419"/>
                  <a:pt x="665209" y="1330419"/>
                </a:cubicBezTo>
                <a:cubicBezTo>
                  <a:pt x="297824" y="1330419"/>
                  <a:pt x="0" y="1032594"/>
                  <a:pt x="0" y="665209"/>
                </a:cubicBezTo>
                <a:cubicBezTo>
                  <a:pt x="0" y="297824"/>
                  <a:pt x="297825" y="0"/>
                  <a:pt x="665209" y="0"/>
                </a:cubicBezTo>
                <a:cubicBezTo>
                  <a:pt x="1032595" y="0"/>
                  <a:pt x="1330419" y="297825"/>
                  <a:pt x="1330419" y="665209"/>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9" name="任意多边形: 形状 8">
            <a:extLst>
              <a:ext uri="{FF2B5EF4-FFF2-40B4-BE49-F238E27FC236}">
                <a16:creationId xmlns:a16="http://schemas.microsoft.com/office/drawing/2014/main" id="{31373D56-0DB8-6CB4-8E04-A5A9BF9742C0}"/>
              </a:ext>
            </a:extLst>
          </p:cNvPr>
          <p:cNvSpPr/>
          <p:nvPr/>
        </p:nvSpPr>
        <p:spPr>
          <a:xfrm>
            <a:off x="1705271" y="4107568"/>
            <a:ext cx="603504" cy="603504"/>
          </a:xfrm>
          <a:custGeom>
            <a:avLst/>
            <a:gdLst>
              <a:gd name="connsiteX0" fmla="*/ 304800 w 609600"/>
              <a:gd name="connsiteY0" fmla="*/ 609600 h 609600"/>
              <a:gd name="connsiteX1" fmla="*/ 186066 w 609600"/>
              <a:gd name="connsiteY1" fmla="*/ 585553 h 609600"/>
              <a:gd name="connsiteX2" fmla="*/ 89276 w 609600"/>
              <a:gd name="connsiteY2" fmla="*/ 520324 h 609600"/>
              <a:gd name="connsiteX3" fmla="*/ 24047 w 609600"/>
              <a:gd name="connsiteY3" fmla="*/ 423534 h 609600"/>
              <a:gd name="connsiteX4" fmla="*/ 0 w 609600"/>
              <a:gd name="connsiteY4" fmla="*/ 304800 h 609600"/>
              <a:gd name="connsiteX5" fmla="*/ 24047 w 609600"/>
              <a:gd name="connsiteY5" fmla="*/ 186066 h 609600"/>
              <a:gd name="connsiteX6" fmla="*/ 89276 w 609600"/>
              <a:gd name="connsiteY6" fmla="*/ 89276 h 609600"/>
              <a:gd name="connsiteX7" fmla="*/ 186066 w 609600"/>
              <a:gd name="connsiteY7" fmla="*/ 24047 h 609600"/>
              <a:gd name="connsiteX8" fmla="*/ 304800 w 609600"/>
              <a:gd name="connsiteY8" fmla="*/ 0 h 609600"/>
              <a:gd name="connsiteX9" fmla="*/ 423534 w 609600"/>
              <a:gd name="connsiteY9" fmla="*/ 24047 h 609600"/>
              <a:gd name="connsiteX10" fmla="*/ 520324 w 609600"/>
              <a:gd name="connsiteY10" fmla="*/ 89276 h 609600"/>
              <a:gd name="connsiteX11" fmla="*/ 585553 w 609600"/>
              <a:gd name="connsiteY11" fmla="*/ 186066 h 609600"/>
              <a:gd name="connsiteX12" fmla="*/ 609600 w 609600"/>
              <a:gd name="connsiteY12" fmla="*/ 304800 h 609600"/>
              <a:gd name="connsiteX13" fmla="*/ 585553 w 609600"/>
              <a:gd name="connsiteY13" fmla="*/ 423534 h 609600"/>
              <a:gd name="connsiteX14" fmla="*/ 520324 w 609600"/>
              <a:gd name="connsiteY14" fmla="*/ 520324 h 609600"/>
              <a:gd name="connsiteX15" fmla="*/ 423534 w 609600"/>
              <a:gd name="connsiteY15" fmla="*/ 585553 h 609600"/>
              <a:gd name="connsiteX16" fmla="*/ 304800 w 609600"/>
              <a:gd name="connsiteY16" fmla="*/ 60960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600" h="609600">
                <a:moveTo>
                  <a:pt x="304800" y="609600"/>
                </a:moveTo>
                <a:cubicBezTo>
                  <a:pt x="263619" y="609600"/>
                  <a:pt x="223640" y="601484"/>
                  <a:pt x="186066" y="585553"/>
                </a:cubicBezTo>
                <a:cubicBezTo>
                  <a:pt x="149695" y="570222"/>
                  <a:pt x="117231" y="548279"/>
                  <a:pt x="89276" y="520324"/>
                </a:cubicBezTo>
                <a:cubicBezTo>
                  <a:pt x="61321" y="492369"/>
                  <a:pt x="39378" y="459905"/>
                  <a:pt x="24047" y="423534"/>
                </a:cubicBezTo>
                <a:cubicBezTo>
                  <a:pt x="8116" y="385960"/>
                  <a:pt x="0" y="345981"/>
                  <a:pt x="0" y="304800"/>
                </a:cubicBezTo>
                <a:cubicBezTo>
                  <a:pt x="0" y="263619"/>
                  <a:pt x="8116" y="223640"/>
                  <a:pt x="24047" y="186066"/>
                </a:cubicBezTo>
                <a:cubicBezTo>
                  <a:pt x="39378" y="149695"/>
                  <a:pt x="61321" y="117231"/>
                  <a:pt x="89276" y="89276"/>
                </a:cubicBezTo>
                <a:cubicBezTo>
                  <a:pt x="117231" y="61321"/>
                  <a:pt x="149695" y="39377"/>
                  <a:pt x="186066" y="24047"/>
                </a:cubicBezTo>
                <a:cubicBezTo>
                  <a:pt x="223640" y="8116"/>
                  <a:pt x="263619" y="0"/>
                  <a:pt x="304800" y="0"/>
                </a:cubicBezTo>
                <a:cubicBezTo>
                  <a:pt x="345981" y="0"/>
                  <a:pt x="385960" y="8116"/>
                  <a:pt x="423534" y="24047"/>
                </a:cubicBezTo>
                <a:cubicBezTo>
                  <a:pt x="459905" y="39377"/>
                  <a:pt x="492369" y="61321"/>
                  <a:pt x="520324" y="89276"/>
                </a:cubicBezTo>
                <a:cubicBezTo>
                  <a:pt x="548279" y="117231"/>
                  <a:pt x="570223" y="149695"/>
                  <a:pt x="585553" y="186066"/>
                </a:cubicBezTo>
                <a:cubicBezTo>
                  <a:pt x="601484" y="223640"/>
                  <a:pt x="609600" y="263619"/>
                  <a:pt x="609600" y="304800"/>
                </a:cubicBezTo>
                <a:cubicBezTo>
                  <a:pt x="609600" y="345981"/>
                  <a:pt x="601484" y="385960"/>
                  <a:pt x="585553" y="423534"/>
                </a:cubicBezTo>
                <a:cubicBezTo>
                  <a:pt x="570223" y="459905"/>
                  <a:pt x="548279" y="492369"/>
                  <a:pt x="520324" y="520324"/>
                </a:cubicBezTo>
                <a:cubicBezTo>
                  <a:pt x="492369" y="548279"/>
                  <a:pt x="459905" y="570222"/>
                  <a:pt x="423534" y="585553"/>
                </a:cubicBezTo>
                <a:cubicBezTo>
                  <a:pt x="385960" y="601484"/>
                  <a:pt x="345981" y="609600"/>
                  <a:pt x="304800" y="609600"/>
                </a:cubicBezTo>
              </a:path>
            </a:pathLst>
          </a:custGeom>
          <a:solidFill>
            <a:srgbClr val="606060"/>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0" name="任意多边形: 形状 9">
            <a:extLst>
              <a:ext uri="{FF2B5EF4-FFF2-40B4-BE49-F238E27FC236}">
                <a16:creationId xmlns:a16="http://schemas.microsoft.com/office/drawing/2014/main" id="{02EBCBDC-81A1-6843-2890-9E5C85206EA8}"/>
              </a:ext>
            </a:extLst>
          </p:cNvPr>
          <p:cNvSpPr/>
          <p:nvPr/>
        </p:nvSpPr>
        <p:spPr>
          <a:xfrm>
            <a:off x="1754671" y="4156969"/>
            <a:ext cx="504705" cy="504705"/>
          </a:xfrm>
          <a:custGeom>
            <a:avLst/>
            <a:gdLst>
              <a:gd name="connsiteX0" fmla="*/ 509803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6 w 509803"/>
              <a:gd name="connsiteY5" fmla="*/ 489664 h 509803"/>
              <a:gd name="connsiteX6" fmla="*/ 74847 w 509803"/>
              <a:gd name="connsiteY6" fmla="*/ 434956 h 509803"/>
              <a:gd name="connsiteX7" fmla="*/ 20140 w 509803"/>
              <a:gd name="connsiteY7" fmla="*/ 354097 h 509803"/>
              <a:gd name="connsiteX8" fmla="*/ 0 w 509803"/>
              <a:gd name="connsiteY8" fmla="*/ 254902 h 509803"/>
              <a:gd name="connsiteX9" fmla="*/ 20140 w 509803"/>
              <a:gd name="connsiteY9" fmla="*/ 155707 h 509803"/>
              <a:gd name="connsiteX10" fmla="*/ 74847 w 509803"/>
              <a:gd name="connsiteY10" fmla="*/ 74847 h 509803"/>
              <a:gd name="connsiteX11" fmla="*/ 155706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7 h 509803"/>
              <a:gd name="connsiteX16" fmla="*/ 509803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3" y="254902"/>
                </a:moveTo>
                <a:cubicBezTo>
                  <a:pt x="509803" y="289169"/>
                  <a:pt x="503190" y="322535"/>
                  <a:pt x="489664" y="354097"/>
                </a:cubicBezTo>
                <a:cubicBezTo>
                  <a:pt x="476738" y="384457"/>
                  <a:pt x="458402" y="411811"/>
                  <a:pt x="434956" y="434956"/>
                </a:cubicBezTo>
                <a:cubicBezTo>
                  <a:pt x="411510" y="458402"/>
                  <a:pt x="384457" y="476738"/>
                  <a:pt x="354097" y="489664"/>
                </a:cubicBezTo>
                <a:cubicBezTo>
                  <a:pt x="322535" y="502890"/>
                  <a:pt x="289169" y="509804"/>
                  <a:pt x="254902" y="509804"/>
                </a:cubicBezTo>
                <a:cubicBezTo>
                  <a:pt x="220634" y="509804"/>
                  <a:pt x="187269" y="503191"/>
                  <a:pt x="155706" y="489664"/>
                </a:cubicBezTo>
                <a:cubicBezTo>
                  <a:pt x="125347" y="476738"/>
                  <a:pt x="97993" y="458402"/>
                  <a:pt x="74847" y="434956"/>
                </a:cubicBezTo>
                <a:cubicBezTo>
                  <a:pt x="51401" y="411510"/>
                  <a:pt x="33065" y="384457"/>
                  <a:pt x="20140" y="354097"/>
                </a:cubicBezTo>
                <a:cubicBezTo>
                  <a:pt x="6914" y="322535"/>
                  <a:pt x="0" y="289169"/>
                  <a:pt x="0" y="254902"/>
                </a:cubicBezTo>
                <a:cubicBezTo>
                  <a:pt x="0" y="220634"/>
                  <a:pt x="6613" y="187269"/>
                  <a:pt x="20140" y="155707"/>
                </a:cubicBezTo>
                <a:cubicBezTo>
                  <a:pt x="33065" y="125347"/>
                  <a:pt x="51401" y="97993"/>
                  <a:pt x="74847" y="74847"/>
                </a:cubicBezTo>
                <a:cubicBezTo>
                  <a:pt x="98294" y="51401"/>
                  <a:pt x="125347" y="33065"/>
                  <a:pt x="155706" y="20140"/>
                </a:cubicBezTo>
                <a:cubicBezTo>
                  <a:pt x="187269" y="6914"/>
                  <a:pt x="220634" y="0"/>
                  <a:pt x="254902" y="0"/>
                </a:cubicBezTo>
                <a:cubicBezTo>
                  <a:pt x="289169" y="0"/>
                  <a:pt x="322535" y="6613"/>
                  <a:pt x="354097" y="20140"/>
                </a:cubicBezTo>
                <a:cubicBezTo>
                  <a:pt x="384457" y="33065"/>
                  <a:pt x="411811" y="51401"/>
                  <a:pt x="434956" y="74847"/>
                </a:cubicBezTo>
                <a:cubicBezTo>
                  <a:pt x="458402" y="98294"/>
                  <a:pt x="476738" y="125347"/>
                  <a:pt x="489664" y="155707"/>
                </a:cubicBezTo>
                <a:cubicBezTo>
                  <a:pt x="502890" y="187269"/>
                  <a:pt x="509803" y="220634"/>
                  <a:pt x="509803" y="254902"/>
                </a:cubicBezTo>
              </a:path>
            </a:pathLst>
          </a:custGeom>
          <a:noFill/>
          <a:ln w="178551" cap="flat">
            <a:solidFill>
              <a:srgbClr val="4A66AC"/>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1" name="任意多边形: 形状 10">
            <a:extLst>
              <a:ext uri="{FF2B5EF4-FFF2-40B4-BE49-F238E27FC236}">
                <a16:creationId xmlns:a16="http://schemas.microsoft.com/office/drawing/2014/main" id="{DA90FDF1-941A-EB7F-9940-700B4CFF5211}"/>
              </a:ext>
            </a:extLst>
          </p:cNvPr>
          <p:cNvSpPr/>
          <p:nvPr/>
        </p:nvSpPr>
        <p:spPr>
          <a:xfrm>
            <a:off x="1775503" y="4177801"/>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2" name="任意多边形: 形状 11">
            <a:extLst>
              <a:ext uri="{FF2B5EF4-FFF2-40B4-BE49-F238E27FC236}">
                <a16:creationId xmlns:a16="http://schemas.microsoft.com/office/drawing/2014/main" id="{1C8FC0D6-8B8E-7B31-BC07-8485F6D3A0FC}"/>
              </a:ext>
            </a:extLst>
          </p:cNvPr>
          <p:cNvSpPr/>
          <p:nvPr/>
        </p:nvSpPr>
        <p:spPr>
          <a:xfrm>
            <a:off x="1754671" y="2377107"/>
            <a:ext cx="504705" cy="504705"/>
          </a:xfrm>
          <a:custGeom>
            <a:avLst/>
            <a:gdLst>
              <a:gd name="connsiteX0" fmla="*/ 509803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6 w 509803"/>
              <a:gd name="connsiteY5" fmla="*/ 489664 h 509803"/>
              <a:gd name="connsiteX6" fmla="*/ 74847 w 509803"/>
              <a:gd name="connsiteY6" fmla="*/ 434956 h 509803"/>
              <a:gd name="connsiteX7" fmla="*/ 20140 w 509803"/>
              <a:gd name="connsiteY7" fmla="*/ 354097 h 509803"/>
              <a:gd name="connsiteX8" fmla="*/ 0 w 509803"/>
              <a:gd name="connsiteY8" fmla="*/ 254902 h 509803"/>
              <a:gd name="connsiteX9" fmla="*/ 20140 w 509803"/>
              <a:gd name="connsiteY9" fmla="*/ 155706 h 509803"/>
              <a:gd name="connsiteX10" fmla="*/ 74847 w 509803"/>
              <a:gd name="connsiteY10" fmla="*/ 74847 h 509803"/>
              <a:gd name="connsiteX11" fmla="*/ 155706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6 h 509803"/>
              <a:gd name="connsiteX16" fmla="*/ 509803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3" y="254902"/>
                </a:moveTo>
                <a:cubicBezTo>
                  <a:pt x="509803" y="289169"/>
                  <a:pt x="503190" y="322535"/>
                  <a:pt x="489664" y="354097"/>
                </a:cubicBezTo>
                <a:cubicBezTo>
                  <a:pt x="476738" y="384457"/>
                  <a:pt x="458402" y="411811"/>
                  <a:pt x="434956" y="434956"/>
                </a:cubicBezTo>
                <a:cubicBezTo>
                  <a:pt x="411510" y="458102"/>
                  <a:pt x="384457" y="476738"/>
                  <a:pt x="354097" y="489664"/>
                </a:cubicBezTo>
                <a:cubicBezTo>
                  <a:pt x="322535" y="502890"/>
                  <a:pt x="289169" y="509804"/>
                  <a:pt x="254902" y="509804"/>
                </a:cubicBezTo>
                <a:cubicBezTo>
                  <a:pt x="220634" y="509804"/>
                  <a:pt x="187269" y="503191"/>
                  <a:pt x="155706" y="489664"/>
                </a:cubicBezTo>
                <a:cubicBezTo>
                  <a:pt x="125347" y="476738"/>
                  <a:pt x="97993" y="458402"/>
                  <a:pt x="74847" y="434956"/>
                </a:cubicBezTo>
                <a:cubicBezTo>
                  <a:pt x="51702" y="411510"/>
                  <a:pt x="33065" y="384457"/>
                  <a:pt x="20140" y="354097"/>
                </a:cubicBezTo>
                <a:cubicBezTo>
                  <a:pt x="6914" y="322535"/>
                  <a:pt x="0" y="289169"/>
                  <a:pt x="0" y="254902"/>
                </a:cubicBezTo>
                <a:cubicBezTo>
                  <a:pt x="0" y="220634"/>
                  <a:pt x="6613" y="187269"/>
                  <a:pt x="20140" y="155706"/>
                </a:cubicBezTo>
                <a:cubicBezTo>
                  <a:pt x="33065" y="125347"/>
                  <a:pt x="51401" y="97993"/>
                  <a:pt x="74847" y="74847"/>
                </a:cubicBezTo>
                <a:cubicBezTo>
                  <a:pt x="98294" y="51702"/>
                  <a:pt x="125347" y="33065"/>
                  <a:pt x="155706" y="20140"/>
                </a:cubicBezTo>
                <a:cubicBezTo>
                  <a:pt x="187269" y="6914"/>
                  <a:pt x="220634" y="0"/>
                  <a:pt x="254902" y="0"/>
                </a:cubicBezTo>
                <a:cubicBezTo>
                  <a:pt x="289169" y="0"/>
                  <a:pt x="322535" y="6613"/>
                  <a:pt x="354097" y="20140"/>
                </a:cubicBezTo>
                <a:cubicBezTo>
                  <a:pt x="384457" y="33065"/>
                  <a:pt x="411811" y="51401"/>
                  <a:pt x="434956" y="74847"/>
                </a:cubicBezTo>
                <a:cubicBezTo>
                  <a:pt x="458102" y="98294"/>
                  <a:pt x="476738" y="125347"/>
                  <a:pt x="489664" y="155706"/>
                </a:cubicBezTo>
                <a:cubicBezTo>
                  <a:pt x="502890" y="186968"/>
                  <a:pt x="509803" y="220334"/>
                  <a:pt x="509803" y="254902"/>
                </a:cubicBezTo>
              </a:path>
            </a:pathLst>
          </a:custGeom>
          <a:noFill/>
          <a:ln w="178551" cap="flat">
            <a:solidFill>
              <a:srgbClr val="4A66AC"/>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3" name="任意多边形: 形状 12">
            <a:extLst>
              <a:ext uri="{FF2B5EF4-FFF2-40B4-BE49-F238E27FC236}">
                <a16:creationId xmlns:a16="http://schemas.microsoft.com/office/drawing/2014/main" id="{BD789A7F-7A61-413E-0559-AAC5FC27D680}"/>
              </a:ext>
            </a:extLst>
          </p:cNvPr>
          <p:cNvSpPr/>
          <p:nvPr/>
        </p:nvSpPr>
        <p:spPr>
          <a:xfrm>
            <a:off x="1775503" y="2397939"/>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4" name="任意多边形: 形状 13">
            <a:extLst>
              <a:ext uri="{FF2B5EF4-FFF2-40B4-BE49-F238E27FC236}">
                <a16:creationId xmlns:a16="http://schemas.microsoft.com/office/drawing/2014/main" id="{19603979-132A-72BF-8E58-614097E2CFDB}"/>
              </a:ext>
            </a:extLst>
          </p:cNvPr>
          <p:cNvSpPr/>
          <p:nvPr/>
        </p:nvSpPr>
        <p:spPr>
          <a:xfrm>
            <a:off x="2007022" y="2630353"/>
            <a:ext cx="2975" cy="1685227"/>
          </a:xfrm>
          <a:custGeom>
            <a:avLst/>
            <a:gdLst>
              <a:gd name="connsiteX0" fmla="*/ 0 w 3005"/>
              <a:gd name="connsiteY0" fmla="*/ 0 h 1702250"/>
              <a:gd name="connsiteX1" fmla="*/ 0 w 3005"/>
              <a:gd name="connsiteY1" fmla="*/ 1702251 h 1702250"/>
            </a:gdLst>
            <a:ahLst/>
            <a:cxnLst>
              <a:cxn ang="0">
                <a:pos x="connsiteX0" y="connsiteY0"/>
              </a:cxn>
              <a:cxn ang="0">
                <a:pos x="connsiteX1" y="connsiteY1"/>
              </a:cxn>
            </a:cxnLst>
            <a:rect l="l" t="t" r="r" b="b"/>
            <a:pathLst>
              <a:path w="3005" h="1702250">
                <a:moveTo>
                  <a:pt x="0" y="0"/>
                </a:moveTo>
                <a:lnTo>
                  <a:pt x="0" y="1702251"/>
                </a:lnTo>
              </a:path>
            </a:pathLst>
          </a:custGeom>
          <a:ln w="105176" cap="rnd">
            <a:solidFill>
              <a:srgbClr val="FFFFFF"/>
            </a:solidFill>
            <a:prstDash val="solid"/>
            <a:bevel/>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nvGrpSpPr>
          <p:cNvPr id="15" name="组合 14">
            <a:extLst>
              <a:ext uri="{FF2B5EF4-FFF2-40B4-BE49-F238E27FC236}">
                <a16:creationId xmlns:a16="http://schemas.microsoft.com/office/drawing/2014/main" id="{086D8103-DA63-0A6B-FB4D-69AE3078790E}"/>
              </a:ext>
            </a:extLst>
          </p:cNvPr>
          <p:cNvGrpSpPr/>
          <p:nvPr/>
        </p:nvGrpSpPr>
        <p:grpSpPr>
          <a:xfrm>
            <a:off x="1928909" y="4303381"/>
            <a:ext cx="150281" cy="183609"/>
            <a:chOff x="1934918" y="4278943"/>
            <a:chExt cx="150281" cy="183609"/>
          </a:xfrm>
          <a:solidFill>
            <a:srgbClr val="4A66AC"/>
          </a:solidFill>
        </p:grpSpPr>
        <p:sp>
          <p:nvSpPr>
            <p:cNvPr id="16" name="任意多边形: 形状 15">
              <a:extLst>
                <a:ext uri="{FF2B5EF4-FFF2-40B4-BE49-F238E27FC236}">
                  <a16:creationId xmlns:a16="http://schemas.microsoft.com/office/drawing/2014/main" id="{3DD5FD44-075E-1AE7-8660-768993B5112B}"/>
                </a:ext>
              </a:extLst>
            </p:cNvPr>
            <p:cNvSpPr/>
            <p:nvPr/>
          </p:nvSpPr>
          <p:spPr>
            <a:xfrm>
              <a:off x="1934918" y="4278943"/>
              <a:ext cx="81538" cy="183609"/>
            </a:xfrm>
            <a:custGeom>
              <a:avLst/>
              <a:gdLst>
                <a:gd name="connsiteX0" fmla="*/ 10821 w 82362"/>
                <a:gd name="connsiteY0" fmla="*/ 174343 h 185464"/>
                <a:gd name="connsiteX1" fmla="*/ 0 w 82362"/>
                <a:gd name="connsiteY1" fmla="*/ 142781 h 185464"/>
                <a:gd name="connsiteX2" fmla="*/ 0 w 82362"/>
                <a:gd name="connsiteY2" fmla="*/ 42684 h 185464"/>
                <a:gd name="connsiteX3" fmla="*/ 10821 w 82362"/>
                <a:gd name="connsiteY3" fmla="*/ 11122 h 185464"/>
                <a:gd name="connsiteX4" fmla="*/ 41181 w 82362"/>
                <a:gd name="connsiteY4" fmla="*/ 0 h 185464"/>
                <a:gd name="connsiteX5" fmla="*/ 71541 w 82362"/>
                <a:gd name="connsiteY5" fmla="*/ 11122 h 185464"/>
                <a:gd name="connsiteX6" fmla="*/ 82362 w 82362"/>
                <a:gd name="connsiteY6" fmla="*/ 42684 h 185464"/>
                <a:gd name="connsiteX7" fmla="*/ 82362 w 82362"/>
                <a:gd name="connsiteY7" fmla="*/ 142781 h 185464"/>
                <a:gd name="connsiteX8" fmla="*/ 71541 w 82362"/>
                <a:gd name="connsiteY8" fmla="*/ 174343 h 185464"/>
                <a:gd name="connsiteX9" fmla="*/ 41181 w 82362"/>
                <a:gd name="connsiteY9" fmla="*/ 185465 h 185464"/>
                <a:gd name="connsiteX10" fmla="*/ 10821 w 82362"/>
                <a:gd name="connsiteY10" fmla="*/ 174343 h 185464"/>
                <a:gd name="connsiteX11" fmla="*/ 51702 w 82362"/>
                <a:gd name="connsiteY11" fmla="*/ 154504 h 185464"/>
                <a:gd name="connsiteX12" fmla="*/ 55309 w 82362"/>
                <a:gd name="connsiteY12" fmla="*/ 142480 h 185464"/>
                <a:gd name="connsiteX13" fmla="*/ 55309 w 82362"/>
                <a:gd name="connsiteY13" fmla="*/ 42684 h 185464"/>
                <a:gd name="connsiteX14" fmla="*/ 51702 w 82362"/>
                <a:gd name="connsiteY14" fmla="*/ 30660 h 185464"/>
                <a:gd name="connsiteX15" fmla="*/ 41482 w 82362"/>
                <a:gd name="connsiteY15" fmla="*/ 26452 h 185464"/>
                <a:gd name="connsiteX16" fmla="*/ 31261 w 82362"/>
                <a:gd name="connsiteY16" fmla="*/ 30660 h 185464"/>
                <a:gd name="connsiteX17" fmla="*/ 27654 w 82362"/>
                <a:gd name="connsiteY17" fmla="*/ 42684 h 185464"/>
                <a:gd name="connsiteX18" fmla="*/ 27654 w 82362"/>
                <a:gd name="connsiteY18" fmla="*/ 142480 h 185464"/>
                <a:gd name="connsiteX19" fmla="*/ 31261 w 82362"/>
                <a:gd name="connsiteY19" fmla="*/ 154504 h 185464"/>
                <a:gd name="connsiteX20" fmla="*/ 41482 w 82362"/>
                <a:gd name="connsiteY20" fmla="*/ 158712 h 185464"/>
                <a:gd name="connsiteX21" fmla="*/ 51702 w 82362"/>
                <a:gd name="connsiteY21" fmla="*/ 154504 h 185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2362" h="185464">
                  <a:moveTo>
                    <a:pt x="10821" y="174343"/>
                  </a:moveTo>
                  <a:cubicBezTo>
                    <a:pt x="3607" y="166828"/>
                    <a:pt x="0" y="156308"/>
                    <a:pt x="0" y="142781"/>
                  </a:cubicBezTo>
                  <a:lnTo>
                    <a:pt x="0" y="42684"/>
                  </a:lnTo>
                  <a:cubicBezTo>
                    <a:pt x="0" y="29157"/>
                    <a:pt x="3607" y="18637"/>
                    <a:pt x="10821" y="11122"/>
                  </a:cubicBezTo>
                  <a:cubicBezTo>
                    <a:pt x="18036" y="3607"/>
                    <a:pt x="28256" y="0"/>
                    <a:pt x="41181" y="0"/>
                  </a:cubicBezTo>
                  <a:cubicBezTo>
                    <a:pt x="54107" y="0"/>
                    <a:pt x="64327" y="3607"/>
                    <a:pt x="71541" y="11122"/>
                  </a:cubicBezTo>
                  <a:cubicBezTo>
                    <a:pt x="78755" y="18637"/>
                    <a:pt x="82362" y="29157"/>
                    <a:pt x="82362" y="42684"/>
                  </a:cubicBezTo>
                  <a:lnTo>
                    <a:pt x="82362" y="142781"/>
                  </a:lnTo>
                  <a:cubicBezTo>
                    <a:pt x="82362" y="156308"/>
                    <a:pt x="78755" y="166828"/>
                    <a:pt x="71541" y="174343"/>
                  </a:cubicBezTo>
                  <a:cubicBezTo>
                    <a:pt x="64327" y="181858"/>
                    <a:pt x="54107" y="185465"/>
                    <a:pt x="41181" y="185465"/>
                  </a:cubicBezTo>
                  <a:cubicBezTo>
                    <a:pt x="28256" y="185465"/>
                    <a:pt x="18036" y="181557"/>
                    <a:pt x="10821" y="174343"/>
                  </a:cubicBezTo>
                  <a:close/>
                  <a:moveTo>
                    <a:pt x="51702" y="154504"/>
                  </a:moveTo>
                  <a:cubicBezTo>
                    <a:pt x="54107" y="151799"/>
                    <a:pt x="55309" y="147590"/>
                    <a:pt x="55309" y="142480"/>
                  </a:cubicBezTo>
                  <a:lnTo>
                    <a:pt x="55309" y="42684"/>
                  </a:lnTo>
                  <a:cubicBezTo>
                    <a:pt x="55309" y="37574"/>
                    <a:pt x="54107" y="33666"/>
                    <a:pt x="51702" y="30660"/>
                  </a:cubicBezTo>
                  <a:cubicBezTo>
                    <a:pt x="49297" y="27654"/>
                    <a:pt x="45990" y="26452"/>
                    <a:pt x="41482" y="26452"/>
                  </a:cubicBezTo>
                  <a:cubicBezTo>
                    <a:pt x="37273" y="26452"/>
                    <a:pt x="33666" y="27955"/>
                    <a:pt x="31261" y="30660"/>
                  </a:cubicBezTo>
                  <a:cubicBezTo>
                    <a:pt x="28857" y="33366"/>
                    <a:pt x="27654" y="37574"/>
                    <a:pt x="27654" y="42684"/>
                  </a:cubicBezTo>
                  <a:lnTo>
                    <a:pt x="27654" y="142480"/>
                  </a:lnTo>
                  <a:cubicBezTo>
                    <a:pt x="27654" y="147590"/>
                    <a:pt x="28857" y="151498"/>
                    <a:pt x="31261" y="154504"/>
                  </a:cubicBezTo>
                  <a:cubicBezTo>
                    <a:pt x="33666" y="157209"/>
                    <a:pt x="36973" y="158712"/>
                    <a:pt x="41482" y="158712"/>
                  </a:cubicBezTo>
                  <a:cubicBezTo>
                    <a:pt x="45690" y="159013"/>
                    <a:pt x="49297" y="157510"/>
                    <a:pt x="51702" y="154504"/>
                  </a:cubicBez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7" name="任意多边形: 形状 16">
              <a:extLst>
                <a:ext uri="{FF2B5EF4-FFF2-40B4-BE49-F238E27FC236}">
                  <a16:creationId xmlns:a16="http://schemas.microsoft.com/office/drawing/2014/main" id="{225C3615-D927-8449-4793-6FF8292DC0DD}"/>
                </a:ext>
              </a:extLst>
            </p:cNvPr>
            <p:cNvSpPr/>
            <p:nvPr/>
          </p:nvSpPr>
          <p:spPr>
            <a:xfrm>
              <a:off x="2032824" y="4281027"/>
              <a:ext cx="52375" cy="179443"/>
            </a:xfrm>
            <a:custGeom>
              <a:avLst/>
              <a:gdLst>
                <a:gd name="connsiteX0" fmla="*/ 52604 w 52904"/>
                <a:gd name="connsiteY0" fmla="*/ 181257 h 181256"/>
                <a:gd name="connsiteX1" fmla="*/ 25250 w 52904"/>
                <a:gd name="connsiteY1" fmla="*/ 181257 h 181256"/>
                <a:gd name="connsiteX2" fmla="*/ 25250 w 52904"/>
                <a:gd name="connsiteY2" fmla="*/ 29759 h 181256"/>
                <a:gd name="connsiteX3" fmla="*/ 0 w 52904"/>
                <a:gd name="connsiteY3" fmla="*/ 43886 h 181256"/>
                <a:gd name="connsiteX4" fmla="*/ 0 w 52904"/>
                <a:gd name="connsiteY4" fmla="*/ 14729 h 181256"/>
                <a:gd name="connsiteX5" fmla="*/ 24047 w 52904"/>
                <a:gd name="connsiteY5" fmla="*/ 0 h 181256"/>
                <a:gd name="connsiteX6" fmla="*/ 52904 w 52904"/>
                <a:gd name="connsiteY6" fmla="*/ 0 h 181256"/>
                <a:gd name="connsiteX7" fmla="*/ 52604 w 52904"/>
                <a:gd name="connsiteY7" fmla="*/ 181257 h 181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904" h="181256">
                  <a:moveTo>
                    <a:pt x="52604" y="181257"/>
                  </a:moveTo>
                  <a:lnTo>
                    <a:pt x="25250" y="181257"/>
                  </a:lnTo>
                  <a:lnTo>
                    <a:pt x="25250" y="29759"/>
                  </a:lnTo>
                  <a:lnTo>
                    <a:pt x="0" y="43886"/>
                  </a:lnTo>
                  <a:lnTo>
                    <a:pt x="0" y="14729"/>
                  </a:lnTo>
                  <a:lnTo>
                    <a:pt x="24047" y="0"/>
                  </a:lnTo>
                  <a:lnTo>
                    <a:pt x="52904" y="0"/>
                  </a:lnTo>
                  <a:lnTo>
                    <a:pt x="52604" y="181257"/>
                  </a:ln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sp>
        <p:nvSpPr>
          <p:cNvPr id="18" name="任意多边形: 形状 17">
            <a:extLst>
              <a:ext uri="{FF2B5EF4-FFF2-40B4-BE49-F238E27FC236}">
                <a16:creationId xmlns:a16="http://schemas.microsoft.com/office/drawing/2014/main" id="{67D73C5D-CB7E-1358-906F-337C7EAC1EB4}"/>
              </a:ext>
            </a:extLst>
          </p:cNvPr>
          <p:cNvSpPr/>
          <p:nvPr/>
        </p:nvSpPr>
        <p:spPr>
          <a:xfrm>
            <a:off x="3369669" y="1899186"/>
            <a:ext cx="2726778" cy="1459359"/>
          </a:xfrm>
          <a:custGeom>
            <a:avLst/>
            <a:gdLst>
              <a:gd name="connsiteX0" fmla="*/ 0 w 2754321"/>
              <a:gd name="connsiteY0" fmla="*/ 0 h 1474101"/>
              <a:gd name="connsiteX1" fmla="*/ 2754322 w 2754321"/>
              <a:gd name="connsiteY1" fmla="*/ 0 h 1474101"/>
              <a:gd name="connsiteX2" fmla="*/ 2754322 w 2754321"/>
              <a:gd name="connsiteY2" fmla="*/ 1474102 h 1474101"/>
              <a:gd name="connsiteX3" fmla="*/ 0 w 2754321"/>
              <a:gd name="connsiteY3" fmla="*/ 1474102 h 1474101"/>
            </a:gdLst>
            <a:ahLst/>
            <a:cxnLst>
              <a:cxn ang="0">
                <a:pos x="connsiteX0" y="connsiteY0"/>
              </a:cxn>
              <a:cxn ang="0">
                <a:pos x="connsiteX1" y="connsiteY1"/>
              </a:cxn>
              <a:cxn ang="0">
                <a:pos x="connsiteX2" y="connsiteY2"/>
              </a:cxn>
              <a:cxn ang="0">
                <a:pos x="connsiteX3" y="connsiteY3"/>
              </a:cxn>
            </a:cxnLst>
            <a:rect l="l" t="t" r="r" b="b"/>
            <a:pathLst>
              <a:path w="2754321" h="1474101">
                <a:moveTo>
                  <a:pt x="0" y="0"/>
                </a:moveTo>
                <a:lnTo>
                  <a:pt x="2754322" y="0"/>
                </a:lnTo>
                <a:lnTo>
                  <a:pt x="2754322" y="1474102"/>
                </a:lnTo>
                <a:lnTo>
                  <a:pt x="0" y="1474102"/>
                </a:lnTo>
                <a:close/>
              </a:path>
            </a:pathLst>
          </a:custGeom>
          <a:solidFill>
            <a:srgbClr val="629DD1"/>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9" name="任意多边形: 形状 18">
            <a:extLst>
              <a:ext uri="{FF2B5EF4-FFF2-40B4-BE49-F238E27FC236}">
                <a16:creationId xmlns:a16="http://schemas.microsoft.com/office/drawing/2014/main" id="{EDCB7D54-0AC6-F481-B609-D4B29F768289}"/>
              </a:ext>
            </a:extLst>
          </p:cNvPr>
          <p:cNvSpPr/>
          <p:nvPr/>
        </p:nvSpPr>
        <p:spPr>
          <a:xfrm>
            <a:off x="3631842" y="1528394"/>
            <a:ext cx="2202135" cy="2202135"/>
          </a:xfrm>
          <a:custGeom>
            <a:avLst/>
            <a:gdLst>
              <a:gd name="connsiteX0" fmla="*/ 1112189 w 2224378"/>
              <a:gd name="connsiteY0" fmla="*/ 2224379 h 2224378"/>
              <a:gd name="connsiteX1" fmla="*/ 679337 w 2224378"/>
              <a:gd name="connsiteY1" fmla="*/ 2136907 h 2224378"/>
              <a:gd name="connsiteX2" fmla="*/ 325842 w 2224378"/>
              <a:gd name="connsiteY2" fmla="*/ 1898538 h 2224378"/>
              <a:gd name="connsiteX3" fmla="*/ 87472 w 2224378"/>
              <a:gd name="connsiteY3" fmla="*/ 1545042 h 2224378"/>
              <a:gd name="connsiteX4" fmla="*/ 0 w 2224378"/>
              <a:gd name="connsiteY4" fmla="*/ 1112189 h 2224378"/>
              <a:gd name="connsiteX5" fmla="*/ 87472 w 2224378"/>
              <a:gd name="connsiteY5" fmla="*/ 679337 h 2224378"/>
              <a:gd name="connsiteX6" fmla="*/ 325842 w 2224378"/>
              <a:gd name="connsiteY6" fmla="*/ 325842 h 2224378"/>
              <a:gd name="connsiteX7" fmla="*/ 679337 w 2224378"/>
              <a:gd name="connsiteY7" fmla="*/ 87472 h 2224378"/>
              <a:gd name="connsiteX8" fmla="*/ 1112189 w 2224378"/>
              <a:gd name="connsiteY8" fmla="*/ 0 h 2224378"/>
              <a:gd name="connsiteX9" fmla="*/ 1545041 w 2224378"/>
              <a:gd name="connsiteY9" fmla="*/ 87472 h 2224378"/>
              <a:gd name="connsiteX10" fmla="*/ 1898537 w 2224378"/>
              <a:gd name="connsiteY10" fmla="*/ 325842 h 2224378"/>
              <a:gd name="connsiteX11" fmla="*/ 2136907 w 2224378"/>
              <a:gd name="connsiteY11" fmla="*/ 679337 h 2224378"/>
              <a:gd name="connsiteX12" fmla="*/ 2224379 w 2224378"/>
              <a:gd name="connsiteY12" fmla="*/ 1112189 h 2224378"/>
              <a:gd name="connsiteX13" fmla="*/ 2136907 w 2224378"/>
              <a:gd name="connsiteY13" fmla="*/ 1545042 h 2224378"/>
              <a:gd name="connsiteX14" fmla="*/ 1898537 w 2224378"/>
              <a:gd name="connsiteY14" fmla="*/ 1898538 h 2224378"/>
              <a:gd name="connsiteX15" fmla="*/ 1545041 w 2224378"/>
              <a:gd name="connsiteY15" fmla="*/ 2136907 h 2224378"/>
              <a:gd name="connsiteX16" fmla="*/ 1112189 w 2224378"/>
              <a:gd name="connsiteY16" fmla="*/ 2224379 h 2224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24378" h="2224378">
                <a:moveTo>
                  <a:pt x="1112189" y="2224379"/>
                </a:moveTo>
                <a:cubicBezTo>
                  <a:pt x="962194" y="2224379"/>
                  <a:pt x="816407" y="2194921"/>
                  <a:pt x="679337" y="2136907"/>
                </a:cubicBezTo>
                <a:cubicBezTo>
                  <a:pt x="546776" y="2080997"/>
                  <a:pt x="428043" y="2000739"/>
                  <a:pt x="325842" y="1898538"/>
                </a:cubicBezTo>
                <a:cubicBezTo>
                  <a:pt x="223640" y="1796336"/>
                  <a:pt x="143683" y="1677603"/>
                  <a:pt x="87472" y="1545042"/>
                </a:cubicBezTo>
                <a:cubicBezTo>
                  <a:pt x="29458" y="1407972"/>
                  <a:pt x="0" y="1262185"/>
                  <a:pt x="0" y="1112189"/>
                </a:cubicBezTo>
                <a:cubicBezTo>
                  <a:pt x="0" y="962194"/>
                  <a:pt x="29458" y="816407"/>
                  <a:pt x="87472" y="679337"/>
                </a:cubicBezTo>
                <a:cubicBezTo>
                  <a:pt x="143382" y="546776"/>
                  <a:pt x="223640" y="428043"/>
                  <a:pt x="325842" y="325842"/>
                </a:cubicBezTo>
                <a:cubicBezTo>
                  <a:pt x="428043" y="223640"/>
                  <a:pt x="546776" y="143683"/>
                  <a:pt x="679337" y="87472"/>
                </a:cubicBezTo>
                <a:cubicBezTo>
                  <a:pt x="816407" y="29458"/>
                  <a:pt x="962194" y="0"/>
                  <a:pt x="1112189" y="0"/>
                </a:cubicBezTo>
                <a:cubicBezTo>
                  <a:pt x="1262185" y="0"/>
                  <a:pt x="1407972" y="29458"/>
                  <a:pt x="1545041" y="87472"/>
                </a:cubicBezTo>
                <a:cubicBezTo>
                  <a:pt x="1677602" y="143382"/>
                  <a:pt x="1796336" y="223640"/>
                  <a:pt x="1898537" y="325842"/>
                </a:cubicBezTo>
                <a:cubicBezTo>
                  <a:pt x="2000738" y="428043"/>
                  <a:pt x="2080696" y="546776"/>
                  <a:pt x="2136907" y="679337"/>
                </a:cubicBezTo>
                <a:cubicBezTo>
                  <a:pt x="2194921" y="816407"/>
                  <a:pt x="2224379" y="962194"/>
                  <a:pt x="2224379" y="1112189"/>
                </a:cubicBezTo>
                <a:cubicBezTo>
                  <a:pt x="2224379" y="1262185"/>
                  <a:pt x="2194921" y="1407972"/>
                  <a:pt x="2136907" y="1545042"/>
                </a:cubicBezTo>
                <a:cubicBezTo>
                  <a:pt x="2080997" y="1677603"/>
                  <a:pt x="2000738" y="1796336"/>
                  <a:pt x="1898537" y="1898538"/>
                </a:cubicBezTo>
                <a:cubicBezTo>
                  <a:pt x="1796336" y="2000739"/>
                  <a:pt x="1677602" y="2080696"/>
                  <a:pt x="1545041" y="2136907"/>
                </a:cubicBezTo>
                <a:cubicBezTo>
                  <a:pt x="1407972" y="2194921"/>
                  <a:pt x="1262185" y="2224379"/>
                  <a:pt x="1112189" y="2224379"/>
                </a:cubicBezTo>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0" name="任意多边形: 形状 19">
            <a:extLst>
              <a:ext uri="{FF2B5EF4-FFF2-40B4-BE49-F238E27FC236}">
                <a16:creationId xmlns:a16="http://schemas.microsoft.com/office/drawing/2014/main" id="{9E6E2F26-F7D1-3767-1004-D03D3563A168}"/>
              </a:ext>
            </a:extLst>
          </p:cNvPr>
          <p:cNvSpPr/>
          <p:nvPr/>
        </p:nvSpPr>
        <p:spPr>
          <a:xfrm>
            <a:off x="3938356" y="1835203"/>
            <a:ext cx="1588512" cy="1588512"/>
          </a:xfrm>
          <a:custGeom>
            <a:avLst/>
            <a:gdLst>
              <a:gd name="connsiteX0" fmla="*/ 1604559 w 1604558"/>
              <a:gd name="connsiteY0" fmla="*/ 802279 h 1604558"/>
              <a:gd name="connsiteX1" fmla="*/ 1541435 w 1604558"/>
              <a:gd name="connsiteY1" fmla="*/ 1114594 h 1604558"/>
              <a:gd name="connsiteX2" fmla="*/ 1369496 w 1604558"/>
              <a:gd name="connsiteY2" fmla="*/ 1369496 h 1604558"/>
              <a:gd name="connsiteX3" fmla="*/ 1114594 w 1604558"/>
              <a:gd name="connsiteY3" fmla="*/ 1541435 h 1604558"/>
              <a:gd name="connsiteX4" fmla="*/ 802279 w 1604558"/>
              <a:gd name="connsiteY4" fmla="*/ 1604559 h 1604558"/>
              <a:gd name="connsiteX5" fmla="*/ 489965 w 1604558"/>
              <a:gd name="connsiteY5" fmla="*/ 1541435 h 1604558"/>
              <a:gd name="connsiteX6" fmla="*/ 235063 w 1604558"/>
              <a:gd name="connsiteY6" fmla="*/ 1369496 h 1604558"/>
              <a:gd name="connsiteX7" fmla="*/ 63124 w 1604558"/>
              <a:gd name="connsiteY7" fmla="*/ 1114594 h 1604558"/>
              <a:gd name="connsiteX8" fmla="*/ 0 w 1604558"/>
              <a:gd name="connsiteY8" fmla="*/ 802279 h 1604558"/>
              <a:gd name="connsiteX9" fmla="*/ 63124 w 1604558"/>
              <a:gd name="connsiteY9" fmla="*/ 489965 h 1604558"/>
              <a:gd name="connsiteX10" fmla="*/ 235063 w 1604558"/>
              <a:gd name="connsiteY10" fmla="*/ 235063 h 1604558"/>
              <a:gd name="connsiteX11" fmla="*/ 489965 w 1604558"/>
              <a:gd name="connsiteY11" fmla="*/ 63124 h 1604558"/>
              <a:gd name="connsiteX12" fmla="*/ 802279 w 1604558"/>
              <a:gd name="connsiteY12" fmla="*/ 0 h 1604558"/>
              <a:gd name="connsiteX13" fmla="*/ 1114594 w 1604558"/>
              <a:gd name="connsiteY13" fmla="*/ 63124 h 1604558"/>
              <a:gd name="connsiteX14" fmla="*/ 1369496 w 1604558"/>
              <a:gd name="connsiteY14" fmla="*/ 235063 h 1604558"/>
              <a:gd name="connsiteX15" fmla="*/ 1541435 w 1604558"/>
              <a:gd name="connsiteY15" fmla="*/ 489965 h 1604558"/>
              <a:gd name="connsiteX16" fmla="*/ 1604559 w 1604558"/>
              <a:gd name="connsiteY16" fmla="*/ 802279 h 160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4558" h="1604558">
                <a:moveTo>
                  <a:pt x="1604559" y="802279"/>
                </a:moveTo>
                <a:cubicBezTo>
                  <a:pt x="1604559" y="910492"/>
                  <a:pt x="1583216" y="1015699"/>
                  <a:pt x="1541435" y="1114594"/>
                </a:cubicBezTo>
                <a:cubicBezTo>
                  <a:pt x="1501155" y="1210182"/>
                  <a:pt x="1443141" y="1295851"/>
                  <a:pt x="1369496" y="1369496"/>
                </a:cubicBezTo>
                <a:cubicBezTo>
                  <a:pt x="1295851" y="1443141"/>
                  <a:pt x="1210182" y="1500855"/>
                  <a:pt x="1114594" y="1541435"/>
                </a:cubicBezTo>
                <a:cubicBezTo>
                  <a:pt x="1015700" y="1583217"/>
                  <a:pt x="910492" y="1604559"/>
                  <a:pt x="802279" y="1604559"/>
                </a:cubicBezTo>
                <a:cubicBezTo>
                  <a:pt x="694066" y="1604559"/>
                  <a:pt x="588859" y="1583217"/>
                  <a:pt x="489965" y="1541435"/>
                </a:cubicBezTo>
                <a:cubicBezTo>
                  <a:pt x="394376" y="1501155"/>
                  <a:pt x="308708" y="1443141"/>
                  <a:pt x="235063" y="1369496"/>
                </a:cubicBezTo>
                <a:cubicBezTo>
                  <a:pt x="161418" y="1295851"/>
                  <a:pt x="103704" y="1210182"/>
                  <a:pt x="63124" y="1114594"/>
                </a:cubicBezTo>
                <a:cubicBezTo>
                  <a:pt x="21342" y="1015699"/>
                  <a:pt x="0" y="910492"/>
                  <a:pt x="0" y="802279"/>
                </a:cubicBezTo>
                <a:cubicBezTo>
                  <a:pt x="0" y="694066"/>
                  <a:pt x="21342" y="588859"/>
                  <a:pt x="63124" y="489965"/>
                </a:cubicBezTo>
                <a:cubicBezTo>
                  <a:pt x="103404" y="394376"/>
                  <a:pt x="161418" y="308708"/>
                  <a:pt x="235063" y="235063"/>
                </a:cubicBezTo>
                <a:cubicBezTo>
                  <a:pt x="308708" y="161418"/>
                  <a:pt x="394376" y="103704"/>
                  <a:pt x="489965" y="63124"/>
                </a:cubicBezTo>
                <a:cubicBezTo>
                  <a:pt x="588859" y="21342"/>
                  <a:pt x="694066" y="0"/>
                  <a:pt x="802279" y="0"/>
                </a:cubicBezTo>
                <a:cubicBezTo>
                  <a:pt x="910492" y="0"/>
                  <a:pt x="1015700" y="21342"/>
                  <a:pt x="1114594" y="63124"/>
                </a:cubicBezTo>
                <a:cubicBezTo>
                  <a:pt x="1210182" y="103404"/>
                  <a:pt x="1295851" y="161418"/>
                  <a:pt x="1369496" y="235063"/>
                </a:cubicBezTo>
                <a:cubicBezTo>
                  <a:pt x="1443141" y="308708"/>
                  <a:pt x="1500855" y="394376"/>
                  <a:pt x="1541435" y="489965"/>
                </a:cubicBezTo>
                <a:cubicBezTo>
                  <a:pt x="1583517" y="588859"/>
                  <a:pt x="1604559" y="693766"/>
                  <a:pt x="1604559" y="802279"/>
                </a:cubicBezTo>
              </a:path>
            </a:pathLst>
          </a:custGeom>
          <a:noFill/>
          <a:ln w="178551" cap="flat">
            <a:solidFill>
              <a:srgbClr val="629DD1"/>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1" name="任意多边形: 形状 20">
            <a:extLst>
              <a:ext uri="{FF2B5EF4-FFF2-40B4-BE49-F238E27FC236}">
                <a16:creationId xmlns:a16="http://schemas.microsoft.com/office/drawing/2014/main" id="{0E4279DA-57FD-B4BC-B7ED-EFF893C6F486}"/>
              </a:ext>
            </a:extLst>
          </p:cNvPr>
          <p:cNvSpPr/>
          <p:nvPr/>
        </p:nvSpPr>
        <p:spPr>
          <a:xfrm>
            <a:off x="4004121" y="1900673"/>
            <a:ext cx="1457575" cy="1457575"/>
          </a:xfrm>
          <a:custGeom>
            <a:avLst/>
            <a:gdLst>
              <a:gd name="connsiteX0" fmla="*/ 1472298 w 1472298"/>
              <a:gd name="connsiteY0" fmla="*/ 736149 h 1472298"/>
              <a:gd name="connsiteX1" fmla="*/ 736149 w 1472298"/>
              <a:gd name="connsiteY1" fmla="*/ 1472298 h 1472298"/>
              <a:gd name="connsiteX2" fmla="*/ 0 w 1472298"/>
              <a:gd name="connsiteY2" fmla="*/ 736149 h 1472298"/>
              <a:gd name="connsiteX3" fmla="*/ 736149 w 1472298"/>
              <a:gd name="connsiteY3" fmla="*/ 0 h 1472298"/>
              <a:gd name="connsiteX4" fmla="*/ 1472298 w 1472298"/>
              <a:gd name="connsiteY4" fmla="*/ 736149 h 1472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2298" h="1472298">
                <a:moveTo>
                  <a:pt x="1472298" y="736149"/>
                </a:moveTo>
                <a:cubicBezTo>
                  <a:pt x="1472298" y="1142713"/>
                  <a:pt x="1142713" y="1472298"/>
                  <a:pt x="736149" y="1472298"/>
                </a:cubicBezTo>
                <a:cubicBezTo>
                  <a:pt x="329585" y="1472298"/>
                  <a:pt x="0" y="1142713"/>
                  <a:pt x="0" y="736149"/>
                </a:cubicBezTo>
                <a:cubicBezTo>
                  <a:pt x="0" y="329585"/>
                  <a:pt x="329585" y="0"/>
                  <a:pt x="736149" y="0"/>
                </a:cubicBezTo>
                <a:cubicBezTo>
                  <a:pt x="1142713" y="0"/>
                  <a:pt x="1472298" y="329585"/>
                  <a:pt x="1472298" y="736149"/>
                </a:cubicBezTo>
                <a:close/>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2" name="任意多边形: 形状 21">
            <a:extLst>
              <a:ext uri="{FF2B5EF4-FFF2-40B4-BE49-F238E27FC236}">
                <a16:creationId xmlns:a16="http://schemas.microsoft.com/office/drawing/2014/main" id="{5973DB5B-1C83-FFE5-2044-4233AE3FE185}"/>
              </a:ext>
            </a:extLst>
          </p:cNvPr>
          <p:cNvSpPr/>
          <p:nvPr/>
        </p:nvSpPr>
        <p:spPr>
          <a:xfrm>
            <a:off x="4074352" y="1970904"/>
            <a:ext cx="1317114" cy="1317114"/>
          </a:xfrm>
          <a:custGeom>
            <a:avLst/>
            <a:gdLst>
              <a:gd name="connsiteX0" fmla="*/ 1330419 w 1330418"/>
              <a:gd name="connsiteY0" fmla="*/ 665209 h 1330418"/>
              <a:gd name="connsiteX1" fmla="*/ 665209 w 1330418"/>
              <a:gd name="connsiteY1" fmla="*/ 1330419 h 1330418"/>
              <a:gd name="connsiteX2" fmla="*/ 0 w 1330418"/>
              <a:gd name="connsiteY2" fmla="*/ 665209 h 1330418"/>
              <a:gd name="connsiteX3" fmla="*/ 665209 w 1330418"/>
              <a:gd name="connsiteY3" fmla="*/ 0 h 1330418"/>
              <a:gd name="connsiteX4" fmla="*/ 1330419 w 1330418"/>
              <a:gd name="connsiteY4" fmla="*/ 665209 h 1330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0418" h="1330418">
                <a:moveTo>
                  <a:pt x="1330419" y="665209"/>
                </a:moveTo>
                <a:cubicBezTo>
                  <a:pt x="1330419" y="1032595"/>
                  <a:pt x="1032595" y="1330419"/>
                  <a:pt x="665209" y="1330419"/>
                </a:cubicBezTo>
                <a:cubicBezTo>
                  <a:pt x="297825" y="1330419"/>
                  <a:pt x="0" y="1032594"/>
                  <a:pt x="0" y="665209"/>
                </a:cubicBezTo>
                <a:cubicBezTo>
                  <a:pt x="0" y="297824"/>
                  <a:pt x="297824" y="0"/>
                  <a:pt x="665209" y="0"/>
                </a:cubicBezTo>
                <a:cubicBezTo>
                  <a:pt x="1032594" y="0"/>
                  <a:pt x="1330419" y="297825"/>
                  <a:pt x="1330419" y="665209"/>
                </a:cubicBezTo>
                <a:close/>
              </a:path>
            </a:pathLst>
          </a:custGeom>
          <a:solidFill>
            <a:srgbClr val="FFFFFF"/>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3" name="任意多边形: 形状 22">
            <a:extLst>
              <a:ext uri="{FF2B5EF4-FFF2-40B4-BE49-F238E27FC236}">
                <a16:creationId xmlns:a16="http://schemas.microsoft.com/office/drawing/2014/main" id="{72C275AC-068D-4D86-E259-2E8E04E18603}"/>
              </a:ext>
            </a:extLst>
          </p:cNvPr>
          <p:cNvSpPr/>
          <p:nvPr/>
        </p:nvSpPr>
        <p:spPr>
          <a:xfrm>
            <a:off x="4091314" y="1987865"/>
            <a:ext cx="1283189" cy="1283189"/>
          </a:xfrm>
          <a:custGeom>
            <a:avLst/>
            <a:gdLst>
              <a:gd name="connsiteX0" fmla="*/ 1296151 w 1296151"/>
              <a:gd name="connsiteY0" fmla="*/ 648076 h 1296151"/>
              <a:gd name="connsiteX1" fmla="*/ 648076 w 1296151"/>
              <a:gd name="connsiteY1" fmla="*/ 1296151 h 1296151"/>
              <a:gd name="connsiteX2" fmla="*/ 0 w 1296151"/>
              <a:gd name="connsiteY2" fmla="*/ 648076 h 1296151"/>
              <a:gd name="connsiteX3" fmla="*/ 648076 w 1296151"/>
              <a:gd name="connsiteY3" fmla="*/ 0 h 1296151"/>
              <a:gd name="connsiteX4" fmla="*/ 1296151 w 1296151"/>
              <a:gd name="connsiteY4" fmla="*/ 648076 h 1296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6151" h="1296151">
                <a:moveTo>
                  <a:pt x="1296151" y="648076"/>
                </a:moveTo>
                <a:cubicBezTo>
                  <a:pt x="1296151" y="1005998"/>
                  <a:pt x="1005998" y="1296151"/>
                  <a:pt x="648076" y="1296151"/>
                </a:cubicBezTo>
                <a:cubicBezTo>
                  <a:pt x="290153" y="1296151"/>
                  <a:pt x="0" y="1005998"/>
                  <a:pt x="0" y="648076"/>
                </a:cubicBezTo>
                <a:cubicBezTo>
                  <a:pt x="0" y="290153"/>
                  <a:pt x="290154" y="0"/>
                  <a:pt x="648076" y="0"/>
                </a:cubicBezTo>
                <a:cubicBezTo>
                  <a:pt x="1005998" y="0"/>
                  <a:pt x="1296151" y="290153"/>
                  <a:pt x="1296151" y="648076"/>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4" name="任意多边形: 形状 23">
            <a:extLst>
              <a:ext uri="{FF2B5EF4-FFF2-40B4-BE49-F238E27FC236}">
                <a16:creationId xmlns:a16="http://schemas.microsoft.com/office/drawing/2014/main" id="{E6FCCA08-EBDA-920F-3B8B-1886B6556D65}"/>
              </a:ext>
            </a:extLst>
          </p:cNvPr>
          <p:cNvSpPr/>
          <p:nvPr/>
        </p:nvSpPr>
        <p:spPr>
          <a:xfrm>
            <a:off x="4431157" y="4107568"/>
            <a:ext cx="603504" cy="603504"/>
          </a:xfrm>
          <a:custGeom>
            <a:avLst/>
            <a:gdLst>
              <a:gd name="connsiteX0" fmla="*/ 304800 w 609600"/>
              <a:gd name="connsiteY0" fmla="*/ 609600 h 609600"/>
              <a:gd name="connsiteX1" fmla="*/ 186066 w 609600"/>
              <a:gd name="connsiteY1" fmla="*/ 585553 h 609600"/>
              <a:gd name="connsiteX2" fmla="*/ 89276 w 609600"/>
              <a:gd name="connsiteY2" fmla="*/ 520324 h 609600"/>
              <a:gd name="connsiteX3" fmla="*/ 24047 w 609600"/>
              <a:gd name="connsiteY3" fmla="*/ 423534 h 609600"/>
              <a:gd name="connsiteX4" fmla="*/ 0 w 609600"/>
              <a:gd name="connsiteY4" fmla="*/ 304800 h 609600"/>
              <a:gd name="connsiteX5" fmla="*/ 24047 w 609600"/>
              <a:gd name="connsiteY5" fmla="*/ 186066 h 609600"/>
              <a:gd name="connsiteX6" fmla="*/ 89276 w 609600"/>
              <a:gd name="connsiteY6" fmla="*/ 89276 h 609600"/>
              <a:gd name="connsiteX7" fmla="*/ 186066 w 609600"/>
              <a:gd name="connsiteY7" fmla="*/ 24047 h 609600"/>
              <a:gd name="connsiteX8" fmla="*/ 304800 w 609600"/>
              <a:gd name="connsiteY8" fmla="*/ 0 h 609600"/>
              <a:gd name="connsiteX9" fmla="*/ 423534 w 609600"/>
              <a:gd name="connsiteY9" fmla="*/ 24047 h 609600"/>
              <a:gd name="connsiteX10" fmla="*/ 520324 w 609600"/>
              <a:gd name="connsiteY10" fmla="*/ 89276 h 609600"/>
              <a:gd name="connsiteX11" fmla="*/ 585553 w 609600"/>
              <a:gd name="connsiteY11" fmla="*/ 186066 h 609600"/>
              <a:gd name="connsiteX12" fmla="*/ 609600 w 609600"/>
              <a:gd name="connsiteY12" fmla="*/ 304800 h 609600"/>
              <a:gd name="connsiteX13" fmla="*/ 585553 w 609600"/>
              <a:gd name="connsiteY13" fmla="*/ 423534 h 609600"/>
              <a:gd name="connsiteX14" fmla="*/ 520324 w 609600"/>
              <a:gd name="connsiteY14" fmla="*/ 520324 h 609600"/>
              <a:gd name="connsiteX15" fmla="*/ 423534 w 609600"/>
              <a:gd name="connsiteY15" fmla="*/ 585553 h 609600"/>
              <a:gd name="connsiteX16" fmla="*/ 304800 w 609600"/>
              <a:gd name="connsiteY16" fmla="*/ 60960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600" h="609600">
                <a:moveTo>
                  <a:pt x="304800" y="609600"/>
                </a:moveTo>
                <a:cubicBezTo>
                  <a:pt x="263619" y="609600"/>
                  <a:pt x="223640" y="601484"/>
                  <a:pt x="186066" y="585553"/>
                </a:cubicBezTo>
                <a:cubicBezTo>
                  <a:pt x="149695" y="570222"/>
                  <a:pt x="117231" y="548279"/>
                  <a:pt x="89276" y="520324"/>
                </a:cubicBezTo>
                <a:cubicBezTo>
                  <a:pt x="61321" y="492369"/>
                  <a:pt x="39377" y="459905"/>
                  <a:pt x="24047" y="423534"/>
                </a:cubicBezTo>
                <a:cubicBezTo>
                  <a:pt x="8116" y="385960"/>
                  <a:pt x="0" y="345981"/>
                  <a:pt x="0" y="304800"/>
                </a:cubicBezTo>
                <a:cubicBezTo>
                  <a:pt x="0" y="263619"/>
                  <a:pt x="8116" y="223640"/>
                  <a:pt x="24047" y="186066"/>
                </a:cubicBezTo>
                <a:cubicBezTo>
                  <a:pt x="39377" y="149695"/>
                  <a:pt x="61321" y="117231"/>
                  <a:pt x="89276" y="89276"/>
                </a:cubicBezTo>
                <a:cubicBezTo>
                  <a:pt x="117231" y="61321"/>
                  <a:pt x="149695" y="39377"/>
                  <a:pt x="186066" y="24047"/>
                </a:cubicBezTo>
                <a:cubicBezTo>
                  <a:pt x="223640" y="8116"/>
                  <a:pt x="263619" y="0"/>
                  <a:pt x="304800" y="0"/>
                </a:cubicBezTo>
                <a:cubicBezTo>
                  <a:pt x="345981" y="0"/>
                  <a:pt x="385960" y="8116"/>
                  <a:pt x="423534" y="24047"/>
                </a:cubicBezTo>
                <a:cubicBezTo>
                  <a:pt x="459905" y="39377"/>
                  <a:pt x="492369" y="61321"/>
                  <a:pt x="520324" y="89276"/>
                </a:cubicBezTo>
                <a:cubicBezTo>
                  <a:pt x="548279" y="117231"/>
                  <a:pt x="570223" y="149695"/>
                  <a:pt x="585553" y="186066"/>
                </a:cubicBezTo>
                <a:cubicBezTo>
                  <a:pt x="601484" y="223640"/>
                  <a:pt x="609600" y="263619"/>
                  <a:pt x="609600" y="304800"/>
                </a:cubicBezTo>
                <a:cubicBezTo>
                  <a:pt x="609600" y="345981"/>
                  <a:pt x="601484" y="385960"/>
                  <a:pt x="585553" y="423534"/>
                </a:cubicBezTo>
                <a:cubicBezTo>
                  <a:pt x="570223" y="459905"/>
                  <a:pt x="548279" y="492369"/>
                  <a:pt x="520324" y="520324"/>
                </a:cubicBezTo>
                <a:cubicBezTo>
                  <a:pt x="492369" y="548279"/>
                  <a:pt x="459905" y="570222"/>
                  <a:pt x="423534" y="585553"/>
                </a:cubicBezTo>
                <a:cubicBezTo>
                  <a:pt x="385960" y="601484"/>
                  <a:pt x="345981" y="609600"/>
                  <a:pt x="304800" y="609600"/>
                </a:cubicBezTo>
              </a:path>
            </a:pathLst>
          </a:custGeom>
          <a:solidFill>
            <a:srgbClr val="606060"/>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5" name="任意多边形: 形状 24">
            <a:extLst>
              <a:ext uri="{FF2B5EF4-FFF2-40B4-BE49-F238E27FC236}">
                <a16:creationId xmlns:a16="http://schemas.microsoft.com/office/drawing/2014/main" id="{6A713E04-BEC7-A3DC-FDED-A400C1A34437}"/>
              </a:ext>
            </a:extLst>
          </p:cNvPr>
          <p:cNvSpPr/>
          <p:nvPr/>
        </p:nvSpPr>
        <p:spPr>
          <a:xfrm>
            <a:off x="4480557" y="4156969"/>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7 w 509803"/>
              <a:gd name="connsiteY6" fmla="*/ 434956 h 509803"/>
              <a:gd name="connsiteX7" fmla="*/ 20140 w 509803"/>
              <a:gd name="connsiteY7" fmla="*/ 354097 h 509803"/>
              <a:gd name="connsiteX8" fmla="*/ 0 w 509803"/>
              <a:gd name="connsiteY8" fmla="*/ 254902 h 509803"/>
              <a:gd name="connsiteX9" fmla="*/ 20140 w 509803"/>
              <a:gd name="connsiteY9" fmla="*/ 155707 h 509803"/>
              <a:gd name="connsiteX10" fmla="*/ 74847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7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0" y="458402"/>
                  <a:pt x="384457" y="476738"/>
                  <a:pt x="354097" y="489664"/>
                </a:cubicBezTo>
                <a:cubicBezTo>
                  <a:pt x="322535" y="502890"/>
                  <a:pt x="289169" y="509804"/>
                  <a:pt x="254902" y="509804"/>
                </a:cubicBezTo>
                <a:cubicBezTo>
                  <a:pt x="220634" y="509804"/>
                  <a:pt x="187269" y="503191"/>
                  <a:pt x="155707" y="489664"/>
                </a:cubicBezTo>
                <a:cubicBezTo>
                  <a:pt x="125347" y="476738"/>
                  <a:pt x="97993" y="458402"/>
                  <a:pt x="74847" y="434956"/>
                </a:cubicBezTo>
                <a:cubicBezTo>
                  <a:pt x="51401" y="411510"/>
                  <a:pt x="33065" y="384457"/>
                  <a:pt x="20140" y="354097"/>
                </a:cubicBezTo>
                <a:cubicBezTo>
                  <a:pt x="6914" y="322535"/>
                  <a:pt x="0" y="289169"/>
                  <a:pt x="0" y="254902"/>
                </a:cubicBezTo>
                <a:cubicBezTo>
                  <a:pt x="0" y="220634"/>
                  <a:pt x="6613" y="187269"/>
                  <a:pt x="20140" y="155707"/>
                </a:cubicBezTo>
                <a:cubicBezTo>
                  <a:pt x="33065" y="125347"/>
                  <a:pt x="51401" y="97993"/>
                  <a:pt x="74847" y="74847"/>
                </a:cubicBezTo>
                <a:cubicBezTo>
                  <a:pt x="98294" y="51401"/>
                  <a:pt x="125347" y="33065"/>
                  <a:pt x="155707" y="20140"/>
                </a:cubicBezTo>
                <a:cubicBezTo>
                  <a:pt x="187269" y="6914"/>
                  <a:pt x="220634" y="0"/>
                  <a:pt x="254902" y="0"/>
                </a:cubicBezTo>
                <a:cubicBezTo>
                  <a:pt x="289169" y="0"/>
                  <a:pt x="322535" y="6613"/>
                  <a:pt x="354097" y="20140"/>
                </a:cubicBezTo>
                <a:cubicBezTo>
                  <a:pt x="384457" y="33065"/>
                  <a:pt x="411811" y="51401"/>
                  <a:pt x="434956" y="74847"/>
                </a:cubicBezTo>
                <a:cubicBezTo>
                  <a:pt x="458402" y="98294"/>
                  <a:pt x="476739" y="125347"/>
                  <a:pt x="489664" y="155707"/>
                </a:cubicBezTo>
                <a:cubicBezTo>
                  <a:pt x="502890" y="187269"/>
                  <a:pt x="509804" y="220634"/>
                  <a:pt x="509804" y="254902"/>
                </a:cubicBezTo>
              </a:path>
            </a:pathLst>
          </a:custGeom>
          <a:noFill/>
          <a:ln w="178551" cap="flat">
            <a:solidFill>
              <a:srgbClr val="629DD1"/>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6" name="任意多边形: 形状 25">
            <a:extLst>
              <a:ext uri="{FF2B5EF4-FFF2-40B4-BE49-F238E27FC236}">
                <a16:creationId xmlns:a16="http://schemas.microsoft.com/office/drawing/2014/main" id="{4A424E5F-DA4E-C65F-D723-1B79C965BB48}"/>
              </a:ext>
            </a:extLst>
          </p:cNvPr>
          <p:cNvSpPr/>
          <p:nvPr/>
        </p:nvSpPr>
        <p:spPr>
          <a:xfrm>
            <a:off x="4523706" y="4200118"/>
            <a:ext cx="418405" cy="418405"/>
          </a:xfrm>
          <a:custGeom>
            <a:avLst/>
            <a:gdLst>
              <a:gd name="connsiteX0" fmla="*/ 422632 w 422631"/>
              <a:gd name="connsiteY0" fmla="*/ 211316 h 422631"/>
              <a:gd name="connsiteX1" fmla="*/ 211316 w 422631"/>
              <a:gd name="connsiteY1" fmla="*/ 422632 h 422631"/>
              <a:gd name="connsiteX2" fmla="*/ 0 w 422631"/>
              <a:gd name="connsiteY2" fmla="*/ 211316 h 422631"/>
              <a:gd name="connsiteX3" fmla="*/ 211316 w 422631"/>
              <a:gd name="connsiteY3" fmla="*/ 0 h 422631"/>
              <a:gd name="connsiteX4" fmla="*/ 422632 w 422631"/>
              <a:gd name="connsiteY4" fmla="*/ 211316 h 4226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631" h="422631">
                <a:moveTo>
                  <a:pt x="422632" y="211316"/>
                </a:moveTo>
                <a:cubicBezTo>
                  <a:pt x="422632" y="328023"/>
                  <a:pt x="328023" y="422632"/>
                  <a:pt x="211316" y="422632"/>
                </a:cubicBezTo>
                <a:cubicBezTo>
                  <a:pt x="94610" y="422632"/>
                  <a:pt x="0" y="328023"/>
                  <a:pt x="0" y="211316"/>
                </a:cubicBezTo>
                <a:cubicBezTo>
                  <a:pt x="0" y="94610"/>
                  <a:pt x="94609" y="0"/>
                  <a:pt x="211316" y="0"/>
                </a:cubicBezTo>
                <a:cubicBezTo>
                  <a:pt x="328022" y="0"/>
                  <a:pt x="422632" y="94609"/>
                  <a:pt x="422632" y="211316"/>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7" name="任意多边形: 形状 26">
            <a:extLst>
              <a:ext uri="{FF2B5EF4-FFF2-40B4-BE49-F238E27FC236}">
                <a16:creationId xmlns:a16="http://schemas.microsoft.com/office/drawing/2014/main" id="{9232D63A-61C6-796A-3331-3C0799AF34A7}"/>
              </a:ext>
            </a:extLst>
          </p:cNvPr>
          <p:cNvSpPr/>
          <p:nvPr/>
        </p:nvSpPr>
        <p:spPr>
          <a:xfrm>
            <a:off x="4480557" y="2377107"/>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7 w 509803"/>
              <a:gd name="connsiteY6" fmla="*/ 434956 h 509803"/>
              <a:gd name="connsiteX7" fmla="*/ 20140 w 509803"/>
              <a:gd name="connsiteY7" fmla="*/ 354097 h 509803"/>
              <a:gd name="connsiteX8" fmla="*/ 0 w 509803"/>
              <a:gd name="connsiteY8" fmla="*/ 254902 h 509803"/>
              <a:gd name="connsiteX9" fmla="*/ 20140 w 509803"/>
              <a:gd name="connsiteY9" fmla="*/ 155706 h 509803"/>
              <a:gd name="connsiteX10" fmla="*/ 74847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6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0" y="458402"/>
                  <a:pt x="384457" y="476738"/>
                  <a:pt x="354097" y="489664"/>
                </a:cubicBezTo>
                <a:cubicBezTo>
                  <a:pt x="322535" y="502890"/>
                  <a:pt x="289169" y="509804"/>
                  <a:pt x="254902" y="509804"/>
                </a:cubicBezTo>
                <a:cubicBezTo>
                  <a:pt x="220634" y="509804"/>
                  <a:pt x="187269" y="503191"/>
                  <a:pt x="155707" y="489664"/>
                </a:cubicBezTo>
                <a:cubicBezTo>
                  <a:pt x="125347" y="476738"/>
                  <a:pt x="97993" y="458402"/>
                  <a:pt x="74847" y="434956"/>
                </a:cubicBezTo>
                <a:cubicBezTo>
                  <a:pt x="51401" y="411510"/>
                  <a:pt x="33065" y="384457"/>
                  <a:pt x="20140" y="354097"/>
                </a:cubicBezTo>
                <a:cubicBezTo>
                  <a:pt x="6914" y="322535"/>
                  <a:pt x="0" y="289169"/>
                  <a:pt x="0" y="254902"/>
                </a:cubicBezTo>
                <a:cubicBezTo>
                  <a:pt x="0" y="220634"/>
                  <a:pt x="6613" y="187269"/>
                  <a:pt x="20140" y="155706"/>
                </a:cubicBezTo>
                <a:cubicBezTo>
                  <a:pt x="33065" y="125347"/>
                  <a:pt x="51401" y="97993"/>
                  <a:pt x="74847" y="74847"/>
                </a:cubicBezTo>
                <a:cubicBezTo>
                  <a:pt x="98294" y="51401"/>
                  <a:pt x="125347" y="33065"/>
                  <a:pt x="155707" y="20140"/>
                </a:cubicBezTo>
                <a:cubicBezTo>
                  <a:pt x="187269" y="6914"/>
                  <a:pt x="220634" y="0"/>
                  <a:pt x="254902" y="0"/>
                </a:cubicBezTo>
                <a:cubicBezTo>
                  <a:pt x="289169" y="0"/>
                  <a:pt x="322535" y="6613"/>
                  <a:pt x="354097" y="20140"/>
                </a:cubicBezTo>
                <a:cubicBezTo>
                  <a:pt x="384457" y="33065"/>
                  <a:pt x="411811" y="51401"/>
                  <a:pt x="434956" y="74847"/>
                </a:cubicBezTo>
                <a:cubicBezTo>
                  <a:pt x="458402" y="98294"/>
                  <a:pt x="476739" y="125347"/>
                  <a:pt x="489664" y="155706"/>
                </a:cubicBezTo>
                <a:cubicBezTo>
                  <a:pt x="502890" y="186968"/>
                  <a:pt x="509804" y="220334"/>
                  <a:pt x="509804" y="254902"/>
                </a:cubicBezTo>
              </a:path>
            </a:pathLst>
          </a:custGeom>
          <a:noFill/>
          <a:ln w="178551" cap="flat">
            <a:solidFill>
              <a:srgbClr val="629DD1"/>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8" name="任意多边形: 形状 27">
            <a:extLst>
              <a:ext uri="{FF2B5EF4-FFF2-40B4-BE49-F238E27FC236}">
                <a16:creationId xmlns:a16="http://schemas.microsoft.com/office/drawing/2014/main" id="{30F4E02F-6049-0242-1BFD-3EA924704079}"/>
              </a:ext>
            </a:extLst>
          </p:cNvPr>
          <p:cNvSpPr/>
          <p:nvPr/>
        </p:nvSpPr>
        <p:spPr>
          <a:xfrm>
            <a:off x="4501388" y="2397939"/>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9" name="任意多边形: 形状 28">
            <a:extLst>
              <a:ext uri="{FF2B5EF4-FFF2-40B4-BE49-F238E27FC236}">
                <a16:creationId xmlns:a16="http://schemas.microsoft.com/office/drawing/2014/main" id="{BF6190C8-ED85-68BB-E9CB-FF590004463B}"/>
              </a:ext>
            </a:extLst>
          </p:cNvPr>
          <p:cNvSpPr/>
          <p:nvPr/>
        </p:nvSpPr>
        <p:spPr>
          <a:xfrm>
            <a:off x="4732909" y="2630353"/>
            <a:ext cx="2975" cy="1685227"/>
          </a:xfrm>
          <a:custGeom>
            <a:avLst/>
            <a:gdLst>
              <a:gd name="connsiteX0" fmla="*/ 0 w 3005"/>
              <a:gd name="connsiteY0" fmla="*/ 0 h 1702250"/>
              <a:gd name="connsiteX1" fmla="*/ 0 w 3005"/>
              <a:gd name="connsiteY1" fmla="*/ 1702251 h 1702250"/>
            </a:gdLst>
            <a:ahLst/>
            <a:cxnLst>
              <a:cxn ang="0">
                <a:pos x="connsiteX0" y="connsiteY0"/>
              </a:cxn>
              <a:cxn ang="0">
                <a:pos x="connsiteX1" y="connsiteY1"/>
              </a:cxn>
            </a:cxnLst>
            <a:rect l="l" t="t" r="r" b="b"/>
            <a:pathLst>
              <a:path w="3005" h="1702250">
                <a:moveTo>
                  <a:pt x="0" y="0"/>
                </a:moveTo>
                <a:lnTo>
                  <a:pt x="0" y="1702251"/>
                </a:lnTo>
              </a:path>
            </a:pathLst>
          </a:custGeom>
          <a:ln w="105176" cap="rnd">
            <a:solidFill>
              <a:srgbClr val="FFFFFF"/>
            </a:solidFill>
            <a:prstDash val="solid"/>
            <a:bevel/>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nvGrpSpPr>
          <p:cNvPr id="30" name="组合 29">
            <a:extLst>
              <a:ext uri="{FF2B5EF4-FFF2-40B4-BE49-F238E27FC236}">
                <a16:creationId xmlns:a16="http://schemas.microsoft.com/office/drawing/2014/main" id="{E2FC2D28-E7C9-3B9E-AEA7-4A0386164E56}"/>
              </a:ext>
            </a:extLst>
          </p:cNvPr>
          <p:cNvGrpSpPr/>
          <p:nvPr/>
        </p:nvGrpSpPr>
        <p:grpSpPr>
          <a:xfrm>
            <a:off x="4639765" y="4303380"/>
            <a:ext cx="185693" cy="183909"/>
            <a:chOff x="4644122" y="4278641"/>
            <a:chExt cx="185693" cy="183909"/>
          </a:xfrm>
          <a:solidFill>
            <a:srgbClr val="629DD1"/>
          </a:solidFill>
        </p:grpSpPr>
        <p:sp>
          <p:nvSpPr>
            <p:cNvPr id="31" name="任意多边形: 形状 30">
              <a:extLst>
                <a:ext uri="{FF2B5EF4-FFF2-40B4-BE49-F238E27FC236}">
                  <a16:creationId xmlns:a16="http://schemas.microsoft.com/office/drawing/2014/main" id="{B995F5EE-2DAA-6510-65AF-F9233E780A96}"/>
                </a:ext>
              </a:extLst>
            </p:cNvPr>
            <p:cNvSpPr/>
            <p:nvPr/>
          </p:nvSpPr>
          <p:spPr>
            <a:xfrm>
              <a:off x="4644122" y="4278941"/>
              <a:ext cx="81538" cy="183609"/>
            </a:xfrm>
            <a:custGeom>
              <a:avLst/>
              <a:gdLst>
                <a:gd name="connsiteX0" fmla="*/ 10821 w 82362"/>
                <a:gd name="connsiteY0" fmla="*/ 174343 h 185464"/>
                <a:gd name="connsiteX1" fmla="*/ 0 w 82362"/>
                <a:gd name="connsiteY1" fmla="*/ 142781 h 185464"/>
                <a:gd name="connsiteX2" fmla="*/ 0 w 82362"/>
                <a:gd name="connsiteY2" fmla="*/ 42684 h 185464"/>
                <a:gd name="connsiteX3" fmla="*/ 10821 w 82362"/>
                <a:gd name="connsiteY3" fmla="*/ 11122 h 185464"/>
                <a:gd name="connsiteX4" fmla="*/ 41181 w 82362"/>
                <a:gd name="connsiteY4" fmla="*/ 0 h 185464"/>
                <a:gd name="connsiteX5" fmla="*/ 71541 w 82362"/>
                <a:gd name="connsiteY5" fmla="*/ 11122 h 185464"/>
                <a:gd name="connsiteX6" fmla="*/ 82362 w 82362"/>
                <a:gd name="connsiteY6" fmla="*/ 42684 h 185464"/>
                <a:gd name="connsiteX7" fmla="*/ 82362 w 82362"/>
                <a:gd name="connsiteY7" fmla="*/ 142781 h 185464"/>
                <a:gd name="connsiteX8" fmla="*/ 71541 w 82362"/>
                <a:gd name="connsiteY8" fmla="*/ 174343 h 185464"/>
                <a:gd name="connsiteX9" fmla="*/ 41181 w 82362"/>
                <a:gd name="connsiteY9" fmla="*/ 185465 h 185464"/>
                <a:gd name="connsiteX10" fmla="*/ 10821 w 82362"/>
                <a:gd name="connsiteY10" fmla="*/ 174343 h 185464"/>
                <a:gd name="connsiteX11" fmla="*/ 51702 w 82362"/>
                <a:gd name="connsiteY11" fmla="*/ 154805 h 185464"/>
                <a:gd name="connsiteX12" fmla="*/ 55309 w 82362"/>
                <a:gd name="connsiteY12" fmla="*/ 142781 h 185464"/>
                <a:gd name="connsiteX13" fmla="*/ 55309 w 82362"/>
                <a:gd name="connsiteY13" fmla="*/ 42984 h 185464"/>
                <a:gd name="connsiteX14" fmla="*/ 51702 w 82362"/>
                <a:gd name="connsiteY14" fmla="*/ 30961 h 185464"/>
                <a:gd name="connsiteX15" fmla="*/ 41482 w 82362"/>
                <a:gd name="connsiteY15" fmla="*/ 26752 h 185464"/>
                <a:gd name="connsiteX16" fmla="*/ 31262 w 82362"/>
                <a:gd name="connsiteY16" fmla="*/ 30961 h 185464"/>
                <a:gd name="connsiteX17" fmla="*/ 27655 w 82362"/>
                <a:gd name="connsiteY17" fmla="*/ 42984 h 185464"/>
                <a:gd name="connsiteX18" fmla="*/ 27655 w 82362"/>
                <a:gd name="connsiteY18" fmla="*/ 142781 h 185464"/>
                <a:gd name="connsiteX19" fmla="*/ 31262 w 82362"/>
                <a:gd name="connsiteY19" fmla="*/ 154805 h 185464"/>
                <a:gd name="connsiteX20" fmla="*/ 41482 w 82362"/>
                <a:gd name="connsiteY20" fmla="*/ 159013 h 185464"/>
                <a:gd name="connsiteX21" fmla="*/ 51702 w 82362"/>
                <a:gd name="connsiteY21" fmla="*/ 154805 h 185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2362" h="185464">
                  <a:moveTo>
                    <a:pt x="10821" y="174343"/>
                  </a:moveTo>
                  <a:cubicBezTo>
                    <a:pt x="3607" y="166828"/>
                    <a:pt x="0" y="156308"/>
                    <a:pt x="0" y="142781"/>
                  </a:cubicBezTo>
                  <a:lnTo>
                    <a:pt x="0" y="42684"/>
                  </a:lnTo>
                  <a:cubicBezTo>
                    <a:pt x="0" y="29157"/>
                    <a:pt x="3607" y="18637"/>
                    <a:pt x="10821" y="11122"/>
                  </a:cubicBezTo>
                  <a:cubicBezTo>
                    <a:pt x="18036" y="3607"/>
                    <a:pt x="28256" y="0"/>
                    <a:pt x="41181" y="0"/>
                  </a:cubicBezTo>
                  <a:cubicBezTo>
                    <a:pt x="54107" y="0"/>
                    <a:pt x="64327" y="3607"/>
                    <a:pt x="71541" y="11122"/>
                  </a:cubicBezTo>
                  <a:cubicBezTo>
                    <a:pt x="78755" y="18637"/>
                    <a:pt x="82362" y="29157"/>
                    <a:pt x="82362" y="42684"/>
                  </a:cubicBezTo>
                  <a:lnTo>
                    <a:pt x="82362" y="142781"/>
                  </a:lnTo>
                  <a:cubicBezTo>
                    <a:pt x="82362" y="156308"/>
                    <a:pt x="78755" y="166828"/>
                    <a:pt x="71541" y="174343"/>
                  </a:cubicBezTo>
                  <a:cubicBezTo>
                    <a:pt x="64327" y="181858"/>
                    <a:pt x="54107" y="185465"/>
                    <a:pt x="41181" y="185465"/>
                  </a:cubicBezTo>
                  <a:cubicBezTo>
                    <a:pt x="28256" y="185465"/>
                    <a:pt x="18036" y="181557"/>
                    <a:pt x="10821" y="174343"/>
                  </a:cubicBezTo>
                  <a:close/>
                  <a:moveTo>
                    <a:pt x="51702" y="154805"/>
                  </a:moveTo>
                  <a:cubicBezTo>
                    <a:pt x="54107" y="152099"/>
                    <a:pt x="55309" y="147891"/>
                    <a:pt x="55309" y="142781"/>
                  </a:cubicBezTo>
                  <a:lnTo>
                    <a:pt x="55309" y="42984"/>
                  </a:lnTo>
                  <a:cubicBezTo>
                    <a:pt x="55309" y="37874"/>
                    <a:pt x="54107" y="33967"/>
                    <a:pt x="51702" y="30961"/>
                  </a:cubicBezTo>
                  <a:cubicBezTo>
                    <a:pt x="49297" y="28255"/>
                    <a:pt x="45991" y="26752"/>
                    <a:pt x="41482" y="26752"/>
                  </a:cubicBezTo>
                  <a:cubicBezTo>
                    <a:pt x="37273" y="26752"/>
                    <a:pt x="33666" y="28255"/>
                    <a:pt x="31262" y="30961"/>
                  </a:cubicBezTo>
                  <a:cubicBezTo>
                    <a:pt x="28857" y="33666"/>
                    <a:pt x="27655" y="37874"/>
                    <a:pt x="27655" y="42984"/>
                  </a:cubicBezTo>
                  <a:lnTo>
                    <a:pt x="27655" y="142781"/>
                  </a:lnTo>
                  <a:cubicBezTo>
                    <a:pt x="27655" y="147891"/>
                    <a:pt x="28857" y="151799"/>
                    <a:pt x="31262" y="154805"/>
                  </a:cubicBezTo>
                  <a:cubicBezTo>
                    <a:pt x="33666" y="157510"/>
                    <a:pt x="36973" y="159013"/>
                    <a:pt x="41482" y="159013"/>
                  </a:cubicBezTo>
                  <a:cubicBezTo>
                    <a:pt x="45690" y="159013"/>
                    <a:pt x="49297" y="157510"/>
                    <a:pt x="51702" y="154805"/>
                  </a:cubicBez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2" name="任意多边形: 形状 31">
              <a:extLst>
                <a:ext uri="{FF2B5EF4-FFF2-40B4-BE49-F238E27FC236}">
                  <a16:creationId xmlns:a16="http://schemas.microsoft.com/office/drawing/2014/main" id="{49B4A910-DFE2-6410-D7DB-CC03029F7E8B}"/>
                </a:ext>
              </a:extLst>
            </p:cNvPr>
            <p:cNvSpPr/>
            <p:nvPr/>
          </p:nvSpPr>
          <p:spPr>
            <a:xfrm>
              <a:off x="4746789" y="4278641"/>
              <a:ext cx="83026" cy="180931"/>
            </a:xfrm>
            <a:custGeom>
              <a:avLst/>
              <a:gdLst>
                <a:gd name="connsiteX0" fmla="*/ 902 w 83865"/>
                <a:gd name="connsiteY0" fmla="*/ 159314 h 182759"/>
                <a:gd name="connsiteX1" fmla="*/ 39678 w 83865"/>
                <a:gd name="connsiteY1" fmla="*/ 91380 h 182759"/>
                <a:gd name="connsiteX2" fmla="*/ 52003 w 83865"/>
                <a:gd name="connsiteY2" fmla="*/ 65529 h 182759"/>
                <a:gd name="connsiteX3" fmla="*/ 55910 w 83865"/>
                <a:gd name="connsiteY3" fmla="*/ 45089 h 182759"/>
                <a:gd name="connsiteX4" fmla="*/ 55910 w 83865"/>
                <a:gd name="connsiteY4" fmla="*/ 43887 h 182759"/>
                <a:gd name="connsiteX5" fmla="*/ 52604 w 83865"/>
                <a:gd name="connsiteY5" fmla="*/ 31262 h 182759"/>
                <a:gd name="connsiteX6" fmla="*/ 42985 w 83865"/>
                <a:gd name="connsiteY6" fmla="*/ 27053 h 182759"/>
                <a:gd name="connsiteX7" fmla="*/ 31562 w 83865"/>
                <a:gd name="connsiteY7" fmla="*/ 32464 h 182759"/>
                <a:gd name="connsiteX8" fmla="*/ 27955 w 83865"/>
                <a:gd name="connsiteY8" fmla="*/ 49297 h 182759"/>
                <a:gd name="connsiteX9" fmla="*/ 27955 w 83865"/>
                <a:gd name="connsiteY9" fmla="*/ 52904 h 182759"/>
                <a:gd name="connsiteX10" fmla="*/ 0 w 83865"/>
                <a:gd name="connsiteY10" fmla="*/ 52904 h 182759"/>
                <a:gd name="connsiteX11" fmla="*/ 0 w 83865"/>
                <a:gd name="connsiteY11" fmla="*/ 49297 h 182759"/>
                <a:gd name="connsiteX12" fmla="*/ 4809 w 83865"/>
                <a:gd name="connsiteY12" fmla="*/ 21943 h 182759"/>
                <a:gd name="connsiteX13" fmla="*/ 18637 w 83865"/>
                <a:gd name="connsiteY13" fmla="*/ 5411 h 182759"/>
                <a:gd name="connsiteX14" fmla="*/ 41782 w 83865"/>
                <a:gd name="connsiteY14" fmla="*/ 0 h 182759"/>
                <a:gd name="connsiteX15" fmla="*/ 64928 w 83865"/>
                <a:gd name="connsiteY15" fmla="*/ 4810 h 182759"/>
                <a:gd name="connsiteX16" fmla="*/ 79056 w 83865"/>
                <a:gd name="connsiteY16" fmla="*/ 19238 h 182759"/>
                <a:gd name="connsiteX17" fmla="*/ 83865 w 83865"/>
                <a:gd name="connsiteY17" fmla="*/ 43285 h 182759"/>
                <a:gd name="connsiteX18" fmla="*/ 83865 w 83865"/>
                <a:gd name="connsiteY18" fmla="*/ 44488 h 182759"/>
                <a:gd name="connsiteX19" fmla="*/ 79356 w 83865"/>
                <a:gd name="connsiteY19" fmla="*/ 68235 h 182759"/>
                <a:gd name="connsiteX20" fmla="*/ 66130 w 83865"/>
                <a:gd name="connsiteY20" fmla="*/ 97692 h 182759"/>
                <a:gd name="connsiteX21" fmla="*/ 34568 w 83865"/>
                <a:gd name="connsiteY21" fmla="*/ 156308 h 182759"/>
                <a:gd name="connsiteX22" fmla="*/ 83264 w 83865"/>
                <a:gd name="connsiteY22" fmla="*/ 156308 h 182759"/>
                <a:gd name="connsiteX23" fmla="*/ 83264 w 83865"/>
                <a:gd name="connsiteY23" fmla="*/ 182760 h 182759"/>
                <a:gd name="connsiteX24" fmla="*/ 601 w 83865"/>
                <a:gd name="connsiteY24" fmla="*/ 182760 h 182759"/>
                <a:gd name="connsiteX25" fmla="*/ 902 w 83865"/>
                <a:gd name="connsiteY25" fmla="*/ 159314 h 182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3865" h="182759">
                  <a:moveTo>
                    <a:pt x="902" y="159314"/>
                  </a:moveTo>
                  <a:lnTo>
                    <a:pt x="39678" y="91380"/>
                  </a:lnTo>
                  <a:cubicBezTo>
                    <a:pt x="45089" y="81761"/>
                    <a:pt x="49297" y="73344"/>
                    <a:pt x="52003" y="65529"/>
                  </a:cubicBezTo>
                  <a:cubicBezTo>
                    <a:pt x="54708" y="57714"/>
                    <a:pt x="55910" y="51101"/>
                    <a:pt x="55910" y="45089"/>
                  </a:cubicBezTo>
                  <a:lnTo>
                    <a:pt x="55910" y="43887"/>
                  </a:lnTo>
                  <a:cubicBezTo>
                    <a:pt x="55910" y="38175"/>
                    <a:pt x="54708" y="34268"/>
                    <a:pt x="52604" y="31262"/>
                  </a:cubicBezTo>
                  <a:cubicBezTo>
                    <a:pt x="50500" y="28256"/>
                    <a:pt x="47193" y="27053"/>
                    <a:pt x="42985" y="27053"/>
                  </a:cubicBezTo>
                  <a:cubicBezTo>
                    <a:pt x="37874" y="27053"/>
                    <a:pt x="33967" y="28857"/>
                    <a:pt x="31562" y="32464"/>
                  </a:cubicBezTo>
                  <a:cubicBezTo>
                    <a:pt x="29158" y="36071"/>
                    <a:pt x="27955" y="41782"/>
                    <a:pt x="27955" y="49297"/>
                  </a:cubicBezTo>
                  <a:lnTo>
                    <a:pt x="27955" y="52904"/>
                  </a:lnTo>
                  <a:lnTo>
                    <a:pt x="0" y="52904"/>
                  </a:lnTo>
                  <a:lnTo>
                    <a:pt x="0" y="49297"/>
                  </a:lnTo>
                  <a:cubicBezTo>
                    <a:pt x="0" y="38175"/>
                    <a:pt x="1803" y="29158"/>
                    <a:pt x="4809" y="21943"/>
                  </a:cubicBezTo>
                  <a:cubicBezTo>
                    <a:pt x="7815" y="14729"/>
                    <a:pt x="12625" y="9319"/>
                    <a:pt x="18637" y="5411"/>
                  </a:cubicBezTo>
                  <a:cubicBezTo>
                    <a:pt x="24949" y="1804"/>
                    <a:pt x="32464" y="0"/>
                    <a:pt x="41782" y="0"/>
                  </a:cubicBezTo>
                  <a:cubicBezTo>
                    <a:pt x="51101" y="0"/>
                    <a:pt x="58916" y="1503"/>
                    <a:pt x="64928" y="4810"/>
                  </a:cubicBezTo>
                  <a:cubicBezTo>
                    <a:pt x="71240" y="8116"/>
                    <a:pt x="75749" y="12926"/>
                    <a:pt x="79056" y="19238"/>
                  </a:cubicBezTo>
                  <a:cubicBezTo>
                    <a:pt x="82062" y="25550"/>
                    <a:pt x="83865" y="33666"/>
                    <a:pt x="83865" y="43285"/>
                  </a:cubicBezTo>
                  <a:lnTo>
                    <a:pt x="83865" y="44488"/>
                  </a:lnTo>
                  <a:cubicBezTo>
                    <a:pt x="83865" y="51401"/>
                    <a:pt x="82362" y="59517"/>
                    <a:pt x="79356" y="68235"/>
                  </a:cubicBezTo>
                  <a:cubicBezTo>
                    <a:pt x="76350" y="77252"/>
                    <a:pt x="72142" y="86871"/>
                    <a:pt x="66130" y="97692"/>
                  </a:cubicBezTo>
                  <a:lnTo>
                    <a:pt x="34568" y="156308"/>
                  </a:lnTo>
                  <a:lnTo>
                    <a:pt x="83264" y="156308"/>
                  </a:lnTo>
                  <a:lnTo>
                    <a:pt x="83264" y="182760"/>
                  </a:lnTo>
                  <a:lnTo>
                    <a:pt x="601" y="182760"/>
                  </a:lnTo>
                  <a:lnTo>
                    <a:pt x="902" y="159314"/>
                  </a:ln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sp>
        <p:nvSpPr>
          <p:cNvPr id="33" name="任意多边形: 形状 32">
            <a:extLst>
              <a:ext uri="{FF2B5EF4-FFF2-40B4-BE49-F238E27FC236}">
                <a16:creationId xmlns:a16="http://schemas.microsoft.com/office/drawing/2014/main" id="{FFEB4AD7-9D2F-E682-0590-87785EDDD71C}"/>
              </a:ext>
            </a:extLst>
          </p:cNvPr>
          <p:cNvSpPr/>
          <p:nvPr/>
        </p:nvSpPr>
        <p:spPr>
          <a:xfrm>
            <a:off x="6095555" y="1899186"/>
            <a:ext cx="2726778" cy="1459359"/>
          </a:xfrm>
          <a:custGeom>
            <a:avLst/>
            <a:gdLst>
              <a:gd name="connsiteX0" fmla="*/ 0 w 2754321"/>
              <a:gd name="connsiteY0" fmla="*/ 0 h 1474101"/>
              <a:gd name="connsiteX1" fmla="*/ 2754322 w 2754321"/>
              <a:gd name="connsiteY1" fmla="*/ 0 h 1474101"/>
              <a:gd name="connsiteX2" fmla="*/ 2754322 w 2754321"/>
              <a:gd name="connsiteY2" fmla="*/ 1474102 h 1474101"/>
              <a:gd name="connsiteX3" fmla="*/ 0 w 2754321"/>
              <a:gd name="connsiteY3" fmla="*/ 1474102 h 1474101"/>
            </a:gdLst>
            <a:ahLst/>
            <a:cxnLst>
              <a:cxn ang="0">
                <a:pos x="connsiteX0" y="connsiteY0"/>
              </a:cxn>
              <a:cxn ang="0">
                <a:pos x="connsiteX1" y="connsiteY1"/>
              </a:cxn>
              <a:cxn ang="0">
                <a:pos x="connsiteX2" y="connsiteY2"/>
              </a:cxn>
              <a:cxn ang="0">
                <a:pos x="connsiteX3" y="connsiteY3"/>
              </a:cxn>
            </a:cxnLst>
            <a:rect l="l" t="t" r="r" b="b"/>
            <a:pathLst>
              <a:path w="2754321" h="1474101">
                <a:moveTo>
                  <a:pt x="0" y="0"/>
                </a:moveTo>
                <a:lnTo>
                  <a:pt x="2754322" y="0"/>
                </a:lnTo>
                <a:lnTo>
                  <a:pt x="2754322" y="1474102"/>
                </a:lnTo>
                <a:lnTo>
                  <a:pt x="0" y="1474102"/>
                </a:lnTo>
                <a:close/>
              </a:path>
            </a:pathLst>
          </a:custGeom>
          <a:solidFill>
            <a:srgbClr val="297FD5"/>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4" name="任意多边形: 形状 33">
            <a:extLst>
              <a:ext uri="{FF2B5EF4-FFF2-40B4-BE49-F238E27FC236}">
                <a16:creationId xmlns:a16="http://schemas.microsoft.com/office/drawing/2014/main" id="{8C18EA7A-C350-C4E1-72F4-F6FCA46B881C}"/>
              </a:ext>
            </a:extLst>
          </p:cNvPr>
          <p:cNvSpPr/>
          <p:nvPr/>
        </p:nvSpPr>
        <p:spPr>
          <a:xfrm>
            <a:off x="6357728" y="1528394"/>
            <a:ext cx="2202135" cy="2202135"/>
          </a:xfrm>
          <a:custGeom>
            <a:avLst/>
            <a:gdLst>
              <a:gd name="connsiteX0" fmla="*/ 1112189 w 2224378"/>
              <a:gd name="connsiteY0" fmla="*/ 2224379 h 2224378"/>
              <a:gd name="connsiteX1" fmla="*/ 679337 w 2224378"/>
              <a:gd name="connsiteY1" fmla="*/ 2136907 h 2224378"/>
              <a:gd name="connsiteX2" fmla="*/ 325841 w 2224378"/>
              <a:gd name="connsiteY2" fmla="*/ 1898538 h 2224378"/>
              <a:gd name="connsiteX3" fmla="*/ 87472 w 2224378"/>
              <a:gd name="connsiteY3" fmla="*/ 1545042 h 2224378"/>
              <a:gd name="connsiteX4" fmla="*/ 0 w 2224378"/>
              <a:gd name="connsiteY4" fmla="*/ 1112189 h 2224378"/>
              <a:gd name="connsiteX5" fmla="*/ 87472 w 2224378"/>
              <a:gd name="connsiteY5" fmla="*/ 679337 h 2224378"/>
              <a:gd name="connsiteX6" fmla="*/ 325841 w 2224378"/>
              <a:gd name="connsiteY6" fmla="*/ 325842 h 2224378"/>
              <a:gd name="connsiteX7" fmla="*/ 679337 w 2224378"/>
              <a:gd name="connsiteY7" fmla="*/ 87472 h 2224378"/>
              <a:gd name="connsiteX8" fmla="*/ 1112189 w 2224378"/>
              <a:gd name="connsiteY8" fmla="*/ 0 h 2224378"/>
              <a:gd name="connsiteX9" fmla="*/ 1545041 w 2224378"/>
              <a:gd name="connsiteY9" fmla="*/ 87472 h 2224378"/>
              <a:gd name="connsiteX10" fmla="*/ 1898538 w 2224378"/>
              <a:gd name="connsiteY10" fmla="*/ 325842 h 2224378"/>
              <a:gd name="connsiteX11" fmla="*/ 2136906 w 2224378"/>
              <a:gd name="connsiteY11" fmla="*/ 679337 h 2224378"/>
              <a:gd name="connsiteX12" fmla="*/ 2224379 w 2224378"/>
              <a:gd name="connsiteY12" fmla="*/ 1112189 h 2224378"/>
              <a:gd name="connsiteX13" fmla="*/ 2136906 w 2224378"/>
              <a:gd name="connsiteY13" fmla="*/ 1545042 h 2224378"/>
              <a:gd name="connsiteX14" fmla="*/ 1898538 w 2224378"/>
              <a:gd name="connsiteY14" fmla="*/ 1898538 h 2224378"/>
              <a:gd name="connsiteX15" fmla="*/ 1545041 w 2224378"/>
              <a:gd name="connsiteY15" fmla="*/ 2136907 h 2224378"/>
              <a:gd name="connsiteX16" fmla="*/ 1112189 w 2224378"/>
              <a:gd name="connsiteY16" fmla="*/ 2224379 h 2224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24378" h="2224378">
                <a:moveTo>
                  <a:pt x="1112189" y="2224379"/>
                </a:moveTo>
                <a:cubicBezTo>
                  <a:pt x="962194" y="2224379"/>
                  <a:pt x="816407" y="2194921"/>
                  <a:pt x="679337" y="2136907"/>
                </a:cubicBezTo>
                <a:cubicBezTo>
                  <a:pt x="546776" y="2080997"/>
                  <a:pt x="428042" y="2000739"/>
                  <a:pt x="325841" y="1898538"/>
                </a:cubicBezTo>
                <a:cubicBezTo>
                  <a:pt x="223640" y="1796336"/>
                  <a:pt x="143683" y="1677603"/>
                  <a:pt x="87472" y="1545042"/>
                </a:cubicBezTo>
                <a:cubicBezTo>
                  <a:pt x="29458" y="1407972"/>
                  <a:pt x="0" y="1262185"/>
                  <a:pt x="0" y="1112189"/>
                </a:cubicBezTo>
                <a:cubicBezTo>
                  <a:pt x="0" y="962194"/>
                  <a:pt x="29458" y="816407"/>
                  <a:pt x="87472" y="679337"/>
                </a:cubicBezTo>
                <a:cubicBezTo>
                  <a:pt x="143382" y="546776"/>
                  <a:pt x="223640" y="428043"/>
                  <a:pt x="325841" y="325842"/>
                </a:cubicBezTo>
                <a:cubicBezTo>
                  <a:pt x="428042" y="223640"/>
                  <a:pt x="546776" y="143683"/>
                  <a:pt x="679337" y="87472"/>
                </a:cubicBezTo>
                <a:cubicBezTo>
                  <a:pt x="816407" y="29458"/>
                  <a:pt x="962194" y="0"/>
                  <a:pt x="1112189" y="0"/>
                </a:cubicBezTo>
                <a:cubicBezTo>
                  <a:pt x="1262184" y="0"/>
                  <a:pt x="1407971" y="29458"/>
                  <a:pt x="1545041" y="87472"/>
                </a:cubicBezTo>
                <a:cubicBezTo>
                  <a:pt x="1677603" y="143382"/>
                  <a:pt x="1796336" y="223640"/>
                  <a:pt x="1898538" y="325842"/>
                </a:cubicBezTo>
                <a:cubicBezTo>
                  <a:pt x="2000739" y="428043"/>
                  <a:pt x="2080696" y="546776"/>
                  <a:pt x="2136906" y="679337"/>
                </a:cubicBezTo>
                <a:cubicBezTo>
                  <a:pt x="2194921" y="816407"/>
                  <a:pt x="2224379" y="962194"/>
                  <a:pt x="2224379" y="1112189"/>
                </a:cubicBezTo>
                <a:cubicBezTo>
                  <a:pt x="2224379" y="1262185"/>
                  <a:pt x="2194921" y="1407972"/>
                  <a:pt x="2136906" y="1545042"/>
                </a:cubicBezTo>
                <a:cubicBezTo>
                  <a:pt x="2080997" y="1677603"/>
                  <a:pt x="2000739" y="1796336"/>
                  <a:pt x="1898538" y="1898538"/>
                </a:cubicBezTo>
                <a:cubicBezTo>
                  <a:pt x="1796336" y="2000739"/>
                  <a:pt x="1677603" y="2080696"/>
                  <a:pt x="1545041" y="2136907"/>
                </a:cubicBezTo>
                <a:cubicBezTo>
                  <a:pt x="1407971" y="2194921"/>
                  <a:pt x="1262184" y="2224379"/>
                  <a:pt x="1112189" y="2224379"/>
                </a:cubicBezTo>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5" name="任意多边形: 形状 34">
            <a:extLst>
              <a:ext uri="{FF2B5EF4-FFF2-40B4-BE49-F238E27FC236}">
                <a16:creationId xmlns:a16="http://schemas.microsoft.com/office/drawing/2014/main" id="{BB14EFAC-9602-2D20-3904-353DA35B85EC}"/>
              </a:ext>
            </a:extLst>
          </p:cNvPr>
          <p:cNvSpPr/>
          <p:nvPr/>
        </p:nvSpPr>
        <p:spPr>
          <a:xfrm>
            <a:off x="6664242" y="1835203"/>
            <a:ext cx="1588512" cy="1588512"/>
          </a:xfrm>
          <a:custGeom>
            <a:avLst/>
            <a:gdLst>
              <a:gd name="connsiteX0" fmla="*/ 1604559 w 1604558"/>
              <a:gd name="connsiteY0" fmla="*/ 802279 h 1604558"/>
              <a:gd name="connsiteX1" fmla="*/ 1541435 w 1604558"/>
              <a:gd name="connsiteY1" fmla="*/ 1114594 h 1604558"/>
              <a:gd name="connsiteX2" fmla="*/ 1369496 w 1604558"/>
              <a:gd name="connsiteY2" fmla="*/ 1369496 h 1604558"/>
              <a:gd name="connsiteX3" fmla="*/ 1114594 w 1604558"/>
              <a:gd name="connsiteY3" fmla="*/ 1541435 h 1604558"/>
              <a:gd name="connsiteX4" fmla="*/ 802279 w 1604558"/>
              <a:gd name="connsiteY4" fmla="*/ 1604559 h 1604558"/>
              <a:gd name="connsiteX5" fmla="*/ 489965 w 1604558"/>
              <a:gd name="connsiteY5" fmla="*/ 1541435 h 1604558"/>
              <a:gd name="connsiteX6" fmla="*/ 235063 w 1604558"/>
              <a:gd name="connsiteY6" fmla="*/ 1369496 h 1604558"/>
              <a:gd name="connsiteX7" fmla="*/ 63124 w 1604558"/>
              <a:gd name="connsiteY7" fmla="*/ 1114594 h 1604558"/>
              <a:gd name="connsiteX8" fmla="*/ 0 w 1604558"/>
              <a:gd name="connsiteY8" fmla="*/ 802279 h 1604558"/>
              <a:gd name="connsiteX9" fmla="*/ 63124 w 1604558"/>
              <a:gd name="connsiteY9" fmla="*/ 489965 h 1604558"/>
              <a:gd name="connsiteX10" fmla="*/ 235063 w 1604558"/>
              <a:gd name="connsiteY10" fmla="*/ 235063 h 1604558"/>
              <a:gd name="connsiteX11" fmla="*/ 489965 w 1604558"/>
              <a:gd name="connsiteY11" fmla="*/ 63124 h 1604558"/>
              <a:gd name="connsiteX12" fmla="*/ 802279 w 1604558"/>
              <a:gd name="connsiteY12" fmla="*/ 0 h 1604558"/>
              <a:gd name="connsiteX13" fmla="*/ 1114594 w 1604558"/>
              <a:gd name="connsiteY13" fmla="*/ 63124 h 1604558"/>
              <a:gd name="connsiteX14" fmla="*/ 1369496 w 1604558"/>
              <a:gd name="connsiteY14" fmla="*/ 235063 h 1604558"/>
              <a:gd name="connsiteX15" fmla="*/ 1541435 w 1604558"/>
              <a:gd name="connsiteY15" fmla="*/ 489965 h 1604558"/>
              <a:gd name="connsiteX16" fmla="*/ 1604559 w 1604558"/>
              <a:gd name="connsiteY16" fmla="*/ 802279 h 160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4558" h="1604558">
                <a:moveTo>
                  <a:pt x="1604559" y="802279"/>
                </a:moveTo>
                <a:cubicBezTo>
                  <a:pt x="1604559" y="910492"/>
                  <a:pt x="1583216" y="1015699"/>
                  <a:pt x="1541435" y="1114594"/>
                </a:cubicBezTo>
                <a:cubicBezTo>
                  <a:pt x="1501155" y="1210182"/>
                  <a:pt x="1443141" y="1295851"/>
                  <a:pt x="1369496" y="1369496"/>
                </a:cubicBezTo>
                <a:cubicBezTo>
                  <a:pt x="1295851" y="1443141"/>
                  <a:pt x="1210183" y="1500855"/>
                  <a:pt x="1114594" y="1541435"/>
                </a:cubicBezTo>
                <a:cubicBezTo>
                  <a:pt x="1015699" y="1583217"/>
                  <a:pt x="910492" y="1604559"/>
                  <a:pt x="802279" y="1604559"/>
                </a:cubicBezTo>
                <a:cubicBezTo>
                  <a:pt x="694066" y="1604559"/>
                  <a:pt x="588859" y="1583217"/>
                  <a:pt x="489965" y="1541435"/>
                </a:cubicBezTo>
                <a:cubicBezTo>
                  <a:pt x="394376" y="1501155"/>
                  <a:pt x="308708" y="1443141"/>
                  <a:pt x="235063" y="1369496"/>
                </a:cubicBezTo>
                <a:cubicBezTo>
                  <a:pt x="161418" y="1295851"/>
                  <a:pt x="103704" y="1210182"/>
                  <a:pt x="63124" y="1114594"/>
                </a:cubicBezTo>
                <a:cubicBezTo>
                  <a:pt x="21342" y="1015699"/>
                  <a:pt x="0" y="910492"/>
                  <a:pt x="0" y="802279"/>
                </a:cubicBezTo>
                <a:cubicBezTo>
                  <a:pt x="0" y="694066"/>
                  <a:pt x="21342" y="588859"/>
                  <a:pt x="63124" y="489965"/>
                </a:cubicBezTo>
                <a:cubicBezTo>
                  <a:pt x="103403" y="394376"/>
                  <a:pt x="161418" y="308708"/>
                  <a:pt x="235063" y="235063"/>
                </a:cubicBezTo>
                <a:cubicBezTo>
                  <a:pt x="308708" y="161418"/>
                  <a:pt x="394376" y="103704"/>
                  <a:pt x="489965" y="63124"/>
                </a:cubicBezTo>
                <a:cubicBezTo>
                  <a:pt x="588859" y="21342"/>
                  <a:pt x="694066" y="0"/>
                  <a:pt x="802279" y="0"/>
                </a:cubicBezTo>
                <a:cubicBezTo>
                  <a:pt x="910492" y="0"/>
                  <a:pt x="1015699" y="21342"/>
                  <a:pt x="1114594" y="63124"/>
                </a:cubicBezTo>
                <a:cubicBezTo>
                  <a:pt x="1210183" y="103404"/>
                  <a:pt x="1295851" y="161418"/>
                  <a:pt x="1369496" y="235063"/>
                </a:cubicBezTo>
                <a:cubicBezTo>
                  <a:pt x="1443141" y="308708"/>
                  <a:pt x="1500855" y="394376"/>
                  <a:pt x="1541435" y="489965"/>
                </a:cubicBezTo>
                <a:cubicBezTo>
                  <a:pt x="1583517" y="588859"/>
                  <a:pt x="1604559" y="693766"/>
                  <a:pt x="1604559" y="802279"/>
                </a:cubicBezTo>
              </a:path>
            </a:pathLst>
          </a:custGeom>
          <a:noFill/>
          <a:ln w="178551" cap="flat">
            <a:solidFill>
              <a:srgbClr val="297FD5"/>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6" name="任意多边形: 形状 35">
            <a:extLst>
              <a:ext uri="{FF2B5EF4-FFF2-40B4-BE49-F238E27FC236}">
                <a16:creationId xmlns:a16="http://schemas.microsoft.com/office/drawing/2014/main" id="{84DA30B7-0FD0-C036-52B2-B1EFF8CDD1E3}"/>
              </a:ext>
            </a:extLst>
          </p:cNvPr>
          <p:cNvSpPr/>
          <p:nvPr/>
        </p:nvSpPr>
        <p:spPr>
          <a:xfrm>
            <a:off x="6730008" y="1900673"/>
            <a:ext cx="1457575" cy="1457575"/>
          </a:xfrm>
          <a:custGeom>
            <a:avLst/>
            <a:gdLst>
              <a:gd name="connsiteX0" fmla="*/ 1472298 w 1472298"/>
              <a:gd name="connsiteY0" fmla="*/ 736149 h 1472298"/>
              <a:gd name="connsiteX1" fmla="*/ 736149 w 1472298"/>
              <a:gd name="connsiteY1" fmla="*/ 1472298 h 1472298"/>
              <a:gd name="connsiteX2" fmla="*/ 0 w 1472298"/>
              <a:gd name="connsiteY2" fmla="*/ 736149 h 1472298"/>
              <a:gd name="connsiteX3" fmla="*/ 736149 w 1472298"/>
              <a:gd name="connsiteY3" fmla="*/ 0 h 1472298"/>
              <a:gd name="connsiteX4" fmla="*/ 1472298 w 1472298"/>
              <a:gd name="connsiteY4" fmla="*/ 736149 h 1472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2298" h="1472298">
                <a:moveTo>
                  <a:pt x="1472298" y="736149"/>
                </a:moveTo>
                <a:cubicBezTo>
                  <a:pt x="1472298" y="1142713"/>
                  <a:pt x="1142713" y="1472298"/>
                  <a:pt x="736149" y="1472298"/>
                </a:cubicBezTo>
                <a:cubicBezTo>
                  <a:pt x="329585" y="1472298"/>
                  <a:pt x="0" y="1142713"/>
                  <a:pt x="0" y="736149"/>
                </a:cubicBezTo>
                <a:cubicBezTo>
                  <a:pt x="0" y="329585"/>
                  <a:pt x="329586" y="0"/>
                  <a:pt x="736149" y="0"/>
                </a:cubicBezTo>
                <a:cubicBezTo>
                  <a:pt x="1142713" y="0"/>
                  <a:pt x="1472298" y="329585"/>
                  <a:pt x="1472298" y="736149"/>
                </a:cubicBezTo>
                <a:close/>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7" name="任意多边形: 形状 36">
            <a:extLst>
              <a:ext uri="{FF2B5EF4-FFF2-40B4-BE49-F238E27FC236}">
                <a16:creationId xmlns:a16="http://schemas.microsoft.com/office/drawing/2014/main" id="{EE0B83AC-A0BC-9F4D-3AAE-57CE1D4D0708}"/>
              </a:ext>
            </a:extLst>
          </p:cNvPr>
          <p:cNvSpPr/>
          <p:nvPr/>
        </p:nvSpPr>
        <p:spPr>
          <a:xfrm>
            <a:off x="6800237" y="1970904"/>
            <a:ext cx="1317114" cy="1317114"/>
          </a:xfrm>
          <a:custGeom>
            <a:avLst/>
            <a:gdLst>
              <a:gd name="connsiteX0" fmla="*/ 1330419 w 1330418"/>
              <a:gd name="connsiteY0" fmla="*/ 665209 h 1330418"/>
              <a:gd name="connsiteX1" fmla="*/ 665209 w 1330418"/>
              <a:gd name="connsiteY1" fmla="*/ 1330419 h 1330418"/>
              <a:gd name="connsiteX2" fmla="*/ 0 w 1330418"/>
              <a:gd name="connsiteY2" fmla="*/ 665209 h 1330418"/>
              <a:gd name="connsiteX3" fmla="*/ 665209 w 1330418"/>
              <a:gd name="connsiteY3" fmla="*/ 0 h 1330418"/>
              <a:gd name="connsiteX4" fmla="*/ 1330419 w 1330418"/>
              <a:gd name="connsiteY4" fmla="*/ 665209 h 1330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0418" h="1330418">
                <a:moveTo>
                  <a:pt x="1330419" y="665209"/>
                </a:moveTo>
                <a:cubicBezTo>
                  <a:pt x="1330419" y="1032595"/>
                  <a:pt x="1032595" y="1330419"/>
                  <a:pt x="665209" y="1330419"/>
                </a:cubicBezTo>
                <a:cubicBezTo>
                  <a:pt x="297824" y="1330419"/>
                  <a:pt x="0" y="1032594"/>
                  <a:pt x="0" y="665209"/>
                </a:cubicBezTo>
                <a:cubicBezTo>
                  <a:pt x="0" y="297824"/>
                  <a:pt x="297824" y="0"/>
                  <a:pt x="665209" y="0"/>
                </a:cubicBezTo>
                <a:cubicBezTo>
                  <a:pt x="1032595" y="0"/>
                  <a:pt x="1330419" y="297825"/>
                  <a:pt x="1330419" y="665209"/>
                </a:cubicBezTo>
                <a:close/>
              </a:path>
            </a:pathLst>
          </a:custGeom>
          <a:solidFill>
            <a:srgbClr val="FFFFFF"/>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8" name="任意多边形: 形状 37">
            <a:extLst>
              <a:ext uri="{FF2B5EF4-FFF2-40B4-BE49-F238E27FC236}">
                <a16:creationId xmlns:a16="http://schemas.microsoft.com/office/drawing/2014/main" id="{63957C6C-6DBA-CCD0-DA3D-B37EB41C020C}"/>
              </a:ext>
            </a:extLst>
          </p:cNvPr>
          <p:cNvSpPr/>
          <p:nvPr/>
        </p:nvSpPr>
        <p:spPr>
          <a:xfrm>
            <a:off x="6817201" y="1987865"/>
            <a:ext cx="1283189" cy="1283189"/>
          </a:xfrm>
          <a:custGeom>
            <a:avLst/>
            <a:gdLst>
              <a:gd name="connsiteX0" fmla="*/ 1296152 w 1296151"/>
              <a:gd name="connsiteY0" fmla="*/ 648076 h 1296151"/>
              <a:gd name="connsiteX1" fmla="*/ 648076 w 1296151"/>
              <a:gd name="connsiteY1" fmla="*/ 1296151 h 1296151"/>
              <a:gd name="connsiteX2" fmla="*/ 0 w 1296151"/>
              <a:gd name="connsiteY2" fmla="*/ 648076 h 1296151"/>
              <a:gd name="connsiteX3" fmla="*/ 648076 w 1296151"/>
              <a:gd name="connsiteY3" fmla="*/ 0 h 1296151"/>
              <a:gd name="connsiteX4" fmla="*/ 1296152 w 1296151"/>
              <a:gd name="connsiteY4" fmla="*/ 648076 h 1296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6151" h="1296151">
                <a:moveTo>
                  <a:pt x="1296152" y="648076"/>
                </a:moveTo>
                <a:cubicBezTo>
                  <a:pt x="1296152" y="1005998"/>
                  <a:pt x="1005999" y="1296151"/>
                  <a:pt x="648076" y="1296151"/>
                </a:cubicBezTo>
                <a:cubicBezTo>
                  <a:pt x="290154" y="1296151"/>
                  <a:pt x="0" y="1005998"/>
                  <a:pt x="0" y="648076"/>
                </a:cubicBezTo>
                <a:cubicBezTo>
                  <a:pt x="0" y="290153"/>
                  <a:pt x="290153" y="0"/>
                  <a:pt x="648076" y="0"/>
                </a:cubicBezTo>
                <a:cubicBezTo>
                  <a:pt x="1005998" y="0"/>
                  <a:pt x="1296152" y="290153"/>
                  <a:pt x="1296152" y="648076"/>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9" name="任意多边形: 形状 38">
            <a:extLst>
              <a:ext uri="{FF2B5EF4-FFF2-40B4-BE49-F238E27FC236}">
                <a16:creationId xmlns:a16="http://schemas.microsoft.com/office/drawing/2014/main" id="{D8E07ACB-D96A-B1E4-6BF9-DD19E46A0E52}"/>
              </a:ext>
            </a:extLst>
          </p:cNvPr>
          <p:cNvSpPr/>
          <p:nvPr/>
        </p:nvSpPr>
        <p:spPr>
          <a:xfrm>
            <a:off x="7157044" y="4107568"/>
            <a:ext cx="603503" cy="603504"/>
          </a:xfrm>
          <a:custGeom>
            <a:avLst/>
            <a:gdLst>
              <a:gd name="connsiteX0" fmla="*/ 304800 w 609599"/>
              <a:gd name="connsiteY0" fmla="*/ 609600 h 609600"/>
              <a:gd name="connsiteX1" fmla="*/ 186066 w 609599"/>
              <a:gd name="connsiteY1" fmla="*/ 585553 h 609600"/>
              <a:gd name="connsiteX2" fmla="*/ 89276 w 609599"/>
              <a:gd name="connsiteY2" fmla="*/ 520324 h 609600"/>
              <a:gd name="connsiteX3" fmla="*/ 24047 w 609599"/>
              <a:gd name="connsiteY3" fmla="*/ 423534 h 609600"/>
              <a:gd name="connsiteX4" fmla="*/ 0 w 609599"/>
              <a:gd name="connsiteY4" fmla="*/ 304800 h 609600"/>
              <a:gd name="connsiteX5" fmla="*/ 24047 w 609599"/>
              <a:gd name="connsiteY5" fmla="*/ 186066 h 609600"/>
              <a:gd name="connsiteX6" fmla="*/ 89276 w 609599"/>
              <a:gd name="connsiteY6" fmla="*/ 89276 h 609600"/>
              <a:gd name="connsiteX7" fmla="*/ 186066 w 609599"/>
              <a:gd name="connsiteY7" fmla="*/ 24047 h 609600"/>
              <a:gd name="connsiteX8" fmla="*/ 304800 w 609599"/>
              <a:gd name="connsiteY8" fmla="*/ 0 h 609600"/>
              <a:gd name="connsiteX9" fmla="*/ 423533 w 609599"/>
              <a:gd name="connsiteY9" fmla="*/ 24047 h 609600"/>
              <a:gd name="connsiteX10" fmla="*/ 520324 w 609599"/>
              <a:gd name="connsiteY10" fmla="*/ 89276 h 609600"/>
              <a:gd name="connsiteX11" fmla="*/ 585552 w 609599"/>
              <a:gd name="connsiteY11" fmla="*/ 186066 h 609600"/>
              <a:gd name="connsiteX12" fmla="*/ 609599 w 609599"/>
              <a:gd name="connsiteY12" fmla="*/ 304800 h 609600"/>
              <a:gd name="connsiteX13" fmla="*/ 585552 w 609599"/>
              <a:gd name="connsiteY13" fmla="*/ 423534 h 609600"/>
              <a:gd name="connsiteX14" fmla="*/ 520324 w 609599"/>
              <a:gd name="connsiteY14" fmla="*/ 520324 h 609600"/>
              <a:gd name="connsiteX15" fmla="*/ 423533 w 609599"/>
              <a:gd name="connsiteY15" fmla="*/ 585553 h 609600"/>
              <a:gd name="connsiteX16" fmla="*/ 304800 w 609599"/>
              <a:gd name="connsiteY16" fmla="*/ 60960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599" h="609600">
                <a:moveTo>
                  <a:pt x="304800" y="609600"/>
                </a:moveTo>
                <a:cubicBezTo>
                  <a:pt x="263619" y="609600"/>
                  <a:pt x="223640" y="601484"/>
                  <a:pt x="186066" y="585553"/>
                </a:cubicBezTo>
                <a:cubicBezTo>
                  <a:pt x="149694" y="570222"/>
                  <a:pt x="117231" y="548279"/>
                  <a:pt x="89276" y="520324"/>
                </a:cubicBezTo>
                <a:cubicBezTo>
                  <a:pt x="61320" y="492369"/>
                  <a:pt x="39377" y="459905"/>
                  <a:pt x="24047" y="423534"/>
                </a:cubicBezTo>
                <a:cubicBezTo>
                  <a:pt x="8116" y="385960"/>
                  <a:pt x="0" y="345981"/>
                  <a:pt x="0" y="304800"/>
                </a:cubicBezTo>
                <a:cubicBezTo>
                  <a:pt x="0" y="263619"/>
                  <a:pt x="8116" y="223640"/>
                  <a:pt x="24047" y="186066"/>
                </a:cubicBezTo>
                <a:cubicBezTo>
                  <a:pt x="39377" y="149695"/>
                  <a:pt x="61320" y="117231"/>
                  <a:pt x="89276" y="89276"/>
                </a:cubicBezTo>
                <a:cubicBezTo>
                  <a:pt x="117231" y="61321"/>
                  <a:pt x="149694" y="39377"/>
                  <a:pt x="186066" y="24047"/>
                </a:cubicBezTo>
                <a:cubicBezTo>
                  <a:pt x="223640" y="8116"/>
                  <a:pt x="263619" y="0"/>
                  <a:pt x="304800" y="0"/>
                </a:cubicBezTo>
                <a:cubicBezTo>
                  <a:pt x="345981" y="0"/>
                  <a:pt x="385959" y="8116"/>
                  <a:pt x="423533" y="24047"/>
                </a:cubicBezTo>
                <a:cubicBezTo>
                  <a:pt x="459905" y="39377"/>
                  <a:pt x="492369" y="61321"/>
                  <a:pt x="520324" y="89276"/>
                </a:cubicBezTo>
                <a:cubicBezTo>
                  <a:pt x="548279" y="117231"/>
                  <a:pt x="570222" y="149695"/>
                  <a:pt x="585552" y="186066"/>
                </a:cubicBezTo>
                <a:cubicBezTo>
                  <a:pt x="601484" y="223640"/>
                  <a:pt x="609599" y="263619"/>
                  <a:pt x="609599" y="304800"/>
                </a:cubicBezTo>
                <a:cubicBezTo>
                  <a:pt x="609599" y="345981"/>
                  <a:pt x="601484" y="385960"/>
                  <a:pt x="585552" y="423534"/>
                </a:cubicBezTo>
                <a:cubicBezTo>
                  <a:pt x="570222" y="459905"/>
                  <a:pt x="548279" y="492369"/>
                  <a:pt x="520324" y="520324"/>
                </a:cubicBezTo>
                <a:cubicBezTo>
                  <a:pt x="492369" y="548279"/>
                  <a:pt x="459905" y="570222"/>
                  <a:pt x="423533" y="585553"/>
                </a:cubicBezTo>
                <a:cubicBezTo>
                  <a:pt x="385959" y="601484"/>
                  <a:pt x="345981" y="609600"/>
                  <a:pt x="304800" y="609600"/>
                </a:cubicBezTo>
              </a:path>
            </a:pathLst>
          </a:custGeom>
          <a:solidFill>
            <a:srgbClr val="606060"/>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0" name="任意多边形: 形状 39">
            <a:extLst>
              <a:ext uri="{FF2B5EF4-FFF2-40B4-BE49-F238E27FC236}">
                <a16:creationId xmlns:a16="http://schemas.microsoft.com/office/drawing/2014/main" id="{68752FFC-A739-8248-C055-3A9E5C659191}"/>
              </a:ext>
            </a:extLst>
          </p:cNvPr>
          <p:cNvSpPr/>
          <p:nvPr/>
        </p:nvSpPr>
        <p:spPr>
          <a:xfrm>
            <a:off x="7206442" y="4156969"/>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8 w 509803"/>
              <a:gd name="connsiteY6" fmla="*/ 434956 h 509803"/>
              <a:gd name="connsiteX7" fmla="*/ 20139 w 509803"/>
              <a:gd name="connsiteY7" fmla="*/ 354097 h 509803"/>
              <a:gd name="connsiteX8" fmla="*/ 0 w 509803"/>
              <a:gd name="connsiteY8" fmla="*/ 254902 h 509803"/>
              <a:gd name="connsiteX9" fmla="*/ 20139 w 509803"/>
              <a:gd name="connsiteY9" fmla="*/ 155707 h 509803"/>
              <a:gd name="connsiteX10" fmla="*/ 74848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7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1" y="458402"/>
                  <a:pt x="384457" y="476738"/>
                  <a:pt x="354097" y="489664"/>
                </a:cubicBezTo>
                <a:cubicBezTo>
                  <a:pt x="322535" y="502890"/>
                  <a:pt x="289169" y="509804"/>
                  <a:pt x="254902" y="509804"/>
                </a:cubicBezTo>
                <a:cubicBezTo>
                  <a:pt x="220635" y="509804"/>
                  <a:pt x="187269" y="503191"/>
                  <a:pt x="155707" y="489664"/>
                </a:cubicBezTo>
                <a:cubicBezTo>
                  <a:pt x="125347" y="476738"/>
                  <a:pt x="97993" y="458402"/>
                  <a:pt x="74848" y="434956"/>
                </a:cubicBezTo>
                <a:cubicBezTo>
                  <a:pt x="51401" y="411510"/>
                  <a:pt x="33065" y="384457"/>
                  <a:pt x="20139" y="354097"/>
                </a:cubicBezTo>
                <a:cubicBezTo>
                  <a:pt x="6914" y="322535"/>
                  <a:pt x="0" y="289169"/>
                  <a:pt x="0" y="254902"/>
                </a:cubicBezTo>
                <a:cubicBezTo>
                  <a:pt x="0" y="220634"/>
                  <a:pt x="6613" y="187269"/>
                  <a:pt x="20139" y="155707"/>
                </a:cubicBezTo>
                <a:cubicBezTo>
                  <a:pt x="33065" y="125347"/>
                  <a:pt x="51401" y="97993"/>
                  <a:pt x="74848" y="74847"/>
                </a:cubicBezTo>
                <a:cubicBezTo>
                  <a:pt x="98293" y="51401"/>
                  <a:pt x="125347" y="33065"/>
                  <a:pt x="155707" y="20140"/>
                </a:cubicBezTo>
                <a:cubicBezTo>
                  <a:pt x="187269" y="6914"/>
                  <a:pt x="220635" y="0"/>
                  <a:pt x="254902" y="0"/>
                </a:cubicBezTo>
                <a:cubicBezTo>
                  <a:pt x="289169" y="0"/>
                  <a:pt x="322535" y="6613"/>
                  <a:pt x="354097" y="20140"/>
                </a:cubicBezTo>
                <a:cubicBezTo>
                  <a:pt x="384457" y="33065"/>
                  <a:pt x="411811" y="51401"/>
                  <a:pt x="434956" y="74847"/>
                </a:cubicBezTo>
                <a:cubicBezTo>
                  <a:pt x="458402" y="98294"/>
                  <a:pt x="476739" y="125347"/>
                  <a:pt x="489664" y="155707"/>
                </a:cubicBezTo>
                <a:cubicBezTo>
                  <a:pt x="502890" y="187269"/>
                  <a:pt x="509804" y="220634"/>
                  <a:pt x="509804" y="254902"/>
                </a:cubicBezTo>
              </a:path>
            </a:pathLst>
          </a:custGeom>
          <a:noFill/>
          <a:ln w="178551" cap="flat">
            <a:solidFill>
              <a:srgbClr val="297FD5"/>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1" name="任意多边形: 形状 40">
            <a:extLst>
              <a:ext uri="{FF2B5EF4-FFF2-40B4-BE49-F238E27FC236}">
                <a16:creationId xmlns:a16="http://schemas.microsoft.com/office/drawing/2014/main" id="{5DF35972-D486-96B1-5988-F75506BD57B0}"/>
              </a:ext>
            </a:extLst>
          </p:cNvPr>
          <p:cNvSpPr/>
          <p:nvPr/>
        </p:nvSpPr>
        <p:spPr>
          <a:xfrm>
            <a:off x="7227274" y="4177801"/>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2" name="任意多边形: 形状 41">
            <a:extLst>
              <a:ext uri="{FF2B5EF4-FFF2-40B4-BE49-F238E27FC236}">
                <a16:creationId xmlns:a16="http://schemas.microsoft.com/office/drawing/2014/main" id="{5125F069-1DA9-CE63-79EB-80965A6F726E}"/>
              </a:ext>
            </a:extLst>
          </p:cNvPr>
          <p:cNvSpPr/>
          <p:nvPr/>
        </p:nvSpPr>
        <p:spPr>
          <a:xfrm>
            <a:off x="7206442" y="2377107"/>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8 w 509803"/>
              <a:gd name="connsiteY6" fmla="*/ 434956 h 509803"/>
              <a:gd name="connsiteX7" fmla="*/ 20139 w 509803"/>
              <a:gd name="connsiteY7" fmla="*/ 354097 h 509803"/>
              <a:gd name="connsiteX8" fmla="*/ 0 w 509803"/>
              <a:gd name="connsiteY8" fmla="*/ 254902 h 509803"/>
              <a:gd name="connsiteX9" fmla="*/ 20139 w 509803"/>
              <a:gd name="connsiteY9" fmla="*/ 155706 h 509803"/>
              <a:gd name="connsiteX10" fmla="*/ 74848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6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1" y="458102"/>
                  <a:pt x="384457" y="476738"/>
                  <a:pt x="354097" y="489664"/>
                </a:cubicBezTo>
                <a:cubicBezTo>
                  <a:pt x="322535" y="502890"/>
                  <a:pt x="289169" y="509804"/>
                  <a:pt x="254902" y="509804"/>
                </a:cubicBezTo>
                <a:cubicBezTo>
                  <a:pt x="220635" y="509804"/>
                  <a:pt x="187269" y="503191"/>
                  <a:pt x="155707" y="489664"/>
                </a:cubicBezTo>
                <a:cubicBezTo>
                  <a:pt x="125347" y="476738"/>
                  <a:pt x="97993" y="458402"/>
                  <a:pt x="74848" y="434956"/>
                </a:cubicBezTo>
                <a:cubicBezTo>
                  <a:pt x="51702" y="411510"/>
                  <a:pt x="33065" y="384457"/>
                  <a:pt x="20139" y="354097"/>
                </a:cubicBezTo>
                <a:cubicBezTo>
                  <a:pt x="6914" y="322535"/>
                  <a:pt x="0" y="289169"/>
                  <a:pt x="0" y="254902"/>
                </a:cubicBezTo>
                <a:cubicBezTo>
                  <a:pt x="0" y="220634"/>
                  <a:pt x="6613" y="187269"/>
                  <a:pt x="20139" y="155706"/>
                </a:cubicBezTo>
                <a:cubicBezTo>
                  <a:pt x="33065" y="125347"/>
                  <a:pt x="51401" y="97993"/>
                  <a:pt x="74848" y="74847"/>
                </a:cubicBezTo>
                <a:cubicBezTo>
                  <a:pt x="98293" y="51702"/>
                  <a:pt x="125347" y="33065"/>
                  <a:pt x="155707" y="20140"/>
                </a:cubicBezTo>
                <a:cubicBezTo>
                  <a:pt x="187269" y="6914"/>
                  <a:pt x="220635" y="0"/>
                  <a:pt x="254902" y="0"/>
                </a:cubicBezTo>
                <a:cubicBezTo>
                  <a:pt x="289169" y="0"/>
                  <a:pt x="322535" y="6613"/>
                  <a:pt x="354097" y="20140"/>
                </a:cubicBezTo>
                <a:cubicBezTo>
                  <a:pt x="384457" y="33065"/>
                  <a:pt x="411811" y="51401"/>
                  <a:pt x="434956" y="74847"/>
                </a:cubicBezTo>
                <a:cubicBezTo>
                  <a:pt x="458102" y="98294"/>
                  <a:pt x="476739" y="125347"/>
                  <a:pt x="489664" y="155706"/>
                </a:cubicBezTo>
                <a:cubicBezTo>
                  <a:pt x="502890" y="186968"/>
                  <a:pt x="509804" y="220334"/>
                  <a:pt x="509804" y="254902"/>
                </a:cubicBezTo>
              </a:path>
            </a:pathLst>
          </a:custGeom>
          <a:noFill/>
          <a:ln w="178551" cap="flat">
            <a:solidFill>
              <a:srgbClr val="297FD5"/>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3" name="任意多边形: 形状 42">
            <a:extLst>
              <a:ext uri="{FF2B5EF4-FFF2-40B4-BE49-F238E27FC236}">
                <a16:creationId xmlns:a16="http://schemas.microsoft.com/office/drawing/2014/main" id="{8DB8CDD4-3E02-A6D2-A786-B163901EB5A0}"/>
              </a:ext>
            </a:extLst>
          </p:cNvPr>
          <p:cNvSpPr/>
          <p:nvPr/>
        </p:nvSpPr>
        <p:spPr>
          <a:xfrm>
            <a:off x="7227274" y="2397939"/>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4" name="任意多边形: 形状 43">
            <a:extLst>
              <a:ext uri="{FF2B5EF4-FFF2-40B4-BE49-F238E27FC236}">
                <a16:creationId xmlns:a16="http://schemas.microsoft.com/office/drawing/2014/main" id="{EDFCFD1C-03E8-53EB-B836-2EDCD956A2B8}"/>
              </a:ext>
            </a:extLst>
          </p:cNvPr>
          <p:cNvSpPr/>
          <p:nvPr/>
        </p:nvSpPr>
        <p:spPr>
          <a:xfrm>
            <a:off x="7458796" y="2630353"/>
            <a:ext cx="2975" cy="1685227"/>
          </a:xfrm>
          <a:custGeom>
            <a:avLst/>
            <a:gdLst>
              <a:gd name="connsiteX0" fmla="*/ 0 w 3005"/>
              <a:gd name="connsiteY0" fmla="*/ 0 h 1702250"/>
              <a:gd name="connsiteX1" fmla="*/ 0 w 3005"/>
              <a:gd name="connsiteY1" fmla="*/ 1702251 h 1702250"/>
            </a:gdLst>
            <a:ahLst/>
            <a:cxnLst>
              <a:cxn ang="0">
                <a:pos x="connsiteX0" y="connsiteY0"/>
              </a:cxn>
              <a:cxn ang="0">
                <a:pos x="connsiteX1" y="connsiteY1"/>
              </a:cxn>
            </a:cxnLst>
            <a:rect l="l" t="t" r="r" b="b"/>
            <a:pathLst>
              <a:path w="3005" h="1702250">
                <a:moveTo>
                  <a:pt x="0" y="0"/>
                </a:moveTo>
                <a:lnTo>
                  <a:pt x="0" y="1702251"/>
                </a:lnTo>
              </a:path>
            </a:pathLst>
          </a:custGeom>
          <a:ln w="105176" cap="rnd">
            <a:solidFill>
              <a:srgbClr val="FFFFFF"/>
            </a:solidFill>
            <a:prstDash val="solid"/>
            <a:bevel/>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nvGrpSpPr>
          <p:cNvPr id="45" name="组合 44">
            <a:extLst>
              <a:ext uri="{FF2B5EF4-FFF2-40B4-BE49-F238E27FC236}">
                <a16:creationId xmlns:a16="http://schemas.microsoft.com/office/drawing/2014/main" id="{733EB9D8-BD03-6BA3-4034-3482AFC98CC2}"/>
              </a:ext>
            </a:extLst>
          </p:cNvPr>
          <p:cNvGrpSpPr/>
          <p:nvPr/>
        </p:nvGrpSpPr>
        <p:grpSpPr>
          <a:xfrm>
            <a:off x="7366989" y="4315582"/>
            <a:ext cx="183015" cy="183907"/>
            <a:chOff x="7370595" y="4278520"/>
            <a:chExt cx="183015" cy="183907"/>
          </a:xfrm>
          <a:solidFill>
            <a:srgbClr val="297FD5"/>
          </a:solidFill>
        </p:grpSpPr>
        <p:sp>
          <p:nvSpPr>
            <p:cNvPr id="46" name="任意多边形: 形状 45">
              <a:extLst>
                <a:ext uri="{FF2B5EF4-FFF2-40B4-BE49-F238E27FC236}">
                  <a16:creationId xmlns:a16="http://schemas.microsoft.com/office/drawing/2014/main" id="{659D9263-7041-B6CE-6B34-6CC7C6B83BB2}"/>
                </a:ext>
              </a:extLst>
            </p:cNvPr>
            <p:cNvSpPr/>
            <p:nvPr/>
          </p:nvSpPr>
          <p:spPr>
            <a:xfrm>
              <a:off x="7370595" y="4278818"/>
              <a:ext cx="81537" cy="183609"/>
            </a:xfrm>
            <a:custGeom>
              <a:avLst/>
              <a:gdLst>
                <a:gd name="connsiteX0" fmla="*/ 10821 w 82361"/>
                <a:gd name="connsiteY0" fmla="*/ 174343 h 185464"/>
                <a:gd name="connsiteX1" fmla="*/ 0 w 82361"/>
                <a:gd name="connsiteY1" fmla="*/ 142781 h 185464"/>
                <a:gd name="connsiteX2" fmla="*/ 0 w 82361"/>
                <a:gd name="connsiteY2" fmla="*/ 42684 h 185464"/>
                <a:gd name="connsiteX3" fmla="*/ 10821 w 82361"/>
                <a:gd name="connsiteY3" fmla="*/ 11122 h 185464"/>
                <a:gd name="connsiteX4" fmla="*/ 41181 w 82361"/>
                <a:gd name="connsiteY4" fmla="*/ 0 h 185464"/>
                <a:gd name="connsiteX5" fmla="*/ 71541 w 82361"/>
                <a:gd name="connsiteY5" fmla="*/ 11122 h 185464"/>
                <a:gd name="connsiteX6" fmla="*/ 82362 w 82361"/>
                <a:gd name="connsiteY6" fmla="*/ 42684 h 185464"/>
                <a:gd name="connsiteX7" fmla="*/ 82362 w 82361"/>
                <a:gd name="connsiteY7" fmla="*/ 142781 h 185464"/>
                <a:gd name="connsiteX8" fmla="*/ 71541 w 82361"/>
                <a:gd name="connsiteY8" fmla="*/ 174343 h 185464"/>
                <a:gd name="connsiteX9" fmla="*/ 41181 w 82361"/>
                <a:gd name="connsiteY9" fmla="*/ 185465 h 185464"/>
                <a:gd name="connsiteX10" fmla="*/ 10821 w 82361"/>
                <a:gd name="connsiteY10" fmla="*/ 174343 h 185464"/>
                <a:gd name="connsiteX11" fmla="*/ 51401 w 82361"/>
                <a:gd name="connsiteY11" fmla="*/ 154805 h 185464"/>
                <a:gd name="connsiteX12" fmla="*/ 55008 w 82361"/>
                <a:gd name="connsiteY12" fmla="*/ 142781 h 185464"/>
                <a:gd name="connsiteX13" fmla="*/ 55008 w 82361"/>
                <a:gd name="connsiteY13" fmla="*/ 42984 h 185464"/>
                <a:gd name="connsiteX14" fmla="*/ 51401 w 82361"/>
                <a:gd name="connsiteY14" fmla="*/ 30961 h 185464"/>
                <a:gd name="connsiteX15" fmla="*/ 41181 w 82361"/>
                <a:gd name="connsiteY15" fmla="*/ 26752 h 185464"/>
                <a:gd name="connsiteX16" fmla="*/ 30961 w 82361"/>
                <a:gd name="connsiteY16" fmla="*/ 30961 h 185464"/>
                <a:gd name="connsiteX17" fmla="*/ 27353 w 82361"/>
                <a:gd name="connsiteY17" fmla="*/ 42984 h 185464"/>
                <a:gd name="connsiteX18" fmla="*/ 27353 w 82361"/>
                <a:gd name="connsiteY18" fmla="*/ 142781 h 185464"/>
                <a:gd name="connsiteX19" fmla="*/ 30961 w 82361"/>
                <a:gd name="connsiteY19" fmla="*/ 154805 h 185464"/>
                <a:gd name="connsiteX20" fmla="*/ 41181 w 82361"/>
                <a:gd name="connsiteY20" fmla="*/ 159013 h 185464"/>
                <a:gd name="connsiteX21" fmla="*/ 51401 w 82361"/>
                <a:gd name="connsiteY21" fmla="*/ 154805 h 185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2361" h="185464">
                  <a:moveTo>
                    <a:pt x="10821" y="174343"/>
                  </a:moveTo>
                  <a:cubicBezTo>
                    <a:pt x="3607" y="166828"/>
                    <a:pt x="0" y="156308"/>
                    <a:pt x="0" y="142781"/>
                  </a:cubicBezTo>
                  <a:lnTo>
                    <a:pt x="0" y="42684"/>
                  </a:lnTo>
                  <a:cubicBezTo>
                    <a:pt x="0" y="29157"/>
                    <a:pt x="3607" y="18637"/>
                    <a:pt x="10821" y="11122"/>
                  </a:cubicBezTo>
                  <a:cubicBezTo>
                    <a:pt x="18036" y="3607"/>
                    <a:pt x="28255" y="0"/>
                    <a:pt x="41181" y="0"/>
                  </a:cubicBezTo>
                  <a:cubicBezTo>
                    <a:pt x="54107" y="0"/>
                    <a:pt x="64326" y="3607"/>
                    <a:pt x="71541" y="11122"/>
                  </a:cubicBezTo>
                  <a:cubicBezTo>
                    <a:pt x="78755" y="18637"/>
                    <a:pt x="82362" y="29157"/>
                    <a:pt x="82362" y="42684"/>
                  </a:cubicBezTo>
                  <a:lnTo>
                    <a:pt x="82362" y="142781"/>
                  </a:lnTo>
                  <a:cubicBezTo>
                    <a:pt x="82362" y="156308"/>
                    <a:pt x="78755" y="166828"/>
                    <a:pt x="71541" y="174343"/>
                  </a:cubicBezTo>
                  <a:cubicBezTo>
                    <a:pt x="64326" y="181858"/>
                    <a:pt x="54107" y="185465"/>
                    <a:pt x="41181" y="185465"/>
                  </a:cubicBezTo>
                  <a:cubicBezTo>
                    <a:pt x="28255" y="185465"/>
                    <a:pt x="18036" y="181557"/>
                    <a:pt x="10821" y="174343"/>
                  </a:cubicBezTo>
                  <a:close/>
                  <a:moveTo>
                    <a:pt x="51401" y="154805"/>
                  </a:moveTo>
                  <a:cubicBezTo>
                    <a:pt x="53806" y="152099"/>
                    <a:pt x="55008" y="147891"/>
                    <a:pt x="55008" y="142781"/>
                  </a:cubicBezTo>
                  <a:lnTo>
                    <a:pt x="55008" y="42984"/>
                  </a:lnTo>
                  <a:cubicBezTo>
                    <a:pt x="55008" y="37874"/>
                    <a:pt x="53806" y="33967"/>
                    <a:pt x="51401" y="30961"/>
                  </a:cubicBezTo>
                  <a:cubicBezTo>
                    <a:pt x="48997" y="28255"/>
                    <a:pt x="45690" y="26752"/>
                    <a:pt x="41181" y="26752"/>
                  </a:cubicBezTo>
                  <a:cubicBezTo>
                    <a:pt x="36672" y="26752"/>
                    <a:pt x="33365" y="28255"/>
                    <a:pt x="30961" y="30961"/>
                  </a:cubicBezTo>
                  <a:cubicBezTo>
                    <a:pt x="28556" y="33666"/>
                    <a:pt x="27353" y="37874"/>
                    <a:pt x="27353" y="42984"/>
                  </a:cubicBezTo>
                  <a:lnTo>
                    <a:pt x="27353" y="142781"/>
                  </a:lnTo>
                  <a:cubicBezTo>
                    <a:pt x="27353" y="147891"/>
                    <a:pt x="28556" y="151799"/>
                    <a:pt x="30961" y="154805"/>
                  </a:cubicBezTo>
                  <a:cubicBezTo>
                    <a:pt x="33365" y="157510"/>
                    <a:pt x="36672" y="159013"/>
                    <a:pt x="41181" y="159013"/>
                  </a:cubicBezTo>
                  <a:cubicBezTo>
                    <a:pt x="45690" y="159013"/>
                    <a:pt x="48997" y="157510"/>
                    <a:pt x="51401" y="154805"/>
                  </a:cubicBez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7" name="任意多边形: 形状 46">
              <a:extLst>
                <a:ext uri="{FF2B5EF4-FFF2-40B4-BE49-F238E27FC236}">
                  <a16:creationId xmlns:a16="http://schemas.microsoft.com/office/drawing/2014/main" id="{4CBA26CC-56DD-A1D2-5B30-9B22A844C40A}"/>
                </a:ext>
              </a:extLst>
            </p:cNvPr>
            <p:cNvSpPr/>
            <p:nvPr/>
          </p:nvSpPr>
          <p:spPr>
            <a:xfrm>
              <a:off x="7470287" y="4278520"/>
              <a:ext cx="83323" cy="183441"/>
            </a:xfrm>
            <a:custGeom>
              <a:avLst/>
              <a:gdLst>
                <a:gd name="connsiteX0" fmla="*/ 19538 w 84165"/>
                <a:gd name="connsiteY0" fmla="*/ 180956 h 185294"/>
                <a:gd name="connsiteX1" fmla="*/ 5110 w 84165"/>
                <a:gd name="connsiteY1" fmla="*/ 167730 h 185294"/>
                <a:gd name="connsiteX2" fmla="*/ 0 w 84165"/>
                <a:gd name="connsiteY2" fmla="*/ 146689 h 185294"/>
                <a:gd name="connsiteX3" fmla="*/ 0 w 84165"/>
                <a:gd name="connsiteY3" fmla="*/ 133463 h 185294"/>
                <a:gd name="connsiteX4" fmla="*/ 27353 w 84165"/>
                <a:gd name="connsiteY4" fmla="*/ 133463 h 185294"/>
                <a:gd name="connsiteX5" fmla="*/ 27353 w 84165"/>
                <a:gd name="connsiteY5" fmla="*/ 145186 h 185294"/>
                <a:gd name="connsiteX6" fmla="*/ 29157 w 84165"/>
                <a:gd name="connsiteY6" fmla="*/ 152400 h 185294"/>
                <a:gd name="connsiteX7" fmla="*/ 34267 w 84165"/>
                <a:gd name="connsiteY7" fmla="*/ 156909 h 185294"/>
                <a:gd name="connsiteX8" fmla="*/ 42383 w 84165"/>
                <a:gd name="connsiteY8" fmla="*/ 158412 h 185294"/>
                <a:gd name="connsiteX9" fmla="*/ 52904 w 84165"/>
                <a:gd name="connsiteY9" fmla="*/ 154504 h 185294"/>
                <a:gd name="connsiteX10" fmla="*/ 56511 w 84165"/>
                <a:gd name="connsiteY10" fmla="*/ 143683 h 185294"/>
                <a:gd name="connsiteX11" fmla="*/ 56511 w 84165"/>
                <a:gd name="connsiteY11" fmla="*/ 118133 h 185294"/>
                <a:gd name="connsiteX12" fmla="*/ 53205 w 84165"/>
                <a:gd name="connsiteY12" fmla="*/ 106410 h 185294"/>
                <a:gd name="connsiteX13" fmla="*/ 43285 w 84165"/>
                <a:gd name="connsiteY13" fmla="*/ 102201 h 185294"/>
                <a:gd name="connsiteX14" fmla="*/ 31862 w 84165"/>
                <a:gd name="connsiteY14" fmla="*/ 102201 h 185294"/>
                <a:gd name="connsiteX15" fmla="*/ 31862 w 84165"/>
                <a:gd name="connsiteY15" fmla="*/ 75749 h 185294"/>
                <a:gd name="connsiteX16" fmla="*/ 43285 w 84165"/>
                <a:gd name="connsiteY16" fmla="*/ 75749 h 185294"/>
                <a:gd name="connsiteX17" fmla="*/ 50800 w 84165"/>
                <a:gd name="connsiteY17" fmla="*/ 72142 h 185294"/>
                <a:gd name="connsiteX18" fmla="*/ 53505 w 84165"/>
                <a:gd name="connsiteY18" fmla="*/ 62223 h 185294"/>
                <a:gd name="connsiteX19" fmla="*/ 53505 w 84165"/>
                <a:gd name="connsiteY19" fmla="*/ 38476 h 185294"/>
                <a:gd name="connsiteX20" fmla="*/ 50500 w 84165"/>
                <a:gd name="connsiteY20" fmla="*/ 29759 h 185294"/>
                <a:gd name="connsiteX21" fmla="*/ 42083 w 84165"/>
                <a:gd name="connsiteY21" fmla="*/ 26753 h 185294"/>
                <a:gd name="connsiteX22" fmla="*/ 35470 w 84165"/>
                <a:gd name="connsiteY22" fmla="*/ 28256 h 185294"/>
                <a:gd name="connsiteX23" fmla="*/ 31261 w 84165"/>
                <a:gd name="connsiteY23" fmla="*/ 32464 h 185294"/>
                <a:gd name="connsiteX24" fmla="*/ 29758 w 84165"/>
                <a:gd name="connsiteY24" fmla="*/ 38776 h 185294"/>
                <a:gd name="connsiteX25" fmla="*/ 29758 w 84165"/>
                <a:gd name="connsiteY25" fmla="*/ 52303 h 185294"/>
                <a:gd name="connsiteX26" fmla="*/ 2405 w 84165"/>
                <a:gd name="connsiteY26" fmla="*/ 52303 h 185294"/>
                <a:gd name="connsiteX27" fmla="*/ 2405 w 84165"/>
                <a:gd name="connsiteY27" fmla="*/ 38476 h 185294"/>
                <a:gd name="connsiteX28" fmla="*/ 7214 w 84165"/>
                <a:gd name="connsiteY28" fmla="*/ 17735 h 185294"/>
                <a:gd name="connsiteX29" fmla="*/ 21041 w 84165"/>
                <a:gd name="connsiteY29" fmla="*/ 4509 h 185294"/>
                <a:gd name="connsiteX30" fmla="*/ 42985 w 84165"/>
                <a:gd name="connsiteY30" fmla="*/ 0 h 185294"/>
                <a:gd name="connsiteX31" fmla="*/ 70939 w 84165"/>
                <a:gd name="connsiteY31" fmla="*/ 10220 h 185294"/>
                <a:gd name="connsiteX32" fmla="*/ 80859 w 84165"/>
                <a:gd name="connsiteY32" fmla="*/ 38776 h 185294"/>
                <a:gd name="connsiteX33" fmla="*/ 80859 w 84165"/>
                <a:gd name="connsiteY33" fmla="*/ 63726 h 185294"/>
                <a:gd name="connsiteX34" fmla="*/ 76651 w 84165"/>
                <a:gd name="connsiteY34" fmla="*/ 76952 h 185294"/>
                <a:gd name="connsiteX35" fmla="*/ 64627 w 84165"/>
                <a:gd name="connsiteY35" fmla="*/ 88675 h 185294"/>
                <a:gd name="connsiteX36" fmla="*/ 79056 w 84165"/>
                <a:gd name="connsiteY36" fmla="*/ 99496 h 185294"/>
                <a:gd name="connsiteX37" fmla="*/ 84166 w 84165"/>
                <a:gd name="connsiteY37" fmla="*/ 117532 h 185294"/>
                <a:gd name="connsiteX38" fmla="*/ 84166 w 84165"/>
                <a:gd name="connsiteY38" fmla="*/ 143984 h 185294"/>
                <a:gd name="connsiteX39" fmla="*/ 79356 w 84165"/>
                <a:gd name="connsiteY39" fmla="*/ 166227 h 185294"/>
                <a:gd name="connsiteX40" fmla="*/ 64927 w 84165"/>
                <a:gd name="connsiteY40" fmla="*/ 180355 h 185294"/>
                <a:gd name="connsiteX41" fmla="*/ 42383 w 84165"/>
                <a:gd name="connsiteY41" fmla="*/ 185165 h 185294"/>
                <a:gd name="connsiteX42" fmla="*/ 19538 w 84165"/>
                <a:gd name="connsiteY42" fmla="*/ 180956 h 185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84165" h="185294">
                  <a:moveTo>
                    <a:pt x="19538" y="180956"/>
                  </a:moveTo>
                  <a:cubicBezTo>
                    <a:pt x="13226" y="177951"/>
                    <a:pt x="8417" y="173442"/>
                    <a:pt x="5110" y="167730"/>
                  </a:cubicBezTo>
                  <a:cubicBezTo>
                    <a:pt x="1803" y="161719"/>
                    <a:pt x="0" y="154805"/>
                    <a:pt x="0" y="146689"/>
                  </a:cubicBezTo>
                  <a:lnTo>
                    <a:pt x="0" y="133463"/>
                  </a:lnTo>
                  <a:lnTo>
                    <a:pt x="27353" y="133463"/>
                  </a:lnTo>
                  <a:lnTo>
                    <a:pt x="27353" y="145186"/>
                  </a:lnTo>
                  <a:cubicBezTo>
                    <a:pt x="27353" y="147891"/>
                    <a:pt x="27955" y="150296"/>
                    <a:pt x="29157" y="152400"/>
                  </a:cubicBezTo>
                  <a:cubicBezTo>
                    <a:pt x="30359" y="154504"/>
                    <a:pt x="32163" y="156007"/>
                    <a:pt x="34267" y="156909"/>
                  </a:cubicBezTo>
                  <a:cubicBezTo>
                    <a:pt x="36371" y="158112"/>
                    <a:pt x="39077" y="158412"/>
                    <a:pt x="42383" y="158412"/>
                  </a:cubicBezTo>
                  <a:cubicBezTo>
                    <a:pt x="46892" y="158412"/>
                    <a:pt x="50500" y="157210"/>
                    <a:pt x="52904" y="154504"/>
                  </a:cubicBezTo>
                  <a:cubicBezTo>
                    <a:pt x="55309" y="151799"/>
                    <a:pt x="56511" y="148192"/>
                    <a:pt x="56511" y="143683"/>
                  </a:cubicBezTo>
                  <a:lnTo>
                    <a:pt x="56511" y="118133"/>
                  </a:lnTo>
                  <a:cubicBezTo>
                    <a:pt x="56511" y="113023"/>
                    <a:pt x="55309" y="109115"/>
                    <a:pt x="53205" y="106410"/>
                  </a:cubicBezTo>
                  <a:cubicBezTo>
                    <a:pt x="51101" y="103704"/>
                    <a:pt x="47794" y="102201"/>
                    <a:pt x="43285" y="102201"/>
                  </a:cubicBezTo>
                  <a:lnTo>
                    <a:pt x="31862" y="102201"/>
                  </a:lnTo>
                  <a:lnTo>
                    <a:pt x="31862" y="75749"/>
                  </a:lnTo>
                  <a:lnTo>
                    <a:pt x="43285" y="75749"/>
                  </a:lnTo>
                  <a:cubicBezTo>
                    <a:pt x="46592" y="75749"/>
                    <a:pt x="48997" y="74547"/>
                    <a:pt x="50800" y="72142"/>
                  </a:cubicBezTo>
                  <a:cubicBezTo>
                    <a:pt x="52604" y="69738"/>
                    <a:pt x="53505" y="66431"/>
                    <a:pt x="53505" y="62223"/>
                  </a:cubicBezTo>
                  <a:lnTo>
                    <a:pt x="53505" y="38476"/>
                  </a:lnTo>
                  <a:cubicBezTo>
                    <a:pt x="53505" y="34869"/>
                    <a:pt x="52604" y="31863"/>
                    <a:pt x="50500" y="29759"/>
                  </a:cubicBezTo>
                  <a:cubicBezTo>
                    <a:pt x="48395" y="27655"/>
                    <a:pt x="45690" y="26753"/>
                    <a:pt x="42083" y="26753"/>
                  </a:cubicBezTo>
                  <a:cubicBezTo>
                    <a:pt x="39377" y="26753"/>
                    <a:pt x="37273" y="27354"/>
                    <a:pt x="35470" y="28256"/>
                  </a:cubicBezTo>
                  <a:cubicBezTo>
                    <a:pt x="33666" y="29158"/>
                    <a:pt x="32163" y="30661"/>
                    <a:pt x="31261" y="32464"/>
                  </a:cubicBezTo>
                  <a:cubicBezTo>
                    <a:pt x="30359" y="34268"/>
                    <a:pt x="29758" y="36372"/>
                    <a:pt x="29758" y="38776"/>
                  </a:cubicBezTo>
                  <a:lnTo>
                    <a:pt x="29758" y="52303"/>
                  </a:lnTo>
                  <a:lnTo>
                    <a:pt x="2405" y="52303"/>
                  </a:lnTo>
                  <a:lnTo>
                    <a:pt x="2405" y="38476"/>
                  </a:lnTo>
                  <a:cubicBezTo>
                    <a:pt x="2405" y="30360"/>
                    <a:pt x="3908" y="23446"/>
                    <a:pt x="7214" y="17735"/>
                  </a:cubicBezTo>
                  <a:cubicBezTo>
                    <a:pt x="10521" y="12024"/>
                    <a:pt x="15030" y="7515"/>
                    <a:pt x="21041" y="4509"/>
                  </a:cubicBezTo>
                  <a:cubicBezTo>
                    <a:pt x="27053" y="1503"/>
                    <a:pt x="34267" y="0"/>
                    <a:pt x="42985" y="0"/>
                  </a:cubicBezTo>
                  <a:cubicBezTo>
                    <a:pt x="55008" y="0"/>
                    <a:pt x="64326" y="3307"/>
                    <a:pt x="70939" y="10220"/>
                  </a:cubicBezTo>
                  <a:cubicBezTo>
                    <a:pt x="77553" y="16833"/>
                    <a:pt x="80859" y="26452"/>
                    <a:pt x="80859" y="38776"/>
                  </a:cubicBezTo>
                  <a:lnTo>
                    <a:pt x="80859" y="63726"/>
                  </a:lnTo>
                  <a:cubicBezTo>
                    <a:pt x="80859" y="68235"/>
                    <a:pt x="79356" y="72743"/>
                    <a:pt x="76651" y="76952"/>
                  </a:cubicBezTo>
                  <a:cubicBezTo>
                    <a:pt x="73945" y="81160"/>
                    <a:pt x="69737" y="85368"/>
                    <a:pt x="64627" y="88675"/>
                  </a:cubicBezTo>
                  <a:cubicBezTo>
                    <a:pt x="70639" y="90779"/>
                    <a:pt x="75448" y="94686"/>
                    <a:pt x="79056" y="99496"/>
                  </a:cubicBezTo>
                  <a:cubicBezTo>
                    <a:pt x="82362" y="104606"/>
                    <a:pt x="84166" y="110618"/>
                    <a:pt x="84166" y="117532"/>
                  </a:cubicBezTo>
                  <a:lnTo>
                    <a:pt x="84166" y="143984"/>
                  </a:lnTo>
                  <a:cubicBezTo>
                    <a:pt x="84166" y="152701"/>
                    <a:pt x="82663" y="160216"/>
                    <a:pt x="79356" y="166227"/>
                  </a:cubicBezTo>
                  <a:cubicBezTo>
                    <a:pt x="76050" y="172239"/>
                    <a:pt x="71240" y="177049"/>
                    <a:pt x="64927" y="180355"/>
                  </a:cubicBezTo>
                  <a:cubicBezTo>
                    <a:pt x="58615" y="183662"/>
                    <a:pt x="51101" y="185165"/>
                    <a:pt x="42383" y="185165"/>
                  </a:cubicBezTo>
                  <a:cubicBezTo>
                    <a:pt x="33666" y="185766"/>
                    <a:pt x="25850" y="184263"/>
                    <a:pt x="19538" y="180956"/>
                  </a:cubicBez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sp>
        <p:nvSpPr>
          <p:cNvPr id="48" name="任意多边形: 形状 47">
            <a:extLst>
              <a:ext uri="{FF2B5EF4-FFF2-40B4-BE49-F238E27FC236}">
                <a16:creationId xmlns:a16="http://schemas.microsoft.com/office/drawing/2014/main" id="{4A50468D-FDEC-C3F3-2AE7-6A930AE7EE60}"/>
              </a:ext>
            </a:extLst>
          </p:cNvPr>
          <p:cNvSpPr/>
          <p:nvPr/>
        </p:nvSpPr>
        <p:spPr>
          <a:xfrm>
            <a:off x="8821440" y="1899186"/>
            <a:ext cx="2726778" cy="1459359"/>
          </a:xfrm>
          <a:custGeom>
            <a:avLst/>
            <a:gdLst>
              <a:gd name="connsiteX0" fmla="*/ 0 w 2754321"/>
              <a:gd name="connsiteY0" fmla="*/ 0 h 1474101"/>
              <a:gd name="connsiteX1" fmla="*/ 2754322 w 2754321"/>
              <a:gd name="connsiteY1" fmla="*/ 0 h 1474101"/>
              <a:gd name="connsiteX2" fmla="*/ 2754322 w 2754321"/>
              <a:gd name="connsiteY2" fmla="*/ 1474102 h 1474101"/>
              <a:gd name="connsiteX3" fmla="*/ 0 w 2754321"/>
              <a:gd name="connsiteY3" fmla="*/ 1474102 h 1474101"/>
            </a:gdLst>
            <a:ahLst/>
            <a:cxnLst>
              <a:cxn ang="0">
                <a:pos x="connsiteX0" y="connsiteY0"/>
              </a:cxn>
              <a:cxn ang="0">
                <a:pos x="connsiteX1" y="connsiteY1"/>
              </a:cxn>
              <a:cxn ang="0">
                <a:pos x="connsiteX2" y="connsiteY2"/>
              </a:cxn>
              <a:cxn ang="0">
                <a:pos x="connsiteX3" y="connsiteY3"/>
              </a:cxn>
            </a:cxnLst>
            <a:rect l="l" t="t" r="r" b="b"/>
            <a:pathLst>
              <a:path w="2754321" h="1474101">
                <a:moveTo>
                  <a:pt x="0" y="0"/>
                </a:moveTo>
                <a:lnTo>
                  <a:pt x="2754322" y="0"/>
                </a:lnTo>
                <a:lnTo>
                  <a:pt x="2754322" y="1474102"/>
                </a:lnTo>
                <a:lnTo>
                  <a:pt x="0" y="1474102"/>
                </a:lnTo>
                <a:close/>
              </a:path>
            </a:pathLst>
          </a:custGeom>
          <a:solidFill>
            <a:srgbClr val="7F8FA9"/>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9" name="任意多边形: 形状 48">
            <a:extLst>
              <a:ext uri="{FF2B5EF4-FFF2-40B4-BE49-F238E27FC236}">
                <a16:creationId xmlns:a16="http://schemas.microsoft.com/office/drawing/2014/main" id="{3C5C0657-3AA7-AEB2-CF26-185CB830C287}"/>
              </a:ext>
            </a:extLst>
          </p:cNvPr>
          <p:cNvSpPr/>
          <p:nvPr/>
        </p:nvSpPr>
        <p:spPr>
          <a:xfrm>
            <a:off x="9083614" y="1528394"/>
            <a:ext cx="2202135" cy="2202135"/>
          </a:xfrm>
          <a:custGeom>
            <a:avLst/>
            <a:gdLst>
              <a:gd name="connsiteX0" fmla="*/ 1112189 w 2224378"/>
              <a:gd name="connsiteY0" fmla="*/ 2224379 h 2224378"/>
              <a:gd name="connsiteX1" fmla="*/ 679337 w 2224378"/>
              <a:gd name="connsiteY1" fmla="*/ 2136907 h 2224378"/>
              <a:gd name="connsiteX2" fmla="*/ 325841 w 2224378"/>
              <a:gd name="connsiteY2" fmla="*/ 1898538 h 2224378"/>
              <a:gd name="connsiteX3" fmla="*/ 87472 w 2224378"/>
              <a:gd name="connsiteY3" fmla="*/ 1545042 h 2224378"/>
              <a:gd name="connsiteX4" fmla="*/ 0 w 2224378"/>
              <a:gd name="connsiteY4" fmla="*/ 1112189 h 2224378"/>
              <a:gd name="connsiteX5" fmla="*/ 87472 w 2224378"/>
              <a:gd name="connsiteY5" fmla="*/ 679337 h 2224378"/>
              <a:gd name="connsiteX6" fmla="*/ 325841 w 2224378"/>
              <a:gd name="connsiteY6" fmla="*/ 325842 h 2224378"/>
              <a:gd name="connsiteX7" fmla="*/ 679337 w 2224378"/>
              <a:gd name="connsiteY7" fmla="*/ 87472 h 2224378"/>
              <a:gd name="connsiteX8" fmla="*/ 1112189 w 2224378"/>
              <a:gd name="connsiteY8" fmla="*/ 0 h 2224378"/>
              <a:gd name="connsiteX9" fmla="*/ 1545041 w 2224378"/>
              <a:gd name="connsiteY9" fmla="*/ 87472 h 2224378"/>
              <a:gd name="connsiteX10" fmla="*/ 1898538 w 2224378"/>
              <a:gd name="connsiteY10" fmla="*/ 325842 h 2224378"/>
              <a:gd name="connsiteX11" fmla="*/ 2136906 w 2224378"/>
              <a:gd name="connsiteY11" fmla="*/ 679337 h 2224378"/>
              <a:gd name="connsiteX12" fmla="*/ 2224379 w 2224378"/>
              <a:gd name="connsiteY12" fmla="*/ 1112189 h 2224378"/>
              <a:gd name="connsiteX13" fmla="*/ 2136906 w 2224378"/>
              <a:gd name="connsiteY13" fmla="*/ 1545042 h 2224378"/>
              <a:gd name="connsiteX14" fmla="*/ 1898538 w 2224378"/>
              <a:gd name="connsiteY14" fmla="*/ 1898538 h 2224378"/>
              <a:gd name="connsiteX15" fmla="*/ 1545041 w 2224378"/>
              <a:gd name="connsiteY15" fmla="*/ 2136907 h 2224378"/>
              <a:gd name="connsiteX16" fmla="*/ 1112189 w 2224378"/>
              <a:gd name="connsiteY16" fmla="*/ 2224379 h 2224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24378" h="2224378">
                <a:moveTo>
                  <a:pt x="1112189" y="2224379"/>
                </a:moveTo>
                <a:cubicBezTo>
                  <a:pt x="962194" y="2224379"/>
                  <a:pt x="816407" y="2194921"/>
                  <a:pt x="679337" y="2136907"/>
                </a:cubicBezTo>
                <a:cubicBezTo>
                  <a:pt x="546776" y="2080997"/>
                  <a:pt x="428042" y="2000739"/>
                  <a:pt x="325841" y="1898538"/>
                </a:cubicBezTo>
                <a:cubicBezTo>
                  <a:pt x="223640" y="1796336"/>
                  <a:pt x="143683" y="1677603"/>
                  <a:pt x="87472" y="1545042"/>
                </a:cubicBezTo>
                <a:cubicBezTo>
                  <a:pt x="29458" y="1407972"/>
                  <a:pt x="0" y="1262185"/>
                  <a:pt x="0" y="1112189"/>
                </a:cubicBezTo>
                <a:cubicBezTo>
                  <a:pt x="0" y="962194"/>
                  <a:pt x="29458" y="816407"/>
                  <a:pt x="87472" y="679337"/>
                </a:cubicBezTo>
                <a:cubicBezTo>
                  <a:pt x="143382" y="546776"/>
                  <a:pt x="223640" y="428043"/>
                  <a:pt x="325841" y="325842"/>
                </a:cubicBezTo>
                <a:cubicBezTo>
                  <a:pt x="428042" y="223640"/>
                  <a:pt x="546776" y="143683"/>
                  <a:pt x="679337" y="87472"/>
                </a:cubicBezTo>
                <a:cubicBezTo>
                  <a:pt x="816407" y="29458"/>
                  <a:pt x="962194" y="0"/>
                  <a:pt x="1112189" y="0"/>
                </a:cubicBezTo>
                <a:cubicBezTo>
                  <a:pt x="1262184" y="0"/>
                  <a:pt x="1407971" y="29458"/>
                  <a:pt x="1545041" y="87472"/>
                </a:cubicBezTo>
                <a:cubicBezTo>
                  <a:pt x="1677603" y="143382"/>
                  <a:pt x="1796336" y="223640"/>
                  <a:pt x="1898538" y="325842"/>
                </a:cubicBezTo>
                <a:cubicBezTo>
                  <a:pt x="2000739" y="428043"/>
                  <a:pt x="2080696" y="546776"/>
                  <a:pt x="2136906" y="679337"/>
                </a:cubicBezTo>
                <a:cubicBezTo>
                  <a:pt x="2194921" y="816407"/>
                  <a:pt x="2224379" y="962194"/>
                  <a:pt x="2224379" y="1112189"/>
                </a:cubicBezTo>
                <a:cubicBezTo>
                  <a:pt x="2224379" y="1262185"/>
                  <a:pt x="2194921" y="1407972"/>
                  <a:pt x="2136906" y="1545042"/>
                </a:cubicBezTo>
                <a:cubicBezTo>
                  <a:pt x="2080997" y="1677603"/>
                  <a:pt x="2000739" y="1796336"/>
                  <a:pt x="1898538" y="1898538"/>
                </a:cubicBezTo>
                <a:cubicBezTo>
                  <a:pt x="1796336" y="2000739"/>
                  <a:pt x="1677603" y="2080696"/>
                  <a:pt x="1545041" y="2136907"/>
                </a:cubicBezTo>
                <a:cubicBezTo>
                  <a:pt x="1407971" y="2194921"/>
                  <a:pt x="1262184" y="2224379"/>
                  <a:pt x="1112189" y="2224379"/>
                </a:cubicBezTo>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0" name="任意多边形: 形状 49">
            <a:extLst>
              <a:ext uri="{FF2B5EF4-FFF2-40B4-BE49-F238E27FC236}">
                <a16:creationId xmlns:a16="http://schemas.microsoft.com/office/drawing/2014/main" id="{BFA50F1D-E4C2-FC92-6EB7-D8EB894AD95B}"/>
              </a:ext>
            </a:extLst>
          </p:cNvPr>
          <p:cNvSpPr/>
          <p:nvPr/>
        </p:nvSpPr>
        <p:spPr>
          <a:xfrm>
            <a:off x="9390127" y="1835203"/>
            <a:ext cx="1588512" cy="1588512"/>
          </a:xfrm>
          <a:custGeom>
            <a:avLst/>
            <a:gdLst>
              <a:gd name="connsiteX0" fmla="*/ 1604559 w 1604558"/>
              <a:gd name="connsiteY0" fmla="*/ 802279 h 1604558"/>
              <a:gd name="connsiteX1" fmla="*/ 1541435 w 1604558"/>
              <a:gd name="connsiteY1" fmla="*/ 1114594 h 1604558"/>
              <a:gd name="connsiteX2" fmla="*/ 1369496 w 1604558"/>
              <a:gd name="connsiteY2" fmla="*/ 1369496 h 1604558"/>
              <a:gd name="connsiteX3" fmla="*/ 1114594 w 1604558"/>
              <a:gd name="connsiteY3" fmla="*/ 1541435 h 1604558"/>
              <a:gd name="connsiteX4" fmla="*/ 802279 w 1604558"/>
              <a:gd name="connsiteY4" fmla="*/ 1604559 h 1604558"/>
              <a:gd name="connsiteX5" fmla="*/ 489965 w 1604558"/>
              <a:gd name="connsiteY5" fmla="*/ 1541435 h 1604558"/>
              <a:gd name="connsiteX6" fmla="*/ 235063 w 1604558"/>
              <a:gd name="connsiteY6" fmla="*/ 1369496 h 1604558"/>
              <a:gd name="connsiteX7" fmla="*/ 63124 w 1604558"/>
              <a:gd name="connsiteY7" fmla="*/ 1114594 h 1604558"/>
              <a:gd name="connsiteX8" fmla="*/ 0 w 1604558"/>
              <a:gd name="connsiteY8" fmla="*/ 802279 h 1604558"/>
              <a:gd name="connsiteX9" fmla="*/ 63124 w 1604558"/>
              <a:gd name="connsiteY9" fmla="*/ 489965 h 1604558"/>
              <a:gd name="connsiteX10" fmla="*/ 235063 w 1604558"/>
              <a:gd name="connsiteY10" fmla="*/ 235063 h 1604558"/>
              <a:gd name="connsiteX11" fmla="*/ 489965 w 1604558"/>
              <a:gd name="connsiteY11" fmla="*/ 63124 h 1604558"/>
              <a:gd name="connsiteX12" fmla="*/ 802279 w 1604558"/>
              <a:gd name="connsiteY12" fmla="*/ 0 h 1604558"/>
              <a:gd name="connsiteX13" fmla="*/ 1114594 w 1604558"/>
              <a:gd name="connsiteY13" fmla="*/ 63124 h 1604558"/>
              <a:gd name="connsiteX14" fmla="*/ 1369496 w 1604558"/>
              <a:gd name="connsiteY14" fmla="*/ 235063 h 1604558"/>
              <a:gd name="connsiteX15" fmla="*/ 1541435 w 1604558"/>
              <a:gd name="connsiteY15" fmla="*/ 489965 h 1604558"/>
              <a:gd name="connsiteX16" fmla="*/ 1604559 w 1604558"/>
              <a:gd name="connsiteY16" fmla="*/ 802279 h 160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4558" h="1604558">
                <a:moveTo>
                  <a:pt x="1604559" y="802279"/>
                </a:moveTo>
                <a:cubicBezTo>
                  <a:pt x="1604559" y="910492"/>
                  <a:pt x="1583216" y="1015699"/>
                  <a:pt x="1541435" y="1114594"/>
                </a:cubicBezTo>
                <a:cubicBezTo>
                  <a:pt x="1501155" y="1210182"/>
                  <a:pt x="1443141" y="1295851"/>
                  <a:pt x="1369496" y="1369496"/>
                </a:cubicBezTo>
                <a:cubicBezTo>
                  <a:pt x="1295851" y="1443141"/>
                  <a:pt x="1210183" y="1500855"/>
                  <a:pt x="1114594" y="1541435"/>
                </a:cubicBezTo>
                <a:cubicBezTo>
                  <a:pt x="1015699" y="1583217"/>
                  <a:pt x="910492" y="1604559"/>
                  <a:pt x="802279" y="1604559"/>
                </a:cubicBezTo>
                <a:cubicBezTo>
                  <a:pt x="694066" y="1604559"/>
                  <a:pt x="588859" y="1583217"/>
                  <a:pt x="489965" y="1541435"/>
                </a:cubicBezTo>
                <a:cubicBezTo>
                  <a:pt x="394376" y="1501155"/>
                  <a:pt x="308708" y="1443141"/>
                  <a:pt x="235063" y="1369496"/>
                </a:cubicBezTo>
                <a:cubicBezTo>
                  <a:pt x="161418" y="1295851"/>
                  <a:pt x="103704" y="1210182"/>
                  <a:pt x="63124" y="1114594"/>
                </a:cubicBezTo>
                <a:cubicBezTo>
                  <a:pt x="21342" y="1015699"/>
                  <a:pt x="0" y="910492"/>
                  <a:pt x="0" y="802279"/>
                </a:cubicBezTo>
                <a:cubicBezTo>
                  <a:pt x="0" y="694066"/>
                  <a:pt x="21342" y="588859"/>
                  <a:pt x="63124" y="489965"/>
                </a:cubicBezTo>
                <a:cubicBezTo>
                  <a:pt x="103403" y="394376"/>
                  <a:pt x="161418" y="308708"/>
                  <a:pt x="235063" y="235063"/>
                </a:cubicBezTo>
                <a:cubicBezTo>
                  <a:pt x="308708" y="161418"/>
                  <a:pt x="394376" y="103704"/>
                  <a:pt x="489965" y="63124"/>
                </a:cubicBezTo>
                <a:cubicBezTo>
                  <a:pt x="588859" y="21342"/>
                  <a:pt x="694066" y="0"/>
                  <a:pt x="802279" y="0"/>
                </a:cubicBezTo>
                <a:cubicBezTo>
                  <a:pt x="910492" y="0"/>
                  <a:pt x="1015699" y="21342"/>
                  <a:pt x="1114594" y="63124"/>
                </a:cubicBezTo>
                <a:cubicBezTo>
                  <a:pt x="1210183" y="103404"/>
                  <a:pt x="1295851" y="161418"/>
                  <a:pt x="1369496" y="235063"/>
                </a:cubicBezTo>
                <a:cubicBezTo>
                  <a:pt x="1443141" y="308708"/>
                  <a:pt x="1500855" y="394376"/>
                  <a:pt x="1541435" y="489965"/>
                </a:cubicBezTo>
                <a:cubicBezTo>
                  <a:pt x="1583517" y="588859"/>
                  <a:pt x="1604559" y="693766"/>
                  <a:pt x="1604559" y="802279"/>
                </a:cubicBezTo>
              </a:path>
            </a:pathLst>
          </a:custGeom>
          <a:noFill/>
          <a:ln w="178551" cap="flat">
            <a:solidFill>
              <a:srgbClr val="7F8FA9"/>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1" name="任意多边形: 形状 50">
            <a:extLst>
              <a:ext uri="{FF2B5EF4-FFF2-40B4-BE49-F238E27FC236}">
                <a16:creationId xmlns:a16="http://schemas.microsoft.com/office/drawing/2014/main" id="{E1C12BB0-40CF-4995-393E-E571899C1508}"/>
              </a:ext>
            </a:extLst>
          </p:cNvPr>
          <p:cNvSpPr/>
          <p:nvPr/>
        </p:nvSpPr>
        <p:spPr>
          <a:xfrm>
            <a:off x="9455895" y="1900673"/>
            <a:ext cx="1457575" cy="1457575"/>
          </a:xfrm>
          <a:custGeom>
            <a:avLst/>
            <a:gdLst>
              <a:gd name="connsiteX0" fmla="*/ 1472298 w 1472298"/>
              <a:gd name="connsiteY0" fmla="*/ 736149 h 1472298"/>
              <a:gd name="connsiteX1" fmla="*/ 736149 w 1472298"/>
              <a:gd name="connsiteY1" fmla="*/ 1472298 h 1472298"/>
              <a:gd name="connsiteX2" fmla="*/ 0 w 1472298"/>
              <a:gd name="connsiteY2" fmla="*/ 736149 h 1472298"/>
              <a:gd name="connsiteX3" fmla="*/ 736149 w 1472298"/>
              <a:gd name="connsiteY3" fmla="*/ 0 h 1472298"/>
              <a:gd name="connsiteX4" fmla="*/ 1472298 w 1472298"/>
              <a:gd name="connsiteY4" fmla="*/ 736149 h 1472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2298" h="1472298">
                <a:moveTo>
                  <a:pt x="1472298" y="736149"/>
                </a:moveTo>
                <a:cubicBezTo>
                  <a:pt x="1472298" y="1142713"/>
                  <a:pt x="1142713" y="1472298"/>
                  <a:pt x="736149" y="1472298"/>
                </a:cubicBezTo>
                <a:cubicBezTo>
                  <a:pt x="329585" y="1472298"/>
                  <a:pt x="0" y="1142713"/>
                  <a:pt x="0" y="736149"/>
                </a:cubicBezTo>
                <a:cubicBezTo>
                  <a:pt x="0" y="329585"/>
                  <a:pt x="329586" y="0"/>
                  <a:pt x="736149" y="0"/>
                </a:cubicBezTo>
                <a:cubicBezTo>
                  <a:pt x="1142713" y="0"/>
                  <a:pt x="1472298" y="329585"/>
                  <a:pt x="1472298" y="736149"/>
                </a:cubicBezTo>
                <a:close/>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2" name="任意多边形: 形状 51">
            <a:extLst>
              <a:ext uri="{FF2B5EF4-FFF2-40B4-BE49-F238E27FC236}">
                <a16:creationId xmlns:a16="http://schemas.microsoft.com/office/drawing/2014/main" id="{D4075602-0980-162E-02F2-E1DD514F7301}"/>
              </a:ext>
            </a:extLst>
          </p:cNvPr>
          <p:cNvSpPr/>
          <p:nvPr/>
        </p:nvSpPr>
        <p:spPr>
          <a:xfrm>
            <a:off x="9526123" y="1970904"/>
            <a:ext cx="1317114" cy="1317114"/>
          </a:xfrm>
          <a:custGeom>
            <a:avLst/>
            <a:gdLst>
              <a:gd name="connsiteX0" fmla="*/ 1330419 w 1330418"/>
              <a:gd name="connsiteY0" fmla="*/ 665209 h 1330418"/>
              <a:gd name="connsiteX1" fmla="*/ 665209 w 1330418"/>
              <a:gd name="connsiteY1" fmla="*/ 1330419 h 1330418"/>
              <a:gd name="connsiteX2" fmla="*/ 0 w 1330418"/>
              <a:gd name="connsiteY2" fmla="*/ 665209 h 1330418"/>
              <a:gd name="connsiteX3" fmla="*/ 665209 w 1330418"/>
              <a:gd name="connsiteY3" fmla="*/ 0 h 1330418"/>
              <a:gd name="connsiteX4" fmla="*/ 1330419 w 1330418"/>
              <a:gd name="connsiteY4" fmla="*/ 665209 h 1330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0418" h="1330418">
                <a:moveTo>
                  <a:pt x="1330419" y="665209"/>
                </a:moveTo>
                <a:cubicBezTo>
                  <a:pt x="1330419" y="1032595"/>
                  <a:pt x="1032595" y="1330419"/>
                  <a:pt x="665209" y="1330419"/>
                </a:cubicBezTo>
                <a:cubicBezTo>
                  <a:pt x="297824" y="1330419"/>
                  <a:pt x="0" y="1032594"/>
                  <a:pt x="0" y="665209"/>
                </a:cubicBezTo>
                <a:cubicBezTo>
                  <a:pt x="0" y="297824"/>
                  <a:pt x="297824" y="0"/>
                  <a:pt x="665209" y="0"/>
                </a:cubicBezTo>
                <a:cubicBezTo>
                  <a:pt x="1032595" y="0"/>
                  <a:pt x="1330419" y="297825"/>
                  <a:pt x="1330419" y="665209"/>
                </a:cubicBezTo>
                <a:close/>
              </a:path>
            </a:pathLst>
          </a:custGeom>
          <a:solidFill>
            <a:srgbClr val="FFFFFF"/>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3" name="任意多边形: 形状 52">
            <a:extLst>
              <a:ext uri="{FF2B5EF4-FFF2-40B4-BE49-F238E27FC236}">
                <a16:creationId xmlns:a16="http://schemas.microsoft.com/office/drawing/2014/main" id="{08FF6167-2480-5A16-12AC-0FCE134EB88C}"/>
              </a:ext>
            </a:extLst>
          </p:cNvPr>
          <p:cNvSpPr/>
          <p:nvPr/>
        </p:nvSpPr>
        <p:spPr>
          <a:xfrm>
            <a:off x="9543085" y="1987865"/>
            <a:ext cx="1283189" cy="1283189"/>
          </a:xfrm>
          <a:custGeom>
            <a:avLst/>
            <a:gdLst>
              <a:gd name="connsiteX0" fmla="*/ 1296152 w 1296151"/>
              <a:gd name="connsiteY0" fmla="*/ 648076 h 1296151"/>
              <a:gd name="connsiteX1" fmla="*/ 648076 w 1296151"/>
              <a:gd name="connsiteY1" fmla="*/ 1296151 h 1296151"/>
              <a:gd name="connsiteX2" fmla="*/ 0 w 1296151"/>
              <a:gd name="connsiteY2" fmla="*/ 648076 h 1296151"/>
              <a:gd name="connsiteX3" fmla="*/ 648076 w 1296151"/>
              <a:gd name="connsiteY3" fmla="*/ 0 h 1296151"/>
              <a:gd name="connsiteX4" fmla="*/ 1296152 w 1296151"/>
              <a:gd name="connsiteY4" fmla="*/ 648076 h 1296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6151" h="1296151">
                <a:moveTo>
                  <a:pt x="1296152" y="648076"/>
                </a:moveTo>
                <a:cubicBezTo>
                  <a:pt x="1296152" y="1005998"/>
                  <a:pt x="1005999" y="1296151"/>
                  <a:pt x="648076" y="1296151"/>
                </a:cubicBezTo>
                <a:cubicBezTo>
                  <a:pt x="290154" y="1296151"/>
                  <a:pt x="0" y="1005998"/>
                  <a:pt x="0" y="648076"/>
                </a:cubicBezTo>
                <a:cubicBezTo>
                  <a:pt x="0" y="290153"/>
                  <a:pt x="290153" y="0"/>
                  <a:pt x="648076" y="0"/>
                </a:cubicBezTo>
                <a:cubicBezTo>
                  <a:pt x="1005998" y="0"/>
                  <a:pt x="1296152" y="290153"/>
                  <a:pt x="1296152" y="648076"/>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4" name="任意多边形: 形状 53">
            <a:extLst>
              <a:ext uri="{FF2B5EF4-FFF2-40B4-BE49-F238E27FC236}">
                <a16:creationId xmlns:a16="http://schemas.microsoft.com/office/drawing/2014/main" id="{B15F6710-84EA-DB81-CDD9-A345F018242B}"/>
              </a:ext>
            </a:extLst>
          </p:cNvPr>
          <p:cNvSpPr/>
          <p:nvPr/>
        </p:nvSpPr>
        <p:spPr>
          <a:xfrm>
            <a:off x="9882930" y="4107568"/>
            <a:ext cx="603503" cy="603504"/>
          </a:xfrm>
          <a:custGeom>
            <a:avLst/>
            <a:gdLst>
              <a:gd name="connsiteX0" fmla="*/ 304800 w 609599"/>
              <a:gd name="connsiteY0" fmla="*/ 609600 h 609600"/>
              <a:gd name="connsiteX1" fmla="*/ 186066 w 609599"/>
              <a:gd name="connsiteY1" fmla="*/ 585553 h 609600"/>
              <a:gd name="connsiteX2" fmla="*/ 89276 w 609599"/>
              <a:gd name="connsiteY2" fmla="*/ 520324 h 609600"/>
              <a:gd name="connsiteX3" fmla="*/ 24047 w 609599"/>
              <a:gd name="connsiteY3" fmla="*/ 423534 h 609600"/>
              <a:gd name="connsiteX4" fmla="*/ 0 w 609599"/>
              <a:gd name="connsiteY4" fmla="*/ 304800 h 609600"/>
              <a:gd name="connsiteX5" fmla="*/ 24047 w 609599"/>
              <a:gd name="connsiteY5" fmla="*/ 186066 h 609600"/>
              <a:gd name="connsiteX6" fmla="*/ 89276 w 609599"/>
              <a:gd name="connsiteY6" fmla="*/ 89276 h 609600"/>
              <a:gd name="connsiteX7" fmla="*/ 186066 w 609599"/>
              <a:gd name="connsiteY7" fmla="*/ 24047 h 609600"/>
              <a:gd name="connsiteX8" fmla="*/ 304800 w 609599"/>
              <a:gd name="connsiteY8" fmla="*/ 0 h 609600"/>
              <a:gd name="connsiteX9" fmla="*/ 423533 w 609599"/>
              <a:gd name="connsiteY9" fmla="*/ 24047 h 609600"/>
              <a:gd name="connsiteX10" fmla="*/ 520324 w 609599"/>
              <a:gd name="connsiteY10" fmla="*/ 89276 h 609600"/>
              <a:gd name="connsiteX11" fmla="*/ 585552 w 609599"/>
              <a:gd name="connsiteY11" fmla="*/ 186066 h 609600"/>
              <a:gd name="connsiteX12" fmla="*/ 609599 w 609599"/>
              <a:gd name="connsiteY12" fmla="*/ 304800 h 609600"/>
              <a:gd name="connsiteX13" fmla="*/ 585552 w 609599"/>
              <a:gd name="connsiteY13" fmla="*/ 423534 h 609600"/>
              <a:gd name="connsiteX14" fmla="*/ 520324 w 609599"/>
              <a:gd name="connsiteY14" fmla="*/ 520324 h 609600"/>
              <a:gd name="connsiteX15" fmla="*/ 423533 w 609599"/>
              <a:gd name="connsiteY15" fmla="*/ 585553 h 609600"/>
              <a:gd name="connsiteX16" fmla="*/ 304800 w 609599"/>
              <a:gd name="connsiteY16" fmla="*/ 60960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599" h="609600">
                <a:moveTo>
                  <a:pt x="304800" y="609600"/>
                </a:moveTo>
                <a:cubicBezTo>
                  <a:pt x="263619" y="609600"/>
                  <a:pt x="223640" y="601484"/>
                  <a:pt x="186066" y="585553"/>
                </a:cubicBezTo>
                <a:cubicBezTo>
                  <a:pt x="149694" y="570222"/>
                  <a:pt x="117231" y="548279"/>
                  <a:pt x="89276" y="520324"/>
                </a:cubicBezTo>
                <a:cubicBezTo>
                  <a:pt x="61320" y="492369"/>
                  <a:pt x="39377" y="459905"/>
                  <a:pt x="24047" y="423534"/>
                </a:cubicBezTo>
                <a:cubicBezTo>
                  <a:pt x="8116" y="385960"/>
                  <a:pt x="0" y="345981"/>
                  <a:pt x="0" y="304800"/>
                </a:cubicBezTo>
                <a:cubicBezTo>
                  <a:pt x="0" y="263619"/>
                  <a:pt x="8116" y="223640"/>
                  <a:pt x="24047" y="186066"/>
                </a:cubicBezTo>
                <a:cubicBezTo>
                  <a:pt x="39377" y="149695"/>
                  <a:pt x="61320" y="117231"/>
                  <a:pt x="89276" y="89276"/>
                </a:cubicBezTo>
                <a:cubicBezTo>
                  <a:pt x="117231" y="61321"/>
                  <a:pt x="149694" y="39377"/>
                  <a:pt x="186066" y="24047"/>
                </a:cubicBezTo>
                <a:cubicBezTo>
                  <a:pt x="223640" y="8116"/>
                  <a:pt x="263619" y="0"/>
                  <a:pt x="304800" y="0"/>
                </a:cubicBezTo>
                <a:cubicBezTo>
                  <a:pt x="345981" y="0"/>
                  <a:pt x="385959" y="8116"/>
                  <a:pt x="423533" y="24047"/>
                </a:cubicBezTo>
                <a:cubicBezTo>
                  <a:pt x="459905" y="39377"/>
                  <a:pt x="492369" y="61321"/>
                  <a:pt x="520324" y="89276"/>
                </a:cubicBezTo>
                <a:cubicBezTo>
                  <a:pt x="548279" y="117231"/>
                  <a:pt x="570222" y="149695"/>
                  <a:pt x="585552" y="186066"/>
                </a:cubicBezTo>
                <a:cubicBezTo>
                  <a:pt x="601484" y="223640"/>
                  <a:pt x="609599" y="263619"/>
                  <a:pt x="609599" y="304800"/>
                </a:cubicBezTo>
                <a:cubicBezTo>
                  <a:pt x="609599" y="345981"/>
                  <a:pt x="601484" y="385960"/>
                  <a:pt x="585552" y="423534"/>
                </a:cubicBezTo>
                <a:cubicBezTo>
                  <a:pt x="570222" y="459905"/>
                  <a:pt x="548279" y="492369"/>
                  <a:pt x="520324" y="520324"/>
                </a:cubicBezTo>
                <a:cubicBezTo>
                  <a:pt x="492369" y="548279"/>
                  <a:pt x="459905" y="570222"/>
                  <a:pt x="423533" y="585553"/>
                </a:cubicBezTo>
                <a:cubicBezTo>
                  <a:pt x="385959" y="601484"/>
                  <a:pt x="345981" y="609600"/>
                  <a:pt x="304800" y="609600"/>
                </a:cubicBezTo>
              </a:path>
            </a:pathLst>
          </a:custGeom>
          <a:solidFill>
            <a:srgbClr val="606060"/>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5" name="任意多边形: 形状 54">
            <a:extLst>
              <a:ext uri="{FF2B5EF4-FFF2-40B4-BE49-F238E27FC236}">
                <a16:creationId xmlns:a16="http://schemas.microsoft.com/office/drawing/2014/main" id="{C26A8EC6-6F49-FB46-A7E5-C1739670142C}"/>
              </a:ext>
            </a:extLst>
          </p:cNvPr>
          <p:cNvSpPr/>
          <p:nvPr/>
        </p:nvSpPr>
        <p:spPr>
          <a:xfrm>
            <a:off x="9932329" y="4156969"/>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8 w 509803"/>
              <a:gd name="connsiteY6" fmla="*/ 434956 h 509803"/>
              <a:gd name="connsiteX7" fmla="*/ 20139 w 509803"/>
              <a:gd name="connsiteY7" fmla="*/ 354097 h 509803"/>
              <a:gd name="connsiteX8" fmla="*/ 0 w 509803"/>
              <a:gd name="connsiteY8" fmla="*/ 254902 h 509803"/>
              <a:gd name="connsiteX9" fmla="*/ 20139 w 509803"/>
              <a:gd name="connsiteY9" fmla="*/ 155707 h 509803"/>
              <a:gd name="connsiteX10" fmla="*/ 74848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7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1" y="458402"/>
                  <a:pt x="384457" y="476738"/>
                  <a:pt x="354097" y="489664"/>
                </a:cubicBezTo>
                <a:cubicBezTo>
                  <a:pt x="322535" y="502890"/>
                  <a:pt x="289169" y="509804"/>
                  <a:pt x="254902" y="509804"/>
                </a:cubicBezTo>
                <a:cubicBezTo>
                  <a:pt x="220635" y="509804"/>
                  <a:pt x="187269" y="503191"/>
                  <a:pt x="155707" y="489664"/>
                </a:cubicBezTo>
                <a:cubicBezTo>
                  <a:pt x="125347" y="476738"/>
                  <a:pt x="97993" y="458402"/>
                  <a:pt x="74848" y="434956"/>
                </a:cubicBezTo>
                <a:cubicBezTo>
                  <a:pt x="51401" y="411510"/>
                  <a:pt x="33065" y="384457"/>
                  <a:pt x="20139" y="354097"/>
                </a:cubicBezTo>
                <a:cubicBezTo>
                  <a:pt x="6914" y="322535"/>
                  <a:pt x="0" y="289169"/>
                  <a:pt x="0" y="254902"/>
                </a:cubicBezTo>
                <a:cubicBezTo>
                  <a:pt x="0" y="220634"/>
                  <a:pt x="6613" y="187269"/>
                  <a:pt x="20139" y="155707"/>
                </a:cubicBezTo>
                <a:cubicBezTo>
                  <a:pt x="33065" y="125347"/>
                  <a:pt x="51401" y="97993"/>
                  <a:pt x="74848" y="74847"/>
                </a:cubicBezTo>
                <a:cubicBezTo>
                  <a:pt x="98293" y="51401"/>
                  <a:pt x="125347" y="33065"/>
                  <a:pt x="155707" y="20140"/>
                </a:cubicBezTo>
                <a:cubicBezTo>
                  <a:pt x="187269" y="6914"/>
                  <a:pt x="220635" y="0"/>
                  <a:pt x="254902" y="0"/>
                </a:cubicBezTo>
                <a:cubicBezTo>
                  <a:pt x="289169" y="0"/>
                  <a:pt x="322535" y="6613"/>
                  <a:pt x="354097" y="20140"/>
                </a:cubicBezTo>
                <a:cubicBezTo>
                  <a:pt x="384457" y="33065"/>
                  <a:pt x="411811" y="51401"/>
                  <a:pt x="434956" y="74847"/>
                </a:cubicBezTo>
                <a:cubicBezTo>
                  <a:pt x="458402" y="98294"/>
                  <a:pt x="476739" y="125347"/>
                  <a:pt x="489664" y="155707"/>
                </a:cubicBezTo>
                <a:cubicBezTo>
                  <a:pt x="502890" y="187269"/>
                  <a:pt x="509804" y="220634"/>
                  <a:pt x="509804" y="254902"/>
                </a:cubicBezTo>
              </a:path>
            </a:pathLst>
          </a:custGeom>
          <a:noFill/>
          <a:ln w="178551" cap="flat">
            <a:solidFill>
              <a:srgbClr val="7F8FA9"/>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6" name="任意多边形: 形状 55">
            <a:extLst>
              <a:ext uri="{FF2B5EF4-FFF2-40B4-BE49-F238E27FC236}">
                <a16:creationId xmlns:a16="http://schemas.microsoft.com/office/drawing/2014/main" id="{08D08CC0-3202-6BCA-D09F-4E5EF177D8D7}"/>
              </a:ext>
            </a:extLst>
          </p:cNvPr>
          <p:cNvSpPr/>
          <p:nvPr/>
        </p:nvSpPr>
        <p:spPr>
          <a:xfrm>
            <a:off x="9953160" y="4177801"/>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7" name="任意多边形: 形状 56">
            <a:extLst>
              <a:ext uri="{FF2B5EF4-FFF2-40B4-BE49-F238E27FC236}">
                <a16:creationId xmlns:a16="http://schemas.microsoft.com/office/drawing/2014/main" id="{0E55F7B2-8D0F-C62B-4EF4-5D8FB248B650}"/>
              </a:ext>
            </a:extLst>
          </p:cNvPr>
          <p:cNvSpPr/>
          <p:nvPr/>
        </p:nvSpPr>
        <p:spPr>
          <a:xfrm>
            <a:off x="9932329" y="2377107"/>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8 w 509803"/>
              <a:gd name="connsiteY6" fmla="*/ 434956 h 509803"/>
              <a:gd name="connsiteX7" fmla="*/ 20139 w 509803"/>
              <a:gd name="connsiteY7" fmla="*/ 354097 h 509803"/>
              <a:gd name="connsiteX8" fmla="*/ 0 w 509803"/>
              <a:gd name="connsiteY8" fmla="*/ 254902 h 509803"/>
              <a:gd name="connsiteX9" fmla="*/ 20139 w 509803"/>
              <a:gd name="connsiteY9" fmla="*/ 155706 h 509803"/>
              <a:gd name="connsiteX10" fmla="*/ 74848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6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1" y="458102"/>
                  <a:pt x="384457" y="476738"/>
                  <a:pt x="354097" y="489664"/>
                </a:cubicBezTo>
                <a:cubicBezTo>
                  <a:pt x="322535" y="502890"/>
                  <a:pt x="289169" y="509804"/>
                  <a:pt x="254902" y="509804"/>
                </a:cubicBezTo>
                <a:cubicBezTo>
                  <a:pt x="220635" y="509804"/>
                  <a:pt x="187269" y="503191"/>
                  <a:pt x="155707" y="489664"/>
                </a:cubicBezTo>
                <a:cubicBezTo>
                  <a:pt x="125347" y="476738"/>
                  <a:pt x="97993" y="458402"/>
                  <a:pt x="74848" y="434956"/>
                </a:cubicBezTo>
                <a:cubicBezTo>
                  <a:pt x="51702" y="411510"/>
                  <a:pt x="33065" y="384457"/>
                  <a:pt x="20139" y="354097"/>
                </a:cubicBezTo>
                <a:cubicBezTo>
                  <a:pt x="6914" y="322535"/>
                  <a:pt x="0" y="289169"/>
                  <a:pt x="0" y="254902"/>
                </a:cubicBezTo>
                <a:cubicBezTo>
                  <a:pt x="0" y="220634"/>
                  <a:pt x="6613" y="187269"/>
                  <a:pt x="20139" y="155706"/>
                </a:cubicBezTo>
                <a:cubicBezTo>
                  <a:pt x="33065" y="125347"/>
                  <a:pt x="51401" y="97993"/>
                  <a:pt x="74848" y="74847"/>
                </a:cubicBezTo>
                <a:cubicBezTo>
                  <a:pt x="98293" y="51702"/>
                  <a:pt x="125347" y="33065"/>
                  <a:pt x="155707" y="20140"/>
                </a:cubicBezTo>
                <a:cubicBezTo>
                  <a:pt x="187269" y="6914"/>
                  <a:pt x="220635" y="0"/>
                  <a:pt x="254902" y="0"/>
                </a:cubicBezTo>
                <a:cubicBezTo>
                  <a:pt x="289169" y="0"/>
                  <a:pt x="322535" y="6613"/>
                  <a:pt x="354097" y="20140"/>
                </a:cubicBezTo>
                <a:cubicBezTo>
                  <a:pt x="384457" y="33065"/>
                  <a:pt x="411811" y="51401"/>
                  <a:pt x="434956" y="74847"/>
                </a:cubicBezTo>
                <a:cubicBezTo>
                  <a:pt x="458102" y="98294"/>
                  <a:pt x="476739" y="125347"/>
                  <a:pt x="489664" y="155706"/>
                </a:cubicBezTo>
                <a:cubicBezTo>
                  <a:pt x="502890" y="186968"/>
                  <a:pt x="509804" y="220334"/>
                  <a:pt x="509804" y="254902"/>
                </a:cubicBezTo>
              </a:path>
            </a:pathLst>
          </a:custGeom>
          <a:noFill/>
          <a:ln w="178551" cap="flat">
            <a:solidFill>
              <a:srgbClr val="7F8FA9"/>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8" name="任意多边形: 形状 57">
            <a:extLst>
              <a:ext uri="{FF2B5EF4-FFF2-40B4-BE49-F238E27FC236}">
                <a16:creationId xmlns:a16="http://schemas.microsoft.com/office/drawing/2014/main" id="{42C29D4D-0C44-444F-8806-0A911803E7A5}"/>
              </a:ext>
            </a:extLst>
          </p:cNvPr>
          <p:cNvSpPr/>
          <p:nvPr/>
        </p:nvSpPr>
        <p:spPr>
          <a:xfrm>
            <a:off x="9953160" y="2397939"/>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9" name="任意多边形: 形状 58">
            <a:extLst>
              <a:ext uri="{FF2B5EF4-FFF2-40B4-BE49-F238E27FC236}">
                <a16:creationId xmlns:a16="http://schemas.microsoft.com/office/drawing/2014/main" id="{91C691F6-95E0-DC9F-2381-6D0D888B2EDA}"/>
              </a:ext>
            </a:extLst>
          </p:cNvPr>
          <p:cNvSpPr/>
          <p:nvPr/>
        </p:nvSpPr>
        <p:spPr>
          <a:xfrm>
            <a:off x="10184682" y="2630353"/>
            <a:ext cx="2975" cy="1685227"/>
          </a:xfrm>
          <a:custGeom>
            <a:avLst/>
            <a:gdLst>
              <a:gd name="connsiteX0" fmla="*/ 0 w 3005"/>
              <a:gd name="connsiteY0" fmla="*/ 0 h 1702250"/>
              <a:gd name="connsiteX1" fmla="*/ 0 w 3005"/>
              <a:gd name="connsiteY1" fmla="*/ 1702251 h 1702250"/>
            </a:gdLst>
            <a:ahLst/>
            <a:cxnLst>
              <a:cxn ang="0">
                <a:pos x="connsiteX0" y="connsiteY0"/>
              </a:cxn>
              <a:cxn ang="0">
                <a:pos x="connsiteX1" y="connsiteY1"/>
              </a:cxn>
            </a:cxnLst>
            <a:rect l="l" t="t" r="r" b="b"/>
            <a:pathLst>
              <a:path w="3005" h="1702250">
                <a:moveTo>
                  <a:pt x="0" y="0"/>
                </a:moveTo>
                <a:lnTo>
                  <a:pt x="0" y="1702251"/>
                </a:lnTo>
              </a:path>
            </a:pathLst>
          </a:custGeom>
          <a:ln w="105176" cap="rnd">
            <a:solidFill>
              <a:srgbClr val="FFFFFF"/>
            </a:solidFill>
            <a:prstDash val="solid"/>
            <a:bevel/>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nvGrpSpPr>
          <p:cNvPr id="60" name="组合 59">
            <a:extLst>
              <a:ext uri="{FF2B5EF4-FFF2-40B4-BE49-F238E27FC236}">
                <a16:creationId xmlns:a16="http://schemas.microsoft.com/office/drawing/2014/main" id="{0CE25E42-D1DF-770A-691E-EF88C07377E2}"/>
              </a:ext>
            </a:extLst>
          </p:cNvPr>
          <p:cNvGrpSpPr/>
          <p:nvPr/>
        </p:nvGrpSpPr>
        <p:grpSpPr>
          <a:xfrm>
            <a:off x="10091834" y="4318144"/>
            <a:ext cx="197003" cy="183609"/>
            <a:chOff x="10091983" y="4278794"/>
            <a:chExt cx="197003" cy="183609"/>
          </a:xfrm>
          <a:solidFill>
            <a:srgbClr val="7F8FA9"/>
          </a:solidFill>
        </p:grpSpPr>
        <p:sp>
          <p:nvSpPr>
            <p:cNvPr id="61" name="任意多边形: 形状 60">
              <a:extLst>
                <a:ext uri="{FF2B5EF4-FFF2-40B4-BE49-F238E27FC236}">
                  <a16:creationId xmlns:a16="http://schemas.microsoft.com/office/drawing/2014/main" id="{258DC2E9-778E-474C-48B5-B3EDA755C312}"/>
                </a:ext>
              </a:extLst>
            </p:cNvPr>
            <p:cNvSpPr/>
            <p:nvPr/>
          </p:nvSpPr>
          <p:spPr>
            <a:xfrm>
              <a:off x="10091983" y="4278794"/>
              <a:ext cx="81537" cy="183609"/>
            </a:xfrm>
            <a:custGeom>
              <a:avLst/>
              <a:gdLst>
                <a:gd name="connsiteX0" fmla="*/ 10821 w 82361"/>
                <a:gd name="connsiteY0" fmla="*/ 174343 h 185464"/>
                <a:gd name="connsiteX1" fmla="*/ 0 w 82361"/>
                <a:gd name="connsiteY1" fmla="*/ 142781 h 185464"/>
                <a:gd name="connsiteX2" fmla="*/ 0 w 82361"/>
                <a:gd name="connsiteY2" fmla="*/ 42684 h 185464"/>
                <a:gd name="connsiteX3" fmla="*/ 10821 w 82361"/>
                <a:gd name="connsiteY3" fmla="*/ 11122 h 185464"/>
                <a:gd name="connsiteX4" fmla="*/ 41181 w 82361"/>
                <a:gd name="connsiteY4" fmla="*/ 0 h 185464"/>
                <a:gd name="connsiteX5" fmla="*/ 71541 w 82361"/>
                <a:gd name="connsiteY5" fmla="*/ 11122 h 185464"/>
                <a:gd name="connsiteX6" fmla="*/ 82362 w 82361"/>
                <a:gd name="connsiteY6" fmla="*/ 42684 h 185464"/>
                <a:gd name="connsiteX7" fmla="*/ 82362 w 82361"/>
                <a:gd name="connsiteY7" fmla="*/ 142781 h 185464"/>
                <a:gd name="connsiteX8" fmla="*/ 71541 w 82361"/>
                <a:gd name="connsiteY8" fmla="*/ 174343 h 185464"/>
                <a:gd name="connsiteX9" fmla="*/ 41181 w 82361"/>
                <a:gd name="connsiteY9" fmla="*/ 185465 h 185464"/>
                <a:gd name="connsiteX10" fmla="*/ 10821 w 82361"/>
                <a:gd name="connsiteY10" fmla="*/ 174343 h 185464"/>
                <a:gd name="connsiteX11" fmla="*/ 51401 w 82361"/>
                <a:gd name="connsiteY11" fmla="*/ 154805 h 185464"/>
                <a:gd name="connsiteX12" fmla="*/ 55008 w 82361"/>
                <a:gd name="connsiteY12" fmla="*/ 142781 h 185464"/>
                <a:gd name="connsiteX13" fmla="*/ 55008 w 82361"/>
                <a:gd name="connsiteY13" fmla="*/ 42984 h 185464"/>
                <a:gd name="connsiteX14" fmla="*/ 51401 w 82361"/>
                <a:gd name="connsiteY14" fmla="*/ 30961 h 185464"/>
                <a:gd name="connsiteX15" fmla="*/ 41181 w 82361"/>
                <a:gd name="connsiteY15" fmla="*/ 26752 h 185464"/>
                <a:gd name="connsiteX16" fmla="*/ 30961 w 82361"/>
                <a:gd name="connsiteY16" fmla="*/ 30961 h 185464"/>
                <a:gd name="connsiteX17" fmla="*/ 27353 w 82361"/>
                <a:gd name="connsiteY17" fmla="*/ 42984 h 185464"/>
                <a:gd name="connsiteX18" fmla="*/ 27353 w 82361"/>
                <a:gd name="connsiteY18" fmla="*/ 142781 h 185464"/>
                <a:gd name="connsiteX19" fmla="*/ 30961 w 82361"/>
                <a:gd name="connsiteY19" fmla="*/ 154805 h 185464"/>
                <a:gd name="connsiteX20" fmla="*/ 41181 w 82361"/>
                <a:gd name="connsiteY20" fmla="*/ 159013 h 185464"/>
                <a:gd name="connsiteX21" fmla="*/ 51401 w 82361"/>
                <a:gd name="connsiteY21" fmla="*/ 154805 h 185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2361" h="185464">
                  <a:moveTo>
                    <a:pt x="10821" y="174343"/>
                  </a:moveTo>
                  <a:cubicBezTo>
                    <a:pt x="3607" y="166828"/>
                    <a:pt x="0" y="156308"/>
                    <a:pt x="0" y="142781"/>
                  </a:cubicBezTo>
                  <a:lnTo>
                    <a:pt x="0" y="42684"/>
                  </a:lnTo>
                  <a:cubicBezTo>
                    <a:pt x="0" y="29157"/>
                    <a:pt x="3607" y="18637"/>
                    <a:pt x="10821" y="11122"/>
                  </a:cubicBezTo>
                  <a:cubicBezTo>
                    <a:pt x="18036" y="3607"/>
                    <a:pt x="28255" y="0"/>
                    <a:pt x="41181" y="0"/>
                  </a:cubicBezTo>
                  <a:cubicBezTo>
                    <a:pt x="54107" y="0"/>
                    <a:pt x="64326" y="3607"/>
                    <a:pt x="71541" y="11122"/>
                  </a:cubicBezTo>
                  <a:cubicBezTo>
                    <a:pt x="78755" y="18637"/>
                    <a:pt x="82362" y="29157"/>
                    <a:pt x="82362" y="42684"/>
                  </a:cubicBezTo>
                  <a:lnTo>
                    <a:pt x="82362" y="142781"/>
                  </a:lnTo>
                  <a:cubicBezTo>
                    <a:pt x="82362" y="156308"/>
                    <a:pt x="78755" y="166828"/>
                    <a:pt x="71541" y="174343"/>
                  </a:cubicBezTo>
                  <a:cubicBezTo>
                    <a:pt x="64326" y="181858"/>
                    <a:pt x="54107" y="185465"/>
                    <a:pt x="41181" y="185465"/>
                  </a:cubicBezTo>
                  <a:cubicBezTo>
                    <a:pt x="28255" y="185465"/>
                    <a:pt x="18036" y="181557"/>
                    <a:pt x="10821" y="174343"/>
                  </a:cubicBezTo>
                  <a:close/>
                  <a:moveTo>
                    <a:pt x="51401" y="154805"/>
                  </a:moveTo>
                  <a:cubicBezTo>
                    <a:pt x="53806" y="152099"/>
                    <a:pt x="55008" y="147891"/>
                    <a:pt x="55008" y="142781"/>
                  </a:cubicBezTo>
                  <a:lnTo>
                    <a:pt x="55008" y="42984"/>
                  </a:lnTo>
                  <a:cubicBezTo>
                    <a:pt x="55008" y="37874"/>
                    <a:pt x="53806" y="33967"/>
                    <a:pt x="51401" y="30961"/>
                  </a:cubicBezTo>
                  <a:cubicBezTo>
                    <a:pt x="48997" y="28255"/>
                    <a:pt x="45690" y="26752"/>
                    <a:pt x="41181" y="26752"/>
                  </a:cubicBezTo>
                  <a:cubicBezTo>
                    <a:pt x="36973" y="26752"/>
                    <a:pt x="33365" y="28255"/>
                    <a:pt x="30961" y="30961"/>
                  </a:cubicBezTo>
                  <a:cubicBezTo>
                    <a:pt x="28556" y="33666"/>
                    <a:pt x="27353" y="37874"/>
                    <a:pt x="27353" y="42984"/>
                  </a:cubicBezTo>
                  <a:lnTo>
                    <a:pt x="27353" y="142781"/>
                  </a:lnTo>
                  <a:cubicBezTo>
                    <a:pt x="27353" y="147891"/>
                    <a:pt x="28556" y="151799"/>
                    <a:pt x="30961" y="154805"/>
                  </a:cubicBezTo>
                  <a:cubicBezTo>
                    <a:pt x="33365" y="157510"/>
                    <a:pt x="36672" y="159013"/>
                    <a:pt x="41181" y="159013"/>
                  </a:cubicBezTo>
                  <a:cubicBezTo>
                    <a:pt x="45690" y="159013"/>
                    <a:pt x="48997" y="157510"/>
                    <a:pt x="51401" y="154805"/>
                  </a:cubicBez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62" name="任意多边形: 形状 61">
              <a:extLst>
                <a:ext uri="{FF2B5EF4-FFF2-40B4-BE49-F238E27FC236}">
                  <a16:creationId xmlns:a16="http://schemas.microsoft.com/office/drawing/2014/main" id="{0B1266D5-AF12-F89F-50D2-34421EE1177D}"/>
                </a:ext>
              </a:extLst>
            </p:cNvPr>
            <p:cNvSpPr/>
            <p:nvPr/>
          </p:nvSpPr>
          <p:spPr>
            <a:xfrm>
              <a:off x="10194057" y="4280877"/>
              <a:ext cx="94929" cy="179741"/>
            </a:xfrm>
            <a:custGeom>
              <a:avLst/>
              <a:gdLst>
                <a:gd name="connsiteX0" fmla="*/ 300 w 95888"/>
                <a:gd name="connsiteY0" fmla="*/ 128653 h 181557"/>
                <a:gd name="connsiteX1" fmla="*/ 38776 w 95888"/>
                <a:gd name="connsiteY1" fmla="*/ 0 h 181557"/>
                <a:gd name="connsiteX2" fmla="*/ 67332 w 95888"/>
                <a:gd name="connsiteY2" fmla="*/ 0 h 181557"/>
                <a:gd name="connsiteX3" fmla="*/ 30359 w 95888"/>
                <a:gd name="connsiteY3" fmla="*/ 127150 h 181557"/>
                <a:gd name="connsiteX4" fmla="*/ 95888 w 95888"/>
                <a:gd name="connsiteY4" fmla="*/ 127150 h 181557"/>
                <a:gd name="connsiteX5" fmla="*/ 95888 w 95888"/>
                <a:gd name="connsiteY5" fmla="*/ 153602 h 181557"/>
                <a:gd name="connsiteX6" fmla="*/ 0 w 95888"/>
                <a:gd name="connsiteY6" fmla="*/ 153602 h 181557"/>
                <a:gd name="connsiteX7" fmla="*/ 0 w 95888"/>
                <a:gd name="connsiteY7" fmla="*/ 128653 h 181557"/>
                <a:gd name="connsiteX8" fmla="*/ 57413 w 95888"/>
                <a:gd name="connsiteY8" fmla="*/ 78154 h 181557"/>
                <a:gd name="connsiteX9" fmla="*/ 84166 w 95888"/>
                <a:gd name="connsiteY9" fmla="*/ 78154 h 181557"/>
                <a:gd name="connsiteX10" fmla="*/ 84166 w 95888"/>
                <a:gd name="connsiteY10" fmla="*/ 181557 h 181557"/>
                <a:gd name="connsiteX11" fmla="*/ 57413 w 95888"/>
                <a:gd name="connsiteY11" fmla="*/ 181557 h 181557"/>
                <a:gd name="connsiteX12" fmla="*/ 57413 w 95888"/>
                <a:gd name="connsiteY12" fmla="*/ 78154 h 181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5888" h="181557">
                  <a:moveTo>
                    <a:pt x="300" y="128653"/>
                  </a:moveTo>
                  <a:lnTo>
                    <a:pt x="38776" y="0"/>
                  </a:lnTo>
                  <a:lnTo>
                    <a:pt x="67332" y="0"/>
                  </a:lnTo>
                  <a:lnTo>
                    <a:pt x="30359" y="127150"/>
                  </a:lnTo>
                  <a:lnTo>
                    <a:pt x="95888" y="127150"/>
                  </a:lnTo>
                  <a:lnTo>
                    <a:pt x="95888" y="153602"/>
                  </a:lnTo>
                  <a:lnTo>
                    <a:pt x="0" y="153602"/>
                  </a:lnTo>
                  <a:lnTo>
                    <a:pt x="0" y="128653"/>
                  </a:lnTo>
                  <a:close/>
                  <a:moveTo>
                    <a:pt x="57413" y="78154"/>
                  </a:moveTo>
                  <a:lnTo>
                    <a:pt x="84166" y="78154"/>
                  </a:lnTo>
                  <a:lnTo>
                    <a:pt x="84166" y="181557"/>
                  </a:lnTo>
                  <a:lnTo>
                    <a:pt x="57413" y="181557"/>
                  </a:lnTo>
                  <a:lnTo>
                    <a:pt x="57413" y="78154"/>
                  </a:ln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spTree>
    <p:extLst>
      <p:ext uri="{BB962C8B-B14F-4D97-AF65-F5344CB8AC3E}">
        <p14:creationId xmlns:p14="http://schemas.microsoft.com/office/powerpoint/2010/main" val="18484109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3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765359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5_标题幻灯片">
    <p:spTree>
      <p:nvGrpSpPr>
        <p:cNvPr id="1" name=""/>
        <p:cNvGrpSpPr/>
        <p:nvPr/>
      </p:nvGrpSpPr>
      <p:grpSpPr>
        <a:xfrm>
          <a:off x="0" y="0"/>
          <a:ext cx="0" cy="0"/>
          <a:chOff x="0" y="0"/>
          <a:chExt cx="0" cy="0"/>
        </a:xfrm>
      </p:grpSpPr>
      <p:sp>
        <p:nvSpPr>
          <p:cNvPr id="22" name="AutoShape 11">
            <a:extLst>
              <a:ext uri="{FF2B5EF4-FFF2-40B4-BE49-F238E27FC236}">
                <a16:creationId xmlns:a16="http://schemas.microsoft.com/office/drawing/2014/main" id="{777F70BD-4E4B-2EF1-27AA-1DF5A4C1665F}"/>
              </a:ext>
            </a:extLst>
          </p:cNvPr>
          <p:cNvSpPr/>
          <p:nvPr/>
        </p:nvSpPr>
        <p:spPr>
          <a:xfrm>
            <a:off x="1917700" y="2019300"/>
            <a:ext cx="927100" cy="9271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12">
            <a:extLst>
              <a:ext uri="{FF2B5EF4-FFF2-40B4-BE49-F238E27FC236}">
                <a16:creationId xmlns:a16="http://schemas.microsoft.com/office/drawing/2014/main" id="{EED6143E-96A9-84C4-F8F8-91BBF291BF6E}"/>
              </a:ext>
            </a:extLst>
          </p:cNvPr>
          <p:cNvSpPr/>
          <p:nvPr/>
        </p:nvSpPr>
        <p:spPr>
          <a:xfrm>
            <a:off x="1333500" y="2501900"/>
            <a:ext cx="2082800" cy="3086100"/>
          </a:xfrm>
          <a:prstGeom prst="roundRect">
            <a:avLst>
              <a:gd name="adj" fmla="val 0"/>
            </a:avLst>
          </a:prstGeom>
          <a:noFill/>
          <a:ln w="12700" cap="flat" cmpd="sng">
            <a:solidFill>
              <a:srgbClr val="26476A">
                <a:alpha val="100000"/>
              </a:srgbClr>
            </a:solidFill>
            <a:prstDash val="solid"/>
            <a:miter lim="10000000"/>
          </a:ln>
        </p:spPr>
        <p:txBody>
          <a:bodyPr vert="horz" wrap="square" lIns="63500" tIns="63500" rIns="63500" bIns="63500" rtlCol="0" anchor="ctr"/>
          <a:lstStyle/>
          <a:p>
            <a:pPr algn="ctr">
              <a:defRPr/>
            </a:pPr>
            <a:endParaRPr/>
          </a:p>
        </p:txBody>
      </p:sp>
      <p:sp>
        <p:nvSpPr>
          <p:cNvPr id="24" name="AutoShape 13">
            <a:extLst>
              <a:ext uri="{FF2B5EF4-FFF2-40B4-BE49-F238E27FC236}">
                <a16:creationId xmlns:a16="http://schemas.microsoft.com/office/drawing/2014/main" id="{C4CCE2D0-7F92-2E3A-F775-376A9EE8B703}"/>
              </a:ext>
            </a:extLst>
          </p:cNvPr>
          <p:cNvSpPr/>
          <p:nvPr/>
        </p:nvSpPr>
        <p:spPr>
          <a:xfrm>
            <a:off x="1333500" y="5334000"/>
            <a:ext cx="2082800" cy="2413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14">
            <a:extLst>
              <a:ext uri="{FF2B5EF4-FFF2-40B4-BE49-F238E27FC236}">
                <a16:creationId xmlns:a16="http://schemas.microsoft.com/office/drawing/2014/main" id="{0DEEF6A3-776F-76F2-0C90-E0106FE24BD5}"/>
              </a:ext>
            </a:extLst>
          </p:cNvPr>
          <p:cNvSpPr/>
          <p:nvPr/>
        </p:nvSpPr>
        <p:spPr>
          <a:xfrm>
            <a:off x="4394200" y="2019300"/>
            <a:ext cx="927100" cy="927100"/>
          </a:xfrm>
          <a:prstGeom prst="ellipse">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15">
            <a:extLst>
              <a:ext uri="{FF2B5EF4-FFF2-40B4-BE49-F238E27FC236}">
                <a16:creationId xmlns:a16="http://schemas.microsoft.com/office/drawing/2014/main" id="{A3FBDAB0-A31A-CC72-8FDD-6336DBE22D99}"/>
              </a:ext>
            </a:extLst>
          </p:cNvPr>
          <p:cNvSpPr/>
          <p:nvPr/>
        </p:nvSpPr>
        <p:spPr>
          <a:xfrm>
            <a:off x="3810000" y="2501900"/>
            <a:ext cx="2082800" cy="3086100"/>
          </a:xfrm>
          <a:prstGeom prst="roundRect">
            <a:avLst>
              <a:gd name="adj" fmla="val 0"/>
            </a:avLst>
          </a:prstGeom>
          <a:noFill/>
          <a:ln w="12700" cap="flat" cmpd="sng">
            <a:solidFill>
              <a:srgbClr val="009DD9">
                <a:alpha val="100000"/>
              </a:srgbClr>
            </a:solidFill>
            <a:prstDash val="solid"/>
            <a:miter lim="10000000"/>
          </a:ln>
        </p:spPr>
        <p:txBody>
          <a:bodyPr vert="horz" wrap="square" lIns="63500" tIns="63500" rIns="63500" bIns="63500" rtlCol="0" anchor="ctr"/>
          <a:lstStyle/>
          <a:p>
            <a:pPr algn="ctr">
              <a:defRPr/>
            </a:pPr>
            <a:endParaRPr/>
          </a:p>
        </p:txBody>
      </p:sp>
      <p:sp>
        <p:nvSpPr>
          <p:cNvPr id="27" name="AutoShape 16">
            <a:extLst>
              <a:ext uri="{FF2B5EF4-FFF2-40B4-BE49-F238E27FC236}">
                <a16:creationId xmlns:a16="http://schemas.microsoft.com/office/drawing/2014/main" id="{C7AD95B7-C8FB-F636-D520-ADBAF4BC96A1}"/>
              </a:ext>
            </a:extLst>
          </p:cNvPr>
          <p:cNvSpPr/>
          <p:nvPr/>
        </p:nvSpPr>
        <p:spPr>
          <a:xfrm>
            <a:off x="3810000" y="5334000"/>
            <a:ext cx="2082800" cy="241300"/>
          </a:xfrm>
          <a:prstGeom prst="roundRect">
            <a:avLst>
              <a:gd name="adj" fmla="val 0"/>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17">
            <a:extLst>
              <a:ext uri="{FF2B5EF4-FFF2-40B4-BE49-F238E27FC236}">
                <a16:creationId xmlns:a16="http://schemas.microsoft.com/office/drawing/2014/main" id="{B98BD100-8E6C-E393-4828-AC699115079E}"/>
              </a:ext>
            </a:extLst>
          </p:cNvPr>
          <p:cNvSpPr/>
          <p:nvPr/>
        </p:nvSpPr>
        <p:spPr>
          <a:xfrm>
            <a:off x="6870700" y="2019300"/>
            <a:ext cx="927100" cy="9271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18">
            <a:extLst>
              <a:ext uri="{FF2B5EF4-FFF2-40B4-BE49-F238E27FC236}">
                <a16:creationId xmlns:a16="http://schemas.microsoft.com/office/drawing/2014/main" id="{5626A40E-E729-C60B-448F-96058EE6936D}"/>
              </a:ext>
            </a:extLst>
          </p:cNvPr>
          <p:cNvSpPr/>
          <p:nvPr/>
        </p:nvSpPr>
        <p:spPr>
          <a:xfrm>
            <a:off x="6299200" y="2501900"/>
            <a:ext cx="2082800" cy="3086100"/>
          </a:xfrm>
          <a:prstGeom prst="roundRect">
            <a:avLst>
              <a:gd name="adj" fmla="val 0"/>
            </a:avLst>
          </a:prstGeom>
          <a:noFill/>
          <a:ln w="12700" cap="flat" cmpd="sng">
            <a:solidFill>
              <a:srgbClr val="26476A">
                <a:alpha val="100000"/>
              </a:srgbClr>
            </a:solidFill>
            <a:prstDash val="solid"/>
            <a:miter lim="10000000"/>
          </a:ln>
        </p:spPr>
        <p:txBody>
          <a:bodyPr vert="horz" wrap="square" lIns="63500" tIns="63500" rIns="63500" bIns="63500" rtlCol="0" anchor="ctr"/>
          <a:lstStyle/>
          <a:p>
            <a:pPr algn="ctr">
              <a:defRPr/>
            </a:pPr>
            <a:endParaRPr/>
          </a:p>
        </p:txBody>
      </p:sp>
      <p:sp>
        <p:nvSpPr>
          <p:cNvPr id="30" name="AutoShape 19">
            <a:extLst>
              <a:ext uri="{FF2B5EF4-FFF2-40B4-BE49-F238E27FC236}">
                <a16:creationId xmlns:a16="http://schemas.microsoft.com/office/drawing/2014/main" id="{DD2FA33B-F1B4-F0F3-6C16-93712B192CB8}"/>
              </a:ext>
            </a:extLst>
          </p:cNvPr>
          <p:cNvSpPr/>
          <p:nvPr/>
        </p:nvSpPr>
        <p:spPr>
          <a:xfrm>
            <a:off x="6299200" y="5334000"/>
            <a:ext cx="2082800" cy="2413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AutoShape 20">
            <a:extLst>
              <a:ext uri="{FF2B5EF4-FFF2-40B4-BE49-F238E27FC236}">
                <a16:creationId xmlns:a16="http://schemas.microsoft.com/office/drawing/2014/main" id="{01C81C89-FBBE-D01B-0EEF-15DB16FE0C28}"/>
              </a:ext>
            </a:extLst>
          </p:cNvPr>
          <p:cNvSpPr/>
          <p:nvPr/>
        </p:nvSpPr>
        <p:spPr>
          <a:xfrm>
            <a:off x="9359900" y="2019300"/>
            <a:ext cx="927100" cy="927100"/>
          </a:xfrm>
          <a:prstGeom prst="ellipse">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AutoShape 21">
            <a:extLst>
              <a:ext uri="{FF2B5EF4-FFF2-40B4-BE49-F238E27FC236}">
                <a16:creationId xmlns:a16="http://schemas.microsoft.com/office/drawing/2014/main" id="{0E9827E6-630D-19EE-F0FE-73626FB2EDDA}"/>
              </a:ext>
            </a:extLst>
          </p:cNvPr>
          <p:cNvSpPr/>
          <p:nvPr/>
        </p:nvSpPr>
        <p:spPr>
          <a:xfrm>
            <a:off x="8775700" y="2501900"/>
            <a:ext cx="2082800" cy="3086100"/>
          </a:xfrm>
          <a:prstGeom prst="roundRect">
            <a:avLst>
              <a:gd name="adj" fmla="val 0"/>
            </a:avLst>
          </a:prstGeom>
          <a:noFill/>
          <a:ln w="12700" cap="flat" cmpd="sng">
            <a:solidFill>
              <a:srgbClr val="009DD9">
                <a:alpha val="100000"/>
              </a:srgbClr>
            </a:solidFill>
            <a:prstDash val="solid"/>
            <a:miter lim="10000000"/>
          </a:ln>
        </p:spPr>
        <p:txBody>
          <a:bodyPr vert="horz" wrap="square" lIns="63500" tIns="63500" rIns="63500" bIns="63500" rtlCol="0" anchor="ctr"/>
          <a:lstStyle/>
          <a:p>
            <a:pPr algn="ctr">
              <a:defRPr/>
            </a:pPr>
            <a:endParaRPr/>
          </a:p>
        </p:txBody>
      </p:sp>
      <p:sp>
        <p:nvSpPr>
          <p:cNvPr id="33" name="AutoShape 22">
            <a:extLst>
              <a:ext uri="{FF2B5EF4-FFF2-40B4-BE49-F238E27FC236}">
                <a16:creationId xmlns:a16="http://schemas.microsoft.com/office/drawing/2014/main" id="{BAEF8623-1D15-BDAC-1583-183584CFEA1A}"/>
              </a:ext>
            </a:extLst>
          </p:cNvPr>
          <p:cNvSpPr/>
          <p:nvPr/>
        </p:nvSpPr>
        <p:spPr>
          <a:xfrm>
            <a:off x="8775700" y="5334000"/>
            <a:ext cx="2082800" cy="241300"/>
          </a:xfrm>
          <a:prstGeom prst="roundRect">
            <a:avLst>
              <a:gd name="adj" fmla="val 0"/>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34" name="Connector 23">
            <a:extLst>
              <a:ext uri="{FF2B5EF4-FFF2-40B4-BE49-F238E27FC236}">
                <a16:creationId xmlns:a16="http://schemas.microsoft.com/office/drawing/2014/main" id="{06F4D476-40EE-C2CF-3CE3-7B43AC852482}"/>
              </a:ext>
            </a:extLst>
          </p:cNvPr>
          <p:cNvCxnSpPr/>
          <p:nvPr/>
        </p:nvCxnSpPr>
        <p:spPr>
          <a:xfrm>
            <a:off x="2374900" y="2019300"/>
            <a:ext cx="7442211" cy="12700"/>
          </a:xfrm>
          <a:prstGeom prst="line">
            <a:avLst/>
          </a:prstGeom>
          <a:solidFill>
            <a:srgbClr val="DEE0E3">
              <a:alpha val="100000"/>
            </a:srgbClr>
          </a:solidFill>
          <a:ln w="12700" cap="flat" cmpd="sng">
            <a:solidFill>
              <a:srgbClr val="26476A">
                <a:alpha val="100000"/>
              </a:srgbClr>
            </a:solidFill>
            <a:prstDash val="solid"/>
            <a:miter lim="10000000"/>
            <a:headEnd type="none" w="med" len="med"/>
            <a:tailEnd type="none" w="med" len="med"/>
          </a:ln>
        </p:spPr>
      </p:cxnSp>
      <p:sp>
        <p:nvSpPr>
          <p:cNvPr id="35" name="AutoShape 24">
            <a:extLst>
              <a:ext uri="{FF2B5EF4-FFF2-40B4-BE49-F238E27FC236}">
                <a16:creationId xmlns:a16="http://schemas.microsoft.com/office/drawing/2014/main" id="{516F39C7-22F4-4A60-46AE-95E999A6693A}"/>
              </a:ext>
            </a:extLst>
          </p:cNvPr>
          <p:cNvSpPr/>
          <p:nvPr/>
        </p:nvSpPr>
        <p:spPr>
          <a:xfrm>
            <a:off x="1524000" y="3771900"/>
            <a:ext cx="18542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36" name="AutoShape 25">
            <a:extLst>
              <a:ext uri="{FF2B5EF4-FFF2-40B4-BE49-F238E27FC236}">
                <a16:creationId xmlns:a16="http://schemas.microsoft.com/office/drawing/2014/main" id="{D6F5603A-9C05-D62F-34CF-35766B53B9DE}"/>
              </a:ext>
            </a:extLst>
          </p:cNvPr>
          <p:cNvSpPr/>
          <p:nvPr/>
        </p:nvSpPr>
        <p:spPr>
          <a:xfrm>
            <a:off x="1485900" y="3124200"/>
            <a:ext cx="1841500" cy="6477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endParaRPr lang="en-US" sz="1600" b="1" i="0" u="none" strike="noStrike" dirty="0">
              <a:solidFill>
                <a:srgbClr val="26476A"/>
              </a:solidFill>
              <a:latin typeface="Noto Sans SC"/>
              <a:ea typeface="Noto Sans SC"/>
              <a:cs typeface="Noto Sans SC"/>
              <a:sym typeface="Noto Sans SC"/>
            </a:endParaRPr>
          </a:p>
        </p:txBody>
      </p:sp>
      <p:sp>
        <p:nvSpPr>
          <p:cNvPr id="37" name="AutoShape 26">
            <a:extLst>
              <a:ext uri="{FF2B5EF4-FFF2-40B4-BE49-F238E27FC236}">
                <a16:creationId xmlns:a16="http://schemas.microsoft.com/office/drawing/2014/main" id="{78BDF310-BF23-5AFA-C0C4-636823C464AB}"/>
              </a:ext>
            </a:extLst>
          </p:cNvPr>
          <p:cNvSpPr/>
          <p:nvPr/>
        </p:nvSpPr>
        <p:spPr>
          <a:xfrm>
            <a:off x="3949700" y="3124200"/>
            <a:ext cx="1841500" cy="6477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endParaRPr lang="en-US" sz="1600" b="1" i="0" u="none" strike="noStrike" dirty="0">
              <a:solidFill>
                <a:srgbClr val="26476A"/>
              </a:solidFill>
              <a:latin typeface="Noto Sans SC"/>
              <a:ea typeface="Noto Sans SC"/>
              <a:cs typeface="Noto Sans SC"/>
              <a:sym typeface="Noto Sans SC"/>
            </a:endParaRPr>
          </a:p>
        </p:txBody>
      </p:sp>
      <p:sp>
        <p:nvSpPr>
          <p:cNvPr id="38" name="AutoShape 27">
            <a:extLst>
              <a:ext uri="{FF2B5EF4-FFF2-40B4-BE49-F238E27FC236}">
                <a16:creationId xmlns:a16="http://schemas.microsoft.com/office/drawing/2014/main" id="{8B9EDDAF-9CB2-2E90-8449-1AC9D613EDF2}"/>
              </a:ext>
            </a:extLst>
          </p:cNvPr>
          <p:cNvSpPr/>
          <p:nvPr/>
        </p:nvSpPr>
        <p:spPr>
          <a:xfrm>
            <a:off x="6451600" y="3124200"/>
            <a:ext cx="1803400" cy="927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endParaRPr lang="en-US" sz="1600" b="1" i="0" u="none" strike="noStrike" dirty="0">
              <a:solidFill>
                <a:srgbClr val="26476A"/>
              </a:solidFill>
              <a:latin typeface="Noto Sans SC"/>
              <a:ea typeface="Noto Sans SC"/>
              <a:cs typeface="Noto Sans SC"/>
              <a:sym typeface="Noto Sans SC"/>
            </a:endParaRPr>
          </a:p>
        </p:txBody>
      </p:sp>
      <p:sp>
        <p:nvSpPr>
          <p:cNvPr id="39" name="AutoShape 28">
            <a:extLst>
              <a:ext uri="{FF2B5EF4-FFF2-40B4-BE49-F238E27FC236}">
                <a16:creationId xmlns:a16="http://schemas.microsoft.com/office/drawing/2014/main" id="{C8A72F0E-4944-93DF-455E-DCF83C396F34}"/>
              </a:ext>
            </a:extLst>
          </p:cNvPr>
          <p:cNvSpPr/>
          <p:nvPr/>
        </p:nvSpPr>
        <p:spPr>
          <a:xfrm>
            <a:off x="8940800" y="3124200"/>
            <a:ext cx="1803400" cy="927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endParaRPr lang="en-US" sz="1600" b="1" i="0" u="none" strike="noStrike" dirty="0">
              <a:solidFill>
                <a:srgbClr val="26476A"/>
              </a:solidFill>
              <a:latin typeface="Noto Sans SC"/>
              <a:ea typeface="Noto Sans SC"/>
              <a:cs typeface="Noto Sans SC"/>
              <a:sym typeface="Noto Sans SC"/>
            </a:endParaRPr>
          </a:p>
        </p:txBody>
      </p:sp>
      <p:sp>
        <p:nvSpPr>
          <p:cNvPr id="40" name="AutoShape 29">
            <a:extLst>
              <a:ext uri="{FF2B5EF4-FFF2-40B4-BE49-F238E27FC236}">
                <a16:creationId xmlns:a16="http://schemas.microsoft.com/office/drawing/2014/main" id="{95BEB450-3522-D794-9195-AB69412C4282}"/>
              </a:ext>
            </a:extLst>
          </p:cNvPr>
          <p:cNvSpPr/>
          <p:nvPr/>
        </p:nvSpPr>
        <p:spPr>
          <a:xfrm>
            <a:off x="3987800" y="3797300"/>
            <a:ext cx="18034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41" name="AutoShape 30">
            <a:extLst>
              <a:ext uri="{FF2B5EF4-FFF2-40B4-BE49-F238E27FC236}">
                <a16:creationId xmlns:a16="http://schemas.microsoft.com/office/drawing/2014/main" id="{A1AEA079-7095-A8D3-6CE6-3CCA8F7F873D}"/>
              </a:ext>
            </a:extLst>
          </p:cNvPr>
          <p:cNvSpPr/>
          <p:nvPr/>
        </p:nvSpPr>
        <p:spPr>
          <a:xfrm>
            <a:off x="4762500" y="3378200"/>
            <a:ext cx="190500" cy="368300"/>
          </a:xfrm>
          <a:prstGeom prst="rect">
            <a:avLst/>
          </a:prstGeom>
          <a:noFill/>
          <a:ln w="12700" cap="flat" cmpd="sng">
            <a:noFill/>
            <a:prstDash val="solid"/>
            <a:round/>
          </a:ln>
        </p:spPr>
        <p:txBody>
          <a:bodyPr vert="horz" wrap="none" lIns="88900" tIns="50800" rIns="88900" bIns="50800" rtlCol="0" anchor="t" anchorCtr="0"/>
          <a:lstStyle/>
          <a:p>
            <a:pPr algn="ctr">
              <a:defRPr/>
            </a:pPr>
            <a:endParaRPr/>
          </a:p>
        </p:txBody>
      </p:sp>
      <p:sp>
        <p:nvSpPr>
          <p:cNvPr id="42" name="AutoShape 31">
            <a:extLst>
              <a:ext uri="{FF2B5EF4-FFF2-40B4-BE49-F238E27FC236}">
                <a16:creationId xmlns:a16="http://schemas.microsoft.com/office/drawing/2014/main" id="{F2B62CF2-7090-28E9-C86A-FB598A9052D6}"/>
              </a:ext>
            </a:extLst>
          </p:cNvPr>
          <p:cNvSpPr/>
          <p:nvPr/>
        </p:nvSpPr>
        <p:spPr>
          <a:xfrm>
            <a:off x="6426200" y="3784600"/>
            <a:ext cx="18034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43" name="AutoShape 32">
            <a:extLst>
              <a:ext uri="{FF2B5EF4-FFF2-40B4-BE49-F238E27FC236}">
                <a16:creationId xmlns:a16="http://schemas.microsoft.com/office/drawing/2014/main" id="{93FCF18E-2706-2849-FBB2-76EB68E51891}"/>
              </a:ext>
            </a:extLst>
          </p:cNvPr>
          <p:cNvSpPr/>
          <p:nvPr/>
        </p:nvSpPr>
        <p:spPr>
          <a:xfrm>
            <a:off x="8915400" y="3797300"/>
            <a:ext cx="18034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44" name="Freeform 33">
            <a:extLst>
              <a:ext uri="{FF2B5EF4-FFF2-40B4-BE49-F238E27FC236}">
                <a16:creationId xmlns:a16="http://schemas.microsoft.com/office/drawing/2014/main" id="{D93EA3E8-9BAE-159E-D678-E6A8B18BB649}"/>
              </a:ext>
            </a:extLst>
          </p:cNvPr>
          <p:cNvSpPr/>
          <p:nvPr/>
        </p:nvSpPr>
        <p:spPr>
          <a:xfrm>
            <a:off x="7148897" y="2362200"/>
            <a:ext cx="209551" cy="124764"/>
          </a:xfrm>
          <a:custGeom>
            <a:avLst/>
            <a:gdLst/>
            <a:ahLst/>
            <a:cxnLst/>
            <a:rect l="l" t="t" r="r" b="b"/>
            <a:pathLst>
              <a:path w="209551" h="124764">
                <a:moveTo>
                  <a:pt x="166196" y="124764"/>
                </a:moveTo>
                <a:cubicBezTo>
                  <a:pt x="190284" y="124764"/>
                  <a:pt x="209552" y="105570"/>
                  <a:pt x="209552" y="81576"/>
                </a:cubicBezTo>
                <a:cubicBezTo>
                  <a:pt x="209552" y="57582"/>
                  <a:pt x="209552" y="57582"/>
                  <a:pt x="209552" y="57582"/>
                </a:cubicBezTo>
                <a:cubicBezTo>
                  <a:pt x="204731" y="47988"/>
                  <a:pt x="195096" y="43188"/>
                  <a:pt x="185463" y="43188"/>
                </a:cubicBezTo>
                <a:cubicBezTo>
                  <a:pt x="146929" y="43188"/>
                  <a:pt x="146929" y="43188"/>
                  <a:pt x="146929" y="43188"/>
                </a:cubicBezTo>
                <a:cubicBezTo>
                  <a:pt x="146929" y="40791"/>
                  <a:pt x="146929" y="40791"/>
                  <a:pt x="146929" y="40791"/>
                </a:cubicBezTo>
                <a:cubicBezTo>
                  <a:pt x="146929" y="19194"/>
                  <a:pt x="130067" y="0"/>
                  <a:pt x="108385" y="0"/>
                </a:cubicBezTo>
                <a:cubicBezTo>
                  <a:pt x="55395" y="0"/>
                  <a:pt x="55395" y="0"/>
                  <a:pt x="55395" y="0"/>
                </a:cubicBezTo>
                <a:cubicBezTo>
                  <a:pt x="33723" y="0"/>
                  <a:pt x="16861" y="19194"/>
                  <a:pt x="16861" y="40791"/>
                </a:cubicBezTo>
                <a:cubicBezTo>
                  <a:pt x="16861" y="43188"/>
                  <a:pt x="16861" y="43188"/>
                  <a:pt x="16861" y="43188"/>
                </a:cubicBezTo>
                <a:cubicBezTo>
                  <a:pt x="4821" y="43188"/>
                  <a:pt x="4821" y="43188"/>
                  <a:pt x="4821" y="43188"/>
                </a:cubicBezTo>
                <a:cubicBezTo>
                  <a:pt x="0" y="62382"/>
                  <a:pt x="0" y="81576"/>
                  <a:pt x="4821" y="100769"/>
                </a:cubicBezTo>
                <a:cubicBezTo>
                  <a:pt x="7228" y="110369"/>
                  <a:pt x="9633" y="117566"/>
                  <a:pt x="14455" y="124764"/>
                </a:cubicBezTo>
                <a:cubicBezTo>
                  <a:pt x="74673" y="124764"/>
                  <a:pt x="74673" y="124764"/>
                  <a:pt x="74673" y="124764"/>
                </a:cubicBezTo>
                <a:cubicBezTo>
                  <a:pt x="74673" y="119964"/>
                  <a:pt x="74673" y="119964"/>
                  <a:pt x="74673" y="119964"/>
                </a:cubicBezTo>
                <a:cubicBezTo>
                  <a:pt x="74673" y="115164"/>
                  <a:pt x="77078" y="112767"/>
                  <a:pt x="79485" y="112767"/>
                </a:cubicBezTo>
                <a:cubicBezTo>
                  <a:pt x="86712" y="112767"/>
                  <a:pt x="86712" y="112767"/>
                  <a:pt x="86712" y="112767"/>
                </a:cubicBezTo>
                <a:cubicBezTo>
                  <a:pt x="89117" y="112767"/>
                  <a:pt x="91524" y="115164"/>
                  <a:pt x="91524" y="119964"/>
                </a:cubicBezTo>
                <a:cubicBezTo>
                  <a:pt x="91524" y="124764"/>
                  <a:pt x="91524" y="124764"/>
                  <a:pt x="91524" y="124764"/>
                </a:cubicBezTo>
                <a:lnTo>
                  <a:pt x="166196" y="124764"/>
                </a:lnTo>
                <a:close/>
                <a:moveTo>
                  <a:pt x="38535" y="43188"/>
                </a:moveTo>
                <a:cubicBezTo>
                  <a:pt x="38535" y="40791"/>
                  <a:pt x="38535" y="40791"/>
                  <a:pt x="38535" y="40791"/>
                </a:cubicBezTo>
                <a:cubicBezTo>
                  <a:pt x="38535" y="28793"/>
                  <a:pt x="45762" y="21591"/>
                  <a:pt x="55395" y="21591"/>
                </a:cubicBezTo>
                <a:cubicBezTo>
                  <a:pt x="108385" y="21591"/>
                  <a:pt x="108385" y="21591"/>
                  <a:pt x="108385" y="21591"/>
                </a:cubicBezTo>
                <a:cubicBezTo>
                  <a:pt x="118028" y="21591"/>
                  <a:pt x="127662" y="28793"/>
                  <a:pt x="127662" y="40791"/>
                </a:cubicBezTo>
                <a:cubicBezTo>
                  <a:pt x="127662" y="43188"/>
                  <a:pt x="127662" y="43188"/>
                  <a:pt x="127662" y="43188"/>
                </a:cubicBezTo>
                <a:lnTo>
                  <a:pt x="38535" y="43188"/>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5" name="Freeform 34">
            <a:extLst>
              <a:ext uri="{FF2B5EF4-FFF2-40B4-BE49-F238E27FC236}">
                <a16:creationId xmlns:a16="http://schemas.microsoft.com/office/drawing/2014/main" id="{9F21A119-C7F2-6FD7-4B78-658660C41FBA}"/>
              </a:ext>
            </a:extLst>
          </p:cNvPr>
          <p:cNvSpPr/>
          <p:nvPr/>
        </p:nvSpPr>
        <p:spPr>
          <a:xfrm>
            <a:off x="7162800" y="2476500"/>
            <a:ext cx="192595" cy="82368"/>
          </a:xfrm>
          <a:custGeom>
            <a:avLst/>
            <a:gdLst/>
            <a:ahLst/>
            <a:cxnLst/>
            <a:rect l="l" t="t" r="r" b="b"/>
            <a:pathLst>
              <a:path w="192595" h="82368">
                <a:moveTo>
                  <a:pt x="122780" y="79948"/>
                </a:moveTo>
                <a:cubicBezTo>
                  <a:pt x="154076" y="72680"/>
                  <a:pt x="178151" y="53296"/>
                  <a:pt x="192596" y="29073"/>
                </a:cubicBezTo>
                <a:cubicBezTo>
                  <a:pt x="192596" y="0"/>
                  <a:pt x="192596" y="0"/>
                  <a:pt x="192596" y="0"/>
                </a:cubicBezTo>
                <a:cubicBezTo>
                  <a:pt x="185373" y="19380"/>
                  <a:pt x="166113" y="31495"/>
                  <a:pt x="144446" y="31495"/>
                </a:cubicBezTo>
                <a:cubicBezTo>
                  <a:pt x="69816" y="31495"/>
                  <a:pt x="69816" y="31495"/>
                  <a:pt x="69816" y="31495"/>
                </a:cubicBezTo>
                <a:cubicBezTo>
                  <a:pt x="69816" y="38763"/>
                  <a:pt x="69816" y="38763"/>
                  <a:pt x="69816" y="38763"/>
                </a:cubicBezTo>
                <a:cubicBezTo>
                  <a:pt x="69816" y="41185"/>
                  <a:pt x="67408" y="43605"/>
                  <a:pt x="65001" y="43605"/>
                </a:cubicBezTo>
                <a:cubicBezTo>
                  <a:pt x="57779" y="43605"/>
                  <a:pt x="57779" y="43605"/>
                  <a:pt x="57779" y="43605"/>
                </a:cubicBezTo>
                <a:cubicBezTo>
                  <a:pt x="55371" y="43605"/>
                  <a:pt x="52964" y="41185"/>
                  <a:pt x="52964" y="38763"/>
                </a:cubicBezTo>
                <a:cubicBezTo>
                  <a:pt x="52964" y="31495"/>
                  <a:pt x="52964" y="31495"/>
                  <a:pt x="52964" y="31495"/>
                </a:cubicBezTo>
                <a:cubicBezTo>
                  <a:pt x="0" y="31495"/>
                  <a:pt x="0" y="31495"/>
                  <a:pt x="0" y="31495"/>
                </a:cubicBezTo>
                <a:cubicBezTo>
                  <a:pt x="21667" y="62989"/>
                  <a:pt x="55371" y="82368"/>
                  <a:pt x="96298" y="82368"/>
                </a:cubicBezTo>
                <a:cubicBezTo>
                  <a:pt x="105927" y="82368"/>
                  <a:pt x="113149" y="82368"/>
                  <a:pt x="122780" y="7994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6" name="Freeform 35">
            <a:extLst>
              <a:ext uri="{FF2B5EF4-FFF2-40B4-BE49-F238E27FC236}">
                <a16:creationId xmlns:a16="http://schemas.microsoft.com/office/drawing/2014/main" id="{0E7FF4EF-D77D-CC7D-1811-A97E0D0A5295}"/>
              </a:ext>
            </a:extLst>
          </p:cNvPr>
          <p:cNvSpPr/>
          <p:nvPr/>
        </p:nvSpPr>
        <p:spPr>
          <a:xfrm>
            <a:off x="7069658" y="2256373"/>
            <a:ext cx="502683" cy="405793"/>
          </a:xfrm>
          <a:custGeom>
            <a:avLst/>
            <a:gdLst/>
            <a:ahLst/>
            <a:cxnLst/>
            <a:rect l="l" t="t" r="r" b="b"/>
            <a:pathLst>
              <a:path w="502683" h="405793">
                <a:moveTo>
                  <a:pt x="481039" y="338556"/>
                </a:moveTo>
                <a:cubicBezTo>
                  <a:pt x="384832" y="273722"/>
                  <a:pt x="384832" y="273722"/>
                  <a:pt x="384832" y="273722"/>
                </a:cubicBezTo>
                <a:cubicBezTo>
                  <a:pt x="375196" y="268932"/>
                  <a:pt x="365585" y="268932"/>
                  <a:pt x="355974" y="268932"/>
                </a:cubicBezTo>
                <a:cubicBezTo>
                  <a:pt x="353553" y="271337"/>
                  <a:pt x="348759" y="271337"/>
                  <a:pt x="346339" y="273722"/>
                </a:cubicBezTo>
                <a:cubicBezTo>
                  <a:pt x="331910" y="264122"/>
                  <a:pt x="331910" y="264122"/>
                  <a:pt x="331910" y="264122"/>
                </a:cubicBezTo>
                <a:cubicBezTo>
                  <a:pt x="351156" y="228109"/>
                  <a:pt x="355974" y="187285"/>
                  <a:pt x="346339" y="144076"/>
                </a:cubicBezTo>
                <a:cubicBezTo>
                  <a:pt x="324696" y="55233"/>
                  <a:pt x="235702" y="0"/>
                  <a:pt x="144312" y="21604"/>
                </a:cubicBezTo>
                <a:cubicBezTo>
                  <a:pt x="55318" y="43229"/>
                  <a:pt x="0" y="134457"/>
                  <a:pt x="21644" y="223299"/>
                </a:cubicBezTo>
                <a:cubicBezTo>
                  <a:pt x="43287" y="312141"/>
                  <a:pt x="134700" y="367375"/>
                  <a:pt x="223670" y="345769"/>
                </a:cubicBezTo>
                <a:cubicBezTo>
                  <a:pt x="259766" y="336150"/>
                  <a:pt x="288623" y="316951"/>
                  <a:pt x="310266" y="292941"/>
                </a:cubicBezTo>
                <a:cubicBezTo>
                  <a:pt x="327115" y="302541"/>
                  <a:pt x="327115" y="302541"/>
                  <a:pt x="327115" y="302541"/>
                </a:cubicBezTo>
                <a:cubicBezTo>
                  <a:pt x="327115" y="314546"/>
                  <a:pt x="331910" y="328956"/>
                  <a:pt x="343942" y="336150"/>
                </a:cubicBezTo>
                <a:cubicBezTo>
                  <a:pt x="440150" y="398598"/>
                  <a:pt x="440150" y="398598"/>
                  <a:pt x="440150" y="398598"/>
                </a:cubicBezTo>
                <a:cubicBezTo>
                  <a:pt x="449762" y="403389"/>
                  <a:pt x="459396" y="405793"/>
                  <a:pt x="469007" y="403389"/>
                </a:cubicBezTo>
                <a:cubicBezTo>
                  <a:pt x="478643" y="400984"/>
                  <a:pt x="485856" y="396193"/>
                  <a:pt x="490651" y="386594"/>
                </a:cubicBezTo>
                <a:cubicBezTo>
                  <a:pt x="502683" y="369779"/>
                  <a:pt x="497866" y="348175"/>
                  <a:pt x="481039" y="338556"/>
                </a:cubicBezTo>
                <a:close/>
                <a:moveTo>
                  <a:pt x="216456" y="314546"/>
                </a:moveTo>
                <a:cubicBezTo>
                  <a:pt x="144312" y="333765"/>
                  <a:pt x="69747" y="288132"/>
                  <a:pt x="52921" y="216104"/>
                </a:cubicBezTo>
                <a:cubicBezTo>
                  <a:pt x="36072" y="144076"/>
                  <a:pt x="79382" y="69642"/>
                  <a:pt x="151526" y="52829"/>
                </a:cubicBezTo>
                <a:cubicBezTo>
                  <a:pt x="226091" y="33610"/>
                  <a:pt x="298236" y="79242"/>
                  <a:pt x="317481" y="151271"/>
                </a:cubicBezTo>
                <a:cubicBezTo>
                  <a:pt x="334330" y="225704"/>
                  <a:pt x="288623" y="297751"/>
                  <a:pt x="216456" y="314546"/>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7" name="Freeform 36">
            <a:extLst>
              <a:ext uri="{FF2B5EF4-FFF2-40B4-BE49-F238E27FC236}">
                <a16:creationId xmlns:a16="http://schemas.microsoft.com/office/drawing/2014/main" id="{455E703C-5770-9777-3516-468A37C18A73}"/>
              </a:ext>
            </a:extLst>
          </p:cNvPr>
          <p:cNvSpPr/>
          <p:nvPr/>
        </p:nvSpPr>
        <p:spPr>
          <a:xfrm>
            <a:off x="9626600" y="2286000"/>
            <a:ext cx="443266" cy="399807"/>
          </a:xfrm>
          <a:custGeom>
            <a:avLst/>
            <a:gdLst/>
            <a:ahLst/>
            <a:cxnLst/>
            <a:rect l="l" t="t" r="r" b="b"/>
            <a:pathLst>
              <a:path w="443266" h="399807">
                <a:moveTo>
                  <a:pt x="379691" y="136305"/>
                </a:moveTo>
                <a:cubicBezTo>
                  <a:pt x="346979" y="119943"/>
                  <a:pt x="346979" y="119943"/>
                  <a:pt x="346979" y="119943"/>
                </a:cubicBezTo>
                <a:cubicBezTo>
                  <a:pt x="332449" y="129031"/>
                  <a:pt x="332449" y="129031"/>
                  <a:pt x="332449" y="129031"/>
                </a:cubicBezTo>
                <a:cubicBezTo>
                  <a:pt x="345173" y="149021"/>
                  <a:pt x="352438" y="174454"/>
                  <a:pt x="352438" y="199904"/>
                </a:cubicBezTo>
                <a:cubicBezTo>
                  <a:pt x="352438" y="283493"/>
                  <a:pt x="283403" y="352553"/>
                  <a:pt x="199840" y="352553"/>
                </a:cubicBezTo>
                <a:cubicBezTo>
                  <a:pt x="118081" y="352553"/>
                  <a:pt x="49046" y="283493"/>
                  <a:pt x="49046" y="199904"/>
                </a:cubicBezTo>
                <a:cubicBezTo>
                  <a:pt x="49046" y="116314"/>
                  <a:pt x="118081" y="49069"/>
                  <a:pt x="199840" y="49069"/>
                </a:cubicBezTo>
                <a:cubicBezTo>
                  <a:pt x="248886" y="49069"/>
                  <a:pt x="290667" y="70874"/>
                  <a:pt x="317920" y="105413"/>
                </a:cubicBezTo>
                <a:cubicBezTo>
                  <a:pt x="294300" y="121756"/>
                  <a:pt x="294300" y="121756"/>
                  <a:pt x="294300" y="121756"/>
                </a:cubicBezTo>
                <a:cubicBezTo>
                  <a:pt x="272506" y="94492"/>
                  <a:pt x="237989" y="76333"/>
                  <a:pt x="199840" y="76333"/>
                </a:cubicBezTo>
                <a:cubicBezTo>
                  <a:pt x="132611" y="76333"/>
                  <a:pt x="78125" y="132659"/>
                  <a:pt x="78125" y="199904"/>
                </a:cubicBezTo>
                <a:cubicBezTo>
                  <a:pt x="78125" y="268963"/>
                  <a:pt x="132611" y="323474"/>
                  <a:pt x="199840" y="323474"/>
                </a:cubicBezTo>
                <a:cubicBezTo>
                  <a:pt x="268874" y="323474"/>
                  <a:pt x="323359" y="268963"/>
                  <a:pt x="323359" y="199904"/>
                </a:cubicBezTo>
                <a:cubicBezTo>
                  <a:pt x="323359" y="179913"/>
                  <a:pt x="319726" y="159923"/>
                  <a:pt x="310656" y="143561"/>
                </a:cubicBezTo>
                <a:cubicBezTo>
                  <a:pt x="270680" y="169012"/>
                  <a:pt x="270680" y="169012"/>
                  <a:pt x="270680" y="169012"/>
                </a:cubicBezTo>
                <a:cubicBezTo>
                  <a:pt x="274312" y="178100"/>
                  <a:pt x="277945" y="189001"/>
                  <a:pt x="277945" y="199904"/>
                </a:cubicBezTo>
                <a:cubicBezTo>
                  <a:pt x="277945" y="243512"/>
                  <a:pt x="243427" y="278051"/>
                  <a:pt x="199840" y="278051"/>
                </a:cubicBezTo>
                <a:cubicBezTo>
                  <a:pt x="158057" y="278051"/>
                  <a:pt x="123539" y="243512"/>
                  <a:pt x="123539" y="199904"/>
                </a:cubicBezTo>
                <a:cubicBezTo>
                  <a:pt x="123539" y="158109"/>
                  <a:pt x="158057" y="123570"/>
                  <a:pt x="199840" y="123570"/>
                </a:cubicBezTo>
                <a:cubicBezTo>
                  <a:pt x="221633" y="123570"/>
                  <a:pt x="241621" y="132659"/>
                  <a:pt x="256150" y="147207"/>
                </a:cubicBezTo>
                <a:cubicBezTo>
                  <a:pt x="228897" y="163551"/>
                  <a:pt x="228897" y="163551"/>
                  <a:pt x="228897" y="163551"/>
                </a:cubicBezTo>
                <a:cubicBezTo>
                  <a:pt x="221633" y="158109"/>
                  <a:pt x="210736" y="154462"/>
                  <a:pt x="199840" y="154462"/>
                </a:cubicBezTo>
                <a:cubicBezTo>
                  <a:pt x="174393" y="154462"/>
                  <a:pt x="154424" y="174454"/>
                  <a:pt x="154424" y="199904"/>
                </a:cubicBezTo>
                <a:cubicBezTo>
                  <a:pt x="154424" y="225355"/>
                  <a:pt x="174393" y="247159"/>
                  <a:pt x="199840" y="247159"/>
                </a:cubicBezTo>
                <a:cubicBezTo>
                  <a:pt x="227091" y="247159"/>
                  <a:pt x="247059" y="225355"/>
                  <a:pt x="247059" y="199904"/>
                </a:cubicBezTo>
                <a:cubicBezTo>
                  <a:pt x="247059" y="196276"/>
                  <a:pt x="245254" y="190816"/>
                  <a:pt x="245254" y="187188"/>
                </a:cubicBezTo>
                <a:cubicBezTo>
                  <a:pt x="207104" y="210806"/>
                  <a:pt x="207104" y="210806"/>
                  <a:pt x="207104" y="210806"/>
                </a:cubicBezTo>
                <a:cubicBezTo>
                  <a:pt x="201646" y="203531"/>
                  <a:pt x="201646" y="203531"/>
                  <a:pt x="201646" y="203531"/>
                </a:cubicBezTo>
                <a:cubicBezTo>
                  <a:pt x="348806" y="105413"/>
                  <a:pt x="348806" y="105413"/>
                  <a:pt x="348806" y="105413"/>
                </a:cubicBezTo>
                <a:cubicBezTo>
                  <a:pt x="385129" y="121756"/>
                  <a:pt x="385129" y="121756"/>
                  <a:pt x="385129" y="121756"/>
                </a:cubicBezTo>
                <a:cubicBezTo>
                  <a:pt x="443266" y="83589"/>
                  <a:pt x="443266" y="83589"/>
                  <a:pt x="443266" y="83589"/>
                </a:cubicBezTo>
                <a:cubicBezTo>
                  <a:pt x="406942" y="67245"/>
                  <a:pt x="406942" y="67245"/>
                  <a:pt x="406942" y="67245"/>
                </a:cubicBezTo>
                <a:cubicBezTo>
                  <a:pt x="417840" y="61786"/>
                  <a:pt x="417840" y="61786"/>
                  <a:pt x="417840" y="61786"/>
                </a:cubicBezTo>
                <a:cubicBezTo>
                  <a:pt x="408748" y="47255"/>
                  <a:pt x="408748" y="47255"/>
                  <a:pt x="408748" y="47255"/>
                </a:cubicBezTo>
                <a:cubicBezTo>
                  <a:pt x="397852" y="52697"/>
                  <a:pt x="397852" y="52697"/>
                  <a:pt x="397852" y="52697"/>
                </a:cubicBezTo>
                <a:cubicBezTo>
                  <a:pt x="397852" y="14530"/>
                  <a:pt x="397852" y="14530"/>
                  <a:pt x="397852" y="14530"/>
                </a:cubicBezTo>
                <a:cubicBezTo>
                  <a:pt x="339714" y="52697"/>
                  <a:pt x="339714" y="52697"/>
                  <a:pt x="339714" y="52697"/>
                </a:cubicBezTo>
                <a:cubicBezTo>
                  <a:pt x="339714" y="90863"/>
                  <a:pt x="339714" y="90863"/>
                  <a:pt x="339714" y="90863"/>
                </a:cubicBezTo>
                <a:cubicBezTo>
                  <a:pt x="326991" y="99952"/>
                  <a:pt x="326991" y="99952"/>
                  <a:pt x="326991" y="99952"/>
                </a:cubicBezTo>
                <a:cubicBezTo>
                  <a:pt x="326991" y="56344"/>
                  <a:pt x="326991" y="56344"/>
                  <a:pt x="326991" y="56344"/>
                </a:cubicBezTo>
                <a:cubicBezTo>
                  <a:pt x="332449" y="50883"/>
                  <a:pt x="332449" y="50883"/>
                  <a:pt x="332449" y="50883"/>
                </a:cubicBezTo>
                <a:cubicBezTo>
                  <a:pt x="297932" y="19990"/>
                  <a:pt x="250692" y="0"/>
                  <a:pt x="199840" y="0"/>
                </a:cubicBezTo>
                <a:cubicBezTo>
                  <a:pt x="90828" y="0"/>
                  <a:pt x="0" y="90863"/>
                  <a:pt x="0" y="199904"/>
                </a:cubicBezTo>
                <a:cubicBezTo>
                  <a:pt x="0" y="310758"/>
                  <a:pt x="90828" y="399807"/>
                  <a:pt x="199840" y="399807"/>
                </a:cubicBezTo>
                <a:cubicBezTo>
                  <a:pt x="310656" y="399807"/>
                  <a:pt x="399658" y="310758"/>
                  <a:pt x="399658" y="199904"/>
                </a:cubicBezTo>
                <a:cubicBezTo>
                  <a:pt x="399658" y="176286"/>
                  <a:pt x="396025" y="152649"/>
                  <a:pt x="386955" y="130844"/>
                </a:cubicBezTo>
                <a:lnTo>
                  <a:pt x="379691" y="136305"/>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8" name="Freeform 37">
            <a:extLst>
              <a:ext uri="{FF2B5EF4-FFF2-40B4-BE49-F238E27FC236}">
                <a16:creationId xmlns:a16="http://schemas.microsoft.com/office/drawing/2014/main" id="{835F28A2-720B-7AF5-EBBD-69C57D4F785A}"/>
              </a:ext>
            </a:extLst>
          </p:cNvPr>
          <p:cNvSpPr/>
          <p:nvPr/>
        </p:nvSpPr>
        <p:spPr>
          <a:xfrm>
            <a:off x="4800600" y="2273300"/>
            <a:ext cx="311617" cy="278232"/>
          </a:xfrm>
          <a:custGeom>
            <a:avLst/>
            <a:gdLst/>
            <a:ahLst/>
            <a:cxnLst/>
            <a:rect l="l" t="t" r="r" b="b"/>
            <a:pathLst>
              <a:path w="311617" h="278232">
                <a:moveTo>
                  <a:pt x="17413" y="278232"/>
                </a:moveTo>
                <a:cubicBezTo>
                  <a:pt x="43525" y="202980"/>
                  <a:pt x="43525" y="202980"/>
                  <a:pt x="43525" y="202980"/>
                </a:cubicBezTo>
                <a:cubicBezTo>
                  <a:pt x="15668" y="180232"/>
                  <a:pt x="0" y="150490"/>
                  <a:pt x="0" y="120747"/>
                </a:cubicBezTo>
                <a:cubicBezTo>
                  <a:pt x="0" y="54242"/>
                  <a:pt x="69638" y="0"/>
                  <a:pt x="156674" y="0"/>
                </a:cubicBezTo>
                <a:cubicBezTo>
                  <a:pt x="241979" y="0"/>
                  <a:pt x="311617" y="54242"/>
                  <a:pt x="311617" y="120747"/>
                </a:cubicBezTo>
                <a:cubicBezTo>
                  <a:pt x="311617" y="185487"/>
                  <a:pt x="241979" y="239729"/>
                  <a:pt x="156674" y="239729"/>
                </a:cubicBezTo>
                <a:cubicBezTo>
                  <a:pt x="137530" y="239729"/>
                  <a:pt x="118386" y="237978"/>
                  <a:pt x="100973" y="232735"/>
                </a:cubicBezTo>
                <a:cubicBezTo>
                  <a:pt x="94004" y="236239"/>
                  <a:pt x="67892" y="248488"/>
                  <a:pt x="48748" y="260739"/>
                </a:cubicBezTo>
                <a:cubicBezTo>
                  <a:pt x="17413" y="278232"/>
                  <a:pt x="17413" y="278232"/>
                  <a:pt x="17413" y="278232"/>
                </a:cubicBezTo>
                <a:close/>
                <a:moveTo>
                  <a:pt x="156674" y="26252"/>
                </a:moveTo>
                <a:cubicBezTo>
                  <a:pt x="83560" y="26252"/>
                  <a:pt x="26112" y="68243"/>
                  <a:pt x="26112" y="120747"/>
                </a:cubicBezTo>
                <a:cubicBezTo>
                  <a:pt x="26112" y="145233"/>
                  <a:pt x="40034" y="169734"/>
                  <a:pt x="66147" y="187239"/>
                </a:cubicBezTo>
                <a:cubicBezTo>
                  <a:pt x="74860" y="192481"/>
                  <a:pt x="74860" y="192481"/>
                  <a:pt x="74860" y="192481"/>
                </a:cubicBezTo>
                <a:cubicBezTo>
                  <a:pt x="66147" y="220485"/>
                  <a:pt x="66147" y="220485"/>
                  <a:pt x="66147" y="220485"/>
                </a:cubicBezTo>
                <a:cubicBezTo>
                  <a:pt x="94004" y="204732"/>
                  <a:pt x="99226" y="204732"/>
                  <a:pt x="100973" y="204732"/>
                </a:cubicBezTo>
                <a:cubicBezTo>
                  <a:pt x="104450" y="204732"/>
                  <a:pt x="104450" y="204732"/>
                  <a:pt x="104450" y="204732"/>
                </a:cubicBezTo>
                <a:cubicBezTo>
                  <a:pt x="106195" y="206483"/>
                  <a:pt x="106195" y="206483"/>
                  <a:pt x="106195" y="206483"/>
                </a:cubicBezTo>
                <a:cubicBezTo>
                  <a:pt x="121863" y="209987"/>
                  <a:pt x="139276" y="213491"/>
                  <a:pt x="156674" y="213491"/>
                </a:cubicBezTo>
                <a:cubicBezTo>
                  <a:pt x="228058" y="213491"/>
                  <a:pt x="285505" y="171486"/>
                  <a:pt x="285505" y="120747"/>
                </a:cubicBezTo>
                <a:cubicBezTo>
                  <a:pt x="285505" y="68243"/>
                  <a:pt x="228058" y="26252"/>
                  <a:pt x="156674" y="26252"/>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9" name="AutoShape 38">
            <a:extLst>
              <a:ext uri="{FF2B5EF4-FFF2-40B4-BE49-F238E27FC236}">
                <a16:creationId xmlns:a16="http://schemas.microsoft.com/office/drawing/2014/main" id="{A3A1C825-7423-A62A-99C6-BBBE7B09AB13}"/>
              </a:ext>
            </a:extLst>
          </p:cNvPr>
          <p:cNvSpPr/>
          <p:nvPr/>
        </p:nvSpPr>
        <p:spPr>
          <a:xfrm>
            <a:off x="4876800" y="2349500"/>
            <a:ext cx="152400" cy="127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0" name="AutoShape 39">
            <a:extLst>
              <a:ext uri="{FF2B5EF4-FFF2-40B4-BE49-F238E27FC236}">
                <a16:creationId xmlns:a16="http://schemas.microsoft.com/office/drawing/2014/main" id="{FB9EBB77-0209-65EC-D8AA-ECE000B6CEAC}"/>
              </a:ext>
            </a:extLst>
          </p:cNvPr>
          <p:cNvSpPr/>
          <p:nvPr/>
        </p:nvSpPr>
        <p:spPr>
          <a:xfrm>
            <a:off x="4876800" y="2387600"/>
            <a:ext cx="152400" cy="127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1" name="AutoShape 40">
            <a:extLst>
              <a:ext uri="{FF2B5EF4-FFF2-40B4-BE49-F238E27FC236}">
                <a16:creationId xmlns:a16="http://schemas.microsoft.com/office/drawing/2014/main" id="{385F520C-B127-1568-0511-8D481B81B2A4}"/>
              </a:ext>
            </a:extLst>
          </p:cNvPr>
          <p:cNvSpPr/>
          <p:nvPr/>
        </p:nvSpPr>
        <p:spPr>
          <a:xfrm>
            <a:off x="4876800" y="2413000"/>
            <a:ext cx="152400" cy="127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2" name="Freeform 41">
            <a:extLst>
              <a:ext uri="{FF2B5EF4-FFF2-40B4-BE49-F238E27FC236}">
                <a16:creationId xmlns:a16="http://schemas.microsoft.com/office/drawing/2014/main" id="{A30BC8CB-DC67-3B54-DD6F-CBB3DC865199}"/>
              </a:ext>
            </a:extLst>
          </p:cNvPr>
          <p:cNvSpPr/>
          <p:nvPr/>
        </p:nvSpPr>
        <p:spPr>
          <a:xfrm>
            <a:off x="4635500" y="2434044"/>
            <a:ext cx="221192" cy="240669"/>
          </a:xfrm>
          <a:custGeom>
            <a:avLst/>
            <a:gdLst/>
            <a:ahLst/>
            <a:cxnLst/>
            <a:rect l="l" t="t" r="r" b="b"/>
            <a:pathLst>
              <a:path w="221192" h="240669">
                <a:moveTo>
                  <a:pt x="208996" y="165682"/>
                </a:moveTo>
                <a:cubicBezTo>
                  <a:pt x="186355" y="155209"/>
                  <a:pt x="161972" y="148234"/>
                  <a:pt x="137589" y="146496"/>
                </a:cubicBezTo>
                <a:cubicBezTo>
                  <a:pt x="139330" y="139521"/>
                  <a:pt x="139330" y="134283"/>
                  <a:pt x="141072" y="129059"/>
                </a:cubicBezTo>
                <a:cubicBezTo>
                  <a:pt x="146304" y="125571"/>
                  <a:pt x="149786" y="120334"/>
                  <a:pt x="149786" y="115097"/>
                </a:cubicBezTo>
                <a:cubicBezTo>
                  <a:pt x="149786" y="109871"/>
                  <a:pt x="151526" y="104635"/>
                  <a:pt x="151526" y="99409"/>
                </a:cubicBezTo>
                <a:cubicBezTo>
                  <a:pt x="153267" y="101148"/>
                  <a:pt x="153267" y="101148"/>
                  <a:pt x="155009" y="101148"/>
                </a:cubicBezTo>
                <a:cubicBezTo>
                  <a:pt x="156750" y="101148"/>
                  <a:pt x="160231" y="99409"/>
                  <a:pt x="160231" y="97660"/>
                </a:cubicBezTo>
                <a:cubicBezTo>
                  <a:pt x="161972" y="71498"/>
                  <a:pt x="161972" y="71498"/>
                  <a:pt x="161972" y="71498"/>
                </a:cubicBezTo>
                <a:cubicBezTo>
                  <a:pt x="161972" y="69760"/>
                  <a:pt x="160231" y="66272"/>
                  <a:pt x="158490" y="66272"/>
                </a:cubicBezTo>
                <a:cubicBezTo>
                  <a:pt x="156750" y="66272"/>
                  <a:pt x="156750" y="66272"/>
                  <a:pt x="155009" y="68011"/>
                </a:cubicBezTo>
                <a:cubicBezTo>
                  <a:pt x="156750" y="62785"/>
                  <a:pt x="156750" y="57549"/>
                  <a:pt x="156750" y="52323"/>
                </a:cubicBezTo>
                <a:cubicBezTo>
                  <a:pt x="158490" y="47086"/>
                  <a:pt x="160231" y="29648"/>
                  <a:pt x="148045" y="17437"/>
                </a:cubicBezTo>
                <a:cubicBezTo>
                  <a:pt x="130626" y="0"/>
                  <a:pt x="90566" y="0"/>
                  <a:pt x="73147" y="17437"/>
                </a:cubicBezTo>
                <a:cubicBezTo>
                  <a:pt x="59220" y="29648"/>
                  <a:pt x="62701" y="47086"/>
                  <a:pt x="64442" y="52323"/>
                </a:cubicBezTo>
                <a:cubicBezTo>
                  <a:pt x="64442" y="57549"/>
                  <a:pt x="64442" y="62785"/>
                  <a:pt x="64442" y="68011"/>
                </a:cubicBezTo>
                <a:cubicBezTo>
                  <a:pt x="64442" y="66272"/>
                  <a:pt x="62701" y="66272"/>
                  <a:pt x="62701" y="66272"/>
                </a:cubicBezTo>
                <a:cubicBezTo>
                  <a:pt x="59220" y="66272"/>
                  <a:pt x="57479" y="69760"/>
                  <a:pt x="59220" y="71498"/>
                </a:cubicBezTo>
                <a:cubicBezTo>
                  <a:pt x="60961" y="97660"/>
                  <a:pt x="60961" y="97660"/>
                  <a:pt x="60961" y="97660"/>
                </a:cubicBezTo>
                <a:cubicBezTo>
                  <a:pt x="60961" y="99409"/>
                  <a:pt x="62701" y="101148"/>
                  <a:pt x="66184" y="101148"/>
                </a:cubicBezTo>
                <a:cubicBezTo>
                  <a:pt x="67925" y="101148"/>
                  <a:pt x="67925" y="101148"/>
                  <a:pt x="69666" y="99409"/>
                </a:cubicBezTo>
                <a:cubicBezTo>
                  <a:pt x="69666" y="104635"/>
                  <a:pt x="69666" y="109871"/>
                  <a:pt x="71406" y="115097"/>
                </a:cubicBezTo>
                <a:cubicBezTo>
                  <a:pt x="71406" y="120334"/>
                  <a:pt x="74888" y="125571"/>
                  <a:pt x="80120" y="129059"/>
                </a:cubicBezTo>
                <a:cubicBezTo>
                  <a:pt x="81862" y="134283"/>
                  <a:pt x="81862" y="139521"/>
                  <a:pt x="83603" y="146496"/>
                </a:cubicBezTo>
                <a:cubicBezTo>
                  <a:pt x="59220" y="148234"/>
                  <a:pt x="34837" y="155209"/>
                  <a:pt x="12196" y="165682"/>
                </a:cubicBezTo>
                <a:cubicBezTo>
                  <a:pt x="5222" y="170908"/>
                  <a:pt x="0" y="179633"/>
                  <a:pt x="0" y="188345"/>
                </a:cubicBezTo>
                <a:cubicBezTo>
                  <a:pt x="1741" y="197070"/>
                  <a:pt x="1741" y="205793"/>
                  <a:pt x="3482" y="214507"/>
                </a:cubicBezTo>
                <a:cubicBezTo>
                  <a:pt x="3482" y="221482"/>
                  <a:pt x="10446" y="228456"/>
                  <a:pt x="17419" y="230206"/>
                </a:cubicBezTo>
                <a:cubicBezTo>
                  <a:pt x="80120" y="240669"/>
                  <a:pt x="141072" y="240669"/>
                  <a:pt x="203773" y="230206"/>
                </a:cubicBezTo>
                <a:cubicBezTo>
                  <a:pt x="210746" y="228456"/>
                  <a:pt x="217710" y="221482"/>
                  <a:pt x="217710" y="214507"/>
                </a:cubicBezTo>
                <a:cubicBezTo>
                  <a:pt x="217710" y="205793"/>
                  <a:pt x="219451" y="197070"/>
                  <a:pt x="219451" y="188345"/>
                </a:cubicBezTo>
                <a:cubicBezTo>
                  <a:pt x="221192" y="179633"/>
                  <a:pt x="215970" y="170908"/>
                  <a:pt x="208996" y="165682"/>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3" name="Freeform 42">
            <a:extLst>
              <a:ext uri="{FF2B5EF4-FFF2-40B4-BE49-F238E27FC236}">
                <a16:creationId xmlns:a16="http://schemas.microsoft.com/office/drawing/2014/main" id="{A52BC4D1-8C2D-4263-C388-5C64EE40BA91}"/>
              </a:ext>
            </a:extLst>
          </p:cNvPr>
          <p:cNvSpPr/>
          <p:nvPr/>
        </p:nvSpPr>
        <p:spPr>
          <a:xfrm>
            <a:off x="2362200" y="2260600"/>
            <a:ext cx="25706" cy="63586"/>
          </a:xfrm>
          <a:custGeom>
            <a:avLst/>
            <a:gdLst/>
            <a:ahLst/>
            <a:cxnLst/>
            <a:rect l="l" t="t" r="r" b="b"/>
            <a:pathLst>
              <a:path w="25706" h="63586">
                <a:moveTo>
                  <a:pt x="13710" y="63586"/>
                </a:moveTo>
                <a:cubicBezTo>
                  <a:pt x="6855" y="63586"/>
                  <a:pt x="0" y="56892"/>
                  <a:pt x="0" y="50201"/>
                </a:cubicBezTo>
                <a:cubicBezTo>
                  <a:pt x="0" y="11713"/>
                  <a:pt x="0" y="11713"/>
                  <a:pt x="0" y="11713"/>
                </a:cubicBezTo>
                <a:cubicBezTo>
                  <a:pt x="0" y="5019"/>
                  <a:pt x="6855" y="0"/>
                  <a:pt x="13710" y="0"/>
                </a:cubicBezTo>
                <a:cubicBezTo>
                  <a:pt x="20565" y="0"/>
                  <a:pt x="25706" y="5019"/>
                  <a:pt x="25706" y="11713"/>
                </a:cubicBezTo>
                <a:cubicBezTo>
                  <a:pt x="25706" y="50201"/>
                  <a:pt x="25706" y="50201"/>
                  <a:pt x="25706" y="50201"/>
                </a:cubicBezTo>
                <a:cubicBezTo>
                  <a:pt x="25706" y="56892"/>
                  <a:pt x="20565" y="63586"/>
                  <a:pt x="13710" y="63586"/>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4" name="Freeform 43">
            <a:extLst>
              <a:ext uri="{FF2B5EF4-FFF2-40B4-BE49-F238E27FC236}">
                <a16:creationId xmlns:a16="http://schemas.microsoft.com/office/drawing/2014/main" id="{9B0B4C7B-BB97-02D8-33C7-3C718F3BACB8}"/>
              </a:ext>
            </a:extLst>
          </p:cNvPr>
          <p:cNvSpPr/>
          <p:nvPr/>
        </p:nvSpPr>
        <p:spPr>
          <a:xfrm>
            <a:off x="2258978" y="2271599"/>
            <a:ext cx="47352" cy="59527"/>
          </a:xfrm>
          <a:custGeom>
            <a:avLst/>
            <a:gdLst/>
            <a:ahLst/>
            <a:cxnLst/>
            <a:rect l="l" t="t" r="r" b="b"/>
            <a:pathLst>
              <a:path w="47352" h="59527">
                <a:moveTo>
                  <a:pt x="33824" y="59528"/>
                </a:moveTo>
                <a:cubicBezTo>
                  <a:pt x="28749" y="59528"/>
                  <a:pt x="25366" y="57827"/>
                  <a:pt x="21986" y="54426"/>
                </a:cubicBezTo>
                <a:cubicBezTo>
                  <a:pt x="3382" y="20411"/>
                  <a:pt x="3382" y="20411"/>
                  <a:pt x="3382" y="20411"/>
                </a:cubicBezTo>
                <a:cubicBezTo>
                  <a:pt x="0" y="13606"/>
                  <a:pt x="1691" y="6805"/>
                  <a:pt x="6766" y="3402"/>
                </a:cubicBezTo>
                <a:cubicBezTo>
                  <a:pt x="13528" y="0"/>
                  <a:pt x="20294" y="1701"/>
                  <a:pt x="23676" y="8506"/>
                </a:cubicBezTo>
                <a:cubicBezTo>
                  <a:pt x="43970" y="42521"/>
                  <a:pt x="43970" y="42521"/>
                  <a:pt x="43970" y="42521"/>
                </a:cubicBezTo>
                <a:cubicBezTo>
                  <a:pt x="47352" y="47623"/>
                  <a:pt x="45662" y="56127"/>
                  <a:pt x="38896" y="59528"/>
                </a:cubicBezTo>
                <a:cubicBezTo>
                  <a:pt x="37205" y="59528"/>
                  <a:pt x="35514" y="59528"/>
                  <a:pt x="33824" y="5952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5" name="Freeform 44">
            <a:extLst>
              <a:ext uri="{FF2B5EF4-FFF2-40B4-BE49-F238E27FC236}">
                <a16:creationId xmlns:a16="http://schemas.microsoft.com/office/drawing/2014/main" id="{88E159D1-E204-7C76-81CE-D83A54D58A79}"/>
              </a:ext>
            </a:extLst>
          </p:cNvPr>
          <p:cNvSpPr/>
          <p:nvPr/>
        </p:nvSpPr>
        <p:spPr>
          <a:xfrm>
            <a:off x="2195417" y="2347797"/>
            <a:ext cx="62233" cy="45997"/>
          </a:xfrm>
          <a:custGeom>
            <a:avLst/>
            <a:gdLst/>
            <a:ahLst/>
            <a:cxnLst/>
            <a:rect l="l" t="t" r="r" b="b"/>
            <a:pathLst>
              <a:path w="62233" h="45997">
                <a:moveTo>
                  <a:pt x="47096" y="45997"/>
                </a:moveTo>
                <a:cubicBezTo>
                  <a:pt x="45413" y="45997"/>
                  <a:pt x="43730" y="45997"/>
                  <a:pt x="42051" y="44294"/>
                </a:cubicBezTo>
                <a:cubicBezTo>
                  <a:pt x="8410" y="23851"/>
                  <a:pt x="8410" y="23851"/>
                  <a:pt x="8410" y="23851"/>
                </a:cubicBezTo>
                <a:cubicBezTo>
                  <a:pt x="1683" y="20443"/>
                  <a:pt x="0" y="13628"/>
                  <a:pt x="3366" y="8518"/>
                </a:cubicBezTo>
                <a:cubicBezTo>
                  <a:pt x="6727" y="1703"/>
                  <a:pt x="15137" y="0"/>
                  <a:pt x="20183" y="3406"/>
                </a:cubicBezTo>
                <a:cubicBezTo>
                  <a:pt x="53823" y="23851"/>
                  <a:pt x="53823" y="23851"/>
                  <a:pt x="53823" y="23851"/>
                </a:cubicBezTo>
                <a:cubicBezTo>
                  <a:pt x="58869" y="27257"/>
                  <a:pt x="62233" y="34071"/>
                  <a:pt x="58869" y="39182"/>
                </a:cubicBezTo>
                <a:cubicBezTo>
                  <a:pt x="55506" y="44294"/>
                  <a:pt x="52140" y="45997"/>
                  <a:pt x="47096" y="45997"/>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6" name="Freeform 45">
            <a:extLst>
              <a:ext uri="{FF2B5EF4-FFF2-40B4-BE49-F238E27FC236}">
                <a16:creationId xmlns:a16="http://schemas.microsoft.com/office/drawing/2014/main" id="{5BC79689-18A2-D5FF-B2C2-70E6F90DED15}"/>
              </a:ext>
            </a:extLst>
          </p:cNvPr>
          <p:cNvSpPr/>
          <p:nvPr/>
        </p:nvSpPr>
        <p:spPr>
          <a:xfrm>
            <a:off x="2159000" y="2451100"/>
            <a:ext cx="63588" cy="22998"/>
          </a:xfrm>
          <a:custGeom>
            <a:avLst/>
            <a:gdLst/>
            <a:ahLst/>
            <a:cxnLst/>
            <a:rect l="l" t="t" r="r" b="b"/>
            <a:pathLst>
              <a:path w="63588" h="22998">
                <a:moveTo>
                  <a:pt x="51873" y="22998"/>
                </a:moveTo>
                <a:cubicBezTo>
                  <a:pt x="13386" y="22998"/>
                  <a:pt x="13386" y="22998"/>
                  <a:pt x="13386" y="22998"/>
                </a:cubicBezTo>
                <a:cubicBezTo>
                  <a:pt x="6694" y="22998"/>
                  <a:pt x="0" y="18070"/>
                  <a:pt x="0" y="11500"/>
                </a:cubicBezTo>
                <a:cubicBezTo>
                  <a:pt x="0" y="4929"/>
                  <a:pt x="6694" y="0"/>
                  <a:pt x="13386" y="0"/>
                </a:cubicBezTo>
                <a:cubicBezTo>
                  <a:pt x="51873" y="0"/>
                  <a:pt x="51873" y="0"/>
                  <a:pt x="51873" y="0"/>
                </a:cubicBezTo>
                <a:cubicBezTo>
                  <a:pt x="58567" y="0"/>
                  <a:pt x="63588" y="4929"/>
                  <a:pt x="63588" y="11500"/>
                </a:cubicBezTo>
                <a:cubicBezTo>
                  <a:pt x="63588" y="18070"/>
                  <a:pt x="58567" y="22998"/>
                  <a:pt x="51873" y="2299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7" name="Freeform 46">
            <a:extLst>
              <a:ext uri="{FF2B5EF4-FFF2-40B4-BE49-F238E27FC236}">
                <a16:creationId xmlns:a16="http://schemas.microsoft.com/office/drawing/2014/main" id="{6A96BFDD-92D8-2BD0-18BD-C600C71DE98D}"/>
              </a:ext>
            </a:extLst>
          </p:cNvPr>
          <p:cNvSpPr/>
          <p:nvPr/>
        </p:nvSpPr>
        <p:spPr>
          <a:xfrm>
            <a:off x="2182390" y="2525664"/>
            <a:ext cx="62233" cy="45998"/>
          </a:xfrm>
          <a:custGeom>
            <a:avLst/>
            <a:gdLst/>
            <a:ahLst/>
            <a:cxnLst/>
            <a:rect l="l" t="t" r="r" b="b"/>
            <a:pathLst>
              <a:path w="62233" h="45998">
                <a:moveTo>
                  <a:pt x="15137" y="45998"/>
                </a:moveTo>
                <a:cubicBezTo>
                  <a:pt x="10091" y="45998"/>
                  <a:pt x="6727" y="42592"/>
                  <a:pt x="3364" y="39185"/>
                </a:cubicBezTo>
                <a:cubicBezTo>
                  <a:pt x="0" y="34073"/>
                  <a:pt x="3364" y="25555"/>
                  <a:pt x="8410" y="22148"/>
                </a:cubicBezTo>
                <a:cubicBezTo>
                  <a:pt x="42049" y="3408"/>
                  <a:pt x="42049" y="3408"/>
                  <a:pt x="42049" y="3408"/>
                </a:cubicBezTo>
                <a:cubicBezTo>
                  <a:pt x="48776" y="0"/>
                  <a:pt x="55504" y="1705"/>
                  <a:pt x="58867" y="6815"/>
                </a:cubicBezTo>
                <a:cubicBezTo>
                  <a:pt x="62232" y="13630"/>
                  <a:pt x="60549" y="20445"/>
                  <a:pt x="53822" y="23852"/>
                </a:cubicBezTo>
                <a:cubicBezTo>
                  <a:pt x="20181" y="44295"/>
                  <a:pt x="20181" y="44295"/>
                  <a:pt x="20181" y="44295"/>
                </a:cubicBezTo>
                <a:cubicBezTo>
                  <a:pt x="18502" y="44295"/>
                  <a:pt x="16819" y="45998"/>
                  <a:pt x="15137" y="4599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8" name="Freeform 47">
            <a:extLst>
              <a:ext uri="{FF2B5EF4-FFF2-40B4-BE49-F238E27FC236}">
                <a16:creationId xmlns:a16="http://schemas.microsoft.com/office/drawing/2014/main" id="{8F783BDC-3B95-4352-99DF-5D7E16BC892E}"/>
              </a:ext>
            </a:extLst>
          </p:cNvPr>
          <p:cNvSpPr/>
          <p:nvPr/>
        </p:nvSpPr>
        <p:spPr>
          <a:xfrm>
            <a:off x="2500217" y="2538297"/>
            <a:ext cx="62235" cy="45997"/>
          </a:xfrm>
          <a:custGeom>
            <a:avLst/>
            <a:gdLst/>
            <a:ahLst/>
            <a:cxnLst/>
            <a:rect l="l" t="t" r="r" b="b"/>
            <a:pathLst>
              <a:path w="62235" h="45997">
                <a:moveTo>
                  <a:pt x="48780" y="45997"/>
                </a:moveTo>
                <a:cubicBezTo>
                  <a:pt x="45415" y="45997"/>
                  <a:pt x="43733" y="45997"/>
                  <a:pt x="42052" y="44294"/>
                </a:cubicBezTo>
                <a:cubicBezTo>
                  <a:pt x="8410" y="25554"/>
                  <a:pt x="8410" y="25554"/>
                  <a:pt x="8410" y="25554"/>
                </a:cubicBezTo>
                <a:cubicBezTo>
                  <a:pt x="1683" y="22146"/>
                  <a:pt x="0" y="13628"/>
                  <a:pt x="3366" y="8518"/>
                </a:cubicBezTo>
                <a:cubicBezTo>
                  <a:pt x="6729" y="1703"/>
                  <a:pt x="15139" y="0"/>
                  <a:pt x="20183" y="3406"/>
                </a:cubicBezTo>
                <a:cubicBezTo>
                  <a:pt x="53825" y="23851"/>
                  <a:pt x="53825" y="23851"/>
                  <a:pt x="53825" y="23851"/>
                </a:cubicBezTo>
                <a:cubicBezTo>
                  <a:pt x="60553" y="27257"/>
                  <a:pt x="62235" y="34071"/>
                  <a:pt x="58870" y="39182"/>
                </a:cubicBezTo>
                <a:cubicBezTo>
                  <a:pt x="57191" y="44294"/>
                  <a:pt x="52143" y="45997"/>
                  <a:pt x="48780" y="45997"/>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9" name="Freeform 48">
            <a:extLst>
              <a:ext uri="{FF2B5EF4-FFF2-40B4-BE49-F238E27FC236}">
                <a16:creationId xmlns:a16="http://schemas.microsoft.com/office/drawing/2014/main" id="{5FD30585-1182-1E87-DBED-249A98131618}"/>
              </a:ext>
            </a:extLst>
          </p:cNvPr>
          <p:cNvSpPr/>
          <p:nvPr/>
        </p:nvSpPr>
        <p:spPr>
          <a:xfrm>
            <a:off x="2527300" y="2463800"/>
            <a:ext cx="62234" cy="22998"/>
          </a:xfrm>
          <a:custGeom>
            <a:avLst/>
            <a:gdLst/>
            <a:ahLst/>
            <a:cxnLst/>
            <a:rect l="l" t="t" r="r" b="b"/>
            <a:pathLst>
              <a:path w="62234" h="22998">
                <a:moveTo>
                  <a:pt x="50461" y="22998"/>
                </a:moveTo>
                <a:cubicBezTo>
                  <a:pt x="11773" y="22998"/>
                  <a:pt x="11773" y="22998"/>
                  <a:pt x="11773" y="22998"/>
                </a:cubicBezTo>
                <a:cubicBezTo>
                  <a:pt x="5044" y="22998"/>
                  <a:pt x="0" y="18070"/>
                  <a:pt x="0" y="11500"/>
                </a:cubicBezTo>
                <a:cubicBezTo>
                  <a:pt x="0" y="4929"/>
                  <a:pt x="5044" y="0"/>
                  <a:pt x="11773" y="0"/>
                </a:cubicBezTo>
                <a:cubicBezTo>
                  <a:pt x="50461" y="0"/>
                  <a:pt x="50461" y="0"/>
                  <a:pt x="50461" y="0"/>
                </a:cubicBezTo>
                <a:cubicBezTo>
                  <a:pt x="57189" y="0"/>
                  <a:pt x="62234" y="4929"/>
                  <a:pt x="62234" y="11500"/>
                </a:cubicBezTo>
                <a:cubicBezTo>
                  <a:pt x="62234" y="18070"/>
                  <a:pt x="57189" y="22998"/>
                  <a:pt x="50461" y="2299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0" name="Freeform 49">
            <a:extLst>
              <a:ext uri="{FF2B5EF4-FFF2-40B4-BE49-F238E27FC236}">
                <a16:creationId xmlns:a16="http://schemas.microsoft.com/office/drawing/2014/main" id="{3957F574-629D-1D0F-C4CB-1A4F6EC922D2}"/>
              </a:ext>
            </a:extLst>
          </p:cNvPr>
          <p:cNvSpPr/>
          <p:nvPr/>
        </p:nvSpPr>
        <p:spPr>
          <a:xfrm>
            <a:off x="2500217" y="2360497"/>
            <a:ext cx="62233" cy="45997"/>
          </a:xfrm>
          <a:custGeom>
            <a:avLst/>
            <a:gdLst/>
            <a:ahLst/>
            <a:cxnLst/>
            <a:rect l="l" t="t" r="r" b="b"/>
            <a:pathLst>
              <a:path w="62233" h="45997">
                <a:moveTo>
                  <a:pt x="13456" y="45997"/>
                </a:moveTo>
                <a:cubicBezTo>
                  <a:pt x="10093" y="45997"/>
                  <a:pt x="5045" y="44294"/>
                  <a:pt x="3366" y="40886"/>
                </a:cubicBezTo>
                <a:cubicBezTo>
                  <a:pt x="0" y="34071"/>
                  <a:pt x="1683" y="27257"/>
                  <a:pt x="8410" y="23851"/>
                </a:cubicBezTo>
                <a:cubicBezTo>
                  <a:pt x="42051" y="3406"/>
                  <a:pt x="42051" y="3406"/>
                  <a:pt x="42051" y="3406"/>
                </a:cubicBezTo>
                <a:cubicBezTo>
                  <a:pt x="47096" y="0"/>
                  <a:pt x="55506" y="1703"/>
                  <a:pt x="58869" y="8518"/>
                </a:cubicBezTo>
                <a:cubicBezTo>
                  <a:pt x="62233" y="13628"/>
                  <a:pt x="58869" y="22146"/>
                  <a:pt x="53823" y="25554"/>
                </a:cubicBezTo>
                <a:cubicBezTo>
                  <a:pt x="20183" y="44294"/>
                  <a:pt x="20183" y="44294"/>
                  <a:pt x="20183" y="44294"/>
                </a:cubicBezTo>
                <a:cubicBezTo>
                  <a:pt x="18503" y="45997"/>
                  <a:pt x="15137" y="45997"/>
                  <a:pt x="13456" y="45997"/>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1" name="Freeform 50">
            <a:extLst>
              <a:ext uri="{FF2B5EF4-FFF2-40B4-BE49-F238E27FC236}">
                <a16:creationId xmlns:a16="http://schemas.microsoft.com/office/drawing/2014/main" id="{4A9A299C-F477-027A-74D7-6CA3D55F16EC}"/>
              </a:ext>
            </a:extLst>
          </p:cNvPr>
          <p:cNvSpPr/>
          <p:nvPr/>
        </p:nvSpPr>
        <p:spPr>
          <a:xfrm>
            <a:off x="2449431" y="2284368"/>
            <a:ext cx="48705" cy="59527"/>
          </a:xfrm>
          <a:custGeom>
            <a:avLst/>
            <a:gdLst/>
            <a:ahLst/>
            <a:cxnLst/>
            <a:rect l="l" t="t" r="r" b="b"/>
            <a:pathLst>
              <a:path w="48705" h="59527">
                <a:moveTo>
                  <a:pt x="13916" y="59527"/>
                </a:moveTo>
                <a:cubicBezTo>
                  <a:pt x="12177" y="59527"/>
                  <a:pt x="8697" y="59527"/>
                  <a:pt x="6959" y="57827"/>
                </a:cubicBezTo>
                <a:cubicBezTo>
                  <a:pt x="1739" y="54426"/>
                  <a:pt x="0" y="47621"/>
                  <a:pt x="3480" y="40818"/>
                </a:cubicBezTo>
                <a:cubicBezTo>
                  <a:pt x="22614" y="6805"/>
                  <a:pt x="22614" y="6805"/>
                  <a:pt x="22614" y="6805"/>
                </a:cubicBezTo>
                <a:cubicBezTo>
                  <a:pt x="26091" y="1701"/>
                  <a:pt x="33049" y="0"/>
                  <a:pt x="40008" y="3401"/>
                </a:cubicBezTo>
                <a:cubicBezTo>
                  <a:pt x="45226" y="6805"/>
                  <a:pt x="48705" y="13606"/>
                  <a:pt x="45226" y="18710"/>
                </a:cubicBezTo>
                <a:cubicBezTo>
                  <a:pt x="24352" y="54426"/>
                  <a:pt x="24352" y="54426"/>
                  <a:pt x="24352" y="54426"/>
                </a:cubicBezTo>
                <a:cubicBezTo>
                  <a:pt x="22614" y="57827"/>
                  <a:pt x="17394" y="59527"/>
                  <a:pt x="13916" y="59527"/>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2" name="Freeform 51">
            <a:extLst>
              <a:ext uri="{FF2B5EF4-FFF2-40B4-BE49-F238E27FC236}">
                <a16:creationId xmlns:a16="http://schemas.microsoft.com/office/drawing/2014/main" id="{6E688BC9-B9EF-28A1-0AF7-4D0ACD5AC80B}"/>
              </a:ext>
            </a:extLst>
          </p:cNvPr>
          <p:cNvSpPr/>
          <p:nvPr/>
        </p:nvSpPr>
        <p:spPr>
          <a:xfrm>
            <a:off x="2260600" y="2362200"/>
            <a:ext cx="228639" cy="274634"/>
          </a:xfrm>
          <a:custGeom>
            <a:avLst/>
            <a:gdLst/>
            <a:ahLst/>
            <a:cxnLst/>
            <a:rect l="l" t="t" r="r" b="b"/>
            <a:pathLst>
              <a:path w="228639" h="274634">
                <a:moveTo>
                  <a:pt x="228639" y="113579"/>
                </a:moveTo>
                <a:cubicBezTo>
                  <a:pt x="228639" y="50858"/>
                  <a:pt x="177449" y="0"/>
                  <a:pt x="114319" y="0"/>
                </a:cubicBezTo>
                <a:cubicBezTo>
                  <a:pt x="51190" y="0"/>
                  <a:pt x="0" y="50858"/>
                  <a:pt x="0" y="113579"/>
                </a:cubicBezTo>
                <a:cubicBezTo>
                  <a:pt x="0" y="116973"/>
                  <a:pt x="0" y="120368"/>
                  <a:pt x="0" y="123750"/>
                </a:cubicBezTo>
                <a:cubicBezTo>
                  <a:pt x="0" y="125454"/>
                  <a:pt x="1704" y="169523"/>
                  <a:pt x="44362" y="223775"/>
                </a:cubicBezTo>
                <a:cubicBezTo>
                  <a:pt x="58017" y="240725"/>
                  <a:pt x="52894" y="274634"/>
                  <a:pt x="52894" y="274634"/>
                </a:cubicBezTo>
                <a:cubicBezTo>
                  <a:pt x="69957" y="274634"/>
                  <a:pt x="87020" y="274634"/>
                  <a:pt x="105788" y="274634"/>
                </a:cubicBezTo>
                <a:cubicBezTo>
                  <a:pt x="110912" y="274634"/>
                  <a:pt x="116023" y="274634"/>
                  <a:pt x="121147" y="274634"/>
                </a:cubicBezTo>
                <a:cubicBezTo>
                  <a:pt x="139915" y="274634"/>
                  <a:pt x="156977" y="274634"/>
                  <a:pt x="174041" y="274634"/>
                </a:cubicBezTo>
                <a:cubicBezTo>
                  <a:pt x="174041" y="274634"/>
                  <a:pt x="168918" y="240725"/>
                  <a:pt x="182573" y="223775"/>
                </a:cubicBezTo>
                <a:cubicBezTo>
                  <a:pt x="225231" y="169523"/>
                  <a:pt x="228639" y="125454"/>
                  <a:pt x="226935" y="123750"/>
                </a:cubicBezTo>
                <a:cubicBezTo>
                  <a:pt x="226935" y="120368"/>
                  <a:pt x="228639" y="116973"/>
                  <a:pt x="228639" y="113579"/>
                </a:cubicBezTo>
                <a:close/>
                <a:moveTo>
                  <a:pt x="100665" y="254291"/>
                </a:moveTo>
                <a:cubicBezTo>
                  <a:pt x="100665" y="200038"/>
                  <a:pt x="100665" y="200038"/>
                  <a:pt x="100665" y="200038"/>
                </a:cubicBezTo>
                <a:cubicBezTo>
                  <a:pt x="100665" y="198347"/>
                  <a:pt x="100665" y="198347"/>
                  <a:pt x="98961" y="196656"/>
                </a:cubicBezTo>
                <a:cubicBezTo>
                  <a:pt x="76784" y="154266"/>
                  <a:pt x="76784" y="154266"/>
                  <a:pt x="76784" y="154266"/>
                </a:cubicBezTo>
                <a:cubicBezTo>
                  <a:pt x="78489" y="154266"/>
                  <a:pt x="80193" y="154266"/>
                  <a:pt x="81897" y="152574"/>
                </a:cubicBezTo>
                <a:cubicBezTo>
                  <a:pt x="85316" y="152574"/>
                  <a:pt x="88725" y="149179"/>
                  <a:pt x="92133" y="147489"/>
                </a:cubicBezTo>
                <a:cubicBezTo>
                  <a:pt x="95552" y="150884"/>
                  <a:pt x="100665" y="154266"/>
                  <a:pt x="104084" y="154266"/>
                </a:cubicBezTo>
                <a:cubicBezTo>
                  <a:pt x="110912" y="155969"/>
                  <a:pt x="117728" y="152574"/>
                  <a:pt x="124555" y="147489"/>
                </a:cubicBezTo>
                <a:cubicBezTo>
                  <a:pt x="124555" y="147489"/>
                  <a:pt x="124555" y="147489"/>
                  <a:pt x="124555" y="149179"/>
                </a:cubicBezTo>
                <a:cubicBezTo>
                  <a:pt x="127974" y="154266"/>
                  <a:pt x="133087" y="155969"/>
                  <a:pt x="136506" y="155969"/>
                </a:cubicBezTo>
                <a:cubicBezTo>
                  <a:pt x="138210" y="155969"/>
                  <a:pt x="138210" y="155969"/>
                  <a:pt x="138210" y="155969"/>
                </a:cubicBezTo>
                <a:cubicBezTo>
                  <a:pt x="139915" y="155969"/>
                  <a:pt x="141619" y="155969"/>
                  <a:pt x="143323" y="154266"/>
                </a:cubicBezTo>
                <a:cubicBezTo>
                  <a:pt x="121147" y="196656"/>
                  <a:pt x="121147" y="196656"/>
                  <a:pt x="121147" y="196656"/>
                </a:cubicBezTo>
                <a:cubicBezTo>
                  <a:pt x="121147" y="198347"/>
                  <a:pt x="121147" y="198347"/>
                  <a:pt x="121147" y="200038"/>
                </a:cubicBezTo>
                <a:cubicBezTo>
                  <a:pt x="121147" y="254291"/>
                  <a:pt x="121147" y="254291"/>
                  <a:pt x="121147" y="254291"/>
                </a:cubicBezTo>
                <a:lnTo>
                  <a:pt x="100665" y="254291"/>
                </a:lnTo>
                <a:close/>
                <a:moveTo>
                  <a:pt x="93848" y="122060"/>
                </a:moveTo>
                <a:cubicBezTo>
                  <a:pt x="93848" y="122060"/>
                  <a:pt x="93848" y="122060"/>
                  <a:pt x="93848" y="122060"/>
                </a:cubicBezTo>
                <a:cubicBezTo>
                  <a:pt x="93848" y="122060"/>
                  <a:pt x="93848" y="122060"/>
                  <a:pt x="95552" y="122060"/>
                </a:cubicBezTo>
                <a:cubicBezTo>
                  <a:pt x="97257" y="122060"/>
                  <a:pt x="97257" y="122060"/>
                  <a:pt x="97257" y="125454"/>
                </a:cubicBezTo>
                <a:cubicBezTo>
                  <a:pt x="97257" y="127145"/>
                  <a:pt x="95552" y="130541"/>
                  <a:pt x="93848" y="135626"/>
                </a:cubicBezTo>
                <a:cubicBezTo>
                  <a:pt x="92133" y="128836"/>
                  <a:pt x="92133" y="123750"/>
                  <a:pt x="93848" y="122060"/>
                </a:cubicBezTo>
                <a:close/>
                <a:moveTo>
                  <a:pt x="126260" y="120368"/>
                </a:moveTo>
                <a:cubicBezTo>
                  <a:pt x="126260" y="118665"/>
                  <a:pt x="127974" y="118665"/>
                  <a:pt x="127974" y="118665"/>
                </a:cubicBezTo>
                <a:cubicBezTo>
                  <a:pt x="127974" y="118665"/>
                  <a:pt x="127974" y="118665"/>
                  <a:pt x="127974" y="118665"/>
                </a:cubicBezTo>
                <a:cubicBezTo>
                  <a:pt x="129678" y="118665"/>
                  <a:pt x="129678" y="118665"/>
                  <a:pt x="129678" y="118665"/>
                </a:cubicBezTo>
                <a:cubicBezTo>
                  <a:pt x="129678" y="120368"/>
                  <a:pt x="129678" y="125454"/>
                  <a:pt x="126260" y="132231"/>
                </a:cubicBezTo>
                <a:cubicBezTo>
                  <a:pt x="124555" y="127145"/>
                  <a:pt x="124555" y="122060"/>
                  <a:pt x="126260" y="120368"/>
                </a:cubicBezTo>
                <a:close/>
                <a:moveTo>
                  <a:pt x="208167" y="116973"/>
                </a:moveTo>
                <a:cubicBezTo>
                  <a:pt x="206452" y="130541"/>
                  <a:pt x="206452" y="130541"/>
                  <a:pt x="206452" y="130541"/>
                </a:cubicBezTo>
                <a:cubicBezTo>
                  <a:pt x="206452" y="130541"/>
                  <a:pt x="206452" y="130541"/>
                  <a:pt x="206452" y="130541"/>
                </a:cubicBezTo>
                <a:cubicBezTo>
                  <a:pt x="204748" y="142403"/>
                  <a:pt x="196216" y="174608"/>
                  <a:pt x="167213" y="211913"/>
                </a:cubicBezTo>
                <a:cubicBezTo>
                  <a:pt x="156977" y="223775"/>
                  <a:pt x="153558" y="240725"/>
                  <a:pt x="153558" y="254291"/>
                </a:cubicBezTo>
                <a:cubicBezTo>
                  <a:pt x="134791" y="254291"/>
                  <a:pt x="134791" y="254291"/>
                  <a:pt x="134791" y="254291"/>
                </a:cubicBezTo>
                <a:cubicBezTo>
                  <a:pt x="134791" y="201742"/>
                  <a:pt x="134791" y="201742"/>
                  <a:pt x="134791" y="201742"/>
                </a:cubicBezTo>
                <a:cubicBezTo>
                  <a:pt x="160386" y="152574"/>
                  <a:pt x="160386" y="152574"/>
                  <a:pt x="160386" y="152574"/>
                </a:cubicBezTo>
                <a:cubicBezTo>
                  <a:pt x="162090" y="149179"/>
                  <a:pt x="160386" y="144094"/>
                  <a:pt x="156977" y="142403"/>
                </a:cubicBezTo>
                <a:cubicBezTo>
                  <a:pt x="153558" y="140712"/>
                  <a:pt x="150151" y="142403"/>
                  <a:pt x="148446" y="145797"/>
                </a:cubicBezTo>
                <a:cubicBezTo>
                  <a:pt x="145026" y="147489"/>
                  <a:pt x="141619" y="149179"/>
                  <a:pt x="138210" y="149179"/>
                </a:cubicBezTo>
                <a:cubicBezTo>
                  <a:pt x="134791" y="149179"/>
                  <a:pt x="133087" y="147489"/>
                  <a:pt x="131383" y="144094"/>
                </a:cubicBezTo>
                <a:cubicBezTo>
                  <a:pt x="129678" y="144094"/>
                  <a:pt x="129678" y="142403"/>
                  <a:pt x="127974" y="140712"/>
                </a:cubicBezTo>
                <a:cubicBezTo>
                  <a:pt x="127974" y="140712"/>
                  <a:pt x="127974" y="140712"/>
                  <a:pt x="127974" y="140712"/>
                </a:cubicBezTo>
                <a:cubicBezTo>
                  <a:pt x="134791" y="132231"/>
                  <a:pt x="138210" y="122060"/>
                  <a:pt x="134791" y="115283"/>
                </a:cubicBezTo>
                <a:cubicBezTo>
                  <a:pt x="134791" y="111888"/>
                  <a:pt x="131383" y="110197"/>
                  <a:pt x="127974" y="111888"/>
                </a:cubicBezTo>
                <a:cubicBezTo>
                  <a:pt x="124555" y="111888"/>
                  <a:pt x="121147" y="113579"/>
                  <a:pt x="119442" y="116973"/>
                </a:cubicBezTo>
                <a:cubicBezTo>
                  <a:pt x="117728" y="122060"/>
                  <a:pt x="117728" y="132231"/>
                  <a:pt x="121147" y="139008"/>
                </a:cubicBezTo>
                <a:cubicBezTo>
                  <a:pt x="116023" y="144094"/>
                  <a:pt x="110912" y="149179"/>
                  <a:pt x="105788" y="147489"/>
                </a:cubicBezTo>
                <a:cubicBezTo>
                  <a:pt x="102380" y="147489"/>
                  <a:pt x="98961" y="145797"/>
                  <a:pt x="97257" y="142403"/>
                </a:cubicBezTo>
                <a:cubicBezTo>
                  <a:pt x="102380" y="135626"/>
                  <a:pt x="104084" y="130541"/>
                  <a:pt x="104084" y="123750"/>
                </a:cubicBezTo>
                <a:cubicBezTo>
                  <a:pt x="104084" y="120368"/>
                  <a:pt x="102380" y="115283"/>
                  <a:pt x="97257" y="115283"/>
                </a:cubicBezTo>
                <a:cubicBezTo>
                  <a:pt x="93848" y="113579"/>
                  <a:pt x="90429" y="115283"/>
                  <a:pt x="88725" y="116973"/>
                </a:cubicBezTo>
                <a:cubicBezTo>
                  <a:pt x="83612" y="122060"/>
                  <a:pt x="85316" y="130541"/>
                  <a:pt x="87020" y="137317"/>
                </a:cubicBezTo>
                <a:cubicBezTo>
                  <a:pt x="87020" y="139008"/>
                  <a:pt x="87020" y="140712"/>
                  <a:pt x="88725" y="140712"/>
                </a:cubicBezTo>
                <a:cubicBezTo>
                  <a:pt x="85316" y="144094"/>
                  <a:pt x="81897" y="145797"/>
                  <a:pt x="80193" y="147489"/>
                </a:cubicBezTo>
                <a:cubicBezTo>
                  <a:pt x="76784" y="147489"/>
                  <a:pt x="75080" y="147489"/>
                  <a:pt x="73365" y="147489"/>
                </a:cubicBezTo>
                <a:cubicBezTo>
                  <a:pt x="73365" y="145797"/>
                  <a:pt x="73365" y="145797"/>
                  <a:pt x="73365" y="145797"/>
                </a:cubicBezTo>
                <a:cubicBezTo>
                  <a:pt x="71661" y="142403"/>
                  <a:pt x="68254" y="140712"/>
                  <a:pt x="64834" y="142403"/>
                </a:cubicBezTo>
                <a:cubicBezTo>
                  <a:pt x="64834" y="142403"/>
                  <a:pt x="64834" y="142403"/>
                  <a:pt x="63129" y="142403"/>
                </a:cubicBezTo>
                <a:cubicBezTo>
                  <a:pt x="63129" y="142403"/>
                  <a:pt x="63129" y="142403"/>
                  <a:pt x="63129" y="142403"/>
                </a:cubicBezTo>
                <a:cubicBezTo>
                  <a:pt x="63129" y="142403"/>
                  <a:pt x="63129" y="142403"/>
                  <a:pt x="63129" y="142403"/>
                </a:cubicBezTo>
                <a:cubicBezTo>
                  <a:pt x="63129" y="142403"/>
                  <a:pt x="63129" y="142403"/>
                  <a:pt x="63129" y="142403"/>
                </a:cubicBezTo>
                <a:cubicBezTo>
                  <a:pt x="63129" y="142403"/>
                  <a:pt x="63129" y="142403"/>
                  <a:pt x="63129" y="142403"/>
                </a:cubicBezTo>
                <a:cubicBezTo>
                  <a:pt x="59722" y="144094"/>
                  <a:pt x="59722" y="149179"/>
                  <a:pt x="61426" y="152574"/>
                </a:cubicBezTo>
                <a:cubicBezTo>
                  <a:pt x="87020" y="201742"/>
                  <a:pt x="87020" y="201742"/>
                  <a:pt x="87020" y="201742"/>
                </a:cubicBezTo>
                <a:cubicBezTo>
                  <a:pt x="87020" y="254291"/>
                  <a:pt x="87020" y="254291"/>
                  <a:pt x="87020" y="254291"/>
                </a:cubicBezTo>
                <a:cubicBezTo>
                  <a:pt x="73365" y="254291"/>
                  <a:pt x="73365" y="254291"/>
                  <a:pt x="73365" y="254291"/>
                </a:cubicBezTo>
                <a:cubicBezTo>
                  <a:pt x="73365" y="240725"/>
                  <a:pt x="69957" y="223775"/>
                  <a:pt x="61426" y="211913"/>
                </a:cubicBezTo>
                <a:cubicBezTo>
                  <a:pt x="30707" y="174608"/>
                  <a:pt x="22187" y="142403"/>
                  <a:pt x="20471" y="130541"/>
                </a:cubicBezTo>
                <a:cubicBezTo>
                  <a:pt x="20471" y="130541"/>
                  <a:pt x="20471" y="130541"/>
                  <a:pt x="20471" y="130541"/>
                </a:cubicBezTo>
                <a:cubicBezTo>
                  <a:pt x="18768" y="116973"/>
                  <a:pt x="18768" y="116973"/>
                  <a:pt x="18768" y="116973"/>
                </a:cubicBezTo>
                <a:cubicBezTo>
                  <a:pt x="18768" y="115283"/>
                  <a:pt x="18768" y="113579"/>
                  <a:pt x="18768" y="113579"/>
                </a:cubicBezTo>
                <a:cubicBezTo>
                  <a:pt x="18768" y="61030"/>
                  <a:pt x="61426" y="18652"/>
                  <a:pt x="114319" y="18652"/>
                </a:cubicBezTo>
                <a:cubicBezTo>
                  <a:pt x="165509" y="18652"/>
                  <a:pt x="208167" y="61030"/>
                  <a:pt x="208167" y="113579"/>
                </a:cubicBezTo>
                <a:cubicBezTo>
                  <a:pt x="208167" y="113579"/>
                  <a:pt x="208167" y="115283"/>
                  <a:pt x="208167" y="116973"/>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3" name="Freeform 52">
            <a:extLst>
              <a:ext uri="{FF2B5EF4-FFF2-40B4-BE49-F238E27FC236}">
                <a16:creationId xmlns:a16="http://schemas.microsoft.com/office/drawing/2014/main" id="{2B629E9A-7805-74F1-F217-3E50B0D814D9}"/>
              </a:ext>
            </a:extLst>
          </p:cNvPr>
          <p:cNvSpPr/>
          <p:nvPr/>
        </p:nvSpPr>
        <p:spPr>
          <a:xfrm>
            <a:off x="2311400" y="2641600"/>
            <a:ext cx="120409" cy="68998"/>
          </a:xfrm>
          <a:custGeom>
            <a:avLst/>
            <a:gdLst/>
            <a:ahLst/>
            <a:cxnLst/>
            <a:rect l="l" t="t" r="r" b="b"/>
            <a:pathLst>
              <a:path w="120409" h="68998">
                <a:moveTo>
                  <a:pt x="0" y="10349"/>
                </a:moveTo>
                <a:cubicBezTo>
                  <a:pt x="5089" y="10349"/>
                  <a:pt x="5089" y="10349"/>
                  <a:pt x="5089" y="10349"/>
                </a:cubicBezTo>
                <a:cubicBezTo>
                  <a:pt x="5089" y="18975"/>
                  <a:pt x="5089" y="18975"/>
                  <a:pt x="5089" y="18975"/>
                </a:cubicBezTo>
                <a:cubicBezTo>
                  <a:pt x="0" y="18975"/>
                  <a:pt x="0" y="18975"/>
                  <a:pt x="0" y="18975"/>
                </a:cubicBezTo>
                <a:cubicBezTo>
                  <a:pt x="0" y="29324"/>
                  <a:pt x="0" y="29324"/>
                  <a:pt x="0" y="29324"/>
                </a:cubicBezTo>
                <a:cubicBezTo>
                  <a:pt x="5089" y="29324"/>
                  <a:pt x="5089" y="29324"/>
                  <a:pt x="5089" y="29324"/>
                </a:cubicBezTo>
                <a:cubicBezTo>
                  <a:pt x="5089" y="37949"/>
                  <a:pt x="5089" y="37949"/>
                  <a:pt x="5089" y="37949"/>
                </a:cubicBezTo>
                <a:cubicBezTo>
                  <a:pt x="0" y="37949"/>
                  <a:pt x="0" y="37949"/>
                  <a:pt x="0" y="37949"/>
                </a:cubicBezTo>
                <a:cubicBezTo>
                  <a:pt x="1694" y="48298"/>
                  <a:pt x="11873" y="58649"/>
                  <a:pt x="27136" y="58649"/>
                </a:cubicBezTo>
                <a:cubicBezTo>
                  <a:pt x="28832" y="65549"/>
                  <a:pt x="33920" y="68998"/>
                  <a:pt x="40700" y="68998"/>
                </a:cubicBezTo>
                <a:cubicBezTo>
                  <a:pt x="79709" y="68998"/>
                  <a:pt x="79709" y="68998"/>
                  <a:pt x="79709" y="68998"/>
                </a:cubicBezTo>
                <a:cubicBezTo>
                  <a:pt x="86488" y="68998"/>
                  <a:pt x="91577" y="65549"/>
                  <a:pt x="94973" y="58649"/>
                </a:cubicBezTo>
                <a:cubicBezTo>
                  <a:pt x="108535" y="58649"/>
                  <a:pt x="118715" y="48298"/>
                  <a:pt x="120409" y="37949"/>
                </a:cubicBezTo>
                <a:cubicBezTo>
                  <a:pt x="115320" y="37949"/>
                  <a:pt x="115320" y="37949"/>
                  <a:pt x="115320" y="37949"/>
                </a:cubicBezTo>
                <a:cubicBezTo>
                  <a:pt x="115320" y="29324"/>
                  <a:pt x="115320" y="29324"/>
                  <a:pt x="115320" y="29324"/>
                </a:cubicBezTo>
                <a:cubicBezTo>
                  <a:pt x="120409" y="29324"/>
                  <a:pt x="120409" y="29324"/>
                  <a:pt x="120409" y="29324"/>
                </a:cubicBezTo>
                <a:cubicBezTo>
                  <a:pt x="120409" y="18975"/>
                  <a:pt x="120409" y="18975"/>
                  <a:pt x="120409" y="18975"/>
                </a:cubicBezTo>
                <a:cubicBezTo>
                  <a:pt x="115320" y="18975"/>
                  <a:pt x="115320" y="18975"/>
                  <a:pt x="115320" y="18975"/>
                </a:cubicBezTo>
                <a:cubicBezTo>
                  <a:pt x="115320" y="10349"/>
                  <a:pt x="115320" y="10349"/>
                  <a:pt x="115320" y="10349"/>
                </a:cubicBezTo>
                <a:cubicBezTo>
                  <a:pt x="120409" y="10349"/>
                  <a:pt x="120409" y="10349"/>
                  <a:pt x="120409" y="10349"/>
                </a:cubicBezTo>
                <a:cubicBezTo>
                  <a:pt x="120409" y="0"/>
                  <a:pt x="120409" y="0"/>
                  <a:pt x="120409" y="0"/>
                </a:cubicBezTo>
                <a:cubicBezTo>
                  <a:pt x="0" y="0"/>
                  <a:pt x="0" y="0"/>
                  <a:pt x="0" y="0"/>
                </a:cubicBezTo>
                <a:lnTo>
                  <a:pt x="0" y="10349"/>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Tree>
    <p:extLst>
      <p:ext uri="{BB962C8B-B14F-4D97-AF65-F5344CB8AC3E}">
        <p14:creationId xmlns:p14="http://schemas.microsoft.com/office/powerpoint/2010/main" val="188141795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4_标题幻灯片">
    <p:spTree>
      <p:nvGrpSpPr>
        <p:cNvPr id="1" name=""/>
        <p:cNvGrpSpPr/>
        <p:nvPr/>
      </p:nvGrpSpPr>
      <p:grpSpPr>
        <a:xfrm>
          <a:off x="0" y="0"/>
          <a:ext cx="0" cy="0"/>
          <a:chOff x="0" y="0"/>
          <a:chExt cx="0" cy="0"/>
        </a:xfrm>
      </p:grpSpPr>
      <p:sp>
        <p:nvSpPr>
          <p:cNvPr id="24" name="矩形 23">
            <a:extLst>
              <a:ext uri="{FF2B5EF4-FFF2-40B4-BE49-F238E27FC236}">
                <a16:creationId xmlns:a16="http://schemas.microsoft.com/office/drawing/2014/main" id="{6FDE90AF-D06B-A0A7-4121-3791C83777E6}"/>
              </a:ext>
            </a:extLst>
          </p:cNvPr>
          <p:cNvSpPr/>
          <p:nvPr/>
        </p:nvSpPr>
        <p:spPr>
          <a:xfrm>
            <a:off x="666750" y="2740061"/>
            <a:ext cx="10858500" cy="134411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AutoShape 13">
            <a:extLst>
              <a:ext uri="{FF2B5EF4-FFF2-40B4-BE49-F238E27FC236}">
                <a16:creationId xmlns:a16="http://schemas.microsoft.com/office/drawing/2014/main" id="{6557337C-E8A3-E738-19B1-E705B4956512}"/>
              </a:ext>
            </a:extLst>
          </p:cNvPr>
          <p:cNvSpPr/>
          <p:nvPr/>
        </p:nvSpPr>
        <p:spPr>
          <a:xfrm>
            <a:off x="4565650" y="1430925"/>
            <a:ext cx="3060700" cy="3644900"/>
          </a:xfrm>
          <a:prstGeom prst="roundRect">
            <a:avLst>
              <a:gd name="adj" fmla="val 3319"/>
            </a:avLst>
          </a:prstGeom>
          <a:solidFill>
            <a:srgbClr val="F9F9F9">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sp>
        <p:nvSpPr>
          <p:cNvPr id="15" name="AutoShape 14">
            <a:extLst>
              <a:ext uri="{FF2B5EF4-FFF2-40B4-BE49-F238E27FC236}">
                <a16:creationId xmlns:a16="http://schemas.microsoft.com/office/drawing/2014/main" id="{DB99849A-52EA-95E5-FCAF-524325A70610}"/>
              </a:ext>
            </a:extLst>
          </p:cNvPr>
          <p:cNvSpPr/>
          <p:nvPr/>
        </p:nvSpPr>
        <p:spPr>
          <a:xfrm>
            <a:off x="8261350" y="1430925"/>
            <a:ext cx="3060700" cy="3644900"/>
          </a:xfrm>
          <a:prstGeom prst="roundRect">
            <a:avLst>
              <a:gd name="adj" fmla="val 3319"/>
            </a:avLst>
          </a:prstGeom>
          <a:solidFill>
            <a:srgbClr val="F9F9F9">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sp>
        <p:nvSpPr>
          <p:cNvPr id="17" name="Freeform 18">
            <a:extLst>
              <a:ext uri="{FF2B5EF4-FFF2-40B4-BE49-F238E27FC236}">
                <a16:creationId xmlns:a16="http://schemas.microsoft.com/office/drawing/2014/main" id="{4BAC272A-A091-BEDC-9631-7449FE6F123F}"/>
              </a:ext>
            </a:extLst>
          </p:cNvPr>
          <p:cNvSpPr/>
          <p:nvPr/>
        </p:nvSpPr>
        <p:spPr>
          <a:xfrm>
            <a:off x="4578350" y="5012325"/>
            <a:ext cx="3050577" cy="66674"/>
          </a:xfrm>
          <a:custGeom>
            <a:avLst/>
            <a:gdLst/>
            <a:ahLst/>
            <a:cxnLst/>
            <a:rect l="l" t="t" r="r" b="b"/>
            <a:pathLst>
              <a:path w="3050577" h="66674">
                <a:moveTo>
                  <a:pt x="0" y="0"/>
                </a:moveTo>
                <a:lnTo>
                  <a:pt x="3050577" y="0"/>
                </a:lnTo>
                <a:lnTo>
                  <a:pt x="3049436" y="5650"/>
                </a:lnTo>
                <a:cubicBezTo>
                  <a:pt x="3034267" y="41511"/>
                  <a:pt x="2998760" y="66674"/>
                  <a:pt x="2957372" y="66674"/>
                </a:cubicBezTo>
                <a:lnTo>
                  <a:pt x="93205" y="66674"/>
                </a:lnTo>
                <a:cubicBezTo>
                  <a:pt x="51819" y="66674"/>
                  <a:pt x="16308" y="41511"/>
                  <a:pt x="1140" y="5650"/>
                </a:cubicBezTo>
                <a:close/>
              </a:path>
            </a:pathLst>
          </a:custGeom>
          <a:solidFill>
            <a:srgbClr val="17406D">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sp>
        <p:nvSpPr>
          <p:cNvPr id="18" name="Freeform 19">
            <a:extLst>
              <a:ext uri="{FF2B5EF4-FFF2-40B4-BE49-F238E27FC236}">
                <a16:creationId xmlns:a16="http://schemas.microsoft.com/office/drawing/2014/main" id="{8598B6D2-3046-F8D8-FBB0-F4647994D27E}"/>
              </a:ext>
            </a:extLst>
          </p:cNvPr>
          <p:cNvSpPr/>
          <p:nvPr/>
        </p:nvSpPr>
        <p:spPr>
          <a:xfrm>
            <a:off x="8274050" y="5012325"/>
            <a:ext cx="3050577" cy="66674"/>
          </a:xfrm>
          <a:custGeom>
            <a:avLst/>
            <a:gdLst/>
            <a:ahLst/>
            <a:cxnLst/>
            <a:rect l="l" t="t" r="r" b="b"/>
            <a:pathLst>
              <a:path w="3050577" h="66674">
                <a:moveTo>
                  <a:pt x="0" y="0"/>
                </a:moveTo>
                <a:lnTo>
                  <a:pt x="3050577" y="0"/>
                </a:lnTo>
                <a:lnTo>
                  <a:pt x="3049436" y="5650"/>
                </a:lnTo>
                <a:cubicBezTo>
                  <a:pt x="3034267" y="41511"/>
                  <a:pt x="2998760" y="66674"/>
                  <a:pt x="2957372" y="66674"/>
                </a:cubicBezTo>
                <a:lnTo>
                  <a:pt x="93205" y="66674"/>
                </a:lnTo>
                <a:cubicBezTo>
                  <a:pt x="51819" y="66674"/>
                  <a:pt x="16308" y="41511"/>
                  <a:pt x="1140" y="5650"/>
                </a:cubicBezTo>
                <a:close/>
              </a:path>
            </a:pathLst>
          </a:custGeom>
          <a:solidFill>
            <a:srgbClr val="17406D">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cxnSp>
        <p:nvCxnSpPr>
          <p:cNvPr id="20" name="Connector 25">
            <a:extLst>
              <a:ext uri="{FF2B5EF4-FFF2-40B4-BE49-F238E27FC236}">
                <a16:creationId xmlns:a16="http://schemas.microsoft.com/office/drawing/2014/main" id="{08384863-0AF4-D3D8-13D8-FF039DBB945B}"/>
              </a:ext>
            </a:extLst>
          </p:cNvPr>
          <p:cNvCxnSpPr/>
          <p:nvPr/>
        </p:nvCxnSpPr>
        <p:spPr>
          <a:xfrm rot="5">
            <a:off x="5657850" y="2319926"/>
            <a:ext cx="889091" cy="12700"/>
          </a:xfrm>
          <a:prstGeom prst="line">
            <a:avLst/>
          </a:prstGeom>
          <a:solidFill>
            <a:srgbClr val="DEE0E3">
              <a:alpha val="100000"/>
            </a:srgbClr>
          </a:solidFill>
          <a:ln w="25400" cap="flat" cmpd="sng">
            <a:solidFill>
              <a:srgbClr val="17406D">
                <a:alpha val="100000"/>
              </a:srgbClr>
            </a:solidFill>
            <a:prstDash val="solid"/>
            <a:miter lim="10000000"/>
            <a:headEnd type="none" w="med" len="med"/>
            <a:tailEnd type="none" w="med" len="med"/>
          </a:ln>
        </p:spPr>
      </p:cxnSp>
      <p:cxnSp>
        <p:nvCxnSpPr>
          <p:cNvPr id="21" name="Connector 26">
            <a:extLst>
              <a:ext uri="{FF2B5EF4-FFF2-40B4-BE49-F238E27FC236}">
                <a16:creationId xmlns:a16="http://schemas.microsoft.com/office/drawing/2014/main" id="{5CF3A5FD-E24F-F5D6-E620-A9FECD69AAC0}"/>
              </a:ext>
            </a:extLst>
          </p:cNvPr>
          <p:cNvCxnSpPr/>
          <p:nvPr/>
        </p:nvCxnSpPr>
        <p:spPr>
          <a:xfrm rot="4">
            <a:off x="9340850" y="2319926"/>
            <a:ext cx="901789" cy="12700"/>
          </a:xfrm>
          <a:prstGeom prst="line">
            <a:avLst/>
          </a:prstGeom>
          <a:solidFill>
            <a:srgbClr val="DEE0E3">
              <a:alpha val="100000"/>
            </a:srgbClr>
          </a:solidFill>
          <a:ln w="25400" cap="flat" cmpd="sng">
            <a:solidFill>
              <a:srgbClr val="17406D">
                <a:alpha val="100000"/>
              </a:srgbClr>
            </a:solidFill>
            <a:prstDash val="solid"/>
            <a:miter lim="10000000"/>
            <a:headEnd type="none" w="med" len="med"/>
            <a:tailEnd type="none" w="med" len="med"/>
          </a:ln>
        </p:spPr>
      </p:cxnSp>
      <p:sp>
        <p:nvSpPr>
          <p:cNvPr id="5" name="AutoShape 12">
            <a:extLst>
              <a:ext uri="{FF2B5EF4-FFF2-40B4-BE49-F238E27FC236}">
                <a16:creationId xmlns:a16="http://schemas.microsoft.com/office/drawing/2014/main" id="{148892B6-CD71-F624-A4BE-77AC8FBAAB95}"/>
              </a:ext>
            </a:extLst>
          </p:cNvPr>
          <p:cNvSpPr/>
          <p:nvPr/>
        </p:nvSpPr>
        <p:spPr>
          <a:xfrm>
            <a:off x="869950" y="1430925"/>
            <a:ext cx="3060700" cy="3644900"/>
          </a:xfrm>
          <a:prstGeom prst="roundRect">
            <a:avLst>
              <a:gd name="adj" fmla="val 3319"/>
            </a:avLst>
          </a:prstGeom>
          <a:solidFill>
            <a:srgbClr val="F9F9F9">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sp>
        <p:nvSpPr>
          <p:cNvPr id="16" name="Freeform 17">
            <a:extLst>
              <a:ext uri="{FF2B5EF4-FFF2-40B4-BE49-F238E27FC236}">
                <a16:creationId xmlns:a16="http://schemas.microsoft.com/office/drawing/2014/main" id="{F5B0D683-35DA-8DD7-6794-57E57B657050}"/>
              </a:ext>
            </a:extLst>
          </p:cNvPr>
          <p:cNvSpPr/>
          <p:nvPr/>
        </p:nvSpPr>
        <p:spPr>
          <a:xfrm>
            <a:off x="875362" y="5012325"/>
            <a:ext cx="3050577" cy="66674"/>
          </a:xfrm>
          <a:custGeom>
            <a:avLst/>
            <a:gdLst/>
            <a:ahLst/>
            <a:cxnLst/>
            <a:rect l="l" t="t" r="r" b="b"/>
            <a:pathLst>
              <a:path w="3050577" h="66674">
                <a:moveTo>
                  <a:pt x="0" y="0"/>
                </a:moveTo>
                <a:lnTo>
                  <a:pt x="3050577" y="0"/>
                </a:lnTo>
                <a:lnTo>
                  <a:pt x="3049436" y="5650"/>
                </a:lnTo>
                <a:cubicBezTo>
                  <a:pt x="3034267" y="41511"/>
                  <a:pt x="2998760" y="66674"/>
                  <a:pt x="2957372" y="66674"/>
                </a:cubicBezTo>
                <a:lnTo>
                  <a:pt x="93205" y="66674"/>
                </a:lnTo>
                <a:cubicBezTo>
                  <a:pt x="51819" y="66674"/>
                  <a:pt x="16308" y="41511"/>
                  <a:pt x="1140" y="5650"/>
                </a:cubicBezTo>
                <a:close/>
              </a:path>
            </a:pathLst>
          </a:custGeom>
          <a:solidFill>
            <a:srgbClr val="17406D">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cxnSp>
        <p:nvCxnSpPr>
          <p:cNvPr id="19" name="Connector 23">
            <a:extLst>
              <a:ext uri="{FF2B5EF4-FFF2-40B4-BE49-F238E27FC236}">
                <a16:creationId xmlns:a16="http://schemas.microsoft.com/office/drawing/2014/main" id="{6D27593A-F22D-88F9-C79C-97F432C7A2F8}"/>
              </a:ext>
            </a:extLst>
          </p:cNvPr>
          <p:cNvCxnSpPr/>
          <p:nvPr/>
        </p:nvCxnSpPr>
        <p:spPr>
          <a:xfrm rot="4">
            <a:off x="1962150" y="2319926"/>
            <a:ext cx="901789" cy="12700"/>
          </a:xfrm>
          <a:prstGeom prst="line">
            <a:avLst/>
          </a:prstGeom>
          <a:solidFill>
            <a:srgbClr val="DEE0E3">
              <a:alpha val="100000"/>
            </a:srgbClr>
          </a:solidFill>
          <a:ln w="25400" cap="flat" cmpd="sng">
            <a:solidFill>
              <a:srgbClr val="17406D">
                <a:alpha val="100000"/>
              </a:srgbClr>
            </a:solidFill>
            <a:prstDash val="solid"/>
            <a:miter lim="10000000"/>
            <a:headEnd type="none" w="med" len="med"/>
            <a:tailEnd type="none" w="med" len="med"/>
          </a:ln>
        </p:spPr>
      </p:cxnSp>
    </p:spTree>
    <p:extLst>
      <p:ext uri="{BB962C8B-B14F-4D97-AF65-F5344CB8AC3E}">
        <p14:creationId xmlns:p14="http://schemas.microsoft.com/office/powerpoint/2010/main" val="5902561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pic>
        <p:nvPicPr>
          <p:cNvPr id="4" name="Picture 11">
            <a:extLst>
              <a:ext uri="{FF2B5EF4-FFF2-40B4-BE49-F238E27FC236}">
                <a16:creationId xmlns:a16="http://schemas.microsoft.com/office/drawing/2014/main" id="{D67635CD-646D-7B00-FCB3-502BC52DBDF0}"/>
              </a:ext>
            </a:extLst>
          </p:cNvPr>
          <p:cNvPicPr>
            <a:picLocks noChangeAspect="1"/>
          </p:cNvPicPr>
          <p:nvPr/>
        </p:nvPicPr>
        <p:blipFill>
          <a:blip r:embed="rId2"/>
          <a:srcRect t="28415" b="28415"/>
          <a:stretch>
            <a:fillRect/>
          </a:stretch>
        </p:blipFill>
        <p:spPr>
          <a:xfrm>
            <a:off x="2895600" y="1727200"/>
            <a:ext cx="8623300" cy="2006600"/>
          </a:xfrm>
          <a:prstGeom prst="rect">
            <a:avLst/>
          </a:prstGeom>
          <a:noFill/>
          <a:ln w="25400" cap="flat" cmpd="sng">
            <a:noFill/>
            <a:prstDash val="solid"/>
            <a:round/>
          </a:ln>
        </p:spPr>
      </p:pic>
      <p:sp>
        <p:nvSpPr>
          <p:cNvPr id="6" name="AutoShape 12">
            <a:extLst>
              <a:ext uri="{FF2B5EF4-FFF2-40B4-BE49-F238E27FC236}">
                <a16:creationId xmlns:a16="http://schemas.microsoft.com/office/drawing/2014/main" id="{9CF639FF-1518-D6A9-E84A-E75D4DA37251}"/>
              </a:ext>
            </a:extLst>
          </p:cNvPr>
          <p:cNvSpPr/>
          <p:nvPr/>
        </p:nvSpPr>
        <p:spPr>
          <a:xfrm>
            <a:off x="673100" y="1739900"/>
            <a:ext cx="10845800" cy="2006600"/>
          </a:xfrm>
          <a:prstGeom prst="roundRect">
            <a:avLst>
              <a:gd name="adj" fmla="val 0"/>
            </a:avLst>
          </a:prstGeom>
          <a:gradFill rotWithShape="1">
            <a:gsLst>
              <a:gs pos="0">
                <a:srgbClr val="F2F6FA">
                  <a:alpha val="53000"/>
                </a:srgbClr>
              </a:gs>
              <a:gs pos="74000">
                <a:srgbClr val="26476A">
                  <a:alpha val="100000"/>
                </a:srgbClr>
              </a:gs>
              <a:gs pos="83000">
                <a:srgbClr val="26476A">
                  <a:alpha val="100000"/>
                </a:srgbClr>
              </a:gs>
              <a:gs pos="100000">
                <a:srgbClr val="26476A">
                  <a:alpha val="100000"/>
                </a:srgbClr>
              </a:gs>
            </a:gsLst>
            <a:lin ang="10800000"/>
          </a:gradFill>
          <a:ln w="25400" cap="flat" cmpd="sng">
            <a:noFill/>
            <a:prstDash val="solid"/>
            <a:round/>
          </a:ln>
        </p:spPr>
        <p:txBody>
          <a:bodyPr vert="horz" wrap="square" lIns="63500" tIns="63500" rIns="63500" bIns="63500" rtlCol="0" anchor="ctr"/>
          <a:lstStyle/>
          <a:p>
            <a:pPr algn="ctr">
              <a:defRPr/>
            </a:pPr>
            <a:endParaRPr/>
          </a:p>
        </p:txBody>
      </p:sp>
      <p:pic>
        <p:nvPicPr>
          <p:cNvPr id="8" name="Picture 13">
            <a:extLst>
              <a:ext uri="{FF2B5EF4-FFF2-40B4-BE49-F238E27FC236}">
                <a16:creationId xmlns:a16="http://schemas.microsoft.com/office/drawing/2014/main" id="{E818FDEA-2A9D-C31B-55EA-2C411CE978DA}"/>
              </a:ext>
            </a:extLst>
          </p:cNvPr>
          <p:cNvPicPr>
            <a:picLocks noChangeAspect="1"/>
          </p:cNvPicPr>
          <p:nvPr/>
        </p:nvPicPr>
        <p:blipFill>
          <a:blip r:embed="rId3"/>
          <a:srcRect/>
          <a:stretch>
            <a:fillRect/>
          </a:stretch>
        </p:blipFill>
        <p:spPr>
          <a:xfrm>
            <a:off x="596900" y="2273300"/>
            <a:ext cx="749300" cy="749300"/>
          </a:xfrm>
          <a:prstGeom prst="rect">
            <a:avLst/>
          </a:prstGeom>
          <a:noFill/>
          <a:ln w="25400" cap="flat" cmpd="sng">
            <a:noFill/>
            <a:prstDash val="solid"/>
            <a:round/>
          </a:ln>
        </p:spPr>
      </p:pic>
      <p:sp>
        <p:nvSpPr>
          <p:cNvPr id="10" name="AutoShape 14">
            <a:extLst>
              <a:ext uri="{FF2B5EF4-FFF2-40B4-BE49-F238E27FC236}">
                <a16:creationId xmlns:a16="http://schemas.microsoft.com/office/drawing/2014/main" id="{34D927B9-7D42-4BA5-B690-F733FA82FBB2}"/>
              </a:ext>
            </a:extLst>
          </p:cNvPr>
          <p:cNvSpPr/>
          <p:nvPr/>
        </p:nvSpPr>
        <p:spPr>
          <a:xfrm>
            <a:off x="1574800" y="2070100"/>
            <a:ext cx="7137400" cy="11557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25000"/>
              </a:lnSpc>
              <a:defRPr/>
            </a:pPr>
            <a:endParaRPr lang="en-US" sz="1100" dirty="0"/>
          </a:p>
        </p:txBody>
      </p:sp>
      <p:sp>
        <p:nvSpPr>
          <p:cNvPr id="12" name="AutoShape 15">
            <a:extLst>
              <a:ext uri="{FF2B5EF4-FFF2-40B4-BE49-F238E27FC236}">
                <a16:creationId xmlns:a16="http://schemas.microsoft.com/office/drawing/2014/main" id="{4DA18B41-8979-5166-98A7-8E7C79B88FE6}"/>
              </a:ext>
            </a:extLst>
          </p:cNvPr>
          <p:cNvSpPr/>
          <p:nvPr/>
        </p:nvSpPr>
        <p:spPr>
          <a:xfrm rot="5400000">
            <a:off x="1257300" y="2578100"/>
            <a:ext cx="254000" cy="127000"/>
          </a:xfrm>
          <a:prstGeom prst="triangle">
            <a:avLst>
              <a:gd name="adj" fmla="val 5000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6">
            <a:extLst>
              <a:ext uri="{FF2B5EF4-FFF2-40B4-BE49-F238E27FC236}">
                <a16:creationId xmlns:a16="http://schemas.microsoft.com/office/drawing/2014/main" id="{A0AA7D50-A1E0-D31C-9673-874898DD7A2C}"/>
              </a:ext>
            </a:extLst>
          </p:cNvPr>
          <p:cNvSpPr/>
          <p:nvPr/>
        </p:nvSpPr>
        <p:spPr>
          <a:xfrm>
            <a:off x="1016000" y="3492500"/>
            <a:ext cx="3060700" cy="2667000"/>
          </a:xfrm>
          <a:prstGeom prst="roundRect">
            <a:avLst>
              <a:gd name="adj" fmla="val 0"/>
            </a:avLst>
          </a:prstGeom>
          <a:solidFill>
            <a:srgbClr val="FFFFFF">
              <a:alpha val="100000"/>
            </a:srgbClr>
          </a:solidFill>
          <a:ln w="25400" cap="flat" cmpd="sng">
            <a:noFill/>
            <a:prstDash val="solid"/>
            <a:round/>
          </a:ln>
          <a:effectLst>
            <a:outerShdw blurRad="254000" algn="ctr" rotWithShape="0">
              <a:srgbClr val="000000">
                <a:alpha val="15000"/>
              </a:srgbClr>
            </a:outerShdw>
          </a:effectLst>
        </p:spPr>
        <p:txBody>
          <a:bodyPr vert="horz" wrap="square" lIns="63500" tIns="63500" rIns="63500" bIns="63500" rtlCol="0" anchor="ctr"/>
          <a:lstStyle/>
          <a:p>
            <a:pPr algn="ctr">
              <a:defRPr/>
            </a:pPr>
            <a:endParaRPr/>
          </a:p>
        </p:txBody>
      </p:sp>
      <p:sp>
        <p:nvSpPr>
          <p:cNvPr id="16" name="AutoShape 17">
            <a:extLst>
              <a:ext uri="{FF2B5EF4-FFF2-40B4-BE49-F238E27FC236}">
                <a16:creationId xmlns:a16="http://schemas.microsoft.com/office/drawing/2014/main" id="{C8B75C00-2E7F-7A98-39B6-F78DAED698A6}"/>
              </a:ext>
            </a:extLst>
          </p:cNvPr>
          <p:cNvSpPr/>
          <p:nvPr/>
        </p:nvSpPr>
        <p:spPr>
          <a:xfrm>
            <a:off x="4559300" y="3492500"/>
            <a:ext cx="3060700" cy="2667000"/>
          </a:xfrm>
          <a:prstGeom prst="roundRect">
            <a:avLst>
              <a:gd name="adj" fmla="val 0"/>
            </a:avLst>
          </a:prstGeom>
          <a:solidFill>
            <a:srgbClr val="FFFFFF">
              <a:alpha val="100000"/>
            </a:srgbClr>
          </a:solidFill>
          <a:ln w="25400" cap="flat" cmpd="sng">
            <a:noFill/>
            <a:prstDash val="solid"/>
            <a:round/>
          </a:ln>
          <a:effectLst>
            <a:outerShdw blurRad="254000" algn="ctr" rotWithShape="0">
              <a:srgbClr val="000000">
                <a:alpha val="15000"/>
              </a:srgbClr>
            </a:outerShdw>
          </a:effectLst>
        </p:spPr>
        <p:txBody>
          <a:bodyPr vert="horz" wrap="square" lIns="63500" tIns="63500" rIns="63500" bIns="63500" rtlCol="0" anchor="ctr"/>
          <a:lstStyle/>
          <a:p>
            <a:pPr algn="ctr">
              <a:defRPr/>
            </a:pPr>
            <a:endParaRPr/>
          </a:p>
        </p:txBody>
      </p:sp>
      <p:sp>
        <p:nvSpPr>
          <p:cNvPr id="18" name="AutoShape 18">
            <a:extLst>
              <a:ext uri="{FF2B5EF4-FFF2-40B4-BE49-F238E27FC236}">
                <a16:creationId xmlns:a16="http://schemas.microsoft.com/office/drawing/2014/main" id="{3DF8ACAC-F5D3-1791-834A-57AB480033ED}"/>
              </a:ext>
            </a:extLst>
          </p:cNvPr>
          <p:cNvSpPr/>
          <p:nvPr/>
        </p:nvSpPr>
        <p:spPr>
          <a:xfrm>
            <a:off x="8115300" y="3492500"/>
            <a:ext cx="3060700" cy="2667000"/>
          </a:xfrm>
          <a:prstGeom prst="roundRect">
            <a:avLst>
              <a:gd name="adj" fmla="val 0"/>
            </a:avLst>
          </a:prstGeom>
          <a:solidFill>
            <a:srgbClr val="FFFFFF">
              <a:alpha val="100000"/>
            </a:srgbClr>
          </a:solidFill>
          <a:ln w="25400" cap="flat" cmpd="sng">
            <a:noFill/>
            <a:prstDash val="solid"/>
            <a:round/>
          </a:ln>
          <a:effectLst>
            <a:outerShdw blurRad="254000" algn="ctr" rotWithShape="0">
              <a:srgbClr val="000000">
                <a:alpha val="15000"/>
              </a:srgbClr>
            </a:outerShdw>
          </a:effectLst>
        </p:spPr>
        <p:txBody>
          <a:bodyPr vert="horz" wrap="square" lIns="63500" tIns="63500" rIns="63500" bIns="63500" rtlCol="0" anchor="ctr"/>
          <a:lstStyle/>
          <a:p>
            <a:pPr algn="ctr">
              <a:defRPr/>
            </a:pPr>
            <a:endParaRPr/>
          </a:p>
        </p:txBody>
      </p:sp>
      <p:sp>
        <p:nvSpPr>
          <p:cNvPr id="20" name="AutoShape 19">
            <a:extLst>
              <a:ext uri="{FF2B5EF4-FFF2-40B4-BE49-F238E27FC236}">
                <a16:creationId xmlns:a16="http://schemas.microsoft.com/office/drawing/2014/main" id="{A389D54C-1E28-ACA2-8067-2F7E43CB2966}"/>
              </a:ext>
            </a:extLst>
          </p:cNvPr>
          <p:cNvSpPr/>
          <p:nvPr/>
        </p:nvSpPr>
        <p:spPr>
          <a:xfrm>
            <a:off x="1219200" y="4533900"/>
            <a:ext cx="2755900" cy="3683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00000"/>
              </a:lnSpc>
              <a:defRPr/>
            </a:pPr>
            <a:endParaRPr lang="en-US" sz="1100" dirty="0"/>
          </a:p>
        </p:txBody>
      </p:sp>
      <p:sp>
        <p:nvSpPr>
          <p:cNvPr id="22" name="AutoShape 20">
            <a:extLst>
              <a:ext uri="{FF2B5EF4-FFF2-40B4-BE49-F238E27FC236}">
                <a16:creationId xmlns:a16="http://schemas.microsoft.com/office/drawing/2014/main" id="{420DDB25-6659-9E49-231E-EB244D98E151}"/>
              </a:ext>
            </a:extLst>
          </p:cNvPr>
          <p:cNvSpPr/>
          <p:nvPr/>
        </p:nvSpPr>
        <p:spPr>
          <a:xfrm>
            <a:off x="1320800" y="4953000"/>
            <a:ext cx="2476500" cy="8890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16666"/>
              </a:lnSpc>
              <a:defRPr/>
            </a:pPr>
            <a:endParaRPr lang="en-US" sz="1100" dirty="0"/>
          </a:p>
        </p:txBody>
      </p:sp>
      <p:sp>
        <p:nvSpPr>
          <p:cNvPr id="24" name="AutoShape 21">
            <a:extLst>
              <a:ext uri="{FF2B5EF4-FFF2-40B4-BE49-F238E27FC236}">
                <a16:creationId xmlns:a16="http://schemas.microsoft.com/office/drawing/2014/main" id="{5FF928F7-2E1B-69BE-B570-5AD5304AD93E}"/>
              </a:ext>
            </a:extLst>
          </p:cNvPr>
          <p:cNvSpPr/>
          <p:nvPr/>
        </p:nvSpPr>
        <p:spPr>
          <a:xfrm>
            <a:off x="1866900" y="6083300"/>
            <a:ext cx="1371600" cy="762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2">
            <a:extLst>
              <a:ext uri="{FF2B5EF4-FFF2-40B4-BE49-F238E27FC236}">
                <a16:creationId xmlns:a16="http://schemas.microsoft.com/office/drawing/2014/main" id="{6EE6E1BE-923D-18CE-6D5E-B179186DF5F9}"/>
              </a:ext>
            </a:extLst>
          </p:cNvPr>
          <p:cNvSpPr/>
          <p:nvPr/>
        </p:nvSpPr>
        <p:spPr>
          <a:xfrm>
            <a:off x="5410200" y="6083300"/>
            <a:ext cx="1371600" cy="762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3">
            <a:extLst>
              <a:ext uri="{FF2B5EF4-FFF2-40B4-BE49-F238E27FC236}">
                <a16:creationId xmlns:a16="http://schemas.microsoft.com/office/drawing/2014/main" id="{E21A4340-6557-91FD-BB02-DBE3EED720AB}"/>
              </a:ext>
            </a:extLst>
          </p:cNvPr>
          <p:cNvSpPr/>
          <p:nvPr/>
        </p:nvSpPr>
        <p:spPr>
          <a:xfrm>
            <a:off x="8966200" y="6083300"/>
            <a:ext cx="1371600" cy="762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AutoShape 24">
            <a:extLst>
              <a:ext uri="{FF2B5EF4-FFF2-40B4-BE49-F238E27FC236}">
                <a16:creationId xmlns:a16="http://schemas.microsoft.com/office/drawing/2014/main" id="{2BEF0DF9-E39D-63C2-364A-FBA037F34491}"/>
              </a:ext>
            </a:extLst>
          </p:cNvPr>
          <p:cNvSpPr/>
          <p:nvPr/>
        </p:nvSpPr>
        <p:spPr>
          <a:xfrm>
            <a:off x="4762500" y="4533900"/>
            <a:ext cx="2781300" cy="3683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00000"/>
              </a:lnSpc>
              <a:defRPr/>
            </a:pPr>
            <a:endParaRPr lang="en-US" sz="1100" dirty="0"/>
          </a:p>
        </p:txBody>
      </p:sp>
      <p:sp>
        <p:nvSpPr>
          <p:cNvPr id="32" name="AutoShape 25">
            <a:extLst>
              <a:ext uri="{FF2B5EF4-FFF2-40B4-BE49-F238E27FC236}">
                <a16:creationId xmlns:a16="http://schemas.microsoft.com/office/drawing/2014/main" id="{BE0A1C4A-DA1B-BA9C-E658-4D2F4E7C8F55}"/>
              </a:ext>
            </a:extLst>
          </p:cNvPr>
          <p:cNvSpPr/>
          <p:nvPr/>
        </p:nvSpPr>
        <p:spPr>
          <a:xfrm>
            <a:off x="4864100" y="4953000"/>
            <a:ext cx="2476500" cy="8890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16666"/>
              </a:lnSpc>
              <a:defRPr/>
            </a:pPr>
            <a:endParaRPr lang="en-US" sz="1100" dirty="0"/>
          </a:p>
        </p:txBody>
      </p:sp>
      <p:sp>
        <p:nvSpPr>
          <p:cNvPr id="34" name="AutoShape 26">
            <a:extLst>
              <a:ext uri="{FF2B5EF4-FFF2-40B4-BE49-F238E27FC236}">
                <a16:creationId xmlns:a16="http://schemas.microsoft.com/office/drawing/2014/main" id="{EF639CB7-C0C6-78BE-90A2-F36E36BFFE05}"/>
              </a:ext>
            </a:extLst>
          </p:cNvPr>
          <p:cNvSpPr/>
          <p:nvPr/>
        </p:nvSpPr>
        <p:spPr>
          <a:xfrm>
            <a:off x="8293100" y="4533900"/>
            <a:ext cx="2768600" cy="3683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00000"/>
              </a:lnSpc>
              <a:defRPr/>
            </a:pPr>
            <a:endParaRPr lang="en-US" sz="1100" dirty="0"/>
          </a:p>
        </p:txBody>
      </p:sp>
      <p:sp>
        <p:nvSpPr>
          <p:cNvPr id="36" name="AutoShape 27">
            <a:extLst>
              <a:ext uri="{FF2B5EF4-FFF2-40B4-BE49-F238E27FC236}">
                <a16:creationId xmlns:a16="http://schemas.microsoft.com/office/drawing/2014/main" id="{281FBB5F-C6A6-9A45-8DEF-466E1DDE6AB4}"/>
              </a:ext>
            </a:extLst>
          </p:cNvPr>
          <p:cNvSpPr/>
          <p:nvPr/>
        </p:nvSpPr>
        <p:spPr>
          <a:xfrm>
            <a:off x="8407400" y="4953000"/>
            <a:ext cx="2476500" cy="8890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16666"/>
              </a:lnSpc>
              <a:defRPr/>
            </a:pPr>
            <a:endParaRPr lang="en-US" sz="1100" dirty="0"/>
          </a:p>
        </p:txBody>
      </p:sp>
      <p:sp>
        <p:nvSpPr>
          <p:cNvPr id="38" name="Freeform 28">
            <a:extLst>
              <a:ext uri="{FF2B5EF4-FFF2-40B4-BE49-F238E27FC236}">
                <a16:creationId xmlns:a16="http://schemas.microsoft.com/office/drawing/2014/main" id="{88F219D0-E60E-7B40-921E-FFEA251AE664}"/>
              </a:ext>
            </a:extLst>
          </p:cNvPr>
          <p:cNvSpPr/>
          <p:nvPr/>
        </p:nvSpPr>
        <p:spPr>
          <a:xfrm>
            <a:off x="2247900" y="3810000"/>
            <a:ext cx="609685" cy="568123"/>
          </a:xfrm>
          <a:custGeom>
            <a:avLst/>
            <a:gdLst/>
            <a:ahLst/>
            <a:cxnLst/>
            <a:rect l="l" t="t" r="r" b="b"/>
            <a:pathLst>
              <a:path w="609685" h="568123">
                <a:moveTo>
                  <a:pt x="261931" y="446413"/>
                </a:moveTo>
                <a:lnTo>
                  <a:pt x="246750" y="507224"/>
                </a:lnTo>
                <a:lnTo>
                  <a:pt x="362936" y="507224"/>
                </a:lnTo>
                <a:lnTo>
                  <a:pt x="347665" y="446413"/>
                </a:lnTo>
                <a:close/>
                <a:moveTo>
                  <a:pt x="0" y="365272"/>
                </a:moveTo>
                <a:lnTo>
                  <a:pt x="609685" y="365272"/>
                </a:lnTo>
                <a:lnTo>
                  <a:pt x="609685" y="400760"/>
                </a:lnTo>
                <a:cubicBezTo>
                  <a:pt x="609685" y="425905"/>
                  <a:pt x="589145" y="446413"/>
                  <a:pt x="563960" y="446413"/>
                </a:cubicBezTo>
                <a:lnTo>
                  <a:pt x="368651" y="446413"/>
                </a:lnTo>
                <a:lnTo>
                  <a:pt x="383922" y="507224"/>
                </a:lnTo>
                <a:lnTo>
                  <a:pt x="386155" y="507224"/>
                </a:lnTo>
                <a:cubicBezTo>
                  <a:pt x="414106" y="507224"/>
                  <a:pt x="436880" y="530050"/>
                  <a:pt x="436880" y="557958"/>
                </a:cubicBezTo>
                <a:cubicBezTo>
                  <a:pt x="436880" y="563575"/>
                  <a:pt x="432326" y="568123"/>
                  <a:pt x="426789" y="568123"/>
                </a:cubicBezTo>
                <a:lnTo>
                  <a:pt x="182897" y="568123"/>
                </a:lnTo>
                <a:cubicBezTo>
                  <a:pt x="177270" y="568123"/>
                  <a:pt x="172716" y="563575"/>
                  <a:pt x="172716" y="557958"/>
                </a:cubicBezTo>
                <a:cubicBezTo>
                  <a:pt x="172716" y="530050"/>
                  <a:pt x="195489" y="507224"/>
                  <a:pt x="223530" y="507224"/>
                </a:cubicBezTo>
                <a:lnTo>
                  <a:pt x="225763" y="507224"/>
                </a:lnTo>
                <a:lnTo>
                  <a:pt x="241033" y="446413"/>
                </a:lnTo>
                <a:lnTo>
                  <a:pt x="45724" y="446413"/>
                </a:lnTo>
                <a:cubicBezTo>
                  <a:pt x="20540" y="446413"/>
                  <a:pt x="0" y="425905"/>
                  <a:pt x="0" y="400760"/>
                </a:cubicBezTo>
                <a:close/>
                <a:moveTo>
                  <a:pt x="101629" y="284042"/>
                </a:moveTo>
                <a:cubicBezTo>
                  <a:pt x="96003" y="284042"/>
                  <a:pt x="91448" y="288590"/>
                  <a:pt x="91448" y="294208"/>
                </a:cubicBezTo>
                <a:cubicBezTo>
                  <a:pt x="91448" y="299827"/>
                  <a:pt x="96003" y="304375"/>
                  <a:pt x="101629" y="304375"/>
                </a:cubicBezTo>
                <a:lnTo>
                  <a:pt x="142263" y="304375"/>
                </a:lnTo>
                <a:cubicBezTo>
                  <a:pt x="147889" y="304375"/>
                  <a:pt x="152443" y="299827"/>
                  <a:pt x="152443" y="294208"/>
                </a:cubicBezTo>
                <a:cubicBezTo>
                  <a:pt x="152443" y="288590"/>
                  <a:pt x="147889" y="284042"/>
                  <a:pt x="142263" y="284042"/>
                </a:cubicBezTo>
                <a:close/>
                <a:moveTo>
                  <a:pt x="101629" y="243464"/>
                </a:moveTo>
                <a:cubicBezTo>
                  <a:pt x="96003" y="243464"/>
                  <a:pt x="91448" y="248012"/>
                  <a:pt x="91448" y="253630"/>
                </a:cubicBezTo>
                <a:cubicBezTo>
                  <a:pt x="91448" y="259249"/>
                  <a:pt x="96003" y="263797"/>
                  <a:pt x="101629" y="263797"/>
                </a:cubicBezTo>
                <a:lnTo>
                  <a:pt x="121901" y="263797"/>
                </a:lnTo>
                <a:cubicBezTo>
                  <a:pt x="127528" y="263797"/>
                  <a:pt x="132083" y="259249"/>
                  <a:pt x="132083" y="253630"/>
                </a:cubicBezTo>
                <a:cubicBezTo>
                  <a:pt x="132083" y="248012"/>
                  <a:pt x="127528" y="243464"/>
                  <a:pt x="121901" y="243464"/>
                </a:cubicBezTo>
                <a:close/>
                <a:moveTo>
                  <a:pt x="101629" y="202886"/>
                </a:moveTo>
                <a:cubicBezTo>
                  <a:pt x="96003" y="202886"/>
                  <a:pt x="91448" y="207435"/>
                  <a:pt x="91448" y="213054"/>
                </a:cubicBezTo>
                <a:cubicBezTo>
                  <a:pt x="91448" y="218671"/>
                  <a:pt x="96003" y="223220"/>
                  <a:pt x="101629" y="223220"/>
                </a:cubicBezTo>
                <a:lnTo>
                  <a:pt x="142263" y="223220"/>
                </a:lnTo>
                <a:cubicBezTo>
                  <a:pt x="147889" y="223220"/>
                  <a:pt x="152443" y="218671"/>
                  <a:pt x="152443" y="213054"/>
                </a:cubicBezTo>
                <a:cubicBezTo>
                  <a:pt x="152443" y="207435"/>
                  <a:pt x="147889" y="202886"/>
                  <a:pt x="142263" y="202886"/>
                </a:cubicBezTo>
                <a:close/>
                <a:moveTo>
                  <a:pt x="101629" y="162310"/>
                </a:moveTo>
                <a:cubicBezTo>
                  <a:pt x="96003" y="162310"/>
                  <a:pt x="91448" y="166858"/>
                  <a:pt x="91448" y="172476"/>
                </a:cubicBezTo>
                <a:cubicBezTo>
                  <a:pt x="91448" y="178095"/>
                  <a:pt x="96003" y="182643"/>
                  <a:pt x="101629" y="182643"/>
                </a:cubicBezTo>
                <a:lnTo>
                  <a:pt x="121901" y="182643"/>
                </a:lnTo>
                <a:cubicBezTo>
                  <a:pt x="127528" y="182643"/>
                  <a:pt x="132083" y="178095"/>
                  <a:pt x="132083" y="172476"/>
                </a:cubicBezTo>
                <a:cubicBezTo>
                  <a:pt x="132083" y="166858"/>
                  <a:pt x="127528" y="162310"/>
                  <a:pt x="121901" y="162310"/>
                </a:cubicBezTo>
                <a:close/>
                <a:moveTo>
                  <a:pt x="101629" y="121732"/>
                </a:moveTo>
                <a:cubicBezTo>
                  <a:pt x="96003" y="121732"/>
                  <a:pt x="91448" y="126281"/>
                  <a:pt x="91448" y="131898"/>
                </a:cubicBezTo>
                <a:cubicBezTo>
                  <a:pt x="91448" y="137428"/>
                  <a:pt x="96003" y="141976"/>
                  <a:pt x="101629" y="141976"/>
                </a:cubicBezTo>
                <a:lnTo>
                  <a:pt x="142263" y="141976"/>
                </a:lnTo>
                <a:cubicBezTo>
                  <a:pt x="147889" y="141976"/>
                  <a:pt x="152443" y="137428"/>
                  <a:pt x="152443" y="131898"/>
                </a:cubicBezTo>
                <a:cubicBezTo>
                  <a:pt x="152443" y="126281"/>
                  <a:pt x="147889" y="121732"/>
                  <a:pt x="142263" y="121732"/>
                </a:cubicBezTo>
                <a:close/>
                <a:moveTo>
                  <a:pt x="477603" y="101399"/>
                </a:moveTo>
                <a:cubicBezTo>
                  <a:pt x="471976" y="101399"/>
                  <a:pt x="467422" y="105947"/>
                  <a:pt x="467422" y="111566"/>
                </a:cubicBezTo>
                <a:cubicBezTo>
                  <a:pt x="467422" y="117184"/>
                  <a:pt x="471976" y="121732"/>
                  <a:pt x="477603" y="121732"/>
                </a:cubicBezTo>
                <a:lnTo>
                  <a:pt x="524130" y="121732"/>
                </a:lnTo>
                <a:lnTo>
                  <a:pt x="402408" y="243375"/>
                </a:lnTo>
                <a:lnTo>
                  <a:pt x="318105" y="159188"/>
                </a:lnTo>
                <a:cubicBezTo>
                  <a:pt x="318016" y="159099"/>
                  <a:pt x="318016" y="159099"/>
                  <a:pt x="317925" y="159099"/>
                </a:cubicBezTo>
                <a:cubicBezTo>
                  <a:pt x="317925" y="159009"/>
                  <a:pt x="317837" y="158920"/>
                  <a:pt x="317837" y="158920"/>
                </a:cubicBezTo>
                <a:cubicBezTo>
                  <a:pt x="317301" y="158474"/>
                  <a:pt x="316765" y="158297"/>
                  <a:pt x="316229" y="157940"/>
                </a:cubicBezTo>
                <a:cubicBezTo>
                  <a:pt x="315693" y="157583"/>
                  <a:pt x="315158" y="157137"/>
                  <a:pt x="314532" y="156958"/>
                </a:cubicBezTo>
                <a:cubicBezTo>
                  <a:pt x="313907" y="156690"/>
                  <a:pt x="313282" y="156690"/>
                  <a:pt x="312656" y="156514"/>
                </a:cubicBezTo>
                <a:cubicBezTo>
                  <a:pt x="312031" y="156423"/>
                  <a:pt x="311407" y="156246"/>
                  <a:pt x="310692" y="156246"/>
                </a:cubicBezTo>
                <a:cubicBezTo>
                  <a:pt x="310067" y="156246"/>
                  <a:pt x="309442" y="156514"/>
                  <a:pt x="308906" y="156601"/>
                </a:cubicBezTo>
                <a:cubicBezTo>
                  <a:pt x="308191" y="156780"/>
                  <a:pt x="307566" y="156780"/>
                  <a:pt x="306941" y="157048"/>
                </a:cubicBezTo>
                <a:cubicBezTo>
                  <a:pt x="306316" y="157316"/>
                  <a:pt x="305780" y="157851"/>
                  <a:pt x="305244" y="158206"/>
                </a:cubicBezTo>
                <a:cubicBezTo>
                  <a:pt x="304709" y="158565"/>
                  <a:pt x="304173" y="158742"/>
                  <a:pt x="303727" y="159188"/>
                </a:cubicBezTo>
                <a:cubicBezTo>
                  <a:pt x="303727" y="159277"/>
                  <a:pt x="303637" y="159277"/>
                  <a:pt x="303637" y="159367"/>
                </a:cubicBezTo>
                <a:cubicBezTo>
                  <a:pt x="303548" y="159456"/>
                  <a:pt x="303459" y="159456"/>
                  <a:pt x="303459" y="159456"/>
                </a:cubicBezTo>
                <a:lnTo>
                  <a:pt x="185576" y="287341"/>
                </a:lnTo>
                <a:cubicBezTo>
                  <a:pt x="181736" y="291443"/>
                  <a:pt x="182093" y="297865"/>
                  <a:pt x="186201" y="301699"/>
                </a:cubicBezTo>
                <a:cubicBezTo>
                  <a:pt x="188166" y="303483"/>
                  <a:pt x="190576" y="304375"/>
                  <a:pt x="193077" y="304375"/>
                </a:cubicBezTo>
                <a:cubicBezTo>
                  <a:pt x="195757" y="304375"/>
                  <a:pt x="198525" y="303304"/>
                  <a:pt x="200579" y="301075"/>
                </a:cubicBezTo>
                <a:lnTo>
                  <a:pt x="311227" y="181037"/>
                </a:lnTo>
                <a:lnTo>
                  <a:pt x="395174" y="264867"/>
                </a:lnTo>
                <a:cubicBezTo>
                  <a:pt x="397139" y="266830"/>
                  <a:pt x="399730" y="267810"/>
                  <a:pt x="402408" y="267810"/>
                </a:cubicBezTo>
                <a:cubicBezTo>
                  <a:pt x="404998" y="267810"/>
                  <a:pt x="407587" y="266830"/>
                  <a:pt x="409552" y="264867"/>
                </a:cubicBezTo>
                <a:lnTo>
                  <a:pt x="538509" y="136091"/>
                </a:lnTo>
                <a:lnTo>
                  <a:pt x="538509" y="182643"/>
                </a:lnTo>
                <a:cubicBezTo>
                  <a:pt x="538509" y="188172"/>
                  <a:pt x="543063" y="192720"/>
                  <a:pt x="548690" y="192720"/>
                </a:cubicBezTo>
                <a:cubicBezTo>
                  <a:pt x="554316" y="192720"/>
                  <a:pt x="558870" y="188172"/>
                  <a:pt x="558870" y="182643"/>
                </a:cubicBezTo>
                <a:lnTo>
                  <a:pt x="558870" y="111566"/>
                </a:lnTo>
                <a:cubicBezTo>
                  <a:pt x="558870" y="110228"/>
                  <a:pt x="558603" y="108980"/>
                  <a:pt x="558067" y="107730"/>
                </a:cubicBezTo>
                <a:cubicBezTo>
                  <a:pt x="556995" y="105233"/>
                  <a:pt x="555031" y="103271"/>
                  <a:pt x="552530" y="102202"/>
                </a:cubicBezTo>
                <a:cubicBezTo>
                  <a:pt x="551369" y="101666"/>
                  <a:pt x="550029" y="101399"/>
                  <a:pt x="548690" y="101399"/>
                </a:cubicBezTo>
                <a:close/>
                <a:moveTo>
                  <a:pt x="101629" y="81154"/>
                </a:moveTo>
                <a:cubicBezTo>
                  <a:pt x="96003" y="81154"/>
                  <a:pt x="91448" y="85702"/>
                  <a:pt x="91448" y="91322"/>
                </a:cubicBezTo>
                <a:cubicBezTo>
                  <a:pt x="91448" y="96851"/>
                  <a:pt x="96003" y="101399"/>
                  <a:pt x="101629" y="101399"/>
                </a:cubicBezTo>
                <a:lnTo>
                  <a:pt x="121901" y="101399"/>
                </a:lnTo>
                <a:cubicBezTo>
                  <a:pt x="127528" y="101399"/>
                  <a:pt x="132083" y="96851"/>
                  <a:pt x="132083" y="91322"/>
                </a:cubicBezTo>
                <a:cubicBezTo>
                  <a:pt x="132083" y="85702"/>
                  <a:pt x="127528" y="81154"/>
                  <a:pt x="121901" y="81154"/>
                </a:cubicBezTo>
                <a:close/>
                <a:moveTo>
                  <a:pt x="60996" y="70988"/>
                </a:moveTo>
                <a:cubicBezTo>
                  <a:pt x="55368" y="70988"/>
                  <a:pt x="50814" y="75536"/>
                  <a:pt x="50814" y="81154"/>
                </a:cubicBezTo>
                <a:lnTo>
                  <a:pt x="50814" y="304375"/>
                </a:lnTo>
                <a:cubicBezTo>
                  <a:pt x="50814" y="309993"/>
                  <a:pt x="55368" y="314541"/>
                  <a:pt x="60996" y="314541"/>
                </a:cubicBezTo>
                <a:cubicBezTo>
                  <a:pt x="66533" y="314541"/>
                  <a:pt x="71087" y="309993"/>
                  <a:pt x="71087" y="304375"/>
                </a:cubicBezTo>
                <a:lnTo>
                  <a:pt x="71087" y="81154"/>
                </a:lnTo>
                <a:cubicBezTo>
                  <a:pt x="71087" y="75536"/>
                  <a:pt x="66533" y="70988"/>
                  <a:pt x="60996" y="70988"/>
                </a:cubicBezTo>
                <a:close/>
                <a:moveTo>
                  <a:pt x="45724" y="0"/>
                </a:moveTo>
                <a:lnTo>
                  <a:pt x="563960" y="0"/>
                </a:lnTo>
                <a:cubicBezTo>
                  <a:pt x="589145" y="0"/>
                  <a:pt x="609685" y="20423"/>
                  <a:pt x="609685" y="45660"/>
                </a:cubicBezTo>
                <a:lnTo>
                  <a:pt x="609685" y="344952"/>
                </a:lnTo>
                <a:lnTo>
                  <a:pt x="0" y="344952"/>
                </a:lnTo>
                <a:lnTo>
                  <a:pt x="0" y="45660"/>
                </a:lnTo>
                <a:cubicBezTo>
                  <a:pt x="0" y="20423"/>
                  <a:pt x="20540" y="0"/>
                  <a:pt x="45724" y="0"/>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0" name="Freeform 29">
            <a:extLst>
              <a:ext uri="{FF2B5EF4-FFF2-40B4-BE49-F238E27FC236}">
                <a16:creationId xmlns:a16="http://schemas.microsoft.com/office/drawing/2014/main" id="{4B23951E-527C-B3DD-38D7-E5357D859195}"/>
              </a:ext>
            </a:extLst>
          </p:cNvPr>
          <p:cNvSpPr/>
          <p:nvPr/>
        </p:nvSpPr>
        <p:spPr>
          <a:xfrm>
            <a:off x="5803900" y="3797300"/>
            <a:ext cx="575113" cy="609685"/>
          </a:xfrm>
          <a:custGeom>
            <a:avLst/>
            <a:gdLst/>
            <a:ahLst/>
            <a:cxnLst/>
            <a:rect l="l" t="t" r="r" b="b"/>
            <a:pathLst>
              <a:path w="575113" h="609685">
                <a:moveTo>
                  <a:pt x="164238" y="420007"/>
                </a:moveTo>
                <a:cubicBezTo>
                  <a:pt x="186046" y="443031"/>
                  <a:pt x="213065" y="457672"/>
                  <a:pt x="243655" y="457672"/>
                </a:cubicBezTo>
                <a:cubicBezTo>
                  <a:pt x="274244" y="457672"/>
                  <a:pt x="301263" y="443031"/>
                  <a:pt x="323071" y="420007"/>
                </a:cubicBezTo>
                <a:cubicBezTo>
                  <a:pt x="388304" y="425787"/>
                  <a:pt x="444657" y="468944"/>
                  <a:pt x="466080" y="531753"/>
                </a:cubicBezTo>
                <a:lnTo>
                  <a:pt x="477851" y="566431"/>
                </a:lnTo>
                <a:cubicBezTo>
                  <a:pt x="481230" y="576450"/>
                  <a:pt x="479589" y="587432"/>
                  <a:pt x="473511" y="596006"/>
                </a:cubicBezTo>
                <a:cubicBezTo>
                  <a:pt x="467333" y="604580"/>
                  <a:pt x="457396" y="609685"/>
                  <a:pt x="446876" y="609685"/>
                </a:cubicBezTo>
                <a:lnTo>
                  <a:pt x="40433" y="609685"/>
                </a:lnTo>
                <a:cubicBezTo>
                  <a:pt x="29915" y="609685"/>
                  <a:pt x="19976" y="604580"/>
                  <a:pt x="13896" y="596006"/>
                </a:cubicBezTo>
                <a:cubicBezTo>
                  <a:pt x="7720" y="587432"/>
                  <a:pt x="6081" y="576450"/>
                  <a:pt x="9458" y="566431"/>
                </a:cubicBezTo>
                <a:lnTo>
                  <a:pt x="21231" y="531753"/>
                </a:lnTo>
                <a:cubicBezTo>
                  <a:pt x="42652" y="468944"/>
                  <a:pt x="99102" y="425787"/>
                  <a:pt x="164238" y="420007"/>
                </a:cubicBezTo>
                <a:close/>
                <a:moveTo>
                  <a:pt x="407384" y="314457"/>
                </a:moveTo>
                <a:cubicBezTo>
                  <a:pt x="443678" y="314457"/>
                  <a:pt x="473311" y="343945"/>
                  <a:pt x="473311" y="380177"/>
                </a:cubicBezTo>
                <a:cubicBezTo>
                  <a:pt x="473311" y="405039"/>
                  <a:pt x="459218" y="426432"/>
                  <a:pt x="438852" y="437610"/>
                </a:cubicBezTo>
                <a:cubicBezTo>
                  <a:pt x="412405" y="414291"/>
                  <a:pt x="379973" y="398294"/>
                  <a:pt x="344644" y="391645"/>
                </a:cubicBezTo>
                <a:cubicBezTo>
                  <a:pt x="357096" y="371601"/>
                  <a:pt x="366652" y="348571"/>
                  <a:pt x="372636" y="324575"/>
                </a:cubicBezTo>
                <a:cubicBezTo>
                  <a:pt x="382772" y="318215"/>
                  <a:pt x="394644" y="314457"/>
                  <a:pt x="407384" y="314457"/>
                </a:cubicBezTo>
                <a:close/>
                <a:moveTo>
                  <a:pt x="382525" y="212866"/>
                </a:moveTo>
                <a:lnTo>
                  <a:pt x="432312" y="212866"/>
                </a:lnTo>
                <a:cubicBezTo>
                  <a:pt x="439934" y="212866"/>
                  <a:pt x="446109" y="218935"/>
                  <a:pt x="446109" y="226546"/>
                </a:cubicBezTo>
                <a:lnTo>
                  <a:pt x="446109" y="254772"/>
                </a:lnTo>
                <a:cubicBezTo>
                  <a:pt x="454022" y="257181"/>
                  <a:pt x="461644" y="260361"/>
                  <a:pt x="468880" y="264215"/>
                </a:cubicBezTo>
                <a:lnTo>
                  <a:pt x="488950" y="244272"/>
                </a:lnTo>
                <a:cubicBezTo>
                  <a:pt x="491651" y="241574"/>
                  <a:pt x="495125" y="240226"/>
                  <a:pt x="498696" y="240226"/>
                </a:cubicBezTo>
                <a:cubicBezTo>
                  <a:pt x="502169" y="240226"/>
                  <a:pt x="505738" y="241574"/>
                  <a:pt x="508343" y="244272"/>
                </a:cubicBezTo>
                <a:lnTo>
                  <a:pt x="543561" y="279436"/>
                </a:lnTo>
                <a:cubicBezTo>
                  <a:pt x="546167" y="282037"/>
                  <a:pt x="547614" y="285505"/>
                  <a:pt x="547614" y="289165"/>
                </a:cubicBezTo>
                <a:cubicBezTo>
                  <a:pt x="547614" y="292730"/>
                  <a:pt x="546167" y="296295"/>
                  <a:pt x="543561" y="298799"/>
                </a:cubicBezTo>
                <a:lnTo>
                  <a:pt x="523589" y="318837"/>
                </a:lnTo>
                <a:cubicBezTo>
                  <a:pt x="527449" y="326062"/>
                  <a:pt x="530633" y="333673"/>
                  <a:pt x="533141" y="341574"/>
                </a:cubicBezTo>
                <a:lnTo>
                  <a:pt x="561316" y="341574"/>
                </a:lnTo>
                <a:cubicBezTo>
                  <a:pt x="568937" y="341574"/>
                  <a:pt x="575113" y="347739"/>
                  <a:pt x="575113" y="355350"/>
                </a:cubicBezTo>
                <a:lnTo>
                  <a:pt x="575113" y="405060"/>
                </a:lnTo>
                <a:cubicBezTo>
                  <a:pt x="575113" y="408720"/>
                  <a:pt x="573667" y="412189"/>
                  <a:pt x="571061" y="414790"/>
                </a:cubicBezTo>
                <a:cubicBezTo>
                  <a:pt x="568552" y="417391"/>
                  <a:pt x="564982" y="418836"/>
                  <a:pt x="561316" y="418836"/>
                </a:cubicBezTo>
                <a:lnTo>
                  <a:pt x="533141" y="418836"/>
                </a:lnTo>
                <a:cubicBezTo>
                  <a:pt x="530633" y="426737"/>
                  <a:pt x="527449" y="434346"/>
                  <a:pt x="523589" y="441571"/>
                </a:cubicBezTo>
                <a:lnTo>
                  <a:pt x="543658" y="461609"/>
                </a:lnTo>
                <a:cubicBezTo>
                  <a:pt x="546167" y="464114"/>
                  <a:pt x="547614" y="467679"/>
                  <a:pt x="547614" y="471244"/>
                </a:cubicBezTo>
                <a:cubicBezTo>
                  <a:pt x="547614" y="474904"/>
                  <a:pt x="546167" y="478373"/>
                  <a:pt x="543658" y="480973"/>
                </a:cubicBezTo>
                <a:lnTo>
                  <a:pt x="508441" y="516137"/>
                </a:lnTo>
                <a:cubicBezTo>
                  <a:pt x="505738" y="518834"/>
                  <a:pt x="502169" y="520183"/>
                  <a:pt x="498696" y="520183"/>
                </a:cubicBezTo>
                <a:cubicBezTo>
                  <a:pt x="497152" y="520183"/>
                  <a:pt x="495607" y="519797"/>
                  <a:pt x="494161" y="519317"/>
                </a:cubicBezTo>
                <a:cubicBezTo>
                  <a:pt x="485187" y="494076"/>
                  <a:pt x="471390" y="471533"/>
                  <a:pt x="454022" y="452554"/>
                </a:cubicBezTo>
                <a:cubicBezTo>
                  <a:pt x="477854" y="437140"/>
                  <a:pt x="493775" y="410552"/>
                  <a:pt x="493775" y="380205"/>
                </a:cubicBezTo>
                <a:cubicBezTo>
                  <a:pt x="493775" y="332710"/>
                  <a:pt x="454986" y="294079"/>
                  <a:pt x="407419" y="294079"/>
                </a:cubicBezTo>
                <a:cubicBezTo>
                  <a:pt x="396997" y="294079"/>
                  <a:pt x="387156" y="296198"/>
                  <a:pt x="377797" y="299570"/>
                </a:cubicBezTo>
                <a:cubicBezTo>
                  <a:pt x="379437" y="288299"/>
                  <a:pt x="380402" y="276931"/>
                  <a:pt x="380402" y="265659"/>
                </a:cubicBezTo>
                <a:cubicBezTo>
                  <a:pt x="380402" y="248030"/>
                  <a:pt x="378087" y="231460"/>
                  <a:pt x="373841" y="216141"/>
                </a:cubicBezTo>
                <a:cubicBezTo>
                  <a:pt x="376253" y="214215"/>
                  <a:pt x="379244" y="212866"/>
                  <a:pt x="382525" y="212866"/>
                </a:cubicBezTo>
                <a:close/>
                <a:moveTo>
                  <a:pt x="243677" y="144489"/>
                </a:moveTo>
                <a:cubicBezTo>
                  <a:pt x="296652" y="144537"/>
                  <a:pt x="349614" y="184959"/>
                  <a:pt x="349566" y="265609"/>
                </a:cubicBezTo>
                <a:cubicBezTo>
                  <a:pt x="349566" y="343465"/>
                  <a:pt x="302199" y="427006"/>
                  <a:pt x="243641" y="427006"/>
                </a:cubicBezTo>
                <a:cubicBezTo>
                  <a:pt x="185180" y="427006"/>
                  <a:pt x="137716" y="343465"/>
                  <a:pt x="137716" y="265609"/>
                </a:cubicBezTo>
                <a:cubicBezTo>
                  <a:pt x="137716" y="184766"/>
                  <a:pt x="190703" y="144441"/>
                  <a:pt x="243677" y="144489"/>
                </a:cubicBezTo>
                <a:close/>
                <a:moveTo>
                  <a:pt x="280380" y="119369"/>
                </a:moveTo>
                <a:cubicBezTo>
                  <a:pt x="294881" y="119369"/>
                  <a:pt x="309865" y="116862"/>
                  <a:pt x="310638" y="131425"/>
                </a:cubicBezTo>
                <a:cubicBezTo>
                  <a:pt x="301262" y="126216"/>
                  <a:pt x="291112" y="122166"/>
                  <a:pt x="280380" y="119369"/>
                </a:cubicBezTo>
                <a:close/>
                <a:moveTo>
                  <a:pt x="155368" y="95016"/>
                </a:moveTo>
                <a:cubicBezTo>
                  <a:pt x="175439" y="95016"/>
                  <a:pt x="193195" y="104939"/>
                  <a:pt x="204099" y="120065"/>
                </a:cubicBezTo>
                <a:cubicBezTo>
                  <a:pt x="164052" y="131722"/>
                  <a:pt x="133463" y="161106"/>
                  <a:pt x="118022" y="202051"/>
                </a:cubicBezTo>
                <a:cubicBezTo>
                  <a:pt x="72958" y="166211"/>
                  <a:pt x="98916" y="95016"/>
                  <a:pt x="155368" y="95016"/>
                </a:cubicBezTo>
                <a:close/>
                <a:moveTo>
                  <a:pt x="132207" y="0"/>
                </a:moveTo>
                <a:lnTo>
                  <a:pt x="178431" y="0"/>
                </a:lnTo>
                <a:cubicBezTo>
                  <a:pt x="185476" y="0"/>
                  <a:pt x="191169" y="5685"/>
                  <a:pt x="191169" y="12719"/>
                </a:cubicBezTo>
                <a:lnTo>
                  <a:pt x="191169" y="38829"/>
                </a:lnTo>
                <a:cubicBezTo>
                  <a:pt x="198600" y="41142"/>
                  <a:pt x="205646" y="44129"/>
                  <a:pt x="212303" y="47597"/>
                </a:cubicBezTo>
                <a:lnTo>
                  <a:pt x="230928" y="29098"/>
                </a:lnTo>
                <a:cubicBezTo>
                  <a:pt x="233341" y="26593"/>
                  <a:pt x="236621" y="25436"/>
                  <a:pt x="239903" y="25436"/>
                </a:cubicBezTo>
                <a:cubicBezTo>
                  <a:pt x="243183" y="25436"/>
                  <a:pt x="246369" y="26593"/>
                  <a:pt x="248877" y="29098"/>
                </a:cubicBezTo>
                <a:lnTo>
                  <a:pt x="281496" y="61760"/>
                </a:lnTo>
                <a:cubicBezTo>
                  <a:pt x="283908" y="64073"/>
                  <a:pt x="285259" y="67348"/>
                  <a:pt x="285259" y="70721"/>
                </a:cubicBezTo>
                <a:cubicBezTo>
                  <a:pt x="285259" y="74093"/>
                  <a:pt x="283908" y="77370"/>
                  <a:pt x="281496" y="79681"/>
                </a:cubicBezTo>
                <a:lnTo>
                  <a:pt x="262967" y="98181"/>
                </a:lnTo>
                <a:cubicBezTo>
                  <a:pt x="266151" y="104154"/>
                  <a:pt x="268757" y="110609"/>
                  <a:pt x="270880" y="117065"/>
                </a:cubicBezTo>
                <a:cubicBezTo>
                  <a:pt x="254089" y="113886"/>
                  <a:pt x="240193" y="113886"/>
                  <a:pt x="225332" y="115716"/>
                </a:cubicBezTo>
                <a:cubicBezTo>
                  <a:pt x="211435" y="91340"/>
                  <a:pt x="185476" y="74576"/>
                  <a:pt x="155368" y="74576"/>
                </a:cubicBezTo>
                <a:cubicBezTo>
                  <a:pt x="110880" y="74576"/>
                  <a:pt x="74596" y="110706"/>
                  <a:pt x="74596" y="155123"/>
                </a:cubicBezTo>
                <a:cubicBezTo>
                  <a:pt x="74596" y="183547"/>
                  <a:pt x="89554" y="208501"/>
                  <a:pt x="111845" y="222857"/>
                </a:cubicBezTo>
                <a:cubicBezTo>
                  <a:pt x="108758" y="236249"/>
                  <a:pt x="107020" y="250510"/>
                  <a:pt x="107020" y="265637"/>
                </a:cubicBezTo>
                <a:cubicBezTo>
                  <a:pt x="107020" y="265829"/>
                  <a:pt x="107020" y="266118"/>
                  <a:pt x="107020" y="266311"/>
                </a:cubicBezTo>
                <a:cubicBezTo>
                  <a:pt x="104221" y="265059"/>
                  <a:pt x="101133" y="264095"/>
                  <a:pt x="98335" y="262650"/>
                </a:cubicBezTo>
                <a:lnTo>
                  <a:pt x="79807" y="281149"/>
                </a:lnTo>
                <a:cubicBezTo>
                  <a:pt x="77394" y="283558"/>
                  <a:pt x="74210" y="284907"/>
                  <a:pt x="70832" y="284907"/>
                </a:cubicBezTo>
                <a:cubicBezTo>
                  <a:pt x="67455" y="284907"/>
                  <a:pt x="64173" y="283558"/>
                  <a:pt x="61761" y="281149"/>
                </a:cubicBezTo>
                <a:lnTo>
                  <a:pt x="29143" y="248582"/>
                </a:lnTo>
                <a:cubicBezTo>
                  <a:pt x="24126" y="243572"/>
                  <a:pt x="24126" y="235480"/>
                  <a:pt x="29143" y="230565"/>
                </a:cubicBezTo>
                <a:lnTo>
                  <a:pt x="47671" y="212066"/>
                </a:lnTo>
                <a:cubicBezTo>
                  <a:pt x="44102" y="205321"/>
                  <a:pt x="41110" y="198288"/>
                  <a:pt x="38793" y="190966"/>
                </a:cubicBezTo>
                <a:lnTo>
                  <a:pt x="12738" y="190966"/>
                </a:lnTo>
                <a:cubicBezTo>
                  <a:pt x="5693" y="190966"/>
                  <a:pt x="0" y="185185"/>
                  <a:pt x="0" y="178151"/>
                </a:cubicBezTo>
                <a:lnTo>
                  <a:pt x="0" y="132095"/>
                </a:lnTo>
                <a:cubicBezTo>
                  <a:pt x="0" y="125062"/>
                  <a:pt x="5693" y="119377"/>
                  <a:pt x="12738" y="119377"/>
                </a:cubicBezTo>
                <a:lnTo>
                  <a:pt x="38890" y="119377"/>
                </a:lnTo>
                <a:cubicBezTo>
                  <a:pt x="41110" y="111958"/>
                  <a:pt x="44102" y="104925"/>
                  <a:pt x="47671" y="98276"/>
                </a:cubicBezTo>
                <a:lnTo>
                  <a:pt x="29143" y="79778"/>
                </a:lnTo>
                <a:cubicBezTo>
                  <a:pt x="26731" y="77370"/>
                  <a:pt x="25380" y="74093"/>
                  <a:pt x="25380" y="70721"/>
                </a:cubicBezTo>
                <a:cubicBezTo>
                  <a:pt x="25380" y="67348"/>
                  <a:pt x="26731" y="64073"/>
                  <a:pt x="29143" y="61760"/>
                </a:cubicBezTo>
                <a:lnTo>
                  <a:pt x="61761" y="29098"/>
                </a:lnTo>
                <a:cubicBezTo>
                  <a:pt x="64270" y="26689"/>
                  <a:pt x="67551" y="25436"/>
                  <a:pt x="70832" y="25436"/>
                </a:cubicBezTo>
                <a:cubicBezTo>
                  <a:pt x="74113" y="25436"/>
                  <a:pt x="77299" y="26689"/>
                  <a:pt x="79807" y="29193"/>
                </a:cubicBezTo>
                <a:lnTo>
                  <a:pt x="98335" y="47597"/>
                </a:lnTo>
                <a:cubicBezTo>
                  <a:pt x="105090" y="44129"/>
                  <a:pt x="112135" y="41142"/>
                  <a:pt x="119469" y="38829"/>
                </a:cubicBezTo>
                <a:lnTo>
                  <a:pt x="119469" y="12719"/>
                </a:lnTo>
                <a:cubicBezTo>
                  <a:pt x="119469" y="5685"/>
                  <a:pt x="125259" y="0"/>
                  <a:pt x="132207" y="0"/>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2" name="Freeform 30">
            <a:extLst>
              <a:ext uri="{FF2B5EF4-FFF2-40B4-BE49-F238E27FC236}">
                <a16:creationId xmlns:a16="http://schemas.microsoft.com/office/drawing/2014/main" id="{EA9EE65B-6053-F139-8FAB-B6BAF565DE59}"/>
              </a:ext>
            </a:extLst>
          </p:cNvPr>
          <p:cNvSpPr/>
          <p:nvPr/>
        </p:nvSpPr>
        <p:spPr>
          <a:xfrm>
            <a:off x="9347200" y="3797300"/>
            <a:ext cx="609685" cy="608764"/>
          </a:xfrm>
          <a:custGeom>
            <a:avLst/>
            <a:gdLst/>
            <a:ahLst/>
            <a:cxnLst/>
            <a:rect l="l" t="t" r="r" b="b"/>
            <a:pathLst>
              <a:path w="609685" h="608764">
                <a:moveTo>
                  <a:pt x="304843" y="279036"/>
                </a:moveTo>
                <a:cubicBezTo>
                  <a:pt x="318861" y="279036"/>
                  <a:pt x="330227" y="290384"/>
                  <a:pt x="330227" y="304383"/>
                </a:cubicBezTo>
                <a:cubicBezTo>
                  <a:pt x="330227" y="318381"/>
                  <a:pt x="318861" y="329731"/>
                  <a:pt x="304843" y="329731"/>
                </a:cubicBezTo>
                <a:cubicBezTo>
                  <a:pt x="290824" y="329731"/>
                  <a:pt x="279460" y="318381"/>
                  <a:pt x="279460" y="304383"/>
                </a:cubicBezTo>
                <a:cubicBezTo>
                  <a:pt x="279460" y="290384"/>
                  <a:pt x="290824" y="279036"/>
                  <a:pt x="304843" y="279036"/>
                </a:cubicBezTo>
                <a:close/>
                <a:moveTo>
                  <a:pt x="304797" y="253586"/>
                </a:moveTo>
                <a:cubicBezTo>
                  <a:pt x="276850" y="253586"/>
                  <a:pt x="253992" y="276419"/>
                  <a:pt x="253992" y="304338"/>
                </a:cubicBezTo>
                <a:cubicBezTo>
                  <a:pt x="253992" y="332346"/>
                  <a:pt x="276850" y="355091"/>
                  <a:pt x="304797" y="355091"/>
                </a:cubicBezTo>
                <a:cubicBezTo>
                  <a:pt x="332835" y="355091"/>
                  <a:pt x="355604" y="332346"/>
                  <a:pt x="355604" y="304338"/>
                </a:cubicBezTo>
                <a:cubicBezTo>
                  <a:pt x="355604" y="276419"/>
                  <a:pt x="332835" y="253586"/>
                  <a:pt x="304797" y="253586"/>
                </a:cubicBezTo>
                <a:close/>
                <a:moveTo>
                  <a:pt x="304797" y="202922"/>
                </a:moveTo>
                <a:cubicBezTo>
                  <a:pt x="360870" y="202922"/>
                  <a:pt x="406409" y="248412"/>
                  <a:pt x="406409" y="304338"/>
                </a:cubicBezTo>
                <a:cubicBezTo>
                  <a:pt x="406409" y="360352"/>
                  <a:pt x="360870" y="405844"/>
                  <a:pt x="304797" y="405844"/>
                </a:cubicBezTo>
                <a:cubicBezTo>
                  <a:pt x="248813" y="405844"/>
                  <a:pt x="203275" y="360352"/>
                  <a:pt x="203275" y="304338"/>
                </a:cubicBezTo>
                <a:cubicBezTo>
                  <a:pt x="203275" y="248412"/>
                  <a:pt x="248813" y="202922"/>
                  <a:pt x="304797" y="202922"/>
                </a:cubicBezTo>
                <a:close/>
                <a:moveTo>
                  <a:pt x="304797" y="152213"/>
                </a:moveTo>
                <a:cubicBezTo>
                  <a:pt x="220762" y="152213"/>
                  <a:pt x="152443" y="220429"/>
                  <a:pt x="152443" y="304338"/>
                </a:cubicBezTo>
                <a:cubicBezTo>
                  <a:pt x="152443" y="388336"/>
                  <a:pt x="220762" y="456551"/>
                  <a:pt x="304797" y="456551"/>
                </a:cubicBezTo>
                <a:cubicBezTo>
                  <a:pt x="388924" y="456551"/>
                  <a:pt x="457242" y="388336"/>
                  <a:pt x="457242" y="304338"/>
                </a:cubicBezTo>
                <a:cubicBezTo>
                  <a:pt x="457242" y="220429"/>
                  <a:pt x="388924" y="152213"/>
                  <a:pt x="304797" y="152213"/>
                </a:cubicBezTo>
                <a:close/>
                <a:moveTo>
                  <a:pt x="253983" y="0"/>
                </a:moveTo>
                <a:lnTo>
                  <a:pt x="355613" y="0"/>
                </a:lnTo>
                <a:cubicBezTo>
                  <a:pt x="369722" y="0"/>
                  <a:pt x="381065" y="11325"/>
                  <a:pt x="381065" y="25324"/>
                </a:cubicBezTo>
                <a:lnTo>
                  <a:pt x="381065" y="62597"/>
                </a:lnTo>
                <a:cubicBezTo>
                  <a:pt x="395176" y="67056"/>
                  <a:pt x="408927" y="72763"/>
                  <a:pt x="422055" y="79718"/>
                </a:cubicBezTo>
                <a:lnTo>
                  <a:pt x="448490" y="53323"/>
                </a:lnTo>
                <a:cubicBezTo>
                  <a:pt x="458492" y="43336"/>
                  <a:pt x="474566" y="43336"/>
                  <a:pt x="484480" y="53323"/>
                </a:cubicBezTo>
                <a:lnTo>
                  <a:pt x="556280" y="125016"/>
                </a:lnTo>
                <a:cubicBezTo>
                  <a:pt x="566194" y="134915"/>
                  <a:pt x="566194" y="150965"/>
                  <a:pt x="556280" y="160862"/>
                </a:cubicBezTo>
                <a:lnTo>
                  <a:pt x="529847" y="187258"/>
                </a:lnTo>
                <a:cubicBezTo>
                  <a:pt x="536812" y="200454"/>
                  <a:pt x="542527" y="214187"/>
                  <a:pt x="546994" y="228276"/>
                </a:cubicBezTo>
                <a:lnTo>
                  <a:pt x="584233" y="228276"/>
                </a:lnTo>
                <a:cubicBezTo>
                  <a:pt x="598344" y="228276"/>
                  <a:pt x="609685" y="239599"/>
                  <a:pt x="609685" y="253600"/>
                </a:cubicBezTo>
                <a:lnTo>
                  <a:pt x="609685" y="355075"/>
                </a:lnTo>
                <a:cubicBezTo>
                  <a:pt x="609685" y="369165"/>
                  <a:pt x="598255" y="380488"/>
                  <a:pt x="584233" y="380488"/>
                </a:cubicBezTo>
                <a:lnTo>
                  <a:pt x="546994" y="380488"/>
                </a:lnTo>
                <a:cubicBezTo>
                  <a:pt x="542527" y="394578"/>
                  <a:pt x="536812" y="408310"/>
                  <a:pt x="529847" y="421418"/>
                </a:cubicBezTo>
                <a:lnTo>
                  <a:pt x="556280" y="447812"/>
                </a:lnTo>
                <a:cubicBezTo>
                  <a:pt x="566194" y="457798"/>
                  <a:pt x="566194" y="473850"/>
                  <a:pt x="556280" y="483748"/>
                </a:cubicBezTo>
                <a:lnTo>
                  <a:pt x="484480" y="555440"/>
                </a:lnTo>
                <a:cubicBezTo>
                  <a:pt x="474566" y="565338"/>
                  <a:pt x="458492" y="565338"/>
                  <a:pt x="448490" y="555440"/>
                </a:cubicBezTo>
                <a:lnTo>
                  <a:pt x="422055" y="529045"/>
                </a:lnTo>
                <a:cubicBezTo>
                  <a:pt x="408927" y="536001"/>
                  <a:pt x="395176" y="541618"/>
                  <a:pt x="381065" y="546077"/>
                </a:cubicBezTo>
                <a:lnTo>
                  <a:pt x="381065" y="583350"/>
                </a:lnTo>
                <a:cubicBezTo>
                  <a:pt x="381065" y="597438"/>
                  <a:pt x="369634" y="608764"/>
                  <a:pt x="355613" y="608764"/>
                </a:cubicBezTo>
                <a:lnTo>
                  <a:pt x="253983" y="608764"/>
                </a:lnTo>
                <a:cubicBezTo>
                  <a:pt x="239963" y="608764"/>
                  <a:pt x="228622" y="597438"/>
                  <a:pt x="228622" y="583350"/>
                </a:cubicBezTo>
                <a:lnTo>
                  <a:pt x="228622" y="546077"/>
                </a:lnTo>
                <a:cubicBezTo>
                  <a:pt x="214511" y="541618"/>
                  <a:pt x="200758" y="536001"/>
                  <a:pt x="187541" y="529045"/>
                </a:cubicBezTo>
                <a:lnTo>
                  <a:pt x="161107" y="555440"/>
                </a:lnTo>
                <a:cubicBezTo>
                  <a:pt x="151194" y="565338"/>
                  <a:pt x="135118" y="565338"/>
                  <a:pt x="125207" y="555440"/>
                </a:cubicBezTo>
                <a:lnTo>
                  <a:pt x="53405" y="483748"/>
                </a:lnTo>
                <a:cubicBezTo>
                  <a:pt x="43402" y="473850"/>
                  <a:pt x="43402" y="457798"/>
                  <a:pt x="53405" y="447812"/>
                </a:cubicBezTo>
                <a:lnTo>
                  <a:pt x="79750" y="421418"/>
                </a:lnTo>
                <a:cubicBezTo>
                  <a:pt x="72874" y="408310"/>
                  <a:pt x="67158" y="394578"/>
                  <a:pt x="62692" y="380488"/>
                </a:cubicBezTo>
                <a:lnTo>
                  <a:pt x="25363" y="380488"/>
                </a:lnTo>
                <a:cubicBezTo>
                  <a:pt x="11342" y="380488"/>
                  <a:pt x="0" y="369165"/>
                  <a:pt x="0" y="355075"/>
                </a:cubicBezTo>
                <a:lnTo>
                  <a:pt x="0" y="253600"/>
                </a:lnTo>
                <a:cubicBezTo>
                  <a:pt x="0" y="239599"/>
                  <a:pt x="11342" y="228276"/>
                  <a:pt x="25363" y="228276"/>
                </a:cubicBezTo>
                <a:lnTo>
                  <a:pt x="62692" y="228276"/>
                </a:lnTo>
                <a:cubicBezTo>
                  <a:pt x="67158" y="214187"/>
                  <a:pt x="72874" y="200454"/>
                  <a:pt x="79750" y="187258"/>
                </a:cubicBezTo>
                <a:lnTo>
                  <a:pt x="53405" y="160862"/>
                </a:lnTo>
                <a:cubicBezTo>
                  <a:pt x="43402" y="150965"/>
                  <a:pt x="43402" y="134915"/>
                  <a:pt x="53405" y="125016"/>
                </a:cubicBezTo>
                <a:lnTo>
                  <a:pt x="125207" y="53323"/>
                </a:lnTo>
                <a:cubicBezTo>
                  <a:pt x="135118" y="43336"/>
                  <a:pt x="151194" y="43336"/>
                  <a:pt x="161107" y="53323"/>
                </a:cubicBezTo>
                <a:lnTo>
                  <a:pt x="187541" y="79718"/>
                </a:lnTo>
                <a:cubicBezTo>
                  <a:pt x="200758" y="72763"/>
                  <a:pt x="214511" y="67056"/>
                  <a:pt x="228622" y="62597"/>
                </a:cubicBezTo>
                <a:lnTo>
                  <a:pt x="228622" y="25324"/>
                </a:lnTo>
                <a:cubicBezTo>
                  <a:pt x="228622" y="11325"/>
                  <a:pt x="239963" y="0"/>
                  <a:pt x="253983" y="0"/>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Tree>
    <p:extLst>
      <p:ext uri="{BB962C8B-B14F-4D97-AF65-F5344CB8AC3E}">
        <p14:creationId xmlns:p14="http://schemas.microsoft.com/office/powerpoint/2010/main" val="313551729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1_自定义版式">
    <p:spTree>
      <p:nvGrpSpPr>
        <p:cNvPr id="1" name=""/>
        <p:cNvGrpSpPr/>
        <p:nvPr/>
      </p:nvGrpSpPr>
      <p:grpSpPr>
        <a:xfrm>
          <a:off x="0" y="0"/>
          <a:ext cx="0" cy="0"/>
          <a:chOff x="0" y="0"/>
          <a:chExt cx="0" cy="0"/>
        </a:xfrm>
      </p:grpSpPr>
      <p:sp>
        <p:nvSpPr>
          <p:cNvPr id="3" name="AutoShape 11">
            <a:extLst>
              <a:ext uri="{FF2B5EF4-FFF2-40B4-BE49-F238E27FC236}">
                <a16:creationId xmlns:a16="http://schemas.microsoft.com/office/drawing/2014/main" id="{FFB01D0F-41AE-6544-D85A-0FE79166A571}"/>
              </a:ext>
            </a:extLst>
          </p:cNvPr>
          <p:cNvSpPr/>
          <p:nvPr/>
        </p:nvSpPr>
        <p:spPr>
          <a:xfrm>
            <a:off x="1155700" y="1574800"/>
            <a:ext cx="10147300" cy="4178300"/>
          </a:xfrm>
          <a:prstGeom prst="roundRect">
            <a:avLst>
              <a:gd name="adj" fmla="val 0"/>
            </a:avLst>
          </a:prstGeom>
          <a:noFill/>
          <a:ln w="12700" cap="flat" cmpd="sng">
            <a:solidFill>
              <a:srgbClr val="617299">
                <a:alpha val="100000"/>
              </a:srgbClr>
            </a:solidFill>
            <a:prstDash val="solid"/>
            <a:miter lim="8000000"/>
          </a:ln>
        </p:spPr>
        <p:txBody>
          <a:bodyPr vert="horz" wrap="square" lIns="63500" tIns="63500" rIns="63500" bIns="63500" rtlCol="0" anchor="ctr"/>
          <a:lstStyle/>
          <a:p>
            <a:pPr algn="ctr">
              <a:defRPr/>
            </a:pPr>
            <a:endParaRPr/>
          </a:p>
        </p:txBody>
      </p:sp>
      <p:sp>
        <p:nvSpPr>
          <p:cNvPr id="4" name="AutoShape 12">
            <a:extLst>
              <a:ext uri="{FF2B5EF4-FFF2-40B4-BE49-F238E27FC236}">
                <a16:creationId xmlns:a16="http://schemas.microsoft.com/office/drawing/2014/main" id="{1759F09C-A9EC-9BDF-4FA8-03B1CCE6E393}"/>
              </a:ext>
            </a:extLst>
          </p:cNvPr>
          <p:cNvSpPr/>
          <p:nvPr/>
        </p:nvSpPr>
        <p:spPr>
          <a:xfrm>
            <a:off x="1727200" y="2679700"/>
            <a:ext cx="762000" cy="762000"/>
          </a:xfrm>
          <a:prstGeom prst="ellipse">
            <a:avLst/>
          </a:prstGeom>
          <a:solidFill>
            <a:srgbClr val="297FD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13">
            <a:extLst>
              <a:ext uri="{FF2B5EF4-FFF2-40B4-BE49-F238E27FC236}">
                <a16:creationId xmlns:a16="http://schemas.microsoft.com/office/drawing/2014/main" id="{C1018B04-3DCF-D6D4-4DAF-3D4ED589DEB6}"/>
              </a:ext>
            </a:extLst>
          </p:cNvPr>
          <p:cNvSpPr/>
          <p:nvPr/>
        </p:nvSpPr>
        <p:spPr>
          <a:xfrm>
            <a:off x="1625600" y="2806700"/>
            <a:ext cx="965200" cy="5334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endParaRPr/>
          </a:p>
        </p:txBody>
      </p:sp>
      <p:sp>
        <p:nvSpPr>
          <p:cNvPr id="6" name="AutoShape 14">
            <a:extLst>
              <a:ext uri="{FF2B5EF4-FFF2-40B4-BE49-F238E27FC236}">
                <a16:creationId xmlns:a16="http://schemas.microsoft.com/office/drawing/2014/main" id="{B55D8007-F72B-0FED-4319-139F319041FB}"/>
              </a:ext>
            </a:extLst>
          </p:cNvPr>
          <p:cNvSpPr/>
          <p:nvPr/>
        </p:nvSpPr>
        <p:spPr>
          <a:xfrm>
            <a:off x="1727200" y="3898900"/>
            <a:ext cx="762000" cy="762000"/>
          </a:xfrm>
          <a:prstGeom prst="ellipse">
            <a:avLst/>
          </a:prstGeom>
          <a:solidFill>
            <a:srgbClr val="629DD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15">
            <a:extLst>
              <a:ext uri="{FF2B5EF4-FFF2-40B4-BE49-F238E27FC236}">
                <a16:creationId xmlns:a16="http://schemas.microsoft.com/office/drawing/2014/main" id="{852D9BA8-46BC-14E0-580E-5CD0209B3424}"/>
              </a:ext>
            </a:extLst>
          </p:cNvPr>
          <p:cNvSpPr/>
          <p:nvPr/>
        </p:nvSpPr>
        <p:spPr>
          <a:xfrm>
            <a:off x="1625600" y="4025900"/>
            <a:ext cx="965200" cy="5334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endParaRPr/>
          </a:p>
        </p:txBody>
      </p:sp>
      <p:sp>
        <p:nvSpPr>
          <p:cNvPr id="8" name="AutoShape 16">
            <a:extLst>
              <a:ext uri="{FF2B5EF4-FFF2-40B4-BE49-F238E27FC236}">
                <a16:creationId xmlns:a16="http://schemas.microsoft.com/office/drawing/2014/main" id="{18F99D92-8B3B-F39D-3749-0EFA45A5ED45}"/>
              </a:ext>
            </a:extLst>
          </p:cNvPr>
          <p:cNvSpPr/>
          <p:nvPr/>
        </p:nvSpPr>
        <p:spPr>
          <a:xfrm>
            <a:off x="1244600" y="18542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17">
            <a:extLst>
              <a:ext uri="{FF2B5EF4-FFF2-40B4-BE49-F238E27FC236}">
                <a16:creationId xmlns:a16="http://schemas.microsoft.com/office/drawing/2014/main" id="{4287BEF4-C035-C1A9-16FE-03BE163731CF}"/>
              </a:ext>
            </a:extLst>
          </p:cNvPr>
          <p:cNvSpPr/>
          <p:nvPr/>
        </p:nvSpPr>
        <p:spPr>
          <a:xfrm>
            <a:off x="889000" y="18542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8">
            <a:extLst>
              <a:ext uri="{FF2B5EF4-FFF2-40B4-BE49-F238E27FC236}">
                <a16:creationId xmlns:a16="http://schemas.microsoft.com/office/drawing/2014/main" id="{8E8C2DB4-317B-3656-3FB9-D50A6721B959}"/>
              </a:ext>
            </a:extLst>
          </p:cNvPr>
          <p:cNvSpPr/>
          <p:nvPr/>
        </p:nvSpPr>
        <p:spPr>
          <a:xfrm>
            <a:off x="939800" y="19050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9">
            <a:extLst>
              <a:ext uri="{FF2B5EF4-FFF2-40B4-BE49-F238E27FC236}">
                <a16:creationId xmlns:a16="http://schemas.microsoft.com/office/drawing/2014/main" id="{46F2B86F-3C1E-680E-D21F-8B96569A6B26}"/>
              </a:ext>
            </a:extLst>
          </p:cNvPr>
          <p:cNvSpPr/>
          <p:nvPr/>
        </p:nvSpPr>
        <p:spPr>
          <a:xfrm>
            <a:off x="1244600" y="24257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20">
            <a:extLst>
              <a:ext uri="{FF2B5EF4-FFF2-40B4-BE49-F238E27FC236}">
                <a16:creationId xmlns:a16="http://schemas.microsoft.com/office/drawing/2014/main" id="{AE8EF55D-F9E4-8AC0-711E-BDC372122321}"/>
              </a:ext>
            </a:extLst>
          </p:cNvPr>
          <p:cNvSpPr/>
          <p:nvPr/>
        </p:nvSpPr>
        <p:spPr>
          <a:xfrm>
            <a:off x="889000" y="24257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21">
            <a:extLst>
              <a:ext uri="{FF2B5EF4-FFF2-40B4-BE49-F238E27FC236}">
                <a16:creationId xmlns:a16="http://schemas.microsoft.com/office/drawing/2014/main" id="{31676453-E036-FCB6-0740-E77ECDDF9C11}"/>
              </a:ext>
            </a:extLst>
          </p:cNvPr>
          <p:cNvSpPr/>
          <p:nvPr/>
        </p:nvSpPr>
        <p:spPr>
          <a:xfrm>
            <a:off x="939800" y="24765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22">
            <a:extLst>
              <a:ext uri="{FF2B5EF4-FFF2-40B4-BE49-F238E27FC236}">
                <a16:creationId xmlns:a16="http://schemas.microsoft.com/office/drawing/2014/main" id="{DB91BAEC-8889-1B31-4F47-538BDC224A1A}"/>
              </a:ext>
            </a:extLst>
          </p:cNvPr>
          <p:cNvSpPr/>
          <p:nvPr/>
        </p:nvSpPr>
        <p:spPr>
          <a:xfrm>
            <a:off x="1244600" y="3009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23">
            <a:extLst>
              <a:ext uri="{FF2B5EF4-FFF2-40B4-BE49-F238E27FC236}">
                <a16:creationId xmlns:a16="http://schemas.microsoft.com/office/drawing/2014/main" id="{2169DC52-9902-E7E1-60A1-074A2C1A39A9}"/>
              </a:ext>
            </a:extLst>
          </p:cNvPr>
          <p:cNvSpPr/>
          <p:nvPr/>
        </p:nvSpPr>
        <p:spPr>
          <a:xfrm>
            <a:off x="889000" y="3009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24">
            <a:extLst>
              <a:ext uri="{FF2B5EF4-FFF2-40B4-BE49-F238E27FC236}">
                <a16:creationId xmlns:a16="http://schemas.microsoft.com/office/drawing/2014/main" id="{424EEBE2-330D-E44F-FF20-6ADA4F955D71}"/>
              </a:ext>
            </a:extLst>
          </p:cNvPr>
          <p:cNvSpPr/>
          <p:nvPr/>
        </p:nvSpPr>
        <p:spPr>
          <a:xfrm>
            <a:off x="939800" y="30480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25">
            <a:extLst>
              <a:ext uri="{FF2B5EF4-FFF2-40B4-BE49-F238E27FC236}">
                <a16:creationId xmlns:a16="http://schemas.microsoft.com/office/drawing/2014/main" id="{A87317F5-727E-EEB3-8F35-73F62370587D}"/>
              </a:ext>
            </a:extLst>
          </p:cNvPr>
          <p:cNvSpPr/>
          <p:nvPr/>
        </p:nvSpPr>
        <p:spPr>
          <a:xfrm>
            <a:off x="1244600" y="35814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26">
            <a:extLst>
              <a:ext uri="{FF2B5EF4-FFF2-40B4-BE49-F238E27FC236}">
                <a16:creationId xmlns:a16="http://schemas.microsoft.com/office/drawing/2014/main" id="{7369034C-57C7-C540-00C7-182D66713411}"/>
              </a:ext>
            </a:extLst>
          </p:cNvPr>
          <p:cNvSpPr/>
          <p:nvPr/>
        </p:nvSpPr>
        <p:spPr>
          <a:xfrm>
            <a:off x="889000" y="35814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27">
            <a:extLst>
              <a:ext uri="{FF2B5EF4-FFF2-40B4-BE49-F238E27FC236}">
                <a16:creationId xmlns:a16="http://schemas.microsoft.com/office/drawing/2014/main" id="{D86DA17D-FABF-0DA0-5145-C700FE8DBF05}"/>
              </a:ext>
            </a:extLst>
          </p:cNvPr>
          <p:cNvSpPr/>
          <p:nvPr/>
        </p:nvSpPr>
        <p:spPr>
          <a:xfrm>
            <a:off x="939800" y="36322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8">
            <a:extLst>
              <a:ext uri="{FF2B5EF4-FFF2-40B4-BE49-F238E27FC236}">
                <a16:creationId xmlns:a16="http://schemas.microsoft.com/office/drawing/2014/main" id="{9ADA088B-4436-5500-D9C8-A115B487C0AC}"/>
              </a:ext>
            </a:extLst>
          </p:cNvPr>
          <p:cNvSpPr/>
          <p:nvPr/>
        </p:nvSpPr>
        <p:spPr>
          <a:xfrm>
            <a:off x="1244600" y="4152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9">
            <a:extLst>
              <a:ext uri="{FF2B5EF4-FFF2-40B4-BE49-F238E27FC236}">
                <a16:creationId xmlns:a16="http://schemas.microsoft.com/office/drawing/2014/main" id="{4D16C78C-6CD0-B424-4A21-EF3BEAF452B1}"/>
              </a:ext>
            </a:extLst>
          </p:cNvPr>
          <p:cNvSpPr/>
          <p:nvPr/>
        </p:nvSpPr>
        <p:spPr>
          <a:xfrm>
            <a:off x="889000" y="4152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30">
            <a:extLst>
              <a:ext uri="{FF2B5EF4-FFF2-40B4-BE49-F238E27FC236}">
                <a16:creationId xmlns:a16="http://schemas.microsoft.com/office/drawing/2014/main" id="{AC28B12C-639E-9CF3-F73C-1228F7271D79}"/>
              </a:ext>
            </a:extLst>
          </p:cNvPr>
          <p:cNvSpPr/>
          <p:nvPr/>
        </p:nvSpPr>
        <p:spPr>
          <a:xfrm>
            <a:off x="939800" y="42037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31">
            <a:extLst>
              <a:ext uri="{FF2B5EF4-FFF2-40B4-BE49-F238E27FC236}">
                <a16:creationId xmlns:a16="http://schemas.microsoft.com/office/drawing/2014/main" id="{37743A3E-0088-EC55-685E-8F46626AB9A2}"/>
              </a:ext>
            </a:extLst>
          </p:cNvPr>
          <p:cNvSpPr/>
          <p:nvPr/>
        </p:nvSpPr>
        <p:spPr>
          <a:xfrm>
            <a:off x="1244600" y="47244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32">
            <a:extLst>
              <a:ext uri="{FF2B5EF4-FFF2-40B4-BE49-F238E27FC236}">
                <a16:creationId xmlns:a16="http://schemas.microsoft.com/office/drawing/2014/main" id="{6EF4D42B-2B05-8A11-CFAF-EEBD7DB22727}"/>
              </a:ext>
            </a:extLst>
          </p:cNvPr>
          <p:cNvSpPr/>
          <p:nvPr/>
        </p:nvSpPr>
        <p:spPr>
          <a:xfrm>
            <a:off x="889000" y="47244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33">
            <a:extLst>
              <a:ext uri="{FF2B5EF4-FFF2-40B4-BE49-F238E27FC236}">
                <a16:creationId xmlns:a16="http://schemas.microsoft.com/office/drawing/2014/main" id="{A73DC5E0-A810-CDE5-9092-1F479592771A}"/>
              </a:ext>
            </a:extLst>
          </p:cNvPr>
          <p:cNvSpPr/>
          <p:nvPr/>
        </p:nvSpPr>
        <p:spPr>
          <a:xfrm>
            <a:off x="939800" y="47752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34">
            <a:extLst>
              <a:ext uri="{FF2B5EF4-FFF2-40B4-BE49-F238E27FC236}">
                <a16:creationId xmlns:a16="http://schemas.microsoft.com/office/drawing/2014/main" id="{2FDC18C0-4835-FCFB-436A-DDAFED40DB86}"/>
              </a:ext>
            </a:extLst>
          </p:cNvPr>
          <p:cNvSpPr/>
          <p:nvPr/>
        </p:nvSpPr>
        <p:spPr>
          <a:xfrm>
            <a:off x="1244600" y="5295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AutoShape 35">
            <a:extLst>
              <a:ext uri="{FF2B5EF4-FFF2-40B4-BE49-F238E27FC236}">
                <a16:creationId xmlns:a16="http://schemas.microsoft.com/office/drawing/2014/main" id="{8A3D8BBA-F389-3EBF-F2F0-CEEA1FE71E61}"/>
              </a:ext>
            </a:extLst>
          </p:cNvPr>
          <p:cNvSpPr/>
          <p:nvPr/>
        </p:nvSpPr>
        <p:spPr>
          <a:xfrm>
            <a:off x="889000" y="5295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36">
            <a:extLst>
              <a:ext uri="{FF2B5EF4-FFF2-40B4-BE49-F238E27FC236}">
                <a16:creationId xmlns:a16="http://schemas.microsoft.com/office/drawing/2014/main" id="{AE7238FF-42C4-E09D-0999-D91C9F1940DF}"/>
              </a:ext>
            </a:extLst>
          </p:cNvPr>
          <p:cNvSpPr/>
          <p:nvPr/>
        </p:nvSpPr>
        <p:spPr>
          <a:xfrm>
            <a:off x="939800" y="53467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37">
            <a:extLst>
              <a:ext uri="{FF2B5EF4-FFF2-40B4-BE49-F238E27FC236}">
                <a16:creationId xmlns:a16="http://schemas.microsoft.com/office/drawing/2014/main" id="{5D4DD1C1-7615-7967-7FCC-1CF737AC059B}"/>
              </a:ext>
            </a:extLst>
          </p:cNvPr>
          <p:cNvSpPr/>
          <p:nvPr/>
        </p:nvSpPr>
        <p:spPr>
          <a:xfrm>
            <a:off x="2692400" y="2057400"/>
            <a:ext cx="8293100" cy="711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30" name="AutoShape 38">
            <a:extLst>
              <a:ext uri="{FF2B5EF4-FFF2-40B4-BE49-F238E27FC236}">
                <a16:creationId xmlns:a16="http://schemas.microsoft.com/office/drawing/2014/main" id="{6D9AEE91-BEB8-BFA1-A2AF-3800CEA2377A}"/>
              </a:ext>
            </a:extLst>
          </p:cNvPr>
          <p:cNvSpPr/>
          <p:nvPr/>
        </p:nvSpPr>
        <p:spPr>
          <a:xfrm>
            <a:off x="2692400" y="3314700"/>
            <a:ext cx="8293100" cy="711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31" name="AutoShape 39">
            <a:extLst>
              <a:ext uri="{FF2B5EF4-FFF2-40B4-BE49-F238E27FC236}">
                <a16:creationId xmlns:a16="http://schemas.microsoft.com/office/drawing/2014/main" id="{2E679C30-5DB3-CAD4-CE18-EAE2388A1949}"/>
              </a:ext>
            </a:extLst>
          </p:cNvPr>
          <p:cNvSpPr/>
          <p:nvPr/>
        </p:nvSpPr>
        <p:spPr>
          <a:xfrm>
            <a:off x="2692400" y="4572000"/>
            <a:ext cx="8293100" cy="711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cxnSp>
        <p:nvCxnSpPr>
          <p:cNvPr id="32" name="Connector 40">
            <a:extLst>
              <a:ext uri="{FF2B5EF4-FFF2-40B4-BE49-F238E27FC236}">
                <a16:creationId xmlns:a16="http://schemas.microsoft.com/office/drawing/2014/main" id="{0F23ADE6-5341-8DDB-A020-EB0917A539C5}"/>
              </a:ext>
            </a:extLst>
          </p:cNvPr>
          <p:cNvCxnSpPr/>
          <p:nvPr/>
        </p:nvCxnSpPr>
        <p:spPr>
          <a:xfrm>
            <a:off x="2806700" y="3035300"/>
            <a:ext cx="7950210" cy="12700"/>
          </a:xfrm>
          <a:prstGeom prst="line">
            <a:avLst/>
          </a:prstGeom>
          <a:solidFill>
            <a:srgbClr val="DEE0E3">
              <a:alpha val="100000"/>
            </a:srgbClr>
          </a:solidFill>
          <a:ln w="12700" cap="flat" cmpd="sng">
            <a:solidFill>
              <a:srgbClr val="4A66AC">
                <a:alpha val="100000"/>
              </a:srgbClr>
            </a:solidFill>
            <a:prstDash val="solid"/>
            <a:miter lim="8000000"/>
            <a:headEnd type="none" w="med" len="med"/>
            <a:tailEnd type="none" w="med" len="med"/>
          </a:ln>
        </p:spPr>
      </p:cxnSp>
      <p:cxnSp>
        <p:nvCxnSpPr>
          <p:cNvPr id="33" name="Connector 41">
            <a:extLst>
              <a:ext uri="{FF2B5EF4-FFF2-40B4-BE49-F238E27FC236}">
                <a16:creationId xmlns:a16="http://schemas.microsoft.com/office/drawing/2014/main" id="{D2BC8812-EFF3-9FC5-2C66-649566C9D751}"/>
              </a:ext>
            </a:extLst>
          </p:cNvPr>
          <p:cNvCxnSpPr/>
          <p:nvPr/>
        </p:nvCxnSpPr>
        <p:spPr>
          <a:xfrm>
            <a:off x="2806700" y="4292600"/>
            <a:ext cx="7950210" cy="12700"/>
          </a:xfrm>
          <a:prstGeom prst="line">
            <a:avLst/>
          </a:prstGeom>
          <a:solidFill>
            <a:srgbClr val="DEE0E3">
              <a:alpha val="100000"/>
            </a:srgbClr>
          </a:solidFill>
          <a:ln w="12700" cap="flat" cmpd="sng">
            <a:solidFill>
              <a:srgbClr val="4A66AC">
                <a:alpha val="100000"/>
              </a:srgbClr>
            </a:solidFill>
            <a:prstDash val="solid"/>
            <a:miter lim="8000000"/>
            <a:headEnd type="none" w="med" len="med"/>
            <a:tailEnd type="none" w="med" len="med"/>
          </a:ln>
        </p:spPr>
      </p:cxnSp>
    </p:spTree>
    <p:extLst>
      <p:ext uri="{BB962C8B-B14F-4D97-AF65-F5344CB8AC3E}">
        <p14:creationId xmlns:p14="http://schemas.microsoft.com/office/powerpoint/2010/main" val="394142351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2_自定义版式">
    <p:spTree>
      <p:nvGrpSpPr>
        <p:cNvPr id="1" name=""/>
        <p:cNvGrpSpPr/>
        <p:nvPr/>
      </p:nvGrpSpPr>
      <p:grpSpPr>
        <a:xfrm>
          <a:off x="0" y="0"/>
          <a:ext cx="0" cy="0"/>
          <a:chOff x="0" y="0"/>
          <a:chExt cx="0" cy="0"/>
        </a:xfrm>
      </p:grpSpPr>
      <p:sp>
        <p:nvSpPr>
          <p:cNvPr id="4" name="AutoShape 11">
            <a:extLst>
              <a:ext uri="{FF2B5EF4-FFF2-40B4-BE49-F238E27FC236}">
                <a16:creationId xmlns:a16="http://schemas.microsoft.com/office/drawing/2014/main" id="{777666A5-E308-86CE-DB68-04FFD47C8F01}"/>
              </a:ext>
            </a:extLst>
          </p:cNvPr>
          <p:cNvSpPr/>
          <p:nvPr/>
        </p:nvSpPr>
        <p:spPr>
          <a:xfrm>
            <a:off x="723900" y="1485900"/>
            <a:ext cx="5092700" cy="4267200"/>
          </a:xfrm>
          <a:prstGeom prst="roundRect">
            <a:avLst>
              <a:gd name="adj" fmla="val 0"/>
            </a:avLst>
          </a:prstGeom>
          <a:solidFill>
            <a:srgbClr val="FFFFFF">
              <a:alpha val="67000"/>
            </a:srgbClr>
          </a:solidFill>
          <a:ln w="25400" cap="flat" cmpd="sng">
            <a:noFill/>
            <a:prstDash val="solid"/>
            <a:round/>
          </a:ln>
          <a:effectLst>
            <a:outerShdw blurRad="63500" algn="ctr" rotWithShape="0">
              <a:srgbClr val="000000">
                <a:alpha val="5000"/>
              </a:srgbClr>
            </a:outerShdw>
          </a:effectLst>
        </p:spPr>
        <p:txBody>
          <a:bodyPr vert="horz" wrap="square" lIns="63500" tIns="63500" rIns="63500" bIns="63500" rtlCol="0" anchor="ctr"/>
          <a:lstStyle/>
          <a:p>
            <a:pPr algn="ctr">
              <a:defRPr/>
            </a:pPr>
            <a:endParaRPr/>
          </a:p>
        </p:txBody>
      </p:sp>
      <p:sp>
        <p:nvSpPr>
          <p:cNvPr id="6" name="AutoShape 12">
            <a:extLst>
              <a:ext uri="{FF2B5EF4-FFF2-40B4-BE49-F238E27FC236}">
                <a16:creationId xmlns:a16="http://schemas.microsoft.com/office/drawing/2014/main" id="{337FB9E3-E239-1B90-EBCD-5F7FC9294357}"/>
              </a:ext>
            </a:extLst>
          </p:cNvPr>
          <p:cNvSpPr/>
          <p:nvPr/>
        </p:nvSpPr>
        <p:spPr>
          <a:xfrm>
            <a:off x="850900" y="1651000"/>
            <a:ext cx="4800600" cy="3924300"/>
          </a:xfrm>
          <a:prstGeom prst="roundRect">
            <a:avLst>
              <a:gd name="adj" fmla="val 0"/>
            </a:avLst>
          </a:prstGeom>
          <a:noFill/>
          <a:ln w="12700" cap="flat" cmpd="sng">
            <a:solidFill>
              <a:srgbClr val="D9D9D9">
                <a:alpha val="100000"/>
              </a:srgbClr>
            </a:solidFill>
            <a:prstDash val="solid"/>
            <a:miter lim="10000000"/>
          </a:ln>
          <a:effectLst>
            <a:outerShdw blurRad="63500" algn="ctr" rotWithShape="0">
              <a:srgbClr val="000000">
                <a:alpha val="13000"/>
              </a:srgbClr>
            </a:outerShdw>
          </a:effectLst>
        </p:spPr>
        <p:txBody>
          <a:bodyPr vert="horz" wrap="square" lIns="63500" tIns="63500" rIns="63500" bIns="63500" rtlCol="0" anchor="ctr"/>
          <a:lstStyle/>
          <a:p>
            <a:pPr algn="ctr">
              <a:defRPr/>
            </a:pPr>
            <a:endParaRPr/>
          </a:p>
        </p:txBody>
      </p:sp>
      <p:sp>
        <p:nvSpPr>
          <p:cNvPr id="8" name="AutoShape 13">
            <a:extLst>
              <a:ext uri="{FF2B5EF4-FFF2-40B4-BE49-F238E27FC236}">
                <a16:creationId xmlns:a16="http://schemas.microsoft.com/office/drawing/2014/main" id="{B1A6A787-0ADD-6E7E-0BC4-6263E3623362}"/>
              </a:ext>
            </a:extLst>
          </p:cNvPr>
          <p:cNvSpPr/>
          <p:nvPr/>
        </p:nvSpPr>
        <p:spPr>
          <a:xfrm>
            <a:off x="1905000" y="2133600"/>
            <a:ext cx="27051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spcAft>
                <a:spcPts val="1200"/>
              </a:spcAft>
              <a:defRPr/>
            </a:pPr>
            <a:endParaRPr lang="en-US" sz="1100" dirty="0"/>
          </a:p>
        </p:txBody>
      </p:sp>
      <p:sp>
        <p:nvSpPr>
          <p:cNvPr id="10" name="AutoShape 14">
            <a:extLst>
              <a:ext uri="{FF2B5EF4-FFF2-40B4-BE49-F238E27FC236}">
                <a16:creationId xmlns:a16="http://schemas.microsoft.com/office/drawing/2014/main" id="{F3A838E8-0B3E-7CC4-4A80-B195DB077401}"/>
              </a:ext>
            </a:extLst>
          </p:cNvPr>
          <p:cNvSpPr/>
          <p:nvPr/>
        </p:nvSpPr>
        <p:spPr>
          <a:xfrm>
            <a:off x="1257300" y="2552700"/>
            <a:ext cx="3987800" cy="1244600"/>
          </a:xfrm>
          <a:prstGeom prst="rect">
            <a:avLst/>
          </a:prstGeom>
          <a:noFill/>
          <a:ln w="12700" cap="flat" cmpd="sng">
            <a:noFill/>
            <a:prstDash val="solid"/>
            <a:round/>
          </a:ln>
        </p:spPr>
        <p:txBody>
          <a:bodyPr vert="horz" wrap="square" lIns="88900" tIns="50800" rIns="88900" bIns="50800" rtlCol="0" anchor="t" anchorCtr="0"/>
          <a:lstStyle/>
          <a:p>
            <a:pPr marL="0" indent="0" algn="just">
              <a:lnSpc>
                <a:spcPct val="116666"/>
              </a:lnSpc>
              <a:defRPr/>
            </a:pPr>
            <a:endParaRPr lang="en-US" sz="1100" dirty="0"/>
          </a:p>
        </p:txBody>
      </p:sp>
      <p:sp>
        <p:nvSpPr>
          <p:cNvPr id="12" name="AutoShape 15">
            <a:extLst>
              <a:ext uri="{FF2B5EF4-FFF2-40B4-BE49-F238E27FC236}">
                <a16:creationId xmlns:a16="http://schemas.microsoft.com/office/drawing/2014/main" id="{B2FF78B2-2499-AFB2-6E70-925A1C36DC00}"/>
              </a:ext>
            </a:extLst>
          </p:cNvPr>
          <p:cNvSpPr/>
          <p:nvPr/>
        </p:nvSpPr>
        <p:spPr>
          <a:xfrm>
            <a:off x="6362700" y="1485900"/>
            <a:ext cx="5092700" cy="4267200"/>
          </a:xfrm>
          <a:prstGeom prst="roundRect">
            <a:avLst>
              <a:gd name="adj" fmla="val 0"/>
            </a:avLst>
          </a:prstGeom>
          <a:solidFill>
            <a:srgbClr val="FFFFFF">
              <a:alpha val="67000"/>
            </a:srgbClr>
          </a:solidFill>
          <a:ln w="25400" cap="flat" cmpd="sng">
            <a:noFill/>
            <a:prstDash val="solid"/>
            <a:round/>
          </a:ln>
          <a:effectLst>
            <a:outerShdw blurRad="63500" algn="ctr" rotWithShape="0">
              <a:srgbClr val="000000">
                <a:alpha val="5000"/>
              </a:srgbClr>
            </a:outerShdw>
          </a:effectLst>
        </p:spPr>
        <p:txBody>
          <a:bodyPr vert="horz" wrap="square" lIns="63500" tIns="63500" rIns="63500" bIns="63500" rtlCol="0" anchor="ctr"/>
          <a:lstStyle/>
          <a:p>
            <a:pPr algn="ctr">
              <a:defRPr/>
            </a:pPr>
            <a:endParaRPr/>
          </a:p>
        </p:txBody>
      </p:sp>
      <p:sp>
        <p:nvSpPr>
          <p:cNvPr id="14" name="AutoShape 16">
            <a:extLst>
              <a:ext uri="{FF2B5EF4-FFF2-40B4-BE49-F238E27FC236}">
                <a16:creationId xmlns:a16="http://schemas.microsoft.com/office/drawing/2014/main" id="{D3793847-702C-7BA1-103F-7EE22A8334BF}"/>
              </a:ext>
            </a:extLst>
          </p:cNvPr>
          <p:cNvSpPr/>
          <p:nvPr/>
        </p:nvSpPr>
        <p:spPr>
          <a:xfrm>
            <a:off x="6489700" y="1651000"/>
            <a:ext cx="4800600" cy="3924300"/>
          </a:xfrm>
          <a:prstGeom prst="roundRect">
            <a:avLst>
              <a:gd name="adj" fmla="val 0"/>
            </a:avLst>
          </a:prstGeom>
          <a:noFill/>
          <a:ln w="12700" cap="flat" cmpd="sng">
            <a:solidFill>
              <a:srgbClr val="D9D9D9">
                <a:alpha val="100000"/>
              </a:srgbClr>
            </a:solidFill>
            <a:prstDash val="solid"/>
            <a:miter lim="10000000"/>
          </a:ln>
          <a:effectLst>
            <a:outerShdw blurRad="63500" algn="ctr" rotWithShape="0">
              <a:srgbClr val="000000">
                <a:alpha val="13000"/>
              </a:srgbClr>
            </a:outerShdw>
          </a:effectLst>
        </p:spPr>
        <p:txBody>
          <a:bodyPr vert="horz" wrap="square" lIns="63500" tIns="63500" rIns="63500" bIns="63500" rtlCol="0" anchor="ctr"/>
          <a:lstStyle/>
          <a:p>
            <a:pPr algn="ctr">
              <a:defRPr/>
            </a:pPr>
            <a:endParaRPr/>
          </a:p>
        </p:txBody>
      </p:sp>
      <p:sp>
        <p:nvSpPr>
          <p:cNvPr id="16" name="AutoShape 17">
            <a:extLst>
              <a:ext uri="{FF2B5EF4-FFF2-40B4-BE49-F238E27FC236}">
                <a16:creationId xmlns:a16="http://schemas.microsoft.com/office/drawing/2014/main" id="{6BFC270F-646B-4252-442B-2C561115A40A}"/>
              </a:ext>
            </a:extLst>
          </p:cNvPr>
          <p:cNvSpPr/>
          <p:nvPr/>
        </p:nvSpPr>
        <p:spPr>
          <a:xfrm>
            <a:off x="7543800" y="2133600"/>
            <a:ext cx="27051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spcAft>
                <a:spcPts val="1200"/>
              </a:spcAft>
              <a:defRPr/>
            </a:pPr>
            <a:endParaRPr lang="en-US" sz="1100" dirty="0"/>
          </a:p>
        </p:txBody>
      </p:sp>
      <p:sp>
        <p:nvSpPr>
          <p:cNvPr id="18" name="AutoShape 18">
            <a:extLst>
              <a:ext uri="{FF2B5EF4-FFF2-40B4-BE49-F238E27FC236}">
                <a16:creationId xmlns:a16="http://schemas.microsoft.com/office/drawing/2014/main" id="{C4CA4FF0-7961-EA3C-3962-CA3D0214682D}"/>
              </a:ext>
            </a:extLst>
          </p:cNvPr>
          <p:cNvSpPr/>
          <p:nvPr/>
        </p:nvSpPr>
        <p:spPr>
          <a:xfrm>
            <a:off x="6896100" y="2552700"/>
            <a:ext cx="3987800" cy="1244600"/>
          </a:xfrm>
          <a:prstGeom prst="rect">
            <a:avLst/>
          </a:prstGeom>
          <a:noFill/>
          <a:ln w="12700" cap="flat" cmpd="sng">
            <a:noFill/>
            <a:prstDash val="solid"/>
            <a:round/>
          </a:ln>
        </p:spPr>
        <p:txBody>
          <a:bodyPr vert="horz" wrap="square" lIns="88900" tIns="50800" rIns="88900" bIns="50800" rtlCol="0" anchor="t" anchorCtr="0"/>
          <a:lstStyle/>
          <a:p>
            <a:pPr marL="0" indent="0" algn="just">
              <a:lnSpc>
                <a:spcPct val="116666"/>
              </a:lnSpc>
              <a:defRPr/>
            </a:pPr>
            <a:endParaRPr lang="en-US" sz="1100" dirty="0"/>
          </a:p>
        </p:txBody>
      </p:sp>
    </p:spTree>
    <p:extLst>
      <p:ext uri="{BB962C8B-B14F-4D97-AF65-F5344CB8AC3E}">
        <p14:creationId xmlns:p14="http://schemas.microsoft.com/office/powerpoint/2010/main" val="108920884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3_自定义版式">
    <p:spTree>
      <p:nvGrpSpPr>
        <p:cNvPr id="1" name=""/>
        <p:cNvGrpSpPr/>
        <p:nvPr/>
      </p:nvGrpSpPr>
      <p:grpSpPr>
        <a:xfrm>
          <a:off x="0" y="0"/>
          <a:ext cx="0" cy="0"/>
          <a:chOff x="0" y="0"/>
          <a:chExt cx="0" cy="0"/>
        </a:xfrm>
      </p:grpSpPr>
      <p:sp>
        <p:nvSpPr>
          <p:cNvPr id="3" name="Freeform 11">
            <a:extLst>
              <a:ext uri="{FF2B5EF4-FFF2-40B4-BE49-F238E27FC236}">
                <a16:creationId xmlns:a16="http://schemas.microsoft.com/office/drawing/2014/main" id="{3DA67CB2-74D5-95D4-E4C5-300370DF0582}"/>
              </a:ext>
            </a:extLst>
          </p:cNvPr>
          <p:cNvSpPr/>
          <p:nvPr/>
        </p:nvSpPr>
        <p:spPr>
          <a:xfrm>
            <a:off x="6146800" y="1866900"/>
            <a:ext cx="1795729" cy="1795725"/>
          </a:xfrm>
          <a:custGeom>
            <a:avLst/>
            <a:gdLst/>
            <a:ahLst/>
            <a:cxnLst/>
            <a:rect l="l" t="t" r="r" b="b"/>
            <a:pathLst>
              <a:path w="1795729" h="1795725">
                <a:moveTo>
                  <a:pt x="0" y="0"/>
                </a:moveTo>
                <a:lnTo>
                  <a:pt x="88795" y="4483"/>
                </a:lnTo>
                <a:cubicBezTo>
                  <a:pt x="986448" y="95645"/>
                  <a:pt x="1700083" y="809280"/>
                  <a:pt x="1791245" y="1706935"/>
                </a:cubicBezTo>
                <a:lnTo>
                  <a:pt x="1795729" y="1795725"/>
                </a:lnTo>
                <a:lnTo>
                  <a:pt x="1210380" y="1795725"/>
                </a:lnTo>
                <a:lnTo>
                  <a:pt x="1208742" y="1763292"/>
                </a:lnTo>
                <a:cubicBezTo>
                  <a:pt x="1144880" y="1134455"/>
                  <a:pt x="644954" y="634528"/>
                  <a:pt x="16116" y="570666"/>
                </a:cubicBezTo>
                <a:lnTo>
                  <a:pt x="0" y="569852"/>
                </a:lnTo>
                <a:lnTo>
                  <a:pt x="0" y="0"/>
                </a:ln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Freeform 12">
            <a:extLst>
              <a:ext uri="{FF2B5EF4-FFF2-40B4-BE49-F238E27FC236}">
                <a16:creationId xmlns:a16="http://schemas.microsoft.com/office/drawing/2014/main" id="{95CB6475-C771-37E2-17B0-99975A140F6B}"/>
              </a:ext>
            </a:extLst>
          </p:cNvPr>
          <p:cNvSpPr/>
          <p:nvPr/>
        </p:nvSpPr>
        <p:spPr>
          <a:xfrm>
            <a:off x="4140200" y="1866900"/>
            <a:ext cx="1795725" cy="1795725"/>
          </a:xfrm>
          <a:custGeom>
            <a:avLst/>
            <a:gdLst/>
            <a:ahLst/>
            <a:cxnLst/>
            <a:rect l="l" t="t" r="r" b="b"/>
            <a:pathLst>
              <a:path w="1795725" h="1795725">
                <a:moveTo>
                  <a:pt x="1795725" y="0"/>
                </a:moveTo>
                <a:lnTo>
                  <a:pt x="1795725" y="568411"/>
                </a:lnTo>
                <a:lnTo>
                  <a:pt x="1751054" y="570666"/>
                </a:lnTo>
                <a:cubicBezTo>
                  <a:pt x="1122216" y="634528"/>
                  <a:pt x="622290" y="1134455"/>
                  <a:pt x="558428" y="1763292"/>
                </a:cubicBezTo>
                <a:lnTo>
                  <a:pt x="556791" y="1795725"/>
                </a:lnTo>
                <a:lnTo>
                  <a:pt x="0" y="1795725"/>
                </a:lnTo>
                <a:lnTo>
                  <a:pt x="4483" y="1706935"/>
                </a:lnTo>
                <a:cubicBezTo>
                  <a:pt x="95645" y="809280"/>
                  <a:pt x="809281" y="95645"/>
                  <a:pt x="1706935" y="4483"/>
                </a:cubicBezTo>
                <a:lnTo>
                  <a:pt x="1795725" y="0"/>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Freeform 13">
            <a:extLst>
              <a:ext uri="{FF2B5EF4-FFF2-40B4-BE49-F238E27FC236}">
                <a16:creationId xmlns:a16="http://schemas.microsoft.com/office/drawing/2014/main" id="{94CBADAD-25F7-840F-69A7-EE69DF79A74C}"/>
              </a:ext>
            </a:extLst>
          </p:cNvPr>
          <p:cNvSpPr/>
          <p:nvPr/>
        </p:nvSpPr>
        <p:spPr>
          <a:xfrm>
            <a:off x="4140200" y="3873500"/>
            <a:ext cx="1795725" cy="1795728"/>
          </a:xfrm>
          <a:custGeom>
            <a:avLst/>
            <a:gdLst/>
            <a:ahLst/>
            <a:cxnLst/>
            <a:rect l="l" t="t" r="r" b="b"/>
            <a:pathLst>
              <a:path w="1795725" h="1795728">
                <a:moveTo>
                  <a:pt x="0" y="0"/>
                </a:moveTo>
                <a:lnTo>
                  <a:pt x="556997" y="0"/>
                </a:lnTo>
                <a:lnTo>
                  <a:pt x="558428" y="28353"/>
                </a:lnTo>
                <a:cubicBezTo>
                  <a:pt x="622290" y="657191"/>
                  <a:pt x="1122216" y="1157117"/>
                  <a:pt x="1751054" y="1220979"/>
                </a:cubicBezTo>
                <a:lnTo>
                  <a:pt x="1795725" y="1223235"/>
                </a:lnTo>
                <a:lnTo>
                  <a:pt x="1795725" y="1795728"/>
                </a:lnTo>
                <a:lnTo>
                  <a:pt x="1706935" y="1791244"/>
                </a:lnTo>
                <a:cubicBezTo>
                  <a:pt x="809281" y="1700082"/>
                  <a:pt x="95645" y="986448"/>
                  <a:pt x="4483" y="88793"/>
                </a:cubicBezTo>
                <a:lnTo>
                  <a:pt x="0" y="0"/>
                </a:ln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Freeform 14">
            <a:extLst>
              <a:ext uri="{FF2B5EF4-FFF2-40B4-BE49-F238E27FC236}">
                <a16:creationId xmlns:a16="http://schemas.microsoft.com/office/drawing/2014/main" id="{DBD16696-4C93-46B5-ACA4-21F917533263}"/>
              </a:ext>
            </a:extLst>
          </p:cNvPr>
          <p:cNvSpPr/>
          <p:nvPr/>
        </p:nvSpPr>
        <p:spPr>
          <a:xfrm>
            <a:off x="6146800" y="3873500"/>
            <a:ext cx="1795729" cy="1795728"/>
          </a:xfrm>
          <a:custGeom>
            <a:avLst/>
            <a:gdLst/>
            <a:ahLst/>
            <a:cxnLst/>
            <a:rect l="l" t="t" r="r" b="b"/>
            <a:pathLst>
              <a:path w="1795729" h="1795728">
                <a:moveTo>
                  <a:pt x="1210174" y="0"/>
                </a:moveTo>
                <a:lnTo>
                  <a:pt x="1795729" y="0"/>
                </a:lnTo>
                <a:lnTo>
                  <a:pt x="1791245" y="88793"/>
                </a:lnTo>
                <a:cubicBezTo>
                  <a:pt x="1700083" y="986448"/>
                  <a:pt x="986448" y="1700082"/>
                  <a:pt x="88795" y="1791244"/>
                </a:cubicBezTo>
                <a:lnTo>
                  <a:pt x="0" y="1795728"/>
                </a:lnTo>
                <a:lnTo>
                  <a:pt x="0" y="1221793"/>
                </a:lnTo>
                <a:lnTo>
                  <a:pt x="16116" y="1220979"/>
                </a:lnTo>
                <a:cubicBezTo>
                  <a:pt x="644954" y="1157117"/>
                  <a:pt x="1144880" y="657191"/>
                  <a:pt x="1208742" y="28353"/>
                </a:cubicBezTo>
                <a:lnTo>
                  <a:pt x="1210174" y="0"/>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15">
            <a:extLst>
              <a:ext uri="{FF2B5EF4-FFF2-40B4-BE49-F238E27FC236}">
                <a16:creationId xmlns:a16="http://schemas.microsoft.com/office/drawing/2014/main" id="{D4096B83-C640-E964-FDD1-11C9A0A61157}"/>
              </a:ext>
            </a:extLst>
          </p:cNvPr>
          <p:cNvSpPr/>
          <p:nvPr/>
        </p:nvSpPr>
        <p:spPr>
          <a:xfrm>
            <a:off x="4445000" y="3073400"/>
            <a:ext cx="3302000" cy="584200"/>
          </a:xfrm>
          <a:prstGeom prst="rect">
            <a:avLst/>
          </a:prstGeom>
          <a:noFill/>
          <a:ln w="12700" cap="flat" cmpd="sng">
            <a:noFill/>
            <a:prstDash val="solid"/>
            <a:round/>
          </a:ln>
        </p:spPr>
        <p:txBody>
          <a:bodyPr vert="horz" wrap="none" lIns="88900" tIns="50800" rIns="88900" bIns="50800" rtlCol="0" anchor="t" anchorCtr="0"/>
          <a:lstStyle/>
          <a:p>
            <a:pPr marL="0" indent="0" algn="ctr">
              <a:lnSpc>
                <a:spcPct val="100000"/>
              </a:lnSpc>
              <a:defRPr/>
            </a:pPr>
            <a:endParaRPr lang="en-US" sz="1100" dirty="0"/>
          </a:p>
        </p:txBody>
      </p:sp>
      <p:sp>
        <p:nvSpPr>
          <p:cNvPr id="8" name="Freeform 16">
            <a:extLst>
              <a:ext uri="{FF2B5EF4-FFF2-40B4-BE49-F238E27FC236}">
                <a16:creationId xmlns:a16="http://schemas.microsoft.com/office/drawing/2014/main" id="{5563BAA9-F7C7-3106-A9C9-E972856FCBB2}"/>
              </a:ext>
            </a:extLst>
          </p:cNvPr>
          <p:cNvSpPr/>
          <p:nvPr/>
        </p:nvSpPr>
        <p:spPr>
          <a:xfrm>
            <a:off x="5727700" y="3873500"/>
            <a:ext cx="631999" cy="627784"/>
          </a:xfrm>
          <a:custGeom>
            <a:avLst/>
            <a:gdLst/>
            <a:ahLst/>
            <a:cxnLst/>
            <a:rect l="l" t="t" r="r" b="b"/>
            <a:pathLst>
              <a:path w="631999" h="627784">
                <a:moveTo>
                  <a:pt x="59280" y="0"/>
                </a:moveTo>
                <a:cubicBezTo>
                  <a:pt x="23905" y="0"/>
                  <a:pt x="0" y="29790"/>
                  <a:pt x="0" y="64261"/>
                </a:cubicBezTo>
                <a:lnTo>
                  <a:pt x="0" y="340224"/>
                </a:lnTo>
                <a:cubicBezTo>
                  <a:pt x="0" y="377339"/>
                  <a:pt x="37686" y="386203"/>
                  <a:pt x="37686" y="386203"/>
                </a:cubicBezTo>
                <a:cubicBezTo>
                  <a:pt x="37686" y="386203"/>
                  <a:pt x="37686" y="103090"/>
                  <a:pt x="37686" y="74811"/>
                </a:cubicBezTo>
                <a:cubicBezTo>
                  <a:pt x="37686" y="46502"/>
                  <a:pt x="53047" y="41562"/>
                  <a:pt x="83125" y="41562"/>
                </a:cubicBezTo>
                <a:cubicBezTo>
                  <a:pt x="113175" y="41562"/>
                  <a:pt x="547996" y="41562"/>
                  <a:pt x="547996" y="41562"/>
                </a:cubicBezTo>
                <a:cubicBezTo>
                  <a:pt x="547996" y="41562"/>
                  <a:pt x="533864" y="0"/>
                  <a:pt x="506419" y="0"/>
                </a:cubicBezTo>
                <a:lnTo>
                  <a:pt x="59280" y="0"/>
                </a:lnTo>
                <a:close/>
                <a:moveTo>
                  <a:pt x="108610" y="70917"/>
                </a:moveTo>
                <a:cubicBezTo>
                  <a:pt x="67940" y="70917"/>
                  <a:pt x="70924" y="105270"/>
                  <a:pt x="70924" y="105270"/>
                </a:cubicBezTo>
                <a:cubicBezTo>
                  <a:pt x="70924" y="105270"/>
                  <a:pt x="70924" y="415529"/>
                  <a:pt x="70924" y="439391"/>
                </a:cubicBezTo>
                <a:cubicBezTo>
                  <a:pt x="70924" y="463281"/>
                  <a:pt x="85057" y="480953"/>
                  <a:pt x="108054" y="480953"/>
                </a:cubicBezTo>
                <a:cubicBezTo>
                  <a:pt x="131053" y="480953"/>
                  <a:pt x="262631" y="480953"/>
                  <a:pt x="262631" y="480953"/>
                </a:cubicBezTo>
                <a:lnTo>
                  <a:pt x="344089" y="627784"/>
                </a:lnTo>
                <a:lnTo>
                  <a:pt x="436051" y="478192"/>
                </a:lnTo>
                <a:cubicBezTo>
                  <a:pt x="436051" y="478192"/>
                  <a:pt x="559027" y="478192"/>
                  <a:pt x="587320" y="478192"/>
                </a:cubicBezTo>
                <a:cubicBezTo>
                  <a:pt x="615615" y="478192"/>
                  <a:pt x="629425" y="478046"/>
                  <a:pt x="629425" y="433840"/>
                </a:cubicBezTo>
                <a:lnTo>
                  <a:pt x="629425" y="121895"/>
                </a:lnTo>
                <a:cubicBezTo>
                  <a:pt x="629425" y="92714"/>
                  <a:pt x="631999" y="70917"/>
                  <a:pt x="593962" y="70917"/>
                </a:cubicBezTo>
                <a:lnTo>
                  <a:pt x="108610" y="70917"/>
                </a:lnTo>
                <a:close/>
              </a:path>
            </a:pathLst>
          </a:custGeom>
          <a:solidFill>
            <a:srgbClr val="284E7D">
              <a:alpha val="100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9" name="Connector 17">
            <a:extLst>
              <a:ext uri="{FF2B5EF4-FFF2-40B4-BE49-F238E27FC236}">
                <a16:creationId xmlns:a16="http://schemas.microsoft.com/office/drawing/2014/main" id="{1755CC42-AF77-37AB-D2FB-D3878D85654C}"/>
              </a:ext>
            </a:extLst>
          </p:cNvPr>
          <p:cNvCxnSpPr/>
          <p:nvPr/>
        </p:nvCxnSpPr>
        <p:spPr>
          <a:xfrm rot="3">
            <a:off x="3543300" y="2057400"/>
            <a:ext cx="1028778"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0" name="Connector 18">
            <a:extLst>
              <a:ext uri="{FF2B5EF4-FFF2-40B4-BE49-F238E27FC236}">
                <a16:creationId xmlns:a16="http://schemas.microsoft.com/office/drawing/2014/main" id="{4B272935-1530-FF7E-4523-541C8ECB743B}"/>
              </a:ext>
            </a:extLst>
          </p:cNvPr>
          <p:cNvCxnSpPr/>
          <p:nvPr/>
        </p:nvCxnSpPr>
        <p:spPr>
          <a:xfrm rot="5223772">
            <a:off x="4330621" y="2298781"/>
            <a:ext cx="495463"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1" name="Connector 19">
            <a:extLst>
              <a:ext uri="{FF2B5EF4-FFF2-40B4-BE49-F238E27FC236}">
                <a16:creationId xmlns:a16="http://schemas.microsoft.com/office/drawing/2014/main" id="{01E825D4-C761-C3A5-C8B7-F31EC43E5484}"/>
              </a:ext>
            </a:extLst>
          </p:cNvPr>
          <p:cNvCxnSpPr/>
          <p:nvPr/>
        </p:nvCxnSpPr>
        <p:spPr>
          <a:xfrm rot="3">
            <a:off x="7505700" y="2057400"/>
            <a:ext cx="1016079"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2" name="Connector 20">
            <a:extLst>
              <a:ext uri="{FF2B5EF4-FFF2-40B4-BE49-F238E27FC236}">
                <a16:creationId xmlns:a16="http://schemas.microsoft.com/office/drawing/2014/main" id="{E5D6AE73-5266-42FA-1FBF-80556DCBC3E4}"/>
              </a:ext>
            </a:extLst>
          </p:cNvPr>
          <p:cNvCxnSpPr/>
          <p:nvPr/>
        </p:nvCxnSpPr>
        <p:spPr>
          <a:xfrm rot="5223772">
            <a:off x="7238921" y="2298781"/>
            <a:ext cx="495463"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3" name="Connector 21">
            <a:extLst>
              <a:ext uri="{FF2B5EF4-FFF2-40B4-BE49-F238E27FC236}">
                <a16:creationId xmlns:a16="http://schemas.microsoft.com/office/drawing/2014/main" id="{8C9C02C5-5F20-329C-ED7A-1527C8BFEA2F}"/>
              </a:ext>
            </a:extLst>
          </p:cNvPr>
          <p:cNvCxnSpPr/>
          <p:nvPr/>
        </p:nvCxnSpPr>
        <p:spPr>
          <a:xfrm rot="3">
            <a:off x="3543300" y="5486400"/>
            <a:ext cx="1028778"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4" name="Connector 22">
            <a:extLst>
              <a:ext uri="{FF2B5EF4-FFF2-40B4-BE49-F238E27FC236}">
                <a16:creationId xmlns:a16="http://schemas.microsoft.com/office/drawing/2014/main" id="{A2C5BB72-C508-3A04-AF55-46C8B3E76327}"/>
              </a:ext>
            </a:extLst>
          </p:cNvPr>
          <p:cNvCxnSpPr/>
          <p:nvPr/>
        </p:nvCxnSpPr>
        <p:spPr>
          <a:xfrm rot="5223772">
            <a:off x="4330621" y="5232481"/>
            <a:ext cx="495463"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5" name="Connector 23">
            <a:extLst>
              <a:ext uri="{FF2B5EF4-FFF2-40B4-BE49-F238E27FC236}">
                <a16:creationId xmlns:a16="http://schemas.microsoft.com/office/drawing/2014/main" id="{CE10274B-30FF-9A07-C8A9-53BDD470907A}"/>
              </a:ext>
            </a:extLst>
          </p:cNvPr>
          <p:cNvCxnSpPr/>
          <p:nvPr/>
        </p:nvCxnSpPr>
        <p:spPr>
          <a:xfrm rot="3">
            <a:off x="7480300" y="5486400"/>
            <a:ext cx="1028778"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6" name="Connector 24">
            <a:extLst>
              <a:ext uri="{FF2B5EF4-FFF2-40B4-BE49-F238E27FC236}">
                <a16:creationId xmlns:a16="http://schemas.microsoft.com/office/drawing/2014/main" id="{AB4321F1-92DA-11D2-83F1-93B60EA127DB}"/>
              </a:ext>
            </a:extLst>
          </p:cNvPr>
          <p:cNvCxnSpPr/>
          <p:nvPr/>
        </p:nvCxnSpPr>
        <p:spPr>
          <a:xfrm rot="5223772">
            <a:off x="7251621" y="5232481"/>
            <a:ext cx="495463"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sp>
        <p:nvSpPr>
          <p:cNvPr id="17" name="AutoShape 25">
            <a:extLst>
              <a:ext uri="{FF2B5EF4-FFF2-40B4-BE49-F238E27FC236}">
                <a16:creationId xmlns:a16="http://schemas.microsoft.com/office/drawing/2014/main" id="{93008BEA-E94D-1DEC-55C8-A0D57986AE54}"/>
              </a:ext>
            </a:extLst>
          </p:cNvPr>
          <p:cNvSpPr/>
          <p:nvPr/>
        </p:nvSpPr>
        <p:spPr>
          <a:xfrm>
            <a:off x="3302000" y="1930400"/>
            <a:ext cx="254000" cy="254000"/>
          </a:xfrm>
          <a:prstGeom prst="ellipse">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26">
            <a:extLst>
              <a:ext uri="{FF2B5EF4-FFF2-40B4-BE49-F238E27FC236}">
                <a16:creationId xmlns:a16="http://schemas.microsoft.com/office/drawing/2014/main" id="{3A88A187-F5DD-4281-7B2A-748351EB4A6B}"/>
              </a:ext>
            </a:extLst>
          </p:cNvPr>
          <p:cNvSpPr/>
          <p:nvPr/>
        </p:nvSpPr>
        <p:spPr>
          <a:xfrm>
            <a:off x="3289300" y="5372100"/>
            <a:ext cx="254000" cy="2540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27">
            <a:extLst>
              <a:ext uri="{FF2B5EF4-FFF2-40B4-BE49-F238E27FC236}">
                <a16:creationId xmlns:a16="http://schemas.microsoft.com/office/drawing/2014/main" id="{181862E4-B5C0-89B6-CA49-3FAAFC7A3062}"/>
              </a:ext>
            </a:extLst>
          </p:cNvPr>
          <p:cNvSpPr/>
          <p:nvPr/>
        </p:nvSpPr>
        <p:spPr>
          <a:xfrm>
            <a:off x="8521700" y="1930400"/>
            <a:ext cx="254000" cy="2540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8">
            <a:extLst>
              <a:ext uri="{FF2B5EF4-FFF2-40B4-BE49-F238E27FC236}">
                <a16:creationId xmlns:a16="http://schemas.microsoft.com/office/drawing/2014/main" id="{BBF3AD1D-EE2F-D470-E13A-B497CC424F61}"/>
              </a:ext>
            </a:extLst>
          </p:cNvPr>
          <p:cNvSpPr/>
          <p:nvPr/>
        </p:nvSpPr>
        <p:spPr>
          <a:xfrm>
            <a:off x="8470900" y="5372100"/>
            <a:ext cx="254000" cy="254000"/>
          </a:xfrm>
          <a:prstGeom prst="ellipse">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Freeform 29">
            <a:extLst>
              <a:ext uri="{FF2B5EF4-FFF2-40B4-BE49-F238E27FC236}">
                <a16:creationId xmlns:a16="http://schemas.microsoft.com/office/drawing/2014/main" id="{0982D153-4420-00C6-DE2E-FB9371D4B6AA}"/>
              </a:ext>
            </a:extLst>
          </p:cNvPr>
          <p:cNvSpPr/>
          <p:nvPr/>
        </p:nvSpPr>
        <p:spPr>
          <a:xfrm>
            <a:off x="2283941" y="1646933"/>
            <a:ext cx="542149" cy="631850"/>
          </a:xfrm>
          <a:custGeom>
            <a:avLst/>
            <a:gdLst/>
            <a:ahLst/>
            <a:cxnLst/>
            <a:rect l="l" t="t" r="r" b="b"/>
            <a:pathLst>
              <a:path w="542149" h="631850">
                <a:moveTo>
                  <a:pt x="301044" y="452505"/>
                </a:moveTo>
                <a:lnTo>
                  <a:pt x="301044" y="303055"/>
                </a:lnTo>
                <a:cubicBezTo>
                  <a:pt x="301044" y="286498"/>
                  <a:pt x="287616" y="273100"/>
                  <a:pt x="271075" y="273100"/>
                </a:cubicBezTo>
                <a:cubicBezTo>
                  <a:pt x="254585" y="273100"/>
                  <a:pt x="241206" y="286498"/>
                  <a:pt x="241206" y="303055"/>
                </a:cubicBezTo>
                <a:lnTo>
                  <a:pt x="241206" y="452505"/>
                </a:lnTo>
                <a:lnTo>
                  <a:pt x="94149" y="452505"/>
                </a:lnTo>
                <a:lnTo>
                  <a:pt x="174869" y="351585"/>
                </a:lnTo>
                <a:cubicBezTo>
                  <a:pt x="182022" y="342546"/>
                  <a:pt x="183503" y="330319"/>
                  <a:pt x="178559" y="319992"/>
                </a:cubicBezTo>
                <a:cubicBezTo>
                  <a:pt x="173614" y="309520"/>
                  <a:pt x="163072" y="303055"/>
                  <a:pt x="151527" y="303055"/>
                </a:cubicBezTo>
                <a:lnTo>
                  <a:pt x="119324" y="303055"/>
                </a:lnTo>
                <a:lnTo>
                  <a:pt x="271075" y="86119"/>
                </a:lnTo>
                <a:lnTo>
                  <a:pt x="423053" y="303055"/>
                </a:lnTo>
                <a:lnTo>
                  <a:pt x="390674" y="303055"/>
                </a:lnTo>
                <a:cubicBezTo>
                  <a:pt x="379305" y="303055"/>
                  <a:pt x="368712" y="309520"/>
                  <a:pt x="363742" y="319992"/>
                </a:cubicBezTo>
                <a:cubicBezTo>
                  <a:pt x="358773" y="330319"/>
                  <a:pt x="360153" y="342546"/>
                  <a:pt x="367433" y="351585"/>
                </a:cubicBezTo>
                <a:lnTo>
                  <a:pt x="448177" y="452505"/>
                </a:lnTo>
                <a:cubicBezTo>
                  <a:pt x="448177" y="452505"/>
                  <a:pt x="301044" y="452505"/>
                  <a:pt x="301044" y="452505"/>
                </a:cubicBezTo>
                <a:close/>
                <a:moveTo>
                  <a:pt x="533666" y="463680"/>
                </a:moveTo>
                <a:lnTo>
                  <a:pt x="452946" y="362701"/>
                </a:lnTo>
                <a:lnTo>
                  <a:pt x="480380" y="362701"/>
                </a:lnTo>
                <a:cubicBezTo>
                  <a:pt x="491525" y="362701"/>
                  <a:pt x="501739" y="356528"/>
                  <a:pt x="506960" y="346641"/>
                </a:cubicBezTo>
                <a:cubicBezTo>
                  <a:pt x="512055" y="336724"/>
                  <a:pt x="511202" y="324877"/>
                  <a:pt x="504978" y="315721"/>
                </a:cubicBezTo>
                <a:lnTo>
                  <a:pt x="295598" y="16733"/>
                </a:lnTo>
                <a:cubicBezTo>
                  <a:pt x="286110" y="3335"/>
                  <a:pt x="267410" y="0"/>
                  <a:pt x="254033" y="9478"/>
                </a:cubicBezTo>
                <a:cubicBezTo>
                  <a:pt x="251222" y="11409"/>
                  <a:pt x="249214" y="13866"/>
                  <a:pt x="247306" y="16382"/>
                </a:cubicBezTo>
                <a:cubicBezTo>
                  <a:pt x="246578" y="16733"/>
                  <a:pt x="37374" y="315721"/>
                  <a:pt x="37374" y="315721"/>
                </a:cubicBezTo>
                <a:cubicBezTo>
                  <a:pt x="30973" y="324877"/>
                  <a:pt x="30271" y="336724"/>
                  <a:pt x="35366" y="346641"/>
                </a:cubicBezTo>
                <a:cubicBezTo>
                  <a:pt x="40461" y="356528"/>
                  <a:pt x="50652" y="362701"/>
                  <a:pt x="61896" y="362701"/>
                </a:cubicBezTo>
                <a:lnTo>
                  <a:pt x="89380" y="362701"/>
                </a:lnTo>
                <a:lnTo>
                  <a:pt x="8686" y="463680"/>
                </a:lnTo>
                <a:cubicBezTo>
                  <a:pt x="1457" y="472602"/>
                  <a:pt x="0" y="484917"/>
                  <a:pt x="4995" y="495360"/>
                </a:cubicBezTo>
                <a:cubicBezTo>
                  <a:pt x="9941" y="505568"/>
                  <a:pt x="20482" y="512180"/>
                  <a:pt x="32027" y="512180"/>
                </a:cubicBezTo>
                <a:lnTo>
                  <a:pt x="241206" y="512180"/>
                </a:lnTo>
                <a:lnTo>
                  <a:pt x="241206" y="601955"/>
                </a:lnTo>
                <a:cubicBezTo>
                  <a:pt x="241206" y="618395"/>
                  <a:pt x="254585" y="631851"/>
                  <a:pt x="271075" y="631851"/>
                </a:cubicBezTo>
                <a:cubicBezTo>
                  <a:pt x="287616" y="631851"/>
                  <a:pt x="301044" y="618395"/>
                  <a:pt x="301044" y="601955"/>
                </a:cubicBezTo>
                <a:lnTo>
                  <a:pt x="301044" y="512180"/>
                </a:lnTo>
                <a:lnTo>
                  <a:pt x="510349" y="512180"/>
                </a:lnTo>
                <a:cubicBezTo>
                  <a:pt x="521719" y="512180"/>
                  <a:pt x="532236" y="505568"/>
                  <a:pt x="537180" y="495360"/>
                </a:cubicBezTo>
                <a:cubicBezTo>
                  <a:pt x="542149" y="484917"/>
                  <a:pt x="540845" y="472602"/>
                  <a:pt x="533666" y="463680"/>
                </a:cubicBezTo>
                <a:cubicBezTo>
                  <a:pt x="533666" y="463680"/>
                  <a:pt x="533666" y="463680"/>
                  <a:pt x="533666" y="463680"/>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Freeform 30">
            <a:extLst>
              <a:ext uri="{FF2B5EF4-FFF2-40B4-BE49-F238E27FC236}">
                <a16:creationId xmlns:a16="http://schemas.microsoft.com/office/drawing/2014/main" id="{FDFA3E8F-FEE3-C21C-6025-D0F7094C4977}"/>
              </a:ext>
            </a:extLst>
          </p:cNvPr>
          <p:cNvSpPr/>
          <p:nvPr/>
        </p:nvSpPr>
        <p:spPr>
          <a:xfrm>
            <a:off x="9182100" y="1651000"/>
            <a:ext cx="630241" cy="627784"/>
          </a:xfrm>
          <a:custGeom>
            <a:avLst/>
            <a:gdLst/>
            <a:ahLst/>
            <a:cxnLst/>
            <a:rect l="l" t="t" r="r" b="b"/>
            <a:pathLst>
              <a:path w="630241" h="627784">
                <a:moveTo>
                  <a:pt x="154175" y="0"/>
                </a:moveTo>
                <a:cubicBezTo>
                  <a:pt x="143584" y="0"/>
                  <a:pt x="137603" y="6656"/>
                  <a:pt x="137603" y="17206"/>
                </a:cubicBezTo>
                <a:lnTo>
                  <a:pt x="137603" y="75566"/>
                </a:lnTo>
                <a:cubicBezTo>
                  <a:pt x="135969" y="66672"/>
                  <a:pt x="129170" y="59581"/>
                  <a:pt x="119775" y="59581"/>
                </a:cubicBezTo>
                <a:cubicBezTo>
                  <a:pt x="112277" y="59581"/>
                  <a:pt x="104719" y="59204"/>
                  <a:pt x="97658" y="58971"/>
                </a:cubicBezTo>
                <a:cubicBezTo>
                  <a:pt x="67022" y="58042"/>
                  <a:pt x="37960" y="57198"/>
                  <a:pt x="18440" y="76177"/>
                </a:cubicBezTo>
                <a:cubicBezTo>
                  <a:pt x="5777" y="88412"/>
                  <a:pt x="0" y="106723"/>
                  <a:pt x="0" y="132067"/>
                </a:cubicBezTo>
                <a:cubicBezTo>
                  <a:pt x="0" y="201530"/>
                  <a:pt x="46568" y="334150"/>
                  <a:pt x="119775" y="334150"/>
                </a:cubicBezTo>
                <a:cubicBezTo>
                  <a:pt x="130367" y="334150"/>
                  <a:pt x="138828" y="325692"/>
                  <a:pt x="138828" y="315112"/>
                </a:cubicBezTo>
                <a:cubicBezTo>
                  <a:pt x="138828" y="304563"/>
                  <a:pt x="130367" y="296075"/>
                  <a:pt x="119775" y="296075"/>
                </a:cubicBezTo>
                <a:cubicBezTo>
                  <a:pt x="81902" y="296075"/>
                  <a:pt x="38077" y="196851"/>
                  <a:pt x="38077" y="132067"/>
                </a:cubicBezTo>
                <a:cubicBezTo>
                  <a:pt x="38077" y="122273"/>
                  <a:pt x="38952" y="109572"/>
                  <a:pt x="44846" y="103817"/>
                </a:cubicBezTo>
                <a:cubicBezTo>
                  <a:pt x="52812" y="96115"/>
                  <a:pt x="73995" y="96347"/>
                  <a:pt x="96432" y="97045"/>
                </a:cubicBezTo>
                <a:cubicBezTo>
                  <a:pt x="103844" y="97306"/>
                  <a:pt x="111868" y="97655"/>
                  <a:pt x="119775" y="97655"/>
                </a:cubicBezTo>
                <a:cubicBezTo>
                  <a:pt x="129170" y="97655"/>
                  <a:pt x="135969" y="90564"/>
                  <a:pt x="137603" y="81699"/>
                </a:cubicBezTo>
                <a:lnTo>
                  <a:pt x="137603" y="299767"/>
                </a:lnTo>
                <a:cubicBezTo>
                  <a:pt x="137603" y="395300"/>
                  <a:pt x="207192" y="478452"/>
                  <a:pt x="294842" y="498159"/>
                </a:cubicBezTo>
                <a:lnTo>
                  <a:pt x="294842" y="589711"/>
                </a:lnTo>
                <a:lnTo>
                  <a:pt x="195958" y="589711"/>
                </a:lnTo>
                <a:cubicBezTo>
                  <a:pt x="185425" y="589711"/>
                  <a:pt x="176905" y="598197"/>
                  <a:pt x="176905" y="608747"/>
                </a:cubicBezTo>
                <a:cubicBezTo>
                  <a:pt x="176905" y="619269"/>
                  <a:pt x="185425" y="627784"/>
                  <a:pt x="195958" y="627784"/>
                </a:cubicBezTo>
                <a:lnTo>
                  <a:pt x="473001" y="627784"/>
                </a:lnTo>
                <a:cubicBezTo>
                  <a:pt x="483593" y="627784"/>
                  <a:pt x="492026" y="619269"/>
                  <a:pt x="492026" y="608747"/>
                </a:cubicBezTo>
                <a:cubicBezTo>
                  <a:pt x="492026" y="598197"/>
                  <a:pt x="483535" y="589711"/>
                  <a:pt x="473001" y="589711"/>
                </a:cubicBezTo>
                <a:lnTo>
                  <a:pt x="332948" y="589711"/>
                </a:lnTo>
                <a:lnTo>
                  <a:pt x="332948" y="506151"/>
                </a:lnTo>
                <a:lnTo>
                  <a:pt x="340302" y="506151"/>
                </a:lnTo>
                <a:cubicBezTo>
                  <a:pt x="434924" y="506151"/>
                  <a:pt x="517294" y="425237"/>
                  <a:pt x="532583" y="329237"/>
                </a:cubicBezTo>
                <a:cubicBezTo>
                  <a:pt x="592630" y="305812"/>
                  <a:pt x="630241" y="194061"/>
                  <a:pt x="630241" y="132067"/>
                </a:cubicBezTo>
                <a:cubicBezTo>
                  <a:pt x="630241" y="106665"/>
                  <a:pt x="623792" y="88412"/>
                  <a:pt x="611188" y="76177"/>
                </a:cubicBezTo>
                <a:cubicBezTo>
                  <a:pt x="593098" y="58651"/>
                  <a:pt x="566809" y="58216"/>
                  <a:pt x="538710" y="58971"/>
                </a:cubicBezTo>
                <a:lnTo>
                  <a:pt x="538710" y="17206"/>
                </a:lnTo>
                <a:cubicBezTo>
                  <a:pt x="538710" y="6656"/>
                  <a:pt x="527740" y="0"/>
                  <a:pt x="517206" y="0"/>
                </a:cubicBezTo>
                <a:lnTo>
                  <a:pt x="154175" y="0"/>
                </a:lnTo>
                <a:close/>
                <a:moveTo>
                  <a:pt x="175679" y="38073"/>
                </a:moveTo>
                <a:cubicBezTo>
                  <a:pt x="175679" y="38073"/>
                  <a:pt x="500633" y="38073"/>
                  <a:pt x="500633" y="38073"/>
                </a:cubicBezTo>
                <a:lnTo>
                  <a:pt x="500633" y="63882"/>
                </a:lnTo>
                <a:cubicBezTo>
                  <a:pt x="495440" y="67313"/>
                  <a:pt x="491413" y="71963"/>
                  <a:pt x="491413" y="78618"/>
                </a:cubicBezTo>
                <a:cubicBezTo>
                  <a:pt x="491413" y="85303"/>
                  <a:pt x="495440" y="89953"/>
                  <a:pt x="500633" y="93383"/>
                </a:cubicBezTo>
                <a:lnTo>
                  <a:pt x="500633" y="299767"/>
                </a:lnTo>
                <a:cubicBezTo>
                  <a:pt x="500633" y="299970"/>
                  <a:pt x="500633" y="300173"/>
                  <a:pt x="500633" y="300377"/>
                </a:cubicBezTo>
                <a:cubicBezTo>
                  <a:pt x="495440" y="303807"/>
                  <a:pt x="491413" y="308428"/>
                  <a:pt x="491413" y="315112"/>
                </a:cubicBezTo>
                <a:cubicBezTo>
                  <a:pt x="491413" y="318920"/>
                  <a:pt x="493193" y="321972"/>
                  <a:pt x="495089" y="324936"/>
                </a:cubicBezTo>
                <a:cubicBezTo>
                  <a:pt x="481843" y="401462"/>
                  <a:pt x="414617" y="468076"/>
                  <a:pt x="340302" y="468076"/>
                </a:cubicBezTo>
                <a:lnTo>
                  <a:pt x="331081" y="468076"/>
                </a:lnTo>
                <a:cubicBezTo>
                  <a:pt x="248303" y="468076"/>
                  <a:pt x="175679" y="386639"/>
                  <a:pt x="175679" y="299767"/>
                </a:cubicBezTo>
                <a:lnTo>
                  <a:pt x="175679" y="38073"/>
                </a:lnTo>
                <a:close/>
                <a:moveTo>
                  <a:pt x="538710" y="97045"/>
                </a:moveTo>
                <a:cubicBezTo>
                  <a:pt x="558872" y="96493"/>
                  <a:pt x="577517" y="96783"/>
                  <a:pt x="584782" y="103817"/>
                </a:cubicBezTo>
                <a:cubicBezTo>
                  <a:pt x="590647" y="109572"/>
                  <a:pt x="592164" y="122273"/>
                  <a:pt x="592164" y="132067"/>
                </a:cubicBezTo>
                <a:cubicBezTo>
                  <a:pt x="592164" y="181069"/>
                  <a:pt x="567304" y="249516"/>
                  <a:pt x="538710" y="280120"/>
                </a:cubicBezTo>
                <a:lnTo>
                  <a:pt x="538710" y="97045"/>
                </a:lnTo>
                <a:close/>
                <a:moveTo>
                  <a:pt x="225428" y="216237"/>
                </a:moveTo>
                <a:cubicBezTo>
                  <a:pt x="220205" y="216237"/>
                  <a:pt x="216237" y="220102"/>
                  <a:pt x="216237" y="225450"/>
                </a:cubicBezTo>
                <a:lnTo>
                  <a:pt x="216237" y="280120"/>
                </a:lnTo>
                <a:cubicBezTo>
                  <a:pt x="216237" y="355802"/>
                  <a:pt x="245678" y="397626"/>
                  <a:pt x="308964" y="409106"/>
                </a:cubicBezTo>
                <a:cubicBezTo>
                  <a:pt x="309576" y="409193"/>
                  <a:pt x="309023" y="409716"/>
                  <a:pt x="309606" y="409716"/>
                </a:cubicBezTo>
                <a:cubicBezTo>
                  <a:pt x="314187" y="409716"/>
                  <a:pt x="318621" y="406345"/>
                  <a:pt x="319410" y="401724"/>
                </a:cubicBezTo>
                <a:cubicBezTo>
                  <a:pt x="320344" y="396521"/>
                  <a:pt x="317222" y="391639"/>
                  <a:pt x="312057" y="390679"/>
                </a:cubicBezTo>
                <a:cubicBezTo>
                  <a:pt x="257874" y="380884"/>
                  <a:pt x="235261" y="346822"/>
                  <a:pt x="235261" y="280120"/>
                </a:cubicBezTo>
                <a:lnTo>
                  <a:pt x="235261" y="225450"/>
                </a:lnTo>
                <a:cubicBezTo>
                  <a:pt x="235261" y="220102"/>
                  <a:pt x="230709" y="216237"/>
                  <a:pt x="225428" y="216237"/>
                </a:cubicBezTo>
                <a:close/>
                <a:moveTo>
                  <a:pt x="323728" y="412797"/>
                </a:moveTo>
                <a:cubicBezTo>
                  <a:pt x="318446" y="412797"/>
                  <a:pt x="314508" y="416721"/>
                  <a:pt x="314508" y="422011"/>
                </a:cubicBezTo>
                <a:cubicBezTo>
                  <a:pt x="314508" y="427271"/>
                  <a:pt x="318446" y="431834"/>
                  <a:pt x="323728" y="431834"/>
                </a:cubicBezTo>
                <a:lnTo>
                  <a:pt x="333560" y="431834"/>
                </a:lnTo>
                <a:cubicBezTo>
                  <a:pt x="338842" y="431834"/>
                  <a:pt x="342751" y="427271"/>
                  <a:pt x="342751" y="422011"/>
                </a:cubicBezTo>
                <a:cubicBezTo>
                  <a:pt x="342751" y="416721"/>
                  <a:pt x="338842" y="412797"/>
                  <a:pt x="333560" y="412797"/>
                </a:cubicBezTo>
                <a:lnTo>
                  <a:pt x="323728" y="412797"/>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Freeform 31">
            <a:extLst>
              <a:ext uri="{FF2B5EF4-FFF2-40B4-BE49-F238E27FC236}">
                <a16:creationId xmlns:a16="http://schemas.microsoft.com/office/drawing/2014/main" id="{859AFF46-CC10-4EA7-C5E3-979BE4E20DAE}"/>
              </a:ext>
            </a:extLst>
          </p:cNvPr>
          <p:cNvSpPr/>
          <p:nvPr/>
        </p:nvSpPr>
        <p:spPr>
          <a:xfrm>
            <a:off x="9182100" y="5295900"/>
            <a:ext cx="627784" cy="627784"/>
          </a:xfrm>
          <a:custGeom>
            <a:avLst/>
            <a:gdLst/>
            <a:ahLst/>
            <a:cxnLst/>
            <a:rect l="l" t="t" r="r" b="b"/>
            <a:pathLst>
              <a:path w="627784" h="627784">
                <a:moveTo>
                  <a:pt x="313892" y="448429"/>
                </a:moveTo>
                <a:cubicBezTo>
                  <a:pt x="239663" y="448429"/>
                  <a:pt x="179354" y="388093"/>
                  <a:pt x="179354" y="313892"/>
                </a:cubicBezTo>
                <a:cubicBezTo>
                  <a:pt x="179354" y="239720"/>
                  <a:pt x="239663" y="179384"/>
                  <a:pt x="313892" y="179384"/>
                </a:cubicBezTo>
                <a:cubicBezTo>
                  <a:pt x="388035" y="179384"/>
                  <a:pt x="448400" y="239720"/>
                  <a:pt x="448400" y="313892"/>
                </a:cubicBezTo>
                <a:cubicBezTo>
                  <a:pt x="448400" y="388093"/>
                  <a:pt x="388035" y="448429"/>
                  <a:pt x="313892" y="448429"/>
                </a:cubicBezTo>
                <a:cubicBezTo>
                  <a:pt x="313892" y="448429"/>
                  <a:pt x="313892" y="448429"/>
                  <a:pt x="313892" y="448429"/>
                </a:cubicBezTo>
                <a:close/>
                <a:moveTo>
                  <a:pt x="313892" y="125586"/>
                </a:moveTo>
                <a:cubicBezTo>
                  <a:pt x="210017" y="125586"/>
                  <a:pt x="125586" y="210047"/>
                  <a:pt x="125586" y="313892"/>
                </a:cubicBezTo>
                <a:cubicBezTo>
                  <a:pt x="125586" y="417766"/>
                  <a:pt x="210017" y="502199"/>
                  <a:pt x="313892" y="502199"/>
                </a:cubicBezTo>
                <a:cubicBezTo>
                  <a:pt x="417739" y="502199"/>
                  <a:pt x="502169" y="417766"/>
                  <a:pt x="502169" y="313892"/>
                </a:cubicBezTo>
                <a:cubicBezTo>
                  <a:pt x="502169" y="210047"/>
                  <a:pt x="417739" y="125586"/>
                  <a:pt x="313892" y="125586"/>
                </a:cubicBezTo>
                <a:cubicBezTo>
                  <a:pt x="313892" y="125586"/>
                  <a:pt x="313892" y="125586"/>
                  <a:pt x="313892" y="125586"/>
                </a:cubicBezTo>
                <a:close/>
                <a:moveTo>
                  <a:pt x="313892" y="520131"/>
                </a:moveTo>
                <a:cubicBezTo>
                  <a:pt x="298953" y="520131"/>
                  <a:pt x="287007" y="532251"/>
                  <a:pt x="287007" y="547014"/>
                </a:cubicBezTo>
                <a:lnTo>
                  <a:pt x="287007" y="600899"/>
                </a:lnTo>
                <a:cubicBezTo>
                  <a:pt x="287007" y="615693"/>
                  <a:pt x="298953" y="627784"/>
                  <a:pt x="313892" y="627784"/>
                </a:cubicBezTo>
                <a:cubicBezTo>
                  <a:pt x="328773" y="627784"/>
                  <a:pt x="340777" y="615693"/>
                  <a:pt x="340777" y="600899"/>
                </a:cubicBezTo>
                <a:lnTo>
                  <a:pt x="340777" y="547014"/>
                </a:lnTo>
                <a:cubicBezTo>
                  <a:pt x="340777" y="532251"/>
                  <a:pt x="328773" y="520131"/>
                  <a:pt x="313892" y="520131"/>
                </a:cubicBezTo>
                <a:cubicBezTo>
                  <a:pt x="313892" y="520131"/>
                  <a:pt x="313892" y="520131"/>
                  <a:pt x="313892" y="520131"/>
                </a:cubicBezTo>
                <a:close/>
                <a:moveTo>
                  <a:pt x="512225" y="474268"/>
                </a:moveTo>
                <a:cubicBezTo>
                  <a:pt x="507430" y="469355"/>
                  <a:pt x="500658" y="466362"/>
                  <a:pt x="493246" y="466362"/>
                </a:cubicBezTo>
                <a:cubicBezTo>
                  <a:pt x="478366" y="466362"/>
                  <a:pt x="466362" y="478395"/>
                  <a:pt x="466362" y="493246"/>
                </a:cubicBezTo>
                <a:cubicBezTo>
                  <a:pt x="466362" y="500687"/>
                  <a:pt x="469327" y="507459"/>
                  <a:pt x="474268" y="512284"/>
                </a:cubicBezTo>
                <a:lnTo>
                  <a:pt x="510017" y="548178"/>
                </a:lnTo>
                <a:cubicBezTo>
                  <a:pt x="514957" y="553002"/>
                  <a:pt x="521729" y="556054"/>
                  <a:pt x="529170" y="556054"/>
                </a:cubicBezTo>
                <a:cubicBezTo>
                  <a:pt x="543935" y="556054"/>
                  <a:pt x="556025" y="543963"/>
                  <a:pt x="556025" y="529170"/>
                </a:cubicBezTo>
                <a:cubicBezTo>
                  <a:pt x="556025" y="521729"/>
                  <a:pt x="553002" y="514986"/>
                  <a:pt x="548178" y="510103"/>
                </a:cubicBezTo>
                <a:cubicBezTo>
                  <a:pt x="548178" y="510103"/>
                  <a:pt x="512225" y="474268"/>
                  <a:pt x="512225" y="474268"/>
                </a:cubicBezTo>
                <a:close/>
                <a:moveTo>
                  <a:pt x="600842" y="287007"/>
                </a:moveTo>
                <a:lnTo>
                  <a:pt x="547014" y="287007"/>
                </a:lnTo>
                <a:cubicBezTo>
                  <a:pt x="532192" y="287007"/>
                  <a:pt x="520131" y="299011"/>
                  <a:pt x="520131" y="313892"/>
                </a:cubicBezTo>
                <a:cubicBezTo>
                  <a:pt x="520131" y="328773"/>
                  <a:pt x="532192" y="340777"/>
                  <a:pt x="547014" y="340777"/>
                </a:cubicBezTo>
                <a:lnTo>
                  <a:pt x="600842" y="340777"/>
                </a:lnTo>
                <a:cubicBezTo>
                  <a:pt x="615635" y="340777"/>
                  <a:pt x="627784" y="328773"/>
                  <a:pt x="627784" y="313892"/>
                </a:cubicBezTo>
                <a:cubicBezTo>
                  <a:pt x="627784" y="299011"/>
                  <a:pt x="615635" y="287007"/>
                  <a:pt x="600842" y="287007"/>
                </a:cubicBezTo>
                <a:cubicBezTo>
                  <a:pt x="600842" y="287007"/>
                  <a:pt x="600842" y="287007"/>
                  <a:pt x="600842" y="287007"/>
                </a:cubicBezTo>
                <a:close/>
                <a:moveTo>
                  <a:pt x="115500" y="153546"/>
                </a:moveTo>
                <a:cubicBezTo>
                  <a:pt x="120296" y="158399"/>
                  <a:pt x="127069" y="161422"/>
                  <a:pt x="134537" y="161422"/>
                </a:cubicBezTo>
                <a:cubicBezTo>
                  <a:pt x="149418" y="161422"/>
                  <a:pt x="161393" y="149389"/>
                  <a:pt x="161393" y="134537"/>
                </a:cubicBezTo>
                <a:cubicBezTo>
                  <a:pt x="161393" y="127069"/>
                  <a:pt x="158370" y="120354"/>
                  <a:pt x="153516" y="115500"/>
                </a:cubicBezTo>
                <a:lnTo>
                  <a:pt x="117681" y="79635"/>
                </a:lnTo>
                <a:cubicBezTo>
                  <a:pt x="112798" y="74811"/>
                  <a:pt x="106055" y="71730"/>
                  <a:pt x="98614" y="71730"/>
                </a:cubicBezTo>
                <a:cubicBezTo>
                  <a:pt x="83792" y="71730"/>
                  <a:pt x="71702" y="83821"/>
                  <a:pt x="71702" y="98585"/>
                </a:cubicBezTo>
                <a:cubicBezTo>
                  <a:pt x="71702" y="106055"/>
                  <a:pt x="74752" y="112827"/>
                  <a:pt x="79606" y="117652"/>
                </a:cubicBezTo>
                <a:cubicBezTo>
                  <a:pt x="79606" y="117652"/>
                  <a:pt x="115500" y="153546"/>
                  <a:pt x="115500" y="153546"/>
                </a:cubicBezTo>
                <a:close/>
                <a:moveTo>
                  <a:pt x="493246" y="161422"/>
                </a:moveTo>
                <a:cubicBezTo>
                  <a:pt x="500658" y="161422"/>
                  <a:pt x="507430" y="158399"/>
                  <a:pt x="512225" y="153546"/>
                </a:cubicBezTo>
                <a:lnTo>
                  <a:pt x="548178" y="117710"/>
                </a:lnTo>
                <a:cubicBezTo>
                  <a:pt x="553002" y="112798"/>
                  <a:pt x="556025" y="106055"/>
                  <a:pt x="556025" y="98585"/>
                </a:cubicBezTo>
                <a:cubicBezTo>
                  <a:pt x="556025" y="83821"/>
                  <a:pt x="543935" y="71730"/>
                  <a:pt x="529170" y="71730"/>
                </a:cubicBezTo>
                <a:cubicBezTo>
                  <a:pt x="521729" y="71730"/>
                  <a:pt x="514957" y="74781"/>
                  <a:pt x="510017" y="79606"/>
                </a:cubicBezTo>
                <a:lnTo>
                  <a:pt x="474268" y="115500"/>
                </a:lnTo>
                <a:cubicBezTo>
                  <a:pt x="469327" y="120354"/>
                  <a:pt x="466362" y="127069"/>
                  <a:pt x="466362" y="134537"/>
                </a:cubicBezTo>
                <a:cubicBezTo>
                  <a:pt x="466362" y="149389"/>
                  <a:pt x="478366" y="161422"/>
                  <a:pt x="493246" y="161422"/>
                </a:cubicBezTo>
                <a:cubicBezTo>
                  <a:pt x="493246" y="161422"/>
                  <a:pt x="493246" y="161422"/>
                  <a:pt x="493246" y="161422"/>
                </a:cubicBezTo>
                <a:close/>
                <a:moveTo>
                  <a:pt x="313892" y="107653"/>
                </a:moveTo>
                <a:cubicBezTo>
                  <a:pt x="328773" y="107653"/>
                  <a:pt x="340777" y="95592"/>
                  <a:pt x="340777" y="80769"/>
                </a:cubicBezTo>
                <a:lnTo>
                  <a:pt x="340777" y="26885"/>
                </a:lnTo>
                <a:cubicBezTo>
                  <a:pt x="340777" y="12090"/>
                  <a:pt x="328773" y="0"/>
                  <a:pt x="313892" y="0"/>
                </a:cubicBezTo>
                <a:cubicBezTo>
                  <a:pt x="298953" y="0"/>
                  <a:pt x="287007" y="12090"/>
                  <a:pt x="287007" y="26885"/>
                </a:cubicBezTo>
                <a:lnTo>
                  <a:pt x="287007" y="80769"/>
                </a:lnTo>
                <a:cubicBezTo>
                  <a:pt x="287007" y="95592"/>
                  <a:pt x="298953" y="107653"/>
                  <a:pt x="313892" y="107653"/>
                </a:cubicBezTo>
                <a:cubicBezTo>
                  <a:pt x="313892" y="107653"/>
                  <a:pt x="313892" y="107653"/>
                  <a:pt x="313892" y="107653"/>
                </a:cubicBezTo>
                <a:close/>
                <a:moveTo>
                  <a:pt x="134537" y="466362"/>
                </a:moveTo>
                <a:cubicBezTo>
                  <a:pt x="127069" y="466362"/>
                  <a:pt x="120296" y="469355"/>
                  <a:pt x="115500" y="474268"/>
                </a:cubicBezTo>
                <a:lnTo>
                  <a:pt x="79606" y="510103"/>
                </a:lnTo>
                <a:cubicBezTo>
                  <a:pt x="74752" y="514986"/>
                  <a:pt x="71702" y="521729"/>
                  <a:pt x="71702" y="529170"/>
                </a:cubicBezTo>
                <a:cubicBezTo>
                  <a:pt x="71702" y="543992"/>
                  <a:pt x="83792" y="556054"/>
                  <a:pt x="98614" y="556054"/>
                </a:cubicBezTo>
                <a:cubicBezTo>
                  <a:pt x="106055" y="556054"/>
                  <a:pt x="112798" y="553002"/>
                  <a:pt x="117593" y="548178"/>
                </a:cubicBezTo>
                <a:lnTo>
                  <a:pt x="153516" y="512284"/>
                </a:lnTo>
                <a:cubicBezTo>
                  <a:pt x="158370" y="507459"/>
                  <a:pt x="161393" y="500687"/>
                  <a:pt x="161393" y="493246"/>
                </a:cubicBezTo>
                <a:cubicBezTo>
                  <a:pt x="161393" y="478395"/>
                  <a:pt x="149418" y="466362"/>
                  <a:pt x="134537" y="466362"/>
                </a:cubicBezTo>
                <a:cubicBezTo>
                  <a:pt x="134537" y="466362"/>
                  <a:pt x="134537" y="466362"/>
                  <a:pt x="134537" y="466362"/>
                </a:cubicBezTo>
                <a:close/>
                <a:moveTo>
                  <a:pt x="107596" y="313921"/>
                </a:moveTo>
                <a:cubicBezTo>
                  <a:pt x="107596" y="299011"/>
                  <a:pt x="95533" y="287037"/>
                  <a:pt x="80740" y="287037"/>
                </a:cubicBezTo>
                <a:lnTo>
                  <a:pt x="26855" y="287037"/>
                </a:lnTo>
                <a:cubicBezTo>
                  <a:pt x="12090" y="287037"/>
                  <a:pt x="0" y="299011"/>
                  <a:pt x="0" y="313921"/>
                </a:cubicBezTo>
                <a:cubicBezTo>
                  <a:pt x="0" y="328773"/>
                  <a:pt x="12090" y="340806"/>
                  <a:pt x="26855" y="340806"/>
                </a:cubicBezTo>
                <a:lnTo>
                  <a:pt x="80740" y="340806"/>
                </a:lnTo>
                <a:cubicBezTo>
                  <a:pt x="95533" y="340806"/>
                  <a:pt x="107596" y="328773"/>
                  <a:pt x="107596" y="313921"/>
                </a:cubicBezTo>
                <a:cubicBezTo>
                  <a:pt x="107596" y="313921"/>
                  <a:pt x="107596" y="313921"/>
                  <a:pt x="107596" y="313921"/>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Freeform 32">
            <a:extLst>
              <a:ext uri="{FF2B5EF4-FFF2-40B4-BE49-F238E27FC236}">
                <a16:creationId xmlns:a16="http://schemas.microsoft.com/office/drawing/2014/main" id="{FA3B6DC7-A2E3-52AE-0C9E-CE07FD529609}"/>
              </a:ext>
            </a:extLst>
          </p:cNvPr>
          <p:cNvSpPr/>
          <p:nvPr/>
        </p:nvSpPr>
        <p:spPr>
          <a:xfrm>
            <a:off x="2336800" y="5280603"/>
            <a:ext cx="431869" cy="630381"/>
          </a:xfrm>
          <a:custGeom>
            <a:avLst/>
            <a:gdLst/>
            <a:ahLst/>
            <a:cxnLst/>
            <a:rect l="l" t="t" r="r" b="b"/>
            <a:pathLst>
              <a:path w="431869" h="630381">
                <a:moveTo>
                  <a:pt x="159851" y="3443"/>
                </a:moveTo>
                <a:cubicBezTo>
                  <a:pt x="146876" y="0"/>
                  <a:pt x="134019" y="7296"/>
                  <a:pt x="130580" y="20225"/>
                </a:cubicBezTo>
                <a:lnTo>
                  <a:pt x="122462" y="51656"/>
                </a:lnTo>
                <a:cubicBezTo>
                  <a:pt x="119103" y="64584"/>
                  <a:pt x="126322" y="77542"/>
                  <a:pt x="139258" y="80928"/>
                </a:cubicBezTo>
                <a:cubicBezTo>
                  <a:pt x="141317" y="81628"/>
                  <a:pt x="143676" y="82008"/>
                  <a:pt x="145755" y="82008"/>
                </a:cubicBezTo>
                <a:cubicBezTo>
                  <a:pt x="155952" y="82008"/>
                  <a:pt x="165769" y="75033"/>
                  <a:pt x="168529" y="64117"/>
                </a:cubicBezTo>
                <a:lnTo>
                  <a:pt x="176646" y="32686"/>
                </a:lnTo>
                <a:cubicBezTo>
                  <a:pt x="180045" y="19757"/>
                  <a:pt x="172747" y="6829"/>
                  <a:pt x="159851" y="3443"/>
                </a:cubicBezTo>
                <a:close/>
                <a:moveTo>
                  <a:pt x="333238" y="3443"/>
                </a:moveTo>
                <a:cubicBezTo>
                  <a:pt x="320302" y="0"/>
                  <a:pt x="307406" y="7296"/>
                  <a:pt x="303987" y="20225"/>
                </a:cubicBezTo>
                <a:lnTo>
                  <a:pt x="295849" y="51656"/>
                </a:lnTo>
                <a:cubicBezTo>
                  <a:pt x="292430" y="64584"/>
                  <a:pt x="299688" y="77542"/>
                  <a:pt x="312664" y="80928"/>
                </a:cubicBezTo>
                <a:cubicBezTo>
                  <a:pt x="314664" y="81628"/>
                  <a:pt x="317102" y="82008"/>
                  <a:pt x="319162" y="82008"/>
                </a:cubicBezTo>
                <a:cubicBezTo>
                  <a:pt x="329339" y="82008"/>
                  <a:pt x="339216" y="75033"/>
                  <a:pt x="341916" y="64117"/>
                </a:cubicBezTo>
                <a:lnTo>
                  <a:pt x="350053" y="32686"/>
                </a:lnTo>
                <a:cubicBezTo>
                  <a:pt x="353432" y="19757"/>
                  <a:pt x="346194" y="6829"/>
                  <a:pt x="333238" y="3443"/>
                </a:cubicBezTo>
                <a:close/>
                <a:moveTo>
                  <a:pt x="246545" y="55449"/>
                </a:moveTo>
                <a:cubicBezTo>
                  <a:pt x="233609" y="52065"/>
                  <a:pt x="220712" y="59332"/>
                  <a:pt x="217293" y="72260"/>
                </a:cubicBezTo>
                <a:lnTo>
                  <a:pt x="209156" y="103662"/>
                </a:lnTo>
                <a:cubicBezTo>
                  <a:pt x="205737" y="116591"/>
                  <a:pt x="213035" y="129520"/>
                  <a:pt x="225951" y="132935"/>
                </a:cubicBezTo>
                <a:cubicBezTo>
                  <a:pt x="227990" y="133634"/>
                  <a:pt x="230430" y="134014"/>
                  <a:pt x="232468" y="134014"/>
                </a:cubicBezTo>
                <a:cubicBezTo>
                  <a:pt x="243365" y="134014"/>
                  <a:pt x="252523" y="127039"/>
                  <a:pt x="255222" y="116153"/>
                </a:cubicBezTo>
                <a:lnTo>
                  <a:pt x="263340" y="84722"/>
                </a:lnTo>
                <a:cubicBezTo>
                  <a:pt x="266779" y="71764"/>
                  <a:pt x="259500" y="58864"/>
                  <a:pt x="246545" y="55449"/>
                </a:cubicBezTo>
                <a:close/>
                <a:moveTo>
                  <a:pt x="73157" y="90120"/>
                </a:moveTo>
                <a:cubicBezTo>
                  <a:pt x="60241" y="86736"/>
                  <a:pt x="47245" y="94003"/>
                  <a:pt x="43886" y="106931"/>
                </a:cubicBezTo>
                <a:lnTo>
                  <a:pt x="35770" y="138363"/>
                </a:lnTo>
                <a:cubicBezTo>
                  <a:pt x="32351" y="151291"/>
                  <a:pt x="39607" y="164191"/>
                  <a:pt x="52564" y="167606"/>
                </a:cubicBezTo>
                <a:cubicBezTo>
                  <a:pt x="54563" y="168276"/>
                  <a:pt x="57023" y="168714"/>
                  <a:pt x="59061" y="168714"/>
                </a:cubicBezTo>
                <a:cubicBezTo>
                  <a:pt x="69338" y="168714"/>
                  <a:pt x="79136" y="161710"/>
                  <a:pt x="81815" y="150824"/>
                </a:cubicBezTo>
                <a:lnTo>
                  <a:pt x="89953" y="119393"/>
                </a:lnTo>
                <a:cubicBezTo>
                  <a:pt x="93372" y="106464"/>
                  <a:pt x="86114" y="93506"/>
                  <a:pt x="73157" y="90120"/>
                </a:cubicBezTo>
                <a:close/>
                <a:moveTo>
                  <a:pt x="402617" y="90120"/>
                </a:moveTo>
                <a:cubicBezTo>
                  <a:pt x="389661" y="86736"/>
                  <a:pt x="376765" y="94003"/>
                  <a:pt x="373346" y="106931"/>
                </a:cubicBezTo>
                <a:lnTo>
                  <a:pt x="365209" y="138363"/>
                </a:lnTo>
                <a:cubicBezTo>
                  <a:pt x="361850" y="151291"/>
                  <a:pt x="369087" y="164191"/>
                  <a:pt x="382024" y="167606"/>
                </a:cubicBezTo>
                <a:cubicBezTo>
                  <a:pt x="384082" y="168276"/>
                  <a:pt x="386462" y="168714"/>
                  <a:pt x="388521" y="168714"/>
                </a:cubicBezTo>
                <a:cubicBezTo>
                  <a:pt x="398738" y="168714"/>
                  <a:pt x="407895" y="161710"/>
                  <a:pt x="411274" y="150824"/>
                </a:cubicBezTo>
                <a:lnTo>
                  <a:pt x="419412" y="119393"/>
                </a:lnTo>
                <a:cubicBezTo>
                  <a:pt x="422791" y="106464"/>
                  <a:pt x="415553" y="93506"/>
                  <a:pt x="402617" y="90120"/>
                </a:cubicBezTo>
                <a:close/>
                <a:moveTo>
                  <a:pt x="216214" y="176303"/>
                </a:moveTo>
                <a:cubicBezTo>
                  <a:pt x="167209" y="176303"/>
                  <a:pt x="118904" y="191711"/>
                  <a:pt x="80735" y="219641"/>
                </a:cubicBezTo>
                <a:cubicBezTo>
                  <a:pt x="29671" y="256413"/>
                  <a:pt x="0" y="312126"/>
                  <a:pt x="0" y="371371"/>
                </a:cubicBezTo>
                <a:cubicBezTo>
                  <a:pt x="0" y="384270"/>
                  <a:pt x="10897" y="395214"/>
                  <a:pt x="23833" y="395214"/>
                </a:cubicBezTo>
                <a:cubicBezTo>
                  <a:pt x="34050" y="395214"/>
                  <a:pt x="43207" y="390107"/>
                  <a:pt x="46605" y="380563"/>
                </a:cubicBezTo>
                <a:cubicBezTo>
                  <a:pt x="47266" y="378521"/>
                  <a:pt x="55523" y="359988"/>
                  <a:pt x="83454" y="359988"/>
                </a:cubicBezTo>
                <a:cubicBezTo>
                  <a:pt x="108627" y="359988"/>
                  <a:pt x="118284" y="374697"/>
                  <a:pt x="120303" y="379483"/>
                </a:cubicBezTo>
                <a:cubicBezTo>
                  <a:pt x="120983" y="381527"/>
                  <a:pt x="121623" y="383598"/>
                  <a:pt x="123002" y="384911"/>
                </a:cubicBezTo>
                <a:cubicBezTo>
                  <a:pt x="127820" y="391740"/>
                  <a:pt x="134879" y="395739"/>
                  <a:pt x="143057" y="395739"/>
                </a:cubicBezTo>
                <a:cubicBezTo>
                  <a:pt x="152613" y="395739"/>
                  <a:pt x="161351" y="389961"/>
                  <a:pt x="164729" y="381118"/>
                </a:cubicBezTo>
                <a:cubicBezTo>
                  <a:pt x="168209" y="376331"/>
                  <a:pt x="182145" y="359988"/>
                  <a:pt x="216214" y="359988"/>
                </a:cubicBezTo>
                <a:cubicBezTo>
                  <a:pt x="251604" y="359988"/>
                  <a:pt x="264939" y="377557"/>
                  <a:pt x="267678" y="381672"/>
                </a:cubicBezTo>
                <a:lnTo>
                  <a:pt x="269857" y="385991"/>
                </a:lnTo>
                <a:cubicBezTo>
                  <a:pt x="274616" y="392120"/>
                  <a:pt x="281894" y="395739"/>
                  <a:pt x="289352" y="395739"/>
                </a:cubicBezTo>
                <a:cubicBezTo>
                  <a:pt x="300269" y="395739"/>
                  <a:pt x="309965" y="388473"/>
                  <a:pt x="312664" y="378958"/>
                </a:cubicBezTo>
                <a:cubicBezTo>
                  <a:pt x="315403" y="373501"/>
                  <a:pt x="325140" y="359988"/>
                  <a:pt x="348953" y="359988"/>
                </a:cubicBezTo>
                <a:cubicBezTo>
                  <a:pt x="376185" y="359988"/>
                  <a:pt x="385102" y="379221"/>
                  <a:pt x="385802" y="380563"/>
                </a:cubicBezTo>
                <a:cubicBezTo>
                  <a:pt x="389161" y="390107"/>
                  <a:pt x="397759" y="395739"/>
                  <a:pt x="408036" y="395739"/>
                </a:cubicBezTo>
                <a:cubicBezTo>
                  <a:pt x="420952" y="395739"/>
                  <a:pt x="431869" y="384941"/>
                  <a:pt x="431869" y="371371"/>
                </a:cubicBezTo>
                <a:cubicBezTo>
                  <a:pt x="431869" y="312126"/>
                  <a:pt x="402737" y="257055"/>
                  <a:pt x="351672" y="219641"/>
                </a:cubicBezTo>
                <a:cubicBezTo>
                  <a:pt x="313544" y="191711"/>
                  <a:pt x="265219" y="176303"/>
                  <a:pt x="216214" y="176303"/>
                </a:cubicBezTo>
                <a:close/>
                <a:moveTo>
                  <a:pt x="216214" y="224514"/>
                </a:moveTo>
                <a:cubicBezTo>
                  <a:pt x="255702" y="224514"/>
                  <a:pt x="293530" y="236860"/>
                  <a:pt x="323501" y="258661"/>
                </a:cubicBezTo>
                <a:cubicBezTo>
                  <a:pt x="344614" y="274303"/>
                  <a:pt x="360930" y="293244"/>
                  <a:pt x="371187" y="315016"/>
                </a:cubicBezTo>
                <a:cubicBezTo>
                  <a:pt x="364368" y="312972"/>
                  <a:pt x="357151" y="312300"/>
                  <a:pt x="348953" y="312300"/>
                </a:cubicBezTo>
                <a:cubicBezTo>
                  <a:pt x="319663" y="312300"/>
                  <a:pt x="300648" y="322953"/>
                  <a:pt x="287732" y="334510"/>
                </a:cubicBezTo>
                <a:cubicBezTo>
                  <a:pt x="272736" y="322953"/>
                  <a:pt x="250243" y="312300"/>
                  <a:pt x="216214" y="312300"/>
                </a:cubicBezTo>
                <a:cubicBezTo>
                  <a:pt x="182145" y="312300"/>
                  <a:pt x="159631" y="322953"/>
                  <a:pt x="144676" y="334510"/>
                </a:cubicBezTo>
                <a:cubicBezTo>
                  <a:pt x="131719" y="322953"/>
                  <a:pt x="112046" y="312300"/>
                  <a:pt x="83454" y="312300"/>
                </a:cubicBezTo>
                <a:cubicBezTo>
                  <a:pt x="75297" y="312300"/>
                  <a:pt x="67520" y="313673"/>
                  <a:pt x="60682" y="315016"/>
                </a:cubicBezTo>
                <a:cubicBezTo>
                  <a:pt x="70879" y="293244"/>
                  <a:pt x="87273" y="274303"/>
                  <a:pt x="108367" y="258661"/>
                </a:cubicBezTo>
                <a:cubicBezTo>
                  <a:pt x="138337" y="236860"/>
                  <a:pt x="176707" y="224514"/>
                  <a:pt x="216214" y="224514"/>
                </a:cubicBezTo>
                <a:close/>
                <a:moveTo>
                  <a:pt x="214574" y="401722"/>
                </a:moveTo>
                <a:cubicBezTo>
                  <a:pt x="201638" y="401722"/>
                  <a:pt x="190741" y="412578"/>
                  <a:pt x="190741" y="425565"/>
                </a:cubicBezTo>
                <a:lnTo>
                  <a:pt x="190741" y="556690"/>
                </a:lnTo>
                <a:cubicBezTo>
                  <a:pt x="190741" y="597549"/>
                  <a:pt x="223572" y="630381"/>
                  <a:pt x="264439" y="630381"/>
                </a:cubicBezTo>
                <a:cubicBezTo>
                  <a:pt x="305266" y="630381"/>
                  <a:pt x="338117" y="596994"/>
                  <a:pt x="338117" y="556137"/>
                </a:cubicBezTo>
                <a:cubicBezTo>
                  <a:pt x="338117" y="543207"/>
                  <a:pt x="327221" y="532292"/>
                  <a:pt x="314284" y="532292"/>
                </a:cubicBezTo>
                <a:cubicBezTo>
                  <a:pt x="301328" y="532292"/>
                  <a:pt x="290431" y="543207"/>
                  <a:pt x="290431" y="556137"/>
                </a:cubicBezTo>
                <a:cubicBezTo>
                  <a:pt x="290431" y="570437"/>
                  <a:pt x="278714" y="582169"/>
                  <a:pt x="264439" y="582169"/>
                </a:cubicBezTo>
                <a:cubicBezTo>
                  <a:pt x="250124" y="582140"/>
                  <a:pt x="238427" y="570437"/>
                  <a:pt x="238427" y="556137"/>
                </a:cubicBezTo>
                <a:lnTo>
                  <a:pt x="238427" y="425565"/>
                </a:lnTo>
                <a:cubicBezTo>
                  <a:pt x="238427" y="412578"/>
                  <a:pt x="227510" y="401722"/>
                  <a:pt x="214574" y="401722"/>
                </a:cubicBez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33">
            <a:extLst>
              <a:ext uri="{FF2B5EF4-FFF2-40B4-BE49-F238E27FC236}">
                <a16:creationId xmlns:a16="http://schemas.microsoft.com/office/drawing/2014/main" id="{EAB323E1-1B5B-9C75-5A6A-894C871D7780}"/>
              </a:ext>
            </a:extLst>
          </p:cNvPr>
          <p:cNvSpPr/>
          <p:nvPr/>
        </p:nvSpPr>
        <p:spPr>
          <a:xfrm>
            <a:off x="1435100" y="2400300"/>
            <a:ext cx="2844800" cy="9525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endParaRPr lang="en-US" sz="1400" b="0" i="0" u="none" strike="noStrike" dirty="0">
              <a:solidFill>
                <a:srgbClr val="505050"/>
              </a:solidFill>
              <a:latin typeface="Noto Sans SC"/>
              <a:ea typeface="Noto Sans SC"/>
              <a:cs typeface="Noto Sans SC"/>
              <a:sym typeface="Noto Sans SC"/>
            </a:endParaRPr>
          </a:p>
        </p:txBody>
      </p:sp>
      <p:sp>
        <p:nvSpPr>
          <p:cNvPr id="26" name="AutoShape 34">
            <a:extLst>
              <a:ext uri="{FF2B5EF4-FFF2-40B4-BE49-F238E27FC236}">
                <a16:creationId xmlns:a16="http://schemas.microsoft.com/office/drawing/2014/main" id="{5FE067AE-055C-0FF7-F903-7214B5604250}"/>
              </a:ext>
            </a:extLst>
          </p:cNvPr>
          <p:cNvSpPr/>
          <p:nvPr/>
        </p:nvSpPr>
        <p:spPr>
          <a:xfrm>
            <a:off x="1435100" y="4356100"/>
            <a:ext cx="2844800" cy="9398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endParaRPr lang="en-US" sz="1400" b="0" i="0" u="none" strike="noStrike" dirty="0">
              <a:solidFill>
                <a:srgbClr val="505050"/>
              </a:solidFill>
              <a:latin typeface="Noto Sans SC"/>
              <a:ea typeface="Noto Sans SC"/>
              <a:cs typeface="Noto Sans SC"/>
              <a:sym typeface="Noto Sans SC"/>
            </a:endParaRPr>
          </a:p>
        </p:txBody>
      </p:sp>
      <p:sp>
        <p:nvSpPr>
          <p:cNvPr id="27" name="AutoShape 35">
            <a:extLst>
              <a:ext uri="{FF2B5EF4-FFF2-40B4-BE49-F238E27FC236}">
                <a16:creationId xmlns:a16="http://schemas.microsoft.com/office/drawing/2014/main" id="{2180B7F8-3DFA-2C97-92AE-185B8A9622B8}"/>
              </a:ext>
            </a:extLst>
          </p:cNvPr>
          <p:cNvSpPr/>
          <p:nvPr/>
        </p:nvSpPr>
        <p:spPr>
          <a:xfrm>
            <a:off x="8039100" y="4356100"/>
            <a:ext cx="2844800" cy="9398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endParaRPr lang="en-US" sz="1400" b="0" i="0" u="none" strike="noStrike" dirty="0">
              <a:solidFill>
                <a:srgbClr val="505050"/>
              </a:solidFill>
              <a:latin typeface="Noto Sans SC"/>
              <a:ea typeface="Noto Sans SC"/>
              <a:cs typeface="Noto Sans SC"/>
              <a:sym typeface="Noto Sans SC"/>
            </a:endParaRPr>
          </a:p>
        </p:txBody>
      </p:sp>
      <p:sp>
        <p:nvSpPr>
          <p:cNvPr id="28" name="AutoShape 36">
            <a:extLst>
              <a:ext uri="{FF2B5EF4-FFF2-40B4-BE49-F238E27FC236}">
                <a16:creationId xmlns:a16="http://schemas.microsoft.com/office/drawing/2014/main" id="{37CEF1AC-AA83-80DF-A536-631B770D1FFB}"/>
              </a:ext>
            </a:extLst>
          </p:cNvPr>
          <p:cNvSpPr/>
          <p:nvPr/>
        </p:nvSpPr>
        <p:spPr>
          <a:xfrm>
            <a:off x="8026400" y="2374900"/>
            <a:ext cx="2844800" cy="9398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endParaRPr lang="en-US" sz="1400" b="0" i="0" u="none" strike="noStrike" dirty="0">
              <a:solidFill>
                <a:srgbClr val="505050"/>
              </a:solidFill>
              <a:latin typeface="Noto Sans SC"/>
              <a:ea typeface="Noto Sans SC"/>
              <a:cs typeface="Noto Sans SC"/>
              <a:sym typeface="Noto Sans SC"/>
            </a:endParaRPr>
          </a:p>
        </p:txBody>
      </p:sp>
    </p:spTree>
    <p:extLst>
      <p:ext uri="{BB962C8B-B14F-4D97-AF65-F5344CB8AC3E}">
        <p14:creationId xmlns:p14="http://schemas.microsoft.com/office/powerpoint/2010/main" val="427776781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4_自定义版式">
    <p:spTree>
      <p:nvGrpSpPr>
        <p:cNvPr id="1" name=""/>
        <p:cNvGrpSpPr/>
        <p:nvPr/>
      </p:nvGrpSpPr>
      <p:grpSpPr>
        <a:xfrm>
          <a:off x="0" y="0"/>
          <a:ext cx="0" cy="0"/>
          <a:chOff x="0" y="0"/>
          <a:chExt cx="0" cy="0"/>
        </a:xfrm>
      </p:grpSpPr>
      <p:sp>
        <p:nvSpPr>
          <p:cNvPr id="3" name="Freeform 11">
            <a:extLst>
              <a:ext uri="{FF2B5EF4-FFF2-40B4-BE49-F238E27FC236}">
                <a16:creationId xmlns:a16="http://schemas.microsoft.com/office/drawing/2014/main" id="{FBF16A7B-58F2-97AB-32FE-C0AED742F73C}"/>
              </a:ext>
            </a:extLst>
          </p:cNvPr>
          <p:cNvSpPr/>
          <p:nvPr/>
        </p:nvSpPr>
        <p:spPr>
          <a:xfrm>
            <a:off x="5575300" y="5283200"/>
            <a:ext cx="309557" cy="309557"/>
          </a:xfrm>
          <a:custGeom>
            <a:avLst/>
            <a:gdLst/>
            <a:ahLst/>
            <a:cxnLst/>
            <a:rect l="l" t="t" r="r" b="b"/>
            <a:pathLst>
              <a:path w="309557" h="309557">
                <a:moveTo>
                  <a:pt x="154779" y="0"/>
                </a:moveTo>
                <a:cubicBezTo>
                  <a:pt x="70756" y="0"/>
                  <a:pt x="0" y="70756"/>
                  <a:pt x="0" y="154779"/>
                </a:cubicBezTo>
                <a:cubicBezTo>
                  <a:pt x="0" y="241012"/>
                  <a:pt x="70756" y="309557"/>
                  <a:pt x="154779" y="309557"/>
                </a:cubicBezTo>
                <a:cubicBezTo>
                  <a:pt x="241012" y="309557"/>
                  <a:pt x="309557" y="241012"/>
                  <a:pt x="309557" y="154779"/>
                </a:cubicBezTo>
                <a:cubicBezTo>
                  <a:pt x="309557" y="70756"/>
                  <a:pt x="241012" y="0"/>
                  <a:pt x="154779" y="0"/>
                </a:cubicBezTo>
                <a:close/>
                <a:moveTo>
                  <a:pt x="154779" y="283023"/>
                </a:moveTo>
                <a:cubicBezTo>
                  <a:pt x="84023" y="283023"/>
                  <a:pt x="26533" y="225534"/>
                  <a:pt x="26533" y="154779"/>
                </a:cubicBezTo>
                <a:cubicBezTo>
                  <a:pt x="26533" y="84023"/>
                  <a:pt x="84023" y="26533"/>
                  <a:pt x="154779" y="26533"/>
                </a:cubicBezTo>
                <a:cubicBezTo>
                  <a:pt x="225534" y="26533"/>
                  <a:pt x="283023" y="84023"/>
                  <a:pt x="283023" y="154779"/>
                </a:cubicBezTo>
                <a:cubicBezTo>
                  <a:pt x="283023" y="225534"/>
                  <a:pt x="225534" y="283023"/>
                  <a:pt x="154779" y="283023"/>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Freeform 12">
            <a:extLst>
              <a:ext uri="{FF2B5EF4-FFF2-40B4-BE49-F238E27FC236}">
                <a16:creationId xmlns:a16="http://schemas.microsoft.com/office/drawing/2014/main" id="{E4257F3E-DD8A-C668-498A-58512791D1B2}"/>
              </a:ext>
            </a:extLst>
          </p:cNvPr>
          <p:cNvSpPr/>
          <p:nvPr/>
        </p:nvSpPr>
        <p:spPr>
          <a:xfrm>
            <a:off x="5664200" y="5372100"/>
            <a:ext cx="131373" cy="129233"/>
          </a:xfrm>
          <a:custGeom>
            <a:avLst/>
            <a:gdLst/>
            <a:ahLst/>
            <a:cxnLst/>
            <a:rect l="l" t="t" r="r" b="b"/>
            <a:pathLst>
              <a:path w="131373" h="129233">
                <a:moveTo>
                  <a:pt x="124692" y="4456"/>
                </a:moveTo>
                <a:cubicBezTo>
                  <a:pt x="120240" y="0"/>
                  <a:pt x="111333" y="0"/>
                  <a:pt x="106879" y="4456"/>
                </a:cubicBezTo>
                <a:cubicBezTo>
                  <a:pt x="64573" y="46792"/>
                  <a:pt x="64573" y="46792"/>
                  <a:pt x="64573" y="46792"/>
                </a:cubicBezTo>
                <a:cubicBezTo>
                  <a:pt x="24493" y="4456"/>
                  <a:pt x="24493" y="4456"/>
                  <a:pt x="24493" y="4456"/>
                </a:cubicBezTo>
                <a:cubicBezTo>
                  <a:pt x="17813" y="0"/>
                  <a:pt x="11133" y="0"/>
                  <a:pt x="4454" y="4456"/>
                </a:cubicBezTo>
                <a:cubicBezTo>
                  <a:pt x="0" y="11140"/>
                  <a:pt x="0" y="17826"/>
                  <a:pt x="4454" y="24510"/>
                </a:cubicBezTo>
                <a:cubicBezTo>
                  <a:pt x="46760" y="64616"/>
                  <a:pt x="46760" y="64616"/>
                  <a:pt x="46760" y="64616"/>
                </a:cubicBezTo>
                <a:cubicBezTo>
                  <a:pt x="4454" y="106952"/>
                  <a:pt x="4454" y="106952"/>
                  <a:pt x="4454" y="106952"/>
                </a:cubicBezTo>
                <a:cubicBezTo>
                  <a:pt x="0" y="111408"/>
                  <a:pt x="0" y="120320"/>
                  <a:pt x="4454" y="124776"/>
                </a:cubicBezTo>
                <a:cubicBezTo>
                  <a:pt x="6680" y="129233"/>
                  <a:pt x="11133" y="129233"/>
                  <a:pt x="15587" y="129233"/>
                </a:cubicBezTo>
                <a:cubicBezTo>
                  <a:pt x="17813" y="129233"/>
                  <a:pt x="22267" y="129233"/>
                  <a:pt x="24493" y="124776"/>
                </a:cubicBezTo>
                <a:cubicBezTo>
                  <a:pt x="64573" y="84670"/>
                  <a:pt x="64573" y="84670"/>
                  <a:pt x="64573" y="84670"/>
                </a:cubicBezTo>
                <a:cubicBezTo>
                  <a:pt x="106879" y="124776"/>
                  <a:pt x="106879" y="124776"/>
                  <a:pt x="106879" y="124776"/>
                </a:cubicBezTo>
                <a:cubicBezTo>
                  <a:pt x="109107" y="129233"/>
                  <a:pt x="113560" y="129233"/>
                  <a:pt x="115786" y="129233"/>
                </a:cubicBezTo>
                <a:cubicBezTo>
                  <a:pt x="120240" y="129233"/>
                  <a:pt x="122466" y="129233"/>
                  <a:pt x="124692" y="124776"/>
                </a:cubicBezTo>
                <a:cubicBezTo>
                  <a:pt x="131373" y="120320"/>
                  <a:pt x="131373" y="111408"/>
                  <a:pt x="124692" y="106952"/>
                </a:cubicBezTo>
                <a:cubicBezTo>
                  <a:pt x="84614" y="64616"/>
                  <a:pt x="84614" y="64616"/>
                  <a:pt x="84614" y="64616"/>
                </a:cubicBezTo>
                <a:cubicBezTo>
                  <a:pt x="124692" y="24510"/>
                  <a:pt x="124692" y="24510"/>
                  <a:pt x="124692" y="24510"/>
                </a:cubicBezTo>
                <a:cubicBezTo>
                  <a:pt x="131373" y="17826"/>
                  <a:pt x="131373" y="11140"/>
                  <a:pt x="124692" y="4456"/>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Freeform 13">
            <a:extLst>
              <a:ext uri="{FF2B5EF4-FFF2-40B4-BE49-F238E27FC236}">
                <a16:creationId xmlns:a16="http://schemas.microsoft.com/office/drawing/2014/main" id="{0ED34B00-B0D1-3914-51F3-0D1813072B61}"/>
              </a:ext>
            </a:extLst>
          </p:cNvPr>
          <p:cNvSpPr/>
          <p:nvPr/>
        </p:nvSpPr>
        <p:spPr>
          <a:xfrm>
            <a:off x="5575300" y="5283200"/>
            <a:ext cx="309557" cy="309557"/>
          </a:xfrm>
          <a:custGeom>
            <a:avLst/>
            <a:gdLst/>
            <a:ahLst/>
            <a:cxnLst/>
            <a:rect l="l" t="t" r="r" b="b"/>
            <a:pathLst>
              <a:path w="309557" h="309557">
                <a:moveTo>
                  <a:pt x="154779" y="0"/>
                </a:moveTo>
                <a:cubicBezTo>
                  <a:pt x="70756" y="0"/>
                  <a:pt x="0" y="70756"/>
                  <a:pt x="0" y="154779"/>
                </a:cubicBezTo>
                <a:cubicBezTo>
                  <a:pt x="0" y="241012"/>
                  <a:pt x="70756" y="309557"/>
                  <a:pt x="154779" y="309557"/>
                </a:cubicBezTo>
                <a:cubicBezTo>
                  <a:pt x="241012" y="309557"/>
                  <a:pt x="309557" y="241012"/>
                  <a:pt x="309557" y="154779"/>
                </a:cubicBezTo>
                <a:cubicBezTo>
                  <a:pt x="309557" y="70756"/>
                  <a:pt x="241012" y="0"/>
                  <a:pt x="154779" y="0"/>
                </a:cubicBezTo>
                <a:close/>
                <a:moveTo>
                  <a:pt x="154779" y="283023"/>
                </a:moveTo>
                <a:cubicBezTo>
                  <a:pt x="84023" y="283023"/>
                  <a:pt x="26533" y="225534"/>
                  <a:pt x="26533" y="154779"/>
                </a:cubicBezTo>
                <a:cubicBezTo>
                  <a:pt x="26533" y="84023"/>
                  <a:pt x="84023" y="26533"/>
                  <a:pt x="154779" y="26533"/>
                </a:cubicBezTo>
                <a:cubicBezTo>
                  <a:pt x="225534" y="26533"/>
                  <a:pt x="283023" y="84023"/>
                  <a:pt x="283023" y="154779"/>
                </a:cubicBezTo>
                <a:cubicBezTo>
                  <a:pt x="283023" y="225534"/>
                  <a:pt x="225534" y="283023"/>
                  <a:pt x="154779" y="283023"/>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Freeform 14">
            <a:extLst>
              <a:ext uri="{FF2B5EF4-FFF2-40B4-BE49-F238E27FC236}">
                <a16:creationId xmlns:a16="http://schemas.microsoft.com/office/drawing/2014/main" id="{4AD5E7D8-3065-BE2B-0589-6B7023273604}"/>
              </a:ext>
            </a:extLst>
          </p:cNvPr>
          <p:cNvSpPr/>
          <p:nvPr/>
        </p:nvSpPr>
        <p:spPr>
          <a:xfrm>
            <a:off x="5664200" y="5372100"/>
            <a:ext cx="131373" cy="129233"/>
          </a:xfrm>
          <a:custGeom>
            <a:avLst/>
            <a:gdLst/>
            <a:ahLst/>
            <a:cxnLst/>
            <a:rect l="l" t="t" r="r" b="b"/>
            <a:pathLst>
              <a:path w="131373" h="129233">
                <a:moveTo>
                  <a:pt x="124692" y="4456"/>
                </a:moveTo>
                <a:cubicBezTo>
                  <a:pt x="120240" y="0"/>
                  <a:pt x="111333" y="0"/>
                  <a:pt x="106879" y="4456"/>
                </a:cubicBezTo>
                <a:cubicBezTo>
                  <a:pt x="64573" y="46792"/>
                  <a:pt x="64573" y="46792"/>
                  <a:pt x="64573" y="46792"/>
                </a:cubicBezTo>
                <a:cubicBezTo>
                  <a:pt x="24493" y="4456"/>
                  <a:pt x="24493" y="4456"/>
                  <a:pt x="24493" y="4456"/>
                </a:cubicBezTo>
                <a:cubicBezTo>
                  <a:pt x="17813" y="0"/>
                  <a:pt x="11133" y="0"/>
                  <a:pt x="4454" y="4456"/>
                </a:cubicBezTo>
                <a:cubicBezTo>
                  <a:pt x="0" y="11140"/>
                  <a:pt x="0" y="17826"/>
                  <a:pt x="4454" y="24510"/>
                </a:cubicBezTo>
                <a:cubicBezTo>
                  <a:pt x="46760" y="64616"/>
                  <a:pt x="46760" y="64616"/>
                  <a:pt x="46760" y="64616"/>
                </a:cubicBezTo>
                <a:cubicBezTo>
                  <a:pt x="4454" y="106952"/>
                  <a:pt x="4454" y="106952"/>
                  <a:pt x="4454" y="106952"/>
                </a:cubicBezTo>
                <a:cubicBezTo>
                  <a:pt x="0" y="111408"/>
                  <a:pt x="0" y="120320"/>
                  <a:pt x="4454" y="124776"/>
                </a:cubicBezTo>
                <a:cubicBezTo>
                  <a:pt x="6680" y="129233"/>
                  <a:pt x="11133" y="129233"/>
                  <a:pt x="15587" y="129233"/>
                </a:cubicBezTo>
                <a:cubicBezTo>
                  <a:pt x="17813" y="129233"/>
                  <a:pt x="22267" y="129233"/>
                  <a:pt x="24493" y="124776"/>
                </a:cubicBezTo>
                <a:cubicBezTo>
                  <a:pt x="64573" y="84670"/>
                  <a:pt x="64573" y="84670"/>
                  <a:pt x="64573" y="84670"/>
                </a:cubicBezTo>
                <a:cubicBezTo>
                  <a:pt x="106879" y="124776"/>
                  <a:pt x="106879" y="124776"/>
                  <a:pt x="106879" y="124776"/>
                </a:cubicBezTo>
                <a:cubicBezTo>
                  <a:pt x="109107" y="129233"/>
                  <a:pt x="113560" y="129233"/>
                  <a:pt x="115786" y="129233"/>
                </a:cubicBezTo>
                <a:cubicBezTo>
                  <a:pt x="120240" y="129233"/>
                  <a:pt x="122466" y="129233"/>
                  <a:pt x="124692" y="124776"/>
                </a:cubicBezTo>
                <a:cubicBezTo>
                  <a:pt x="131373" y="120320"/>
                  <a:pt x="131373" y="111408"/>
                  <a:pt x="124692" y="106952"/>
                </a:cubicBezTo>
                <a:cubicBezTo>
                  <a:pt x="84614" y="64616"/>
                  <a:pt x="84614" y="64616"/>
                  <a:pt x="84614" y="64616"/>
                </a:cubicBezTo>
                <a:cubicBezTo>
                  <a:pt x="124692" y="24510"/>
                  <a:pt x="124692" y="24510"/>
                  <a:pt x="124692" y="24510"/>
                </a:cubicBezTo>
                <a:cubicBezTo>
                  <a:pt x="131373" y="17826"/>
                  <a:pt x="131373" y="11140"/>
                  <a:pt x="124692" y="4456"/>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Freeform 15">
            <a:extLst>
              <a:ext uri="{FF2B5EF4-FFF2-40B4-BE49-F238E27FC236}">
                <a16:creationId xmlns:a16="http://schemas.microsoft.com/office/drawing/2014/main" id="{0F70A29F-AC20-9DFF-BDB3-3AEF1F4AFEAE}"/>
              </a:ext>
            </a:extLst>
          </p:cNvPr>
          <p:cNvSpPr/>
          <p:nvPr/>
        </p:nvSpPr>
        <p:spPr>
          <a:xfrm>
            <a:off x="5575300" y="1968500"/>
            <a:ext cx="309557" cy="309557"/>
          </a:xfrm>
          <a:custGeom>
            <a:avLst/>
            <a:gdLst/>
            <a:ahLst/>
            <a:cxnLst/>
            <a:rect l="l" t="t" r="r" b="b"/>
            <a:pathLst>
              <a:path w="309557" h="309557">
                <a:moveTo>
                  <a:pt x="0" y="0"/>
                </a:moveTo>
                <a:lnTo>
                  <a:pt x="0" y="309557"/>
                </a:lnTo>
                <a:lnTo>
                  <a:pt x="309557" y="309557"/>
                </a:lnTo>
                <a:lnTo>
                  <a:pt x="309557" y="0"/>
                </a:lnTo>
                <a:lnTo>
                  <a:pt x="0" y="0"/>
                </a:lnTo>
                <a:close/>
                <a:moveTo>
                  <a:pt x="283887" y="282509"/>
                </a:moveTo>
                <a:lnTo>
                  <a:pt x="25671" y="282509"/>
                </a:lnTo>
                <a:lnTo>
                  <a:pt x="25671" y="25546"/>
                </a:lnTo>
                <a:lnTo>
                  <a:pt x="283887" y="25546"/>
                </a:lnTo>
                <a:lnTo>
                  <a:pt x="283887" y="282509"/>
                </a:lnTo>
                <a:close/>
              </a:path>
            </a:pathLst>
          </a:cu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Freeform 16">
            <a:extLst>
              <a:ext uri="{FF2B5EF4-FFF2-40B4-BE49-F238E27FC236}">
                <a16:creationId xmlns:a16="http://schemas.microsoft.com/office/drawing/2014/main" id="{C0E1B826-D779-CC29-79E4-F8FA59168F72}"/>
              </a:ext>
            </a:extLst>
          </p:cNvPr>
          <p:cNvSpPr/>
          <p:nvPr/>
        </p:nvSpPr>
        <p:spPr>
          <a:xfrm>
            <a:off x="5638800" y="2057400"/>
            <a:ext cx="169125" cy="135244"/>
          </a:xfrm>
          <a:custGeom>
            <a:avLst/>
            <a:gdLst/>
            <a:ahLst/>
            <a:cxnLst/>
            <a:rect l="l" t="t" r="r" b="b"/>
            <a:pathLst>
              <a:path w="169125" h="135244">
                <a:moveTo>
                  <a:pt x="169125" y="18033"/>
                </a:moveTo>
                <a:lnTo>
                  <a:pt x="149493" y="0"/>
                </a:lnTo>
                <a:lnTo>
                  <a:pt x="66441" y="99178"/>
                </a:lnTo>
                <a:lnTo>
                  <a:pt x="15100" y="57103"/>
                </a:lnTo>
                <a:lnTo>
                  <a:pt x="0" y="79643"/>
                </a:lnTo>
                <a:lnTo>
                  <a:pt x="70971" y="135244"/>
                </a:lnTo>
                <a:lnTo>
                  <a:pt x="169125" y="18033"/>
                </a:lnTo>
                <a:close/>
              </a:path>
            </a:pathLst>
          </a:cu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Freeform 17">
            <a:extLst>
              <a:ext uri="{FF2B5EF4-FFF2-40B4-BE49-F238E27FC236}">
                <a16:creationId xmlns:a16="http://schemas.microsoft.com/office/drawing/2014/main" id="{67ACC2A3-6E12-3E81-1853-D9CBBB92D8FE}"/>
              </a:ext>
            </a:extLst>
          </p:cNvPr>
          <p:cNvSpPr/>
          <p:nvPr/>
        </p:nvSpPr>
        <p:spPr>
          <a:xfrm>
            <a:off x="5575300" y="4178300"/>
            <a:ext cx="309557" cy="314043"/>
          </a:xfrm>
          <a:custGeom>
            <a:avLst/>
            <a:gdLst/>
            <a:ahLst/>
            <a:cxnLst/>
            <a:rect l="l" t="t" r="r" b="b"/>
            <a:pathLst>
              <a:path w="309557" h="314043">
                <a:moveTo>
                  <a:pt x="307346" y="133636"/>
                </a:moveTo>
                <a:cubicBezTo>
                  <a:pt x="307346" y="129181"/>
                  <a:pt x="305135" y="124727"/>
                  <a:pt x="300713" y="122499"/>
                </a:cubicBezTo>
                <a:cubicBezTo>
                  <a:pt x="276390" y="113590"/>
                  <a:pt x="276390" y="113590"/>
                  <a:pt x="276390" y="113590"/>
                </a:cubicBezTo>
                <a:cubicBezTo>
                  <a:pt x="274179" y="111362"/>
                  <a:pt x="271968" y="106909"/>
                  <a:pt x="269757" y="102453"/>
                </a:cubicBezTo>
                <a:cubicBezTo>
                  <a:pt x="280812" y="80181"/>
                  <a:pt x="280812" y="80181"/>
                  <a:pt x="280812" y="80181"/>
                </a:cubicBezTo>
                <a:cubicBezTo>
                  <a:pt x="283023" y="75726"/>
                  <a:pt x="283023" y="69045"/>
                  <a:pt x="280812" y="64591"/>
                </a:cubicBezTo>
                <a:cubicBezTo>
                  <a:pt x="271968" y="53454"/>
                  <a:pt x="258702" y="42318"/>
                  <a:pt x="247646" y="31181"/>
                </a:cubicBezTo>
                <a:cubicBezTo>
                  <a:pt x="243223" y="28955"/>
                  <a:pt x="238801" y="28955"/>
                  <a:pt x="234378" y="31181"/>
                </a:cubicBezTo>
                <a:cubicBezTo>
                  <a:pt x="210057" y="42318"/>
                  <a:pt x="210057" y="42318"/>
                  <a:pt x="210057" y="42318"/>
                </a:cubicBezTo>
                <a:cubicBezTo>
                  <a:pt x="205635" y="40090"/>
                  <a:pt x="201212" y="37864"/>
                  <a:pt x="199001" y="37864"/>
                </a:cubicBezTo>
                <a:cubicBezTo>
                  <a:pt x="190156" y="13363"/>
                  <a:pt x="190156" y="13363"/>
                  <a:pt x="190156" y="13363"/>
                </a:cubicBezTo>
                <a:cubicBezTo>
                  <a:pt x="187945" y="8909"/>
                  <a:pt x="183523" y="4454"/>
                  <a:pt x="179100" y="4454"/>
                </a:cubicBezTo>
                <a:cubicBezTo>
                  <a:pt x="161412" y="0"/>
                  <a:pt x="148146" y="0"/>
                  <a:pt x="132667" y="4454"/>
                </a:cubicBezTo>
                <a:cubicBezTo>
                  <a:pt x="128245" y="4454"/>
                  <a:pt x="123822" y="8909"/>
                  <a:pt x="121611" y="13363"/>
                </a:cubicBezTo>
                <a:cubicBezTo>
                  <a:pt x="112767" y="37864"/>
                  <a:pt x="112767" y="37864"/>
                  <a:pt x="112767" y="37864"/>
                </a:cubicBezTo>
                <a:cubicBezTo>
                  <a:pt x="108345" y="37864"/>
                  <a:pt x="103923" y="40090"/>
                  <a:pt x="101712" y="42318"/>
                </a:cubicBezTo>
                <a:cubicBezTo>
                  <a:pt x="77389" y="31181"/>
                  <a:pt x="77389" y="31181"/>
                  <a:pt x="77389" y="31181"/>
                </a:cubicBezTo>
                <a:cubicBezTo>
                  <a:pt x="72967" y="28955"/>
                  <a:pt x="68544" y="28955"/>
                  <a:pt x="64122" y="31181"/>
                </a:cubicBezTo>
                <a:cubicBezTo>
                  <a:pt x="50856" y="42318"/>
                  <a:pt x="39801" y="53454"/>
                  <a:pt x="30956" y="64591"/>
                </a:cubicBezTo>
                <a:cubicBezTo>
                  <a:pt x="28745" y="69045"/>
                  <a:pt x="26533" y="75726"/>
                  <a:pt x="28745" y="80181"/>
                </a:cubicBezTo>
                <a:cubicBezTo>
                  <a:pt x="39801" y="102453"/>
                  <a:pt x="39801" y="102453"/>
                  <a:pt x="39801" y="102453"/>
                </a:cubicBezTo>
                <a:cubicBezTo>
                  <a:pt x="39801" y="106909"/>
                  <a:pt x="37589" y="111362"/>
                  <a:pt x="35378" y="113590"/>
                </a:cubicBezTo>
                <a:cubicBezTo>
                  <a:pt x="11055" y="122499"/>
                  <a:pt x="11055" y="122499"/>
                  <a:pt x="11055" y="122499"/>
                </a:cubicBezTo>
                <a:cubicBezTo>
                  <a:pt x="6633" y="124727"/>
                  <a:pt x="4422" y="129181"/>
                  <a:pt x="2211" y="133636"/>
                </a:cubicBezTo>
                <a:cubicBezTo>
                  <a:pt x="2211" y="142545"/>
                  <a:pt x="0" y="149226"/>
                  <a:pt x="0" y="158135"/>
                </a:cubicBezTo>
                <a:cubicBezTo>
                  <a:pt x="0" y="164817"/>
                  <a:pt x="2211" y="171498"/>
                  <a:pt x="2211" y="180407"/>
                </a:cubicBezTo>
                <a:cubicBezTo>
                  <a:pt x="4422" y="187090"/>
                  <a:pt x="6633" y="189316"/>
                  <a:pt x="11055" y="191544"/>
                </a:cubicBezTo>
                <a:cubicBezTo>
                  <a:pt x="35378" y="200453"/>
                  <a:pt x="35378" y="200453"/>
                  <a:pt x="35378" y="200453"/>
                </a:cubicBezTo>
                <a:cubicBezTo>
                  <a:pt x="37589" y="204907"/>
                  <a:pt x="39801" y="209362"/>
                  <a:pt x="39801" y="211590"/>
                </a:cubicBezTo>
                <a:cubicBezTo>
                  <a:pt x="28745" y="236089"/>
                  <a:pt x="28745" y="236089"/>
                  <a:pt x="28745" y="236089"/>
                </a:cubicBezTo>
                <a:cubicBezTo>
                  <a:pt x="26533" y="240543"/>
                  <a:pt x="28745" y="244998"/>
                  <a:pt x="30956" y="249452"/>
                </a:cubicBezTo>
                <a:cubicBezTo>
                  <a:pt x="39801" y="262816"/>
                  <a:pt x="50856" y="273953"/>
                  <a:pt x="64122" y="282862"/>
                </a:cubicBezTo>
                <a:cubicBezTo>
                  <a:pt x="68544" y="285088"/>
                  <a:pt x="72967" y="287316"/>
                  <a:pt x="77389" y="285088"/>
                </a:cubicBezTo>
                <a:cubicBezTo>
                  <a:pt x="101712" y="273953"/>
                  <a:pt x="101712" y="273953"/>
                  <a:pt x="101712" y="273953"/>
                </a:cubicBezTo>
                <a:cubicBezTo>
                  <a:pt x="103923" y="276179"/>
                  <a:pt x="108345" y="276179"/>
                  <a:pt x="112767" y="278407"/>
                </a:cubicBezTo>
                <a:cubicBezTo>
                  <a:pt x="121611" y="302906"/>
                  <a:pt x="121611" y="302906"/>
                  <a:pt x="121611" y="302906"/>
                </a:cubicBezTo>
                <a:cubicBezTo>
                  <a:pt x="123822" y="307362"/>
                  <a:pt x="128245" y="311815"/>
                  <a:pt x="132667" y="311815"/>
                </a:cubicBezTo>
                <a:cubicBezTo>
                  <a:pt x="141512" y="311815"/>
                  <a:pt x="148146" y="314043"/>
                  <a:pt x="154779" y="314043"/>
                </a:cubicBezTo>
                <a:cubicBezTo>
                  <a:pt x="163623" y="314043"/>
                  <a:pt x="170256" y="311815"/>
                  <a:pt x="179100" y="311815"/>
                </a:cubicBezTo>
                <a:cubicBezTo>
                  <a:pt x="183523" y="311815"/>
                  <a:pt x="187945" y="307362"/>
                  <a:pt x="190156" y="302906"/>
                </a:cubicBezTo>
                <a:cubicBezTo>
                  <a:pt x="199001" y="278407"/>
                  <a:pt x="199001" y="278407"/>
                  <a:pt x="199001" y="278407"/>
                </a:cubicBezTo>
                <a:cubicBezTo>
                  <a:pt x="201212" y="276179"/>
                  <a:pt x="205635" y="276179"/>
                  <a:pt x="210057" y="273953"/>
                </a:cubicBezTo>
                <a:cubicBezTo>
                  <a:pt x="234378" y="285088"/>
                  <a:pt x="234378" y="285088"/>
                  <a:pt x="234378" y="285088"/>
                </a:cubicBezTo>
                <a:cubicBezTo>
                  <a:pt x="238801" y="287316"/>
                  <a:pt x="243223" y="285088"/>
                  <a:pt x="247646" y="282862"/>
                </a:cubicBezTo>
                <a:cubicBezTo>
                  <a:pt x="258702" y="273953"/>
                  <a:pt x="271968" y="262816"/>
                  <a:pt x="280812" y="249452"/>
                </a:cubicBezTo>
                <a:cubicBezTo>
                  <a:pt x="283023" y="244998"/>
                  <a:pt x="283023" y="240543"/>
                  <a:pt x="280812" y="236089"/>
                </a:cubicBezTo>
                <a:cubicBezTo>
                  <a:pt x="269757" y="211590"/>
                  <a:pt x="269757" y="211590"/>
                  <a:pt x="269757" y="211590"/>
                </a:cubicBezTo>
                <a:cubicBezTo>
                  <a:pt x="271968" y="209362"/>
                  <a:pt x="274179" y="204907"/>
                  <a:pt x="276390" y="200453"/>
                </a:cubicBezTo>
                <a:cubicBezTo>
                  <a:pt x="300713" y="191544"/>
                  <a:pt x="300713" y="191544"/>
                  <a:pt x="300713" y="191544"/>
                </a:cubicBezTo>
                <a:cubicBezTo>
                  <a:pt x="305135" y="189316"/>
                  <a:pt x="307346" y="187090"/>
                  <a:pt x="307346" y="180407"/>
                </a:cubicBezTo>
                <a:cubicBezTo>
                  <a:pt x="309557" y="171498"/>
                  <a:pt x="309557" y="164817"/>
                  <a:pt x="309557" y="158135"/>
                </a:cubicBezTo>
                <a:cubicBezTo>
                  <a:pt x="309557" y="149226"/>
                  <a:pt x="309557" y="142545"/>
                  <a:pt x="307346" y="133636"/>
                </a:cubicBezTo>
                <a:close/>
                <a:moveTo>
                  <a:pt x="283023" y="169272"/>
                </a:moveTo>
                <a:cubicBezTo>
                  <a:pt x="260913" y="178181"/>
                  <a:pt x="260913" y="178181"/>
                  <a:pt x="260913" y="178181"/>
                </a:cubicBezTo>
                <a:cubicBezTo>
                  <a:pt x="256490" y="178181"/>
                  <a:pt x="254279" y="182635"/>
                  <a:pt x="252068" y="187090"/>
                </a:cubicBezTo>
                <a:cubicBezTo>
                  <a:pt x="249857" y="193772"/>
                  <a:pt x="247646" y="200453"/>
                  <a:pt x="243223" y="204907"/>
                </a:cubicBezTo>
                <a:cubicBezTo>
                  <a:pt x="241012" y="209362"/>
                  <a:pt x="241012" y="213816"/>
                  <a:pt x="243223" y="218271"/>
                </a:cubicBezTo>
                <a:cubicBezTo>
                  <a:pt x="254279" y="240543"/>
                  <a:pt x="254279" y="240543"/>
                  <a:pt x="254279" y="240543"/>
                </a:cubicBezTo>
                <a:cubicBezTo>
                  <a:pt x="249857" y="247226"/>
                  <a:pt x="243223" y="251680"/>
                  <a:pt x="236590" y="256135"/>
                </a:cubicBezTo>
                <a:cubicBezTo>
                  <a:pt x="216690" y="247226"/>
                  <a:pt x="216690" y="247226"/>
                  <a:pt x="216690" y="247226"/>
                </a:cubicBezTo>
                <a:cubicBezTo>
                  <a:pt x="212268" y="244998"/>
                  <a:pt x="207846" y="244998"/>
                  <a:pt x="203424" y="247226"/>
                </a:cubicBezTo>
                <a:cubicBezTo>
                  <a:pt x="196790" y="249452"/>
                  <a:pt x="190156" y="251680"/>
                  <a:pt x="183523" y="253907"/>
                </a:cubicBezTo>
                <a:cubicBezTo>
                  <a:pt x="179100" y="256135"/>
                  <a:pt x="176889" y="258361"/>
                  <a:pt x="174678" y="262816"/>
                </a:cubicBezTo>
                <a:cubicBezTo>
                  <a:pt x="168045" y="285088"/>
                  <a:pt x="168045" y="285088"/>
                  <a:pt x="168045" y="285088"/>
                </a:cubicBezTo>
                <a:cubicBezTo>
                  <a:pt x="159201" y="287316"/>
                  <a:pt x="152568" y="287316"/>
                  <a:pt x="143723" y="285088"/>
                </a:cubicBezTo>
                <a:cubicBezTo>
                  <a:pt x="134878" y="262816"/>
                  <a:pt x="134878" y="262816"/>
                  <a:pt x="134878" y="262816"/>
                </a:cubicBezTo>
                <a:cubicBezTo>
                  <a:pt x="134878" y="258361"/>
                  <a:pt x="130456" y="256135"/>
                  <a:pt x="126034" y="253907"/>
                </a:cubicBezTo>
                <a:cubicBezTo>
                  <a:pt x="119400" y="251680"/>
                  <a:pt x="112767" y="249452"/>
                  <a:pt x="108345" y="247226"/>
                </a:cubicBezTo>
                <a:cubicBezTo>
                  <a:pt x="103923" y="244998"/>
                  <a:pt x="99501" y="244998"/>
                  <a:pt x="95079" y="247226"/>
                </a:cubicBezTo>
                <a:cubicBezTo>
                  <a:pt x="72967" y="256135"/>
                  <a:pt x="72967" y="256135"/>
                  <a:pt x="72967" y="256135"/>
                </a:cubicBezTo>
                <a:cubicBezTo>
                  <a:pt x="68544" y="251680"/>
                  <a:pt x="61911" y="247226"/>
                  <a:pt x="57489" y="240543"/>
                </a:cubicBezTo>
                <a:cubicBezTo>
                  <a:pt x="68544" y="218271"/>
                  <a:pt x="68544" y="218271"/>
                  <a:pt x="68544" y="218271"/>
                </a:cubicBezTo>
                <a:cubicBezTo>
                  <a:pt x="68544" y="213816"/>
                  <a:pt x="68544" y="209362"/>
                  <a:pt x="66333" y="204907"/>
                </a:cubicBezTo>
                <a:cubicBezTo>
                  <a:pt x="64122" y="200453"/>
                  <a:pt x="61911" y="193772"/>
                  <a:pt x="59700" y="187090"/>
                </a:cubicBezTo>
                <a:cubicBezTo>
                  <a:pt x="57489" y="182635"/>
                  <a:pt x="55278" y="178181"/>
                  <a:pt x="50856" y="178181"/>
                </a:cubicBezTo>
                <a:cubicBezTo>
                  <a:pt x="28745" y="169272"/>
                  <a:pt x="28745" y="169272"/>
                  <a:pt x="28745" y="169272"/>
                </a:cubicBezTo>
                <a:cubicBezTo>
                  <a:pt x="26533" y="164817"/>
                  <a:pt x="26533" y="160363"/>
                  <a:pt x="26533" y="158135"/>
                </a:cubicBezTo>
                <a:cubicBezTo>
                  <a:pt x="26533" y="153680"/>
                  <a:pt x="26533" y="149226"/>
                  <a:pt x="28745" y="144771"/>
                </a:cubicBezTo>
                <a:cubicBezTo>
                  <a:pt x="50856" y="138090"/>
                  <a:pt x="50856" y="138090"/>
                  <a:pt x="50856" y="138090"/>
                </a:cubicBezTo>
                <a:cubicBezTo>
                  <a:pt x="55278" y="135862"/>
                  <a:pt x="57489" y="133636"/>
                  <a:pt x="59700" y="129181"/>
                </a:cubicBezTo>
                <a:cubicBezTo>
                  <a:pt x="61911" y="122499"/>
                  <a:pt x="64122" y="115818"/>
                  <a:pt x="66333" y="109135"/>
                </a:cubicBezTo>
                <a:cubicBezTo>
                  <a:pt x="68544" y="104681"/>
                  <a:pt x="68544" y="100226"/>
                  <a:pt x="68544" y="98000"/>
                </a:cubicBezTo>
                <a:cubicBezTo>
                  <a:pt x="57489" y="75726"/>
                  <a:pt x="57489" y="75726"/>
                  <a:pt x="57489" y="75726"/>
                </a:cubicBezTo>
                <a:cubicBezTo>
                  <a:pt x="61911" y="69045"/>
                  <a:pt x="68544" y="62363"/>
                  <a:pt x="72967" y="57908"/>
                </a:cubicBezTo>
                <a:cubicBezTo>
                  <a:pt x="95079" y="69045"/>
                  <a:pt x="95079" y="69045"/>
                  <a:pt x="95079" y="69045"/>
                </a:cubicBezTo>
                <a:cubicBezTo>
                  <a:pt x="99501" y="71272"/>
                  <a:pt x="103923" y="71272"/>
                  <a:pt x="108345" y="69045"/>
                </a:cubicBezTo>
                <a:cubicBezTo>
                  <a:pt x="112767" y="64591"/>
                  <a:pt x="119400" y="62363"/>
                  <a:pt x="126034" y="60136"/>
                </a:cubicBezTo>
                <a:cubicBezTo>
                  <a:pt x="130456" y="60136"/>
                  <a:pt x="134878" y="55682"/>
                  <a:pt x="134878" y="51227"/>
                </a:cubicBezTo>
                <a:cubicBezTo>
                  <a:pt x="143723" y="28955"/>
                  <a:pt x="143723" y="28955"/>
                  <a:pt x="143723" y="28955"/>
                </a:cubicBezTo>
                <a:cubicBezTo>
                  <a:pt x="152568" y="28955"/>
                  <a:pt x="159201" y="28955"/>
                  <a:pt x="168045" y="28955"/>
                </a:cubicBezTo>
                <a:cubicBezTo>
                  <a:pt x="174678" y="51227"/>
                  <a:pt x="174678" y="51227"/>
                  <a:pt x="174678" y="51227"/>
                </a:cubicBezTo>
                <a:cubicBezTo>
                  <a:pt x="176889" y="55682"/>
                  <a:pt x="179100" y="60136"/>
                  <a:pt x="183523" y="60136"/>
                </a:cubicBezTo>
                <a:cubicBezTo>
                  <a:pt x="190156" y="62363"/>
                  <a:pt x="196790" y="64591"/>
                  <a:pt x="203424" y="69045"/>
                </a:cubicBezTo>
                <a:cubicBezTo>
                  <a:pt x="207846" y="71272"/>
                  <a:pt x="212268" y="71272"/>
                  <a:pt x="216690" y="69045"/>
                </a:cubicBezTo>
                <a:cubicBezTo>
                  <a:pt x="236590" y="57908"/>
                  <a:pt x="236590" y="57908"/>
                  <a:pt x="236590" y="57908"/>
                </a:cubicBezTo>
                <a:cubicBezTo>
                  <a:pt x="243223" y="62363"/>
                  <a:pt x="249857" y="69045"/>
                  <a:pt x="254279" y="75726"/>
                </a:cubicBezTo>
                <a:cubicBezTo>
                  <a:pt x="243223" y="98000"/>
                  <a:pt x="243223" y="98000"/>
                  <a:pt x="243223" y="98000"/>
                </a:cubicBezTo>
                <a:cubicBezTo>
                  <a:pt x="241012" y="100226"/>
                  <a:pt x="241012" y="104681"/>
                  <a:pt x="243223" y="109135"/>
                </a:cubicBezTo>
                <a:cubicBezTo>
                  <a:pt x="247646" y="115818"/>
                  <a:pt x="249857" y="122499"/>
                  <a:pt x="252068" y="129181"/>
                </a:cubicBezTo>
                <a:cubicBezTo>
                  <a:pt x="254279" y="133636"/>
                  <a:pt x="256490" y="135862"/>
                  <a:pt x="260913" y="138090"/>
                </a:cubicBezTo>
                <a:cubicBezTo>
                  <a:pt x="283023" y="144771"/>
                  <a:pt x="283023" y="144771"/>
                  <a:pt x="283023" y="144771"/>
                </a:cubicBezTo>
                <a:cubicBezTo>
                  <a:pt x="283023" y="149226"/>
                  <a:pt x="283023" y="153680"/>
                  <a:pt x="283023" y="158135"/>
                </a:cubicBezTo>
                <a:cubicBezTo>
                  <a:pt x="283023" y="160363"/>
                  <a:pt x="283023" y="164817"/>
                  <a:pt x="283023" y="169272"/>
                </a:cubicBezTo>
                <a:close/>
              </a:path>
            </a:pathLst>
          </a:cu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Freeform 18">
            <a:extLst>
              <a:ext uri="{FF2B5EF4-FFF2-40B4-BE49-F238E27FC236}">
                <a16:creationId xmlns:a16="http://schemas.microsoft.com/office/drawing/2014/main" id="{916DB8AA-EE32-AE66-FBF7-F3FA103B4930}"/>
              </a:ext>
            </a:extLst>
          </p:cNvPr>
          <p:cNvSpPr/>
          <p:nvPr/>
        </p:nvSpPr>
        <p:spPr>
          <a:xfrm>
            <a:off x="5664200" y="4267200"/>
            <a:ext cx="122312" cy="122296"/>
          </a:xfrm>
          <a:custGeom>
            <a:avLst/>
            <a:gdLst/>
            <a:ahLst/>
            <a:cxnLst/>
            <a:rect l="l" t="t" r="r" b="b"/>
            <a:pathLst>
              <a:path w="122312" h="122296">
                <a:moveTo>
                  <a:pt x="60044" y="0"/>
                </a:moveTo>
                <a:cubicBezTo>
                  <a:pt x="26687" y="0"/>
                  <a:pt x="0" y="26683"/>
                  <a:pt x="0" y="60037"/>
                </a:cubicBezTo>
                <a:cubicBezTo>
                  <a:pt x="0" y="95613"/>
                  <a:pt x="26687" y="122296"/>
                  <a:pt x="60044" y="122296"/>
                </a:cubicBezTo>
                <a:cubicBezTo>
                  <a:pt x="95626" y="122296"/>
                  <a:pt x="122312" y="95613"/>
                  <a:pt x="122312" y="60037"/>
                </a:cubicBezTo>
                <a:cubicBezTo>
                  <a:pt x="122312" y="26683"/>
                  <a:pt x="95626" y="0"/>
                  <a:pt x="60044" y="0"/>
                </a:cubicBezTo>
                <a:close/>
                <a:moveTo>
                  <a:pt x="60044" y="95613"/>
                </a:moveTo>
                <a:cubicBezTo>
                  <a:pt x="42254" y="95613"/>
                  <a:pt x="26687" y="80048"/>
                  <a:pt x="26687" y="60037"/>
                </a:cubicBezTo>
                <a:cubicBezTo>
                  <a:pt x="26687" y="42248"/>
                  <a:pt x="42254" y="26683"/>
                  <a:pt x="60044" y="26683"/>
                </a:cubicBezTo>
                <a:cubicBezTo>
                  <a:pt x="80060" y="26683"/>
                  <a:pt x="95626" y="42248"/>
                  <a:pt x="95626" y="60037"/>
                </a:cubicBezTo>
                <a:cubicBezTo>
                  <a:pt x="95626" y="80048"/>
                  <a:pt x="80060" y="95613"/>
                  <a:pt x="60044" y="95613"/>
                </a:cubicBezTo>
                <a:close/>
              </a:path>
            </a:pathLst>
          </a:cu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Freeform 19">
            <a:extLst>
              <a:ext uri="{FF2B5EF4-FFF2-40B4-BE49-F238E27FC236}">
                <a16:creationId xmlns:a16="http://schemas.microsoft.com/office/drawing/2014/main" id="{287DCE6D-D1AF-1CA7-0BDC-91BCF6839734}"/>
              </a:ext>
            </a:extLst>
          </p:cNvPr>
          <p:cNvSpPr/>
          <p:nvPr/>
        </p:nvSpPr>
        <p:spPr>
          <a:xfrm>
            <a:off x="5575300" y="3073400"/>
            <a:ext cx="309557" cy="309557"/>
          </a:xfrm>
          <a:custGeom>
            <a:avLst/>
            <a:gdLst/>
            <a:ahLst/>
            <a:cxnLst/>
            <a:rect l="l" t="t" r="r" b="b"/>
            <a:pathLst>
              <a:path w="309557" h="309557">
                <a:moveTo>
                  <a:pt x="154779" y="309557"/>
                </a:moveTo>
                <a:cubicBezTo>
                  <a:pt x="70756" y="309557"/>
                  <a:pt x="0" y="241012"/>
                  <a:pt x="0" y="154779"/>
                </a:cubicBezTo>
                <a:cubicBezTo>
                  <a:pt x="0" y="70756"/>
                  <a:pt x="70756" y="0"/>
                  <a:pt x="154779" y="0"/>
                </a:cubicBezTo>
                <a:cubicBezTo>
                  <a:pt x="241012" y="0"/>
                  <a:pt x="309557" y="70756"/>
                  <a:pt x="309557" y="154779"/>
                </a:cubicBezTo>
                <a:cubicBezTo>
                  <a:pt x="309557" y="241012"/>
                  <a:pt x="241012" y="309557"/>
                  <a:pt x="154779" y="309557"/>
                </a:cubicBezTo>
                <a:close/>
                <a:moveTo>
                  <a:pt x="154779" y="26533"/>
                </a:moveTo>
                <a:cubicBezTo>
                  <a:pt x="84023" y="26533"/>
                  <a:pt x="26533" y="84023"/>
                  <a:pt x="26533" y="154779"/>
                </a:cubicBezTo>
                <a:cubicBezTo>
                  <a:pt x="26533" y="225534"/>
                  <a:pt x="84023" y="283023"/>
                  <a:pt x="154779" y="283023"/>
                </a:cubicBezTo>
                <a:cubicBezTo>
                  <a:pt x="225534" y="283023"/>
                  <a:pt x="283023" y="225534"/>
                  <a:pt x="283023" y="154779"/>
                </a:cubicBezTo>
                <a:cubicBezTo>
                  <a:pt x="283023" y="84023"/>
                  <a:pt x="225534" y="26533"/>
                  <a:pt x="154779" y="26533"/>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Freeform 20">
            <a:extLst>
              <a:ext uri="{FF2B5EF4-FFF2-40B4-BE49-F238E27FC236}">
                <a16:creationId xmlns:a16="http://schemas.microsoft.com/office/drawing/2014/main" id="{9B45316D-66A0-3175-D3E4-1C0BC2434989}"/>
              </a:ext>
            </a:extLst>
          </p:cNvPr>
          <p:cNvSpPr/>
          <p:nvPr/>
        </p:nvSpPr>
        <p:spPr>
          <a:xfrm>
            <a:off x="5715000" y="3124200"/>
            <a:ext cx="95132" cy="107672"/>
          </a:xfrm>
          <a:custGeom>
            <a:avLst/>
            <a:gdLst/>
            <a:ahLst/>
            <a:cxnLst/>
            <a:rect l="l" t="t" r="r" b="b"/>
            <a:pathLst>
              <a:path w="95132" h="107672">
                <a:moveTo>
                  <a:pt x="81858" y="107672"/>
                </a:moveTo>
                <a:cubicBezTo>
                  <a:pt x="13274" y="107672"/>
                  <a:pt x="13274" y="107672"/>
                  <a:pt x="13274" y="107672"/>
                </a:cubicBezTo>
                <a:cubicBezTo>
                  <a:pt x="6637" y="107672"/>
                  <a:pt x="0" y="101079"/>
                  <a:pt x="0" y="94488"/>
                </a:cubicBezTo>
                <a:cubicBezTo>
                  <a:pt x="0" y="13184"/>
                  <a:pt x="0" y="13184"/>
                  <a:pt x="0" y="13184"/>
                </a:cubicBezTo>
                <a:cubicBezTo>
                  <a:pt x="0" y="6593"/>
                  <a:pt x="6637" y="0"/>
                  <a:pt x="13274" y="0"/>
                </a:cubicBezTo>
                <a:cubicBezTo>
                  <a:pt x="22123" y="0"/>
                  <a:pt x="26548" y="6593"/>
                  <a:pt x="26548" y="13184"/>
                </a:cubicBezTo>
                <a:cubicBezTo>
                  <a:pt x="26548" y="81303"/>
                  <a:pt x="26548" y="81303"/>
                  <a:pt x="26548" y="81303"/>
                </a:cubicBezTo>
                <a:cubicBezTo>
                  <a:pt x="81858" y="81303"/>
                  <a:pt x="81858" y="81303"/>
                  <a:pt x="81858" y="81303"/>
                </a:cubicBezTo>
                <a:cubicBezTo>
                  <a:pt x="88495" y="81303"/>
                  <a:pt x="95132" y="87895"/>
                  <a:pt x="95132" y="94488"/>
                </a:cubicBezTo>
                <a:cubicBezTo>
                  <a:pt x="95132" y="101079"/>
                  <a:pt x="88495" y="107672"/>
                  <a:pt x="81858" y="107672"/>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13" name="Connector 21">
            <a:extLst>
              <a:ext uri="{FF2B5EF4-FFF2-40B4-BE49-F238E27FC236}">
                <a16:creationId xmlns:a16="http://schemas.microsoft.com/office/drawing/2014/main" id="{F02A35E7-1C85-3160-DD30-C6C27BD30C2F}"/>
              </a:ext>
            </a:extLst>
          </p:cNvPr>
          <p:cNvCxnSpPr/>
          <p:nvPr/>
        </p:nvCxnSpPr>
        <p:spPr>
          <a:xfrm rot="5377383">
            <a:off x="3117840" y="3752860"/>
            <a:ext cx="3860821" cy="12700"/>
          </a:xfrm>
          <a:prstGeom prst="line">
            <a:avLst/>
          </a:prstGeom>
          <a:solidFill>
            <a:srgbClr val="DEE0E3">
              <a:alpha val="100000"/>
            </a:srgbClr>
          </a:solidFill>
          <a:ln w="12700" cap="sq" cmpd="sng">
            <a:solidFill>
              <a:srgbClr val="00C0BB">
                <a:alpha val="100000"/>
              </a:srgbClr>
            </a:solidFill>
            <a:prstDash val="solid"/>
            <a:round/>
            <a:headEnd type="oval" w="sm" len="sm"/>
            <a:tailEnd type="oval" w="sm" len="sm"/>
          </a:ln>
        </p:spPr>
      </p:cxnSp>
      <p:sp>
        <p:nvSpPr>
          <p:cNvPr id="14" name="AutoShape 22">
            <a:extLst>
              <a:ext uri="{FF2B5EF4-FFF2-40B4-BE49-F238E27FC236}">
                <a16:creationId xmlns:a16="http://schemas.microsoft.com/office/drawing/2014/main" id="{AC3CA4BD-81ED-B316-2EA5-D04A361F56CC}"/>
              </a:ext>
            </a:extLst>
          </p:cNvPr>
          <p:cNvSpPr/>
          <p:nvPr/>
        </p:nvSpPr>
        <p:spPr>
          <a:xfrm>
            <a:off x="1676400" y="2324100"/>
            <a:ext cx="1422400" cy="1422400"/>
          </a:xfrm>
          <a:prstGeom prst="ellipse">
            <a:avLst/>
          </a:pr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23">
            <a:extLst>
              <a:ext uri="{FF2B5EF4-FFF2-40B4-BE49-F238E27FC236}">
                <a16:creationId xmlns:a16="http://schemas.microsoft.com/office/drawing/2014/main" id="{595FF08A-E306-B665-3213-30891E2E71FF}"/>
              </a:ext>
            </a:extLst>
          </p:cNvPr>
          <p:cNvSpPr/>
          <p:nvPr/>
        </p:nvSpPr>
        <p:spPr>
          <a:xfrm>
            <a:off x="3098800" y="2324100"/>
            <a:ext cx="1422400" cy="14224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24">
            <a:extLst>
              <a:ext uri="{FF2B5EF4-FFF2-40B4-BE49-F238E27FC236}">
                <a16:creationId xmlns:a16="http://schemas.microsoft.com/office/drawing/2014/main" id="{1677D183-94BC-1738-83F9-1DE3A3D0A32C}"/>
              </a:ext>
            </a:extLst>
          </p:cNvPr>
          <p:cNvSpPr/>
          <p:nvPr/>
        </p:nvSpPr>
        <p:spPr>
          <a:xfrm>
            <a:off x="1676400" y="3759200"/>
            <a:ext cx="1422400" cy="14224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25">
            <a:extLst>
              <a:ext uri="{FF2B5EF4-FFF2-40B4-BE49-F238E27FC236}">
                <a16:creationId xmlns:a16="http://schemas.microsoft.com/office/drawing/2014/main" id="{F4B290E6-3BAD-D5BD-BCB0-9DEEB679F09C}"/>
              </a:ext>
            </a:extLst>
          </p:cNvPr>
          <p:cNvSpPr/>
          <p:nvPr/>
        </p:nvSpPr>
        <p:spPr>
          <a:xfrm>
            <a:off x="3098800" y="3771900"/>
            <a:ext cx="1422400" cy="1422400"/>
          </a:xfrm>
          <a:prstGeom prst="ellipse">
            <a:avLst/>
          </a:pr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26">
            <a:extLst>
              <a:ext uri="{FF2B5EF4-FFF2-40B4-BE49-F238E27FC236}">
                <a16:creationId xmlns:a16="http://schemas.microsoft.com/office/drawing/2014/main" id="{CE630ED2-7284-E2DE-213F-8E68EBC0FAAF}"/>
              </a:ext>
            </a:extLst>
          </p:cNvPr>
          <p:cNvSpPr/>
          <p:nvPr/>
        </p:nvSpPr>
        <p:spPr>
          <a:xfrm>
            <a:off x="2387600" y="3048000"/>
            <a:ext cx="736600" cy="7366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27">
            <a:extLst>
              <a:ext uri="{FF2B5EF4-FFF2-40B4-BE49-F238E27FC236}">
                <a16:creationId xmlns:a16="http://schemas.microsoft.com/office/drawing/2014/main" id="{547799D4-A8EE-D90D-0B3D-4AABCE4201F6}"/>
              </a:ext>
            </a:extLst>
          </p:cNvPr>
          <p:cNvSpPr/>
          <p:nvPr/>
        </p:nvSpPr>
        <p:spPr>
          <a:xfrm>
            <a:off x="3022600" y="3048000"/>
            <a:ext cx="736600" cy="736600"/>
          </a:xfrm>
          <a:prstGeom prst="ellipse">
            <a:avLst/>
          </a:pr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8">
            <a:extLst>
              <a:ext uri="{FF2B5EF4-FFF2-40B4-BE49-F238E27FC236}">
                <a16:creationId xmlns:a16="http://schemas.microsoft.com/office/drawing/2014/main" id="{98CFED0F-BC8A-06D1-41BD-1F0F97283360}"/>
              </a:ext>
            </a:extLst>
          </p:cNvPr>
          <p:cNvSpPr/>
          <p:nvPr/>
        </p:nvSpPr>
        <p:spPr>
          <a:xfrm>
            <a:off x="2387600" y="3644900"/>
            <a:ext cx="736600" cy="736600"/>
          </a:xfrm>
          <a:prstGeom prst="ellipse">
            <a:avLst/>
          </a:pr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9">
            <a:extLst>
              <a:ext uri="{FF2B5EF4-FFF2-40B4-BE49-F238E27FC236}">
                <a16:creationId xmlns:a16="http://schemas.microsoft.com/office/drawing/2014/main" id="{00640663-BD6D-2742-A272-59EF4E769BC4}"/>
              </a:ext>
            </a:extLst>
          </p:cNvPr>
          <p:cNvSpPr/>
          <p:nvPr/>
        </p:nvSpPr>
        <p:spPr>
          <a:xfrm>
            <a:off x="3022600" y="3644900"/>
            <a:ext cx="736600" cy="7366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30">
            <a:extLst>
              <a:ext uri="{FF2B5EF4-FFF2-40B4-BE49-F238E27FC236}">
                <a16:creationId xmlns:a16="http://schemas.microsoft.com/office/drawing/2014/main" id="{E19C12EB-063E-6529-E48B-6E5D45C64D60}"/>
              </a:ext>
            </a:extLst>
          </p:cNvPr>
          <p:cNvSpPr/>
          <p:nvPr/>
        </p:nvSpPr>
        <p:spPr>
          <a:xfrm>
            <a:off x="1841500" y="2679700"/>
            <a:ext cx="9271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Noto Sans SC"/>
                <a:ea typeface="Noto Sans SC"/>
                <a:cs typeface="Noto Sans SC"/>
                <a:sym typeface="Noto Sans SC"/>
              </a:rPr>
              <a:t>01</a:t>
            </a:r>
            <a:endParaRPr lang="en-US" sz="1100"/>
          </a:p>
        </p:txBody>
      </p:sp>
      <p:sp>
        <p:nvSpPr>
          <p:cNvPr id="23" name="Freeform 31">
            <a:extLst>
              <a:ext uri="{FF2B5EF4-FFF2-40B4-BE49-F238E27FC236}">
                <a16:creationId xmlns:a16="http://schemas.microsoft.com/office/drawing/2014/main" id="{2623A36D-1138-14F9-0B49-000FCCF7B734}"/>
              </a:ext>
            </a:extLst>
          </p:cNvPr>
          <p:cNvSpPr/>
          <p:nvPr/>
        </p:nvSpPr>
        <p:spPr>
          <a:xfrm>
            <a:off x="2603500" y="3263900"/>
            <a:ext cx="309557" cy="309557"/>
          </a:xfrm>
          <a:custGeom>
            <a:avLst/>
            <a:gdLst/>
            <a:ahLst/>
            <a:cxnLst/>
            <a:rect l="l" t="t" r="r" b="b"/>
            <a:pathLst>
              <a:path w="309557" h="309557">
                <a:moveTo>
                  <a:pt x="0" y="0"/>
                </a:moveTo>
                <a:lnTo>
                  <a:pt x="0" y="309557"/>
                </a:lnTo>
                <a:lnTo>
                  <a:pt x="309557" y="309557"/>
                </a:lnTo>
                <a:lnTo>
                  <a:pt x="309557" y="0"/>
                </a:lnTo>
                <a:lnTo>
                  <a:pt x="0" y="0"/>
                </a:lnTo>
                <a:close/>
                <a:moveTo>
                  <a:pt x="283887" y="282509"/>
                </a:moveTo>
                <a:lnTo>
                  <a:pt x="25671" y="282509"/>
                </a:lnTo>
                <a:lnTo>
                  <a:pt x="25671" y="25546"/>
                </a:lnTo>
                <a:lnTo>
                  <a:pt x="283887" y="25546"/>
                </a:lnTo>
                <a:lnTo>
                  <a:pt x="283887" y="282509"/>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Freeform 32">
            <a:extLst>
              <a:ext uri="{FF2B5EF4-FFF2-40B4-BE49-F238E27FC236}">
                <a16:creationId xmlns:a16="http://schemas.microsoft.com/office/drawing/2014/main" id="{22962014-1931-ADC8-DC9F-AEEC6D4CB34F}"/>
              </a:ext>
            </a:extLst>
          </p:cNvPr>
          <p:cNvSpPr/>
          <p:nvPr/>
        </p:nvSpPr>
        <p:spPr>
          <a:xfrm>
            <a:off x="2679700" y="3352800"/>
            <a:ext cx="169125" cy="135244"/>
          </a:xfrm>
          <a:custGeom>
            <a:avLst/>
            <a:gdLst/>
            <a:ahLst/>
            <a:cxnLst/>
            <a:rect l="l" t="t" r="r" b="b"/>
            <a:pathLst>
              <a:path w="169125" h="135244">
                <a:moveTo>
                  <a:pt x="169125" y="18033"/>
                </a:moveTo>
                <a:lnTo>
                  <a:pt x="149493" y="0"/>
                </a:lnTo>
                <a:lnTo>
                  <a:pt x="66441" y="99178"/>
                </a:lnTo>
                <a:lnTo>
                  <a:pt x="15100" y="57103"/>
                </a:lnTo>
                <a:lnTo>
                  <a:pt x="0" y="79643"/>
                </a:lnTo>
                <a:lnTo>
                  <a:pt x="70971" y="135244"/>
                </a:lnTo>
                <a:lnTo>
                  <a:pt x="169125" y="18033"/>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33">
            <a:extLst>
              <a:ext uri="{FF2B5EF4-FFF2-40B4-BE49-F238E27FC236}">
                <a16:creationId xmlns:a16="http://schemas.microsoft.com/office/drawing/2014/main" id="{B2406F23-8EFB-F2A1-1967-2CF0C09D7FEB}"/>
              </a:ext>
            </a:extLst>
          </p:cNvPr>
          <p:cNvSpPr/>
          <p:nvPr/>
        </p:nvSpPr>
        <p:spPr>
          <a:xfrm>
            <a:off x="3619500" y="2667000"/>
            <a:ext cx="9271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Noto Sans SC"/>
                <a:ea typeface="Noto Sans SC"/>
                <a:cs typeface="Noto Sans SC"/>
                <a:sym typeface="Noto Sans SC"/>
              </a:rPr>
              <a:t>02</a:t>
            </a:r>
            <a:endParaRPr lang="en-US" sz="1100"/>
          </a:p>
        </p:txBody>
      </p:sp>
      <p:sp>
        <p:nvSpPr>
          <p:cNvPr id="26" name="Freeform 34">
            <a:extLst>
              <a:ext uri="{FF2B5EF4-FFF2-40B4-BE49-F238E27FC236}">
                <a16:creationId xmlns:a16="http://schemas.microsoft.com/office/drawing/2014/main" id="{AF7A49D3-6FC8-448B-72CD-530F6C1C4DB0}"/>
              </a:ext>
            </a:extLst>
          </p:cNvPr>
          <p:cNvSpPr/>
          <p:nvPr/>
        </p:nvSpPr>
        <p:spPr>
          <a:xfrm>
            <a:off x="3225800" y="3263900"/>
            <a:ext cx="309557" cy="309557"/>
          </a:xfrm>
          <a:custGeom>
            <a:avLst/>
            <a:gdLst/>
            <a:ahLst/>
            <a:cxnLst/>
            <a:rect l="l" t="t" r="r" b="b"/>
            <a:pathLst>
              <a:path w="309557" h="309557">
                <a:moveTo>
                  <a:pt x="154779" y="309557"/>
                </a:moveTo>
                <a:cubicBezTo>
                  <a:pt x="70756" y="309557"/>
                  <a:pt x="0" y="241012"/>
                  <a:pt x="0" y="154779"/>
                </a:cubicBezTo>
                <a:cubicBezTo>
                  <a:pt x="0" y="70756"/>
                  <a:pt x="70756" y="0"/>
                  <a:pt x="154779" y="0"/>
                </a:cubicBezTo>
                <a:cubicBezTo>
                  <a:pt x="241012" y="0"/>
                  <a:pt x="309557" y="70756"/>
                  <a:pt x="309557" y="154779"/>
                </a:cubicBezTo>
                <a:cubicBezTo>
                  <a:pt x="309557" y="241012"/>
                  <a:pt x="241012" y="309557"/>
                  <a:pt x="154779" y="309557"/>
                </a:cubicBezTo>
                <a:close/>
                <a:moveTo>
                  <a:pt x="154779" y="26533"/>
                </a:moveTo>
                <a:cubicBezTo>
                  <a:pt x="84023" y="26533"/>
                  <a:pt x="26533" y="84023"/>
                  <a:pt x="26533" y="154779"/>
                </a:cubicBezTo>
                <a:cubicBezTo>
                  <a:pt x="26533" y="225534"/>
                  <a:pt x="84023" y="283023"/>
                  <a:pt x="154779" y="283023"/>
                </a:cubicBezTo>
                <a:cubicBezTo>
                  <a:pt x="225534" y="283023"/>
                  <a:pt x="283023" y="225534"/>
                  <a:pt x="283023" y="154779"/>
                </a:cubicBezTo>
                <a:cubicBezTo>
                  <a:pt x="283023" y="84023"/>
                  <a:pt x="225534" y="26533"/>
                  <a:pt x="154779" y="26533"/>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Freeform 35">
            <a:extLst>
              <a:ext uri="{FF2B5EF4-FFF2-40B4-BE49-F238E27FC236}">
                <a16:creationId xmlns:a16="http://schemas.microsoft.com/office/drawing/2014/main" id="{78BE89B1-5092-DBFC-8B3A-170C49BA72F8}"/>
              </a:ext>
            </a:extLst>
          </p:cNvPr>
          <p:cNvSpPr/>
          <p:nvPr/>
        </p:nvSpPr>
        <p:spPr>
          <a:xfrm>
            <a:off x="3365500" y="3314700"/>
            <a:ext cx="95132" cy="107672"/>
          </a:xfrm>
          <a:custGeom>
            <a:avLst/>
            <a:gdLst/>
            <a:ahLst/>
            <a:cxnLst/>
            <a:rect l="l" t="t" r="r" b="b"/>
            <a:pathLst>
              <a:path w="95132" h="107672">
                <a:moveTo>
                  <a:pt x="81858" y="107672"/>
                </a:moveTo>
                <a:cubicBezTo>
                  <a:pt x="13274" y="107672"/>
                  <a:pt x="13274" y="107672"/>
                  <a:pt x="13274" y="107672"/>
                </a:cubicBezTo>
                <a:cubicBezTo>
                  <a:pt x="6637" y="107672"/>
                  <a:pt x="0" y="101079"/>
                  <a:pt x="0" y="94488"/>
                </a:cubicBezTo>
                <a:cubicBezTo>
                  <a:pt x="0" y="13184"/>
                  <a:pt x="0" y="13184"/>
                  <a:pt x="0" y="13184"/>
                </a:cubicBezTo>
                <a:cubicBezTo>
                  <a:pt x="0" y="6593"/>
                  <a:pt x="6637" y="0"/>
                  <a:pt x="13274" y="0"/>
                </a:cubicBezTo>
                <a:cubicBezTo>
                  <a:pt x="22123" y="0"/>
                  <a:pt x="26548" y="6593"/>
                  <a:pt x="26548" y="13184"/>
                </a:cubicBezTo>
                <a:cubicBezTo>
                  <a:pt x="26548" y="81303"/>
                  <a:pt x="26548" y="81303"/>
                  <a:pt x="26548" y="81303"/>
                </a:cubicBezTo>
                <a:cubicBezTo>
                  <a:pt x="81858" y="81303"/>
                  <a:pt x="81858" y="81303"/>
                  <a:pt x="81858" y="81303"/>
                </a:cubicBezTo>
                <a:cubicBezTo>
                  <a:pt x="88495" y="81303"/>
                  <a:pt x="95132" y="87895"/>
                  <a:pt x="95132" y="94488"/>
                </a:cubicBezTo>
                <a:cubicBezTo>
                  <a:pt x="95132" y="101079"/>
                  <a:pt x="88495" y="107672"/>
                  <a:pt x="81858" y="107672"/>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Freeform 36">
            <a:extLst>
              <a:ext uri="{FF2B5EF4-FFF2-40B4-BE49-F238E27FC236}">
                <a16:creationId xmlns:a16="http://schemas.microsoft.com/office/drawing/2014/main" id="{49284F50-B66C-AC09-4E23-B223604A1CB8}"/>
              </a:ext>
            </a:extLst>
          </p:cNvPr>
          <p:cNvSpPr/>
          <p:nvPr/>
        </p:nvSpPr>
        <p:spPr>
          <a:xfrm>
            <a:off x="3175000" y="3886200"/>
            <a:ext cx="309557" cy="314043"/>
          </a:xfrm>
          <a:custGeom>
            <a:avLst/>
            <a:gdLst/>
            <a:ahLst/>
            <a:cxnLst/>
            <a:rect l="l" t="t" r="r" b="b"/>
            <a:pathLst>
              <a:path w="309557" h="314043">
                <a:moveTo>
                  <a:pt x="307346" y="133636"/>
                </a:moveTo>
                <a:cubicBezTo>
                  <a:pt x="307346" y="129181"/>
                  <a:pt x="305135" y="124727"/>
                  <a:pt x="300713" y="122499"/>
                </a:cubicBezTo>
                <a:cubicBezTo>
                  <a:pt x="276390" y="113590"/>
                  <a:pt x="276390" y="113590"/>
                  <a:pt x="276390" y="113590"/>
                </a:cubicBezTo>
                <a:cubicBezTo>
                  <a:pt x="274179" y="111362"/>
                  <a:pt x="271968" y="106909"/>
                  <a:pt x="269757" y="102453"/>
                </a:cubicBezTo>
                <a:cubicBezTo>
                  <a:pt x="280812" y="80181"/>
                  <a:pt x="280812" y="80181"/>
                  <a:pt x="280812" y="80181"/>
                </a:cubicBezTo>
                <a:cubicBezTo>
                  <a:pt x="283023" y="75726"/>
                  <a:pt x="283023" y="69045"/>
                  <a:pt x="280812" y="64591"/>
                </a:cubicBezTo>
                <a:cubicBezTo>
                  <a:pt x="271968" y="53454"/>
                  <a:pt x="258702" y="42318"/>
                  <a:pt x="247646" y="31181"/>
                </a:cubicBezTo>
                <a:cubicBezTo>
                  <a:pt x="243223" y="28955"/>
                  <a:pt x="238801" y="28955"/>
                  <a:pt x="234378" y="31181"/>
                </a:cubicBezTo>
                <a:cubicBezTo>
                  <a:pt x="210057" y="42318"/>
                  <a:pt x="210057" y="42318"/>
                  <a:pt x="210057" y="42318"/>
                </a:cubicBezTo>
                <a:cubicBezTo>
                  <a:pt x="205635" y="40090"/>
                  <a:pt x="201212" y="37864"/>
                  <a:pt x="199001" y="37864"/>
                </a:cubicBezTo>
                <a:cubicBezTo>
                  <a:pt x="190156" y="13363"/>
                  <a:pt x="190156" y="13363"/>
                  <a:pt x="190156" y="13363"/>
                </a:cubicBezTo>
                <a:cubicBezTo>
                  <a:pt x="187945" y="8909"/>
                  <a:pt x="183523" y="4454"/>
                  <a:pt x="179100" y="4454"/>
                </a:cubicBezTo>
                <a:cubicBezTo>
                  <a:pt x="161412" y="0"/>
                  <a:pt x="148146" y="0"/>
                  <a:pt x="132667" y="4454"/>
                </a:cubicBezTo>
                <a:cubicBezTo>
                  <a:pt x="128245" y="4454"/>
                  <a:pt x="123822" y="8909"/>
                  <a:pt x="121611" y="13363"/>
                </a:cubicBezTo>
                <a:cubicBezTo>
                  <a:pt x="112767" y="37864"/>
                  <a:pt x="112767" y="37864"/>
                  <a:pt x="112767" y="37864"/>
                </a:cubicBezTo>
                <a:cubicBezTo>
                  <a:pt x="108345" y="37864"/>
                  <a:pt x="103923" y="40090"/>
                  <a:pt x="101712" y="42318"/>
                </a:cubicBezTo>
                <a:cubicBezTo>
                  <a:pt x="77389" y="31181"/>
                  <a:pt x="77389" y="31181"/>
                  <a:pt x="77389" y="31181"/>
                </a:cubicBezTo>
                <a:cubicBezTo>
                  <a:pt x="72967" y="28955"/>
                  <a:pt x="68544" y="28955"/>
                  <a:pt x="64122" y="31181"/>
                </a:cubicBezTo>
                <a:cubicBezTo>
                  <a:pt x="50856" y="42318"/>
                  <a:pt x="39801" y="53454"/>
                  <a:pt x="30956" y="64591"/>
                </a:cubicBezTo>
                <a:cubicBezTo>
                  <a:pt x="28745" y="69045"/>
                  <a:pt x="26533" y="75726"/>
                  <a:pt x="28745" y="80181"/>
                </a:cubicBezTo>
                <a:cubicBezTo>
                  <a:pt x="39801" y="102453"/>
                  <a:pt x="39801" y="102453"/>
                  <a:pt x="39801" y="102453"/>
                </a:cubicBezTo>
                <a:cubicBezTo>
                  <a:pt x="39801" y="106909"/>
                  <a:pt x="37589" y="111362"/>
                  <a:pt x="35378" y="113590"/>
                </a:cubicBezTo>
                <a:cubicBezTo>
                  <a:pt x="11055" y="122499"/>
                  <a:pt x="11055" y="122499"/>
                  <a:pt x="11055" y="122499"/>
                </a:cubicBezTo>
                <a:cubicBezTo>
                  <a:pt x="6633" y="124727"/>
                  <a:pt x="4422" y="129181"/>
                  <a:pt x="2211" y="133636"/>
                </a:cubicBezTo>
                <a:cubicBezTo>
                  <a:pt x="2211" y="142545"/>
                  <a:pt x="0" y="149226"/>
                  <a:pt x="0" y="158135"/>
                </a:cubicBezTo>
                <a:cubicBezTo>
                  <a:pt x="0" y="164817"/>
                  <a:pt x="2211" y="171498"/>
                  <a:pt x="2211" y="180407"/>
                </a:cubicBezTo>
                <a:cubicBezTo>
                  <a:pt x="4422" y="187090"/>
                  <a:pt x="6633" y="189316"/>
                  <a:pt x="11055" y="191544"/>
                </a:cubicBezTo>
                <a:cubicBezTo>
                  <a:pt x="35378" y="200453"/>
                  <a:pt x="35378" y="200453"/>
                  <a:pt x="35378" y="200453"/>
                </a:cubicBezTo>
                <a:cubicBezTo>
                  <a:pt x="37589" y="204907"/>
                  <a:pt x="39801" y="209362"/>
                  <a:pt x="39801" y="211590"/>
                </a:cubicBezTo>
                <a:cubicBezTo>
                  <a:pt x="28745" y="236089"/>
                  <a:pt x="28745" y="236089"/>
                  <a:pt x="28745" y="236089"/>
                </a:cubicBezTo>
                <a:cubicBezTo>
                  <a:pt x="26533" y="240543"/>
                  <a:pt x="28745" y="244998"/>
                  <a:pt x="30956" y="249452"/>
                </a:cubicBezTo>
                <a:cubicBezTo>
                  <a:pt x="39801" y="262816"/>
                  <a:pt x="50856" y="273953"/>
                  <a:pt x="64122" y="282862"/>
                </a:cubicBezTo>
                <a:cubicBezTo>
                  <a:pt x="68544" y="285088"/>
                  <a:pt x="72967" y="287316"/>
                  <a:pt x="77389" y="285088"/>
                </a:cubicBezTo>
                <a:cubicBezTo>
                  <a:pt x="101712" y="273953"/>
                  <a:pt x="101712" y="273953"/>
                  <a:pt x="101712" y="273953"/>
                </a:cubicBezTo>
                <a:cubicBezTo>
                  <a:pt x="103923" y="276179"/>
                  <a:pt x="108345" y="276179"/>
                  <a:pt x="112767" y="278407"/>
                </a:cubicBezTo>
                <a:cubicBezTo>
                  <a:pt x="121611" y="302906"/>
                  <a:pt x="121611" y="302906"/>
                  <a:pt x="121611" y="302906"/>
                </a:cubicBezTo>
                <a:cubicBezTo>
                  <a:pt x="123822" y="307362"/>
                  <a:pt x="128245" y="311815"/>
                  <a:pt x="132667" y="311815"/>
                </a:cubicBezTo>
                <a:cubicBezTo>
                  <a:pt x="141512" y="311815"/>
                  <a:pt x="148146" y="314043"/>
                  <a:pt x="154779" y="314043"/>
                </a:cubicBezTo>
                <a:cubicBezTo>
                  <a:pt x="163623" y="314043"/>
                  <a:pt x="170256" y="311815"/>
                  <a:pt x="179100" y="311815"/>
                </a:cubicBezTo>
                <a:cubicBezTo>
                  <a:pt x="183523" y="311815"/>
                  <a:pt x="187945" y="307362"/>
                  <a:pt x="190156" y="302906"/>
                </a:cubicBezTo>
                <a:cubicBezTo>
                  <a:pt x="199001" y="278407"/>
                  <a:pt x="199001" y="278407"/>
                  <a:pt x="199001" y="278407"/>
                </a:cubicBezTo>
                <a:cubicBezTo>
                  <a:pt x="201212" y="276179"/>
                  <a:pt x="205635" y="276179"/>
                  <a:pt x="210057" y="273953"/>
                </a:cubicBezTo>
                <a:cubicBezTo>
                  <a:pt x="234378" y="285088"/>
                  <a:pt x="234378" y="285088"/>
                  <a:pt x="234378" y="285088"/>
                </a:cubicBezTo>
                <a:cubicBezTo>
                  <a:pt x="238801" y="287316"/>
                  <a:pt x="243223" y="285088"/>
                  <a:pt x="247646" y="282862"/>
                </a:cubicBezTo>
                <a:cubicBezTo>
                  <a:pt x="258702" y="273953"/>
                  <a:pt x="271968" y="262816"/>
                  <a:pt x="280812" y="249452"/>
                </a:cubicBezTo>
                <a:cubicBezTo>
                  <a:pt x="283023" y="244998"/>
                  <a:pt x="283023" y="240543"/>
                  <a:pt x="280812" y="236089"/>
                </a:cubicBezTo>
                <a:cubicBezTo>
                  <a:pt x="269757" y="211590"/>
                  <a:pt x="269757" y="211590"/>
                  <a:pt x="269757" y="211590"/>
                </a:cubicBezTo>
                <a:cubicBezTo>
                  <a:pt x="271968" y="209362"/>
                  <a:pt x="274179" y="204907"/>
                  <a:pt x="276390" y="200453"/>
                </a:cubicBezTo>
                <a:cubicBezTo>
                  <a:pt x="300713" y="191544"/>
                  <a:pt x="300713" y="191544"/>
                  <a:pt x="300713" y="191544"/>
                </a:cubicBezTo>
                <a:cubicBezTo>
                  <a:pt x="305135" y="189316"/>
                  <a:pt x="307346" y="187090"/>
                  <a:pt x="307346" y="180407"/>
                </a:cubicBezTo>
                <a:cubicBezTo>
                  <a:pt x="309557" y="171498"/>
                  <a:pt x="309557" y="164817"/>
                  <a:pt x="309557" y="158135"/>
                </a:cubicBezTo>
                <a:cubicBezTo>
                  <a:pt x="309557" y="149226"/>
                  <a:pt x="309557" y="142545"/>
                  <a:pt x="307346" y="133636"/>
                </a:cubicBezTo>
                <a:close/>
                <a:moveTo>
                  <a:pt x="283023" y="169272"/>
                </a:moveTo>
                <a:cubicBezTo>
                  <a:pt x="260913" y="178181"/>
                  <a:pt x="260913" y="178181"/>
                  <a:pt x="260913" y="178181"/>
                </a:cubicBezTo>
                <a:cubicBezTo>
                  <a:pt x="256490" y="178181"/>
                  <a:pt x="254279" y="182635"/>
                  <a:pt x="252068" y="187090"/>
                </a:cubicBezTo>
                <a:cubicBezTo>
                  <a:pt x="249857" y="193772"/>
                  <a:pt x="247646" y="200453"/>
                  <a:pt x="243223" y="204907"/>
                </a:cubicBezTo>
                <a:cubicBezTo>
                  <a:pt x="241012" y="209362"/>
                  <a:pt x="241012" y="213816"/>
                  <a:pt x="243223" y="218271"/>
                </a:cubicBezTo>
                <a:cubicBezTo>
                  <a:pt x="254279" y="240543"/>
                  <a:pt x="254279" y="240543"/>
                  <a:pt x="254279" y="240543"/>
                </a:cubicBezTo>
                <a:cubicBezTo>
                  <a:pt x="249857" y="247226"/>
                  <a:pt x="243223" y="251680"/>
                  <a:pt x="236590" y="256135"/>
                </a:cubicBezTo>
                <a:cubicBezTo>
                  <a:pt x="216690" y="247226"/>
                  <a:pt x="216690" y="247226"/>
                  <a:pt x="216690" y="247226"/>
                </a:cubicBezTo>
                <a:cubicBezTo>
                  <a:pt x="212268" y="244998"/>
                  <a:pt x="207846" y="244998"/>
                  <a:pt x="203424" y="247226"/>
                </a:cubicBezTo>
                <a:cubicBezTo>
                  <a:pt x="196790" y="249452"/>
                  <a:pt x="190156" y="251680"/>
                  <a:pt x="183523" y="253907"/>
                </a:cubicBezTo>
                <a:cubicBezTo>
                  <a:pt x="179100" y="256135"/>
                  <a:pt x="176889" y="258361"/>
                  <a:pt x="174678" y="262816"/>
                </a:cubicBezTo>
                <a:cubicBezTo>
                  <a:pt x="168045" y="285088"/>
                  <a:pt x="168045" y="285088"/>
                  <a:pt x="168045" y="285088"/>
                </a:cubicBezTo>
                <a:cubicBezTo>
                  <a:pt x="159201" y="287316"/>
                  <a:pt x="152568" y="287316"/>
                  <a:pt x="143723" y="285088"/>
                </a:cubicBezTo>
                <a:cubicBezTo>
                  <a:pt x="134878" y="262816"/>
                  <a:pt x="134878" y="262816"/>
                  <a:pt x="134878" y="262816"/>
                </a:cubicBezTo>
                <a:cubicBezTo>
                  <a:pt x="134878" y="258361"/>
                  <a:pt x="130456" y="256135"/>
                  <a:pt x="126034" y="253907"/>
                </a:cubicBezTo>
                <a:cubicBezTo>
                  <a:pt x="119400" y="251680"/>
                  <a:pt x="112767" y="249452"/>
                  <a:pt x="108345" y="247226"/>
                </a:cubicBezTo>
                <a:cubicBezTo>
                  <a:pt x="103923" y="244998"/>
                  <a:pt x="99501" y="244998"/>
                  <a:pt x="95079" y="247226"/>
                </a:cubicBezTo>
                <a:cubicBezTo>
                  <a:pt x="72967" y="256135"/>
                  <a:pt x="72967" y="256135"/>
                  <a:pt x="72967" y="256135"/>
                </a:cubicBezTo>
                <a:cubicBezTo>
                  <a:pt x="68544" y="251680"/>
                  <a:pt x="61911" y="247226"/>
                  <a:pt x="57489" y="240543"/>
                </a:cubicBezTo>
                <a:cubicBezTo>
                  <a:pt x="68544" y="218271"/>
                  <a:pt x="68544" y="218271"/>
                  <a:pt x="68544" y="218271"/>
                </a:cubicBezTo>
                <a:cubicBezTo>
                  <a:pt x="68544" y="213816"/>
                  <a:pt x="68544" y="209362"/>
                  <a:pt x="66333" y="204907"/>
                </a:cubicBezTo>
                <a:cubicBezTo>
                  <a:pt x="64122" y="200453"/>
                  <a:pt x="61911" y="193772"/>
                  <a:pt x="59700" y="187090"/>
                </a:cubicBezTo>
                <a:cubicBezTo>
                  <a:pt x="57489" y="182635"/>
                  <a:pt x="55278" y="178181"/>
                  <a:pt x="50856" y="178181"/>
                </a:cubicBezTo>
                <a:cubicBezTo>
                  <a:pt x="28745" y="169272"/>
                  <a:pt x="28745" y="169272"/>
                  <a:pt x="28745" y="169272"/>
                </a:cubicBezTo>
                <a:cubicBezTo>
                  <a:pt x="26533" y="164817"/>
                  <a:pt x="26533" y="160363"/>
                  <a:pt x="26533" y="158135"/>
                </a:cubicBezTo>
                <a:cubicBezTo>
                  <a:pt x="26533" y="153680"/>
                  <a:pt x="26533" y="149226"/>
                  <a:pt x="28745" y="144771"/>
                </a:cubicBezTo>
                <a:cubicBezTo>
                  <a:pt x="50856" y="138090"/>
                  <a:pt x="50856" y="138090"/>
                  <a:pt x="50856" y="138090"/>
                </a:cubicBezTo>
                <a:cubicBezTo>
                  <a:pt x="55278" y="135862"/>
                  <a:pt x="57489" y="133636"/>
                  <a:pt x="59700" y="129181"/>
                </a:cubicBezTo>
                <a:cubicBezTo>
                  <a:pt x="61911" y="122499"/>
                  <a:pt x="64122" y="115818"/>
                  <a:pt x="66333" y="109135"/>
                </a:cubicBezTo>
                <a:cubicBezTo>
                  <a:pt x="68544" y="104681"/>
                  <a:pt x="68544" y="100226"/>
                  <a:pt x="68544" y="98000"/>
                </a:cubicBezTo>
                <a:cubicBezTo>
                  <a:pt x="57489" y="75726"/>
                  <a:pt x="57489" y="75726"/>
                  <a:pt x="57489" y="75726"/>
                </a:cubicBezTo>
                <a:cubicBezTo>
                  <a:pt x="61911" y="69045"/>
                  <a:pt x="68544" y="62363"/>
                  <a:pt x="72967" y="57908"/>
                </a:cubicBezTo>
                <a:cubicBezTo>
                  <a:pt x="95079" y="69045"/>
                  <a:pt x="95079" y="69045"/>
                  <a:pt x="95079" y="69045"/>
                </a:cubicBezTo>
                <a:cubicBezTo>
                  <a:pt x="99501" y="71272"/>
                  <a:pt x="103923" y="71272"/>
                  <a:pt x="108345" y="69045"/>
                </a:cubicBezTo>
                <a:cubicBezTo>
                  <a:pt x="112767" y="64591"/>
                  <a:pt x="119400" y="62363"/>
                  <a:pt x="126034" y="60136"/>
                </a:cubicBezTo>
                <a:cubicBezTo>
                  <a:pt x="130456" y="60136"/>
                  <a:pt x="134878" y="55682"/>
                  <a:pt x="134878" y="51227"/>
                </a:cubicBezTo>
                <a:cubicBezTo>
                  <a:pt x="143723" y="28955"/>
                  <a:pt x="143723" y="28955"/>
                  <a:pt x="143723" y="28955"/>
                </a:cubicBezTo>
                <a:cubicBezTo>
                  <a:pt x="152568" y="28955"/>
                  <a:pt x="159201" y="28955"/>
                  <a:pt x="168045" y="28955"/>
                </a:cubicBezTo>
                <a:cubicBezTo>
                  <a:pt x="174678" y="51227"/>
                  <a:pt x="174678" y="51227"/>
                  <a:pt x="174678" y="51227"/>
                </a:cubicBezTo>
                <a:cubicBezTo>
                  <a:pt x="176889" y="55682"/>
                  <a:pt x="179100" y="60136"/>
                  <a:pt x="183523" y="60136"/>
                </a:cubicBezTo>
                <a:cubicBezTo>
                  <a:pt x="190156" y="62363"/>
                  <a:pt x="196790" y="64591"/>
                  <a:pt x="203424" y="69045"/>
                </a:cubicBezTo>
                <a:cubicBezTo>
                  <a:pt x="207846" y="71272"/>
                  <a:pt x="212268" y="71272"/>
                  <a:pt x="216690" y="69045"/>
                </a:cubicBezTo>
                <a:cubicBezTo>
                  <a:pt x="236590" y="57908"/>
                  <a:pt x="236590" y="57908"/>
                  <a:pt x="236590" y="57908"/>
                </a:cubicBezTo>
                <a:cubicBezTo>
                  <a:pt x="243223" y="62363"/>
                  <a:pt x="249857" y="69045"/>
                  <a:pt x="254279" y="75726"/>
                </a:cubicBezTo>
                <a:cubicBezTo>
                  <a:pt x="243223" y="98000"/>
                  <a:pt x="243223" y="98000"/>
                  <a:pt x="243223" y="98000"/>
                </a:cubicBezTo>
                <a:cubicBezTo>
                  <a:pt x="241012" y="100226"/>
                  <a:pt x="241012" y="104681"/>
                  <a:pt x="243223" y="109135"/>
                </a:cubicBezTo>
                <a:cubicBezTo>
                  <a:pt x="247646" y="115818"/>
                  <a:pt x="249857" y="122499"/>
                  <a:pt x="252068" y="129181"/>
                </a:cubicBezTo>
                <a:cubicBezTo>
                  <a:pt x="254279" y="133636"/>
                  <a:pt x="256490" y="135862"/>
                  <a:pt x="260913" y="138090"/>
                </a:cubicBezTo>
                <a:cubicBezTo>
                  <a:pt x="283023" y="144771"/>
                  <a:pt x="283023" y="144771"/>
                  <a:pt x="283023" y="144771"/>
                </a:cubicBezTo>
                <a:cubicBezTo>
                  <a:pt x="283023" y="149226"/>
                  <a:pt x="283023" y="153680"/>
                  <a:pt x="283023" y="158135"/>
                </a:cubicBezTo>
                <a:cubicBezTo>
                  <a:pt x="283023" y="160363"/>
                  <a:pt x="283023" y="164817"/>
                  <a:pt x="283023" y="169272"/>
                </a:cubicBez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Freeform 37">
            <a:extLst>
              <a:ext uri="{FF2B5EF4-FFF2-40B4-BE49-F238E27FC236}">
                <a16:creationId xmlns:a16="http://schemas.microsoft.com/office/drawing/2014/main" id="{EA9AB64E-D2B2-2F4B-74DD-A93F8072538C}"/>
              </a:ext>
            </a:extLst>
          </p:cNvPr>
          <p:cNvSpPr/>
          <p:nvPr/>
        </p:nvSpPr>
        <p:spPr>
          <a:xfrm>
            <a:off x="3263900" y="3975100"/>
            <a:ext cx="122312" cy="122296"/>
          </a:xfrm>
          <a:custGeom>
            <a:avLst/>
            <a:gdLst/>
            <a:ahLst/>
            <a:cxnLst/>
            <a:rect l="l" t="t" r="r" b="b"/>
            <a:pathLst>
              <a:path w="122312" h="122296">
                <a:moveTo>
                  <a:pt x="60044" y="0"/>
                </a:moveTo>
                <a:cubicBezTo>
                  <a:pt x="26687" y="0"/>
                  <a:pt x="0" y="26683"/>
                  <a:pt x="0" y="60037"/>
                </a:cubicBezTo>
                <a:cubicBezTo>
                  <a:pt x="0" y="95613"/>
                  <a:pt x="26687" y="122296"/>
                  <a:pt x="60044" y="122296"/>
                </a:cubicBezTo>
                <a:cubicBezTo>
                  <a:pt x="95626" y="122296"/>
                  <a:pt x="122312" y="95613"/>
                  <a:pt x="122312" y="60037"/>
                </a:cubicBezTo>
                <a:cubicBezTo>
                  <a:pt x="122312" y="26683"/>
                  <a:pt x="95626" y="0"/>
                  <a:pt x="60044" y="0"/>
                </a:cubicBezTo>
                <a:close/>
                <a:moveTo>
                  <a:pt x="60044" y="95613"/>
                </a:moveTo>
                <a:cubicBezTo>
                  <a:pt x="42254" y="95613"/>
                  <a:pt x="26687" y="80048"/>
                  <a:pt x="26687" y="60037"/>
                </a:cubicBezTo>
                <a:cubicBezTo>
                  <a:pt x="26687" y="42248"/>
                  <a:pt x="42254" y="26683"/>
                  <a:pt x="60044" y="26683"/>
                </a:cubicBezTo>
                <a:cubicBezTo>
                  <a:pt x="80060" y="26683"/>
                  <a:pt x="95626" y="42248"/>
                  <a:pt x="95626" y="60037"/>
                </a:cubicBezTo>
                <a:cubicBezTo>
                  <a:pt x="95626" y="80048"/>
                  <a:pt x="80060" y="95613"/>
                  <a:pt x="60044" y="95613"/>
                </a:cubicBez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Freeform 38">
            <a:extLst>
              <a:ext uri="{FF2B5EF4-FFF2-40B4-BE49-F238E27FC236}">
                <a16:creationId xmlns:a16="http://schemas.microsoft.com/office/drawing/2014/main" id="{3FE1B40B-62BF-1F70-1887-CE36819F885B}"/>
              </a:ext>
            </a:extLst>
          </p:cNvPr>
          <p:cNvSpPr/>
          <p:nvPr/>
        </p:nvSpPr>
        <p:spPr>
          <a:xfrm>
            <a:off x="2578100" y="3835400"/>
            <a:ext cx="309557" cy="309557"/>
          </a:xfrm>
          <a:custGeom>
            <a:avLst/>
            <a:gdLst/>
            <a:ahLst/>
            <a:cxnLst/>
            <a:rect l="l" t="t" r="r" b="b"/>
            <a:pathLst>
              <a:path w="309557" h="309557">
                <a:moveTo>
                  <a:pt x="154779" y="0"/>
                </a:moveTo>
                <a:cubicBezTo>
                  <a:pt x="70756" y="0"/>
                  <a:pt x="0" y="70756"/>
                  <a:pt x="0" y="154779"/>
                </a:cubicBezTo>
                <a:cubicBezTo>
                  <a:pt x="0" y="241012"/>
                  <a:pt x="70756" y="309557"/>
                  <a:pt x="154779" y="309557"/>
                </a:cubicBezTo>
                <a:cubicBezTo>
                  <a:pt x="241012" y="309557"/>
                  <a:pt x="309557" y="241012"/>
                  <a:pt x="309557" y="154779"/>
                </a:cubicBezTo>
                <a:cubicBezTo>
                  <a:pt x="309557" y="70756"/>
                  <a:pt x="241012" y="0"/>
                  <a:pt x="154779" y="0"/>
                </a:cubicBezTo>
                <a:close/>
                <a:moveTo>
                  <a:pt x="154779" y="283023"/>
                </a:moveTo>
                <a:cubicBezTo>
                  <a:pt x="84023" y="283023"/>
                  <a:pt x="26533" y="225534"/>
                  <a:pt x="26533" y="154779"/>
                </a:cubicBezTo>
                <a:cubicBezTo>
                  <a:pt x="26533" y="84023"/>
                  <a:pt x="84023" y="26533"/>
                  <a:pt x="154779" y="26533"/>
                </a:cubicBezTo>
                <a:cubicBezTo>
                  <a:pt x="225534" y="26533"/>
                  <a:pt x="283023" y="84023"/>
                  <a:pt x="283023" y="154779"/>
                </a:cubicBezTo>
                <a:cubicBezTo>
                  <a:pt x="283023" y="225534"/>
                  <a:pt x="225534" y="283023"/>
                  <a:pt x="154779" y="283023"/>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Freeform 39">
            <a:extLst>
              <a:ext uri="{FF2B5EF4-FFF2-40B4-BE49-F238E27FC236}">
                <a16:creationId xmlns:a16="http://schemas.microsoft.com/office/drawing/2014/main" id="{BB5A7E2E-A941-21E6-5D1D-8950A974F179}"/>
              </a:ext>
            </a:extLst>
          </p:cNvPr>
          <p:cNvSpPr/>
          <p:nvPr/>
        </p:nvSpPr>
        <p:spPr>
          <a:xfrm>
            <a:off x="2667000" y="3924300"/>
            <a:ext cx="131373" cy="129233"/>
          </a:xfrm>
          <a:custGeom>
            <a:avLst/>
            <a:gdLst/>
            <a:ahLst/>
            <a:cxnLst/>
            <a:rect l="l" t="t" r="r" b="b"/>
            <a:pathLst>
              <a:path w="131373" h="129233">
                <a:moveTo>
                  <a:pt x="124692" y="4456"/>
                </a:moveTo>
                <a:cubicBezTo>
                  <a:pt x="120240" y="0"/>
                  <a:pt x="111333" y="0"/>
                  <a:pt x="106879" y="4456"/>
                </a:cubicBezTo>
                <a:cubicBezTo>
                  <a:pt x="64573" y="46792"/>
                  <a:pt x="64573" y="46792"/>
                  <a:pt x="64573" y="46792"/>
                </a:cubicBezTo>
                <a:cubicBezTo>
                  <a:pt x="24493" y="4456"/>
                  <a:pt x="24493" y="4456"/>
                  <a:pt x="24493" y="4456"/>
                </a:cubicBezTo>
                <a:cubicBezTo>
                  <a:pt x="17813" y="0"/>
                  <a:pt x="11133" y="0"/>
                  <a:pt x="4454" y="4456"/>
                </a:cubicBezTo>
                <a:cubicBezTo>
                  <a:pt x="0" y="11140"/>
                  <a:pt x="0" y="17826"/>
                  <a:pt x="4454" y="24510"/>
                </a:cubicBezTo>
                <a:cubicBezTo>
                  <a:pt x="46760" y="64616"/>
                  <a:pt x="46760" y="64616"/>
                  <a:pt x="46760" y="64616"/>
                </a:cubicBezTo>
                <a:cubicBezTo>
                  <a:pt x="4454" y="106952"/>
                  <a:pt x="4454" y="106952"/>
                  <a:pt x="4454" y="106952"/>
                </a:cubicBezTo>
                <a:cubicBezTo>
                  <a:pt x="0" y="111408"/>
                  <a:pt x="0" y="120320"/>
                  <a:pt x="4454" y="124776"/>
                </a:cubicBezTo>
                <a:cubicBezTo>
                  <a:pt x="6680" y="129233"/>
                  <a:pt x="11133" y="129233"/>
                  <a:pt x="15587" y="129233"/>
                </a:cubicBezTo>
                <a:cubicBezTo>
                  <a:pt x="17813" y="129233"/>
                  <a:pt x="22267" y="129233"/>
                  <a:pt x="24493" y="124776"/>
                </a:cubicBezTo>
                <a:cubicBezTo>
                  <a:pt x="64573" y="84670"/>
                  <a:pt x="64573" y="84670"/>
                  <a:pt x="64573" y="84670"/>
                </a:cubicBezTo>
                <a:cubicBezTo>
                  <a:pt x="106879" y="124776"/>
                  <a:pt x="106879" y="124776"/>
                  <a:pt x="106879" y="124776"/>
                </a:cubicBezTo>
                <a:cubicBezTo>
                  <a:pt x="109107" y="129233"/>
                  <a:pt x="113560" y="129233"/>
                  <a:pt x="115786" y="129233"/>
                </a:cubicBezTo>
                <a:cubicBezTo>
                  <a:pt x="120240" y="129233"/>
                  <a:pt x="122466" y="129233"/>
                  <a:pt x="124692" y="124776"/>
                </a:cubicBezTo>
                <a:cubicBezTo>
                  <a:pt x="131373" y="120320"/>
                  <a:pt x="131373" y="111408"/>
                  <a:pt x="124692" y="106952"/>
                </a:cubicBezTo>
                <a:cubicBezTo>
                  <a:pt x="84614" y="64616"/>
                  <a:pt x="84614" y="64616"/>
                  <a:pt x="84614" y="64616"/>
                </a:cubicBezTo>
                <a:cubicBezTo>
                  <a:pt x="124692" y="24510"/>
                  <a:pt x="124692" y="24510"/>
                  <a:pt x="124692" y="24510"/>
                </a:cubicBezTo>
                <a:cubicBezTo>
                  <a:pt x="131373" y="17826"/>
                  <a:pt x="131373" y="11140"/>
                  <a:pt x="124692" y="4456"/>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Freeform 40">
            <a:extLst>
              <a:ext uri="{FF2B5EF4-FFF2-40B4-BE49-F238E27FC236}">
                <a16:creationId xmlns:a16="http://schemas.microsoft.com/office/drawing/2014/main" id="{C2A5642B-99BA-62AC-D53F-402FF1F6BC03}"/>
              </a:ext>
            </a:extLst>
          </p:cNvPr>
          <p:cNvSpPr/>
          <p:nvPr/>
        </p:nvSpPr>
        <p:spPr>
          <a:xfrm>
            <a:off x="2578100" y="3835400"/>
            <a:ext cx="309557" cy="309557"/>
          </a:xfrm>
          <a:custGeom>
            <a:avLst/>
            <a:gdLst/>
            <a:ahLst/>
            <a:cxnLst/>
            <a:rect l="l" t="t" r="r" b="b"/>
            <a:pathLst>
              <a:path w="309557" h="309557">
                <a:moveTo>
                  <a:pt x="154779" y="0"/>
                </a:moveTo>
                <a:cubicBezTo>
                  <a:pt x="70756" y="0"/>
                  <a:pt x="0" y="70756"/>
                  <a:pt x="0" y="154779"/>
                </a:cubicBezTo>
                <a:cubicBezTo>
                  <a:pt x="0" y="241012"/>
                  <a:pt x="70756" y="309557"/>
                  <a:pt x="154779" y="309557"/>
                </a:cubicBezTo>
                <a:cubicBezTo>
                  <a:pt x="241012" y="309557"/>
                  <a:pt x="309557" y="241012"/>
                  <a:pt x="309557" y="154779"/>
                </a:cubicBezTo>
                <a:cubicBezTo>
                  <a:pt x="309557" y="70756"/>
                  <a:pt x="241012" y="0"/>
                  <a:pt x="154779" y="0"/>
                </a:cubicBezTo>
                <a:close/>
                <a:moveTo>
                  <a:pt x="154779" y="283023"/>
                </a:moveTo>
                <a:cubicBezTo>
                  <a:pt x="84023" y="283023"/>
                  <a:pt x="26533" y="225534"/>
                  <a:pt x="26533" y="154779"/>
                </a:cubicBezTo>
                <a:cubicBezTo>
                  <a:pt x="26533" y="84023"/>
                  <a:pt x="84023" y="26533"/>
                  <a:pt x="154779" y="26533"/>
                </a:cubicBezTo>
                <a:cubicBezTo>
                  <a:pt x="225534" y="26533"/>
                  <a:pt x="283023" y="84023"/>
                  <a:pt x="283023" y="154779"/>
                </a:cubicBezTo>
                <a:cubicBezTo>
                  <a:pt x="283023" y="225534"/>
                  <a:pt x="225534" y="283023"/>
                  <a:pt x="154779" y="283023"/>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3" name="Freeform 41">
            <a:extLst>
              <a:ext uri="{FF2B5EF4-FFF2-40B4-BE49-F238E27FC236}">
                <a16:creationId xmlns:a16="http://schemas.microsoft.com/office/drawing/2014/main" id="{275D9F2E-8B01-07D1-851E-60D1B3177B86}"/>
              </a:ext>
            </a:extLst>
          </p:cNvPr>
          <p:cNvSpPr/>
          <p:nvPr/>
        </p:nvSpPr>
        <p:spPr>
          <a:xfrm>
            <a:off x="2667000" y="3924300"/>
            <a:ext cx="131373" cy="129233"/>
          </a:xfrm>
          <a:custGeom>
            <a:avLst/>
            <a:gdLst/>
            <a:ahLst/>
            <a:cxnLst/>
            <a:rect l="l" t="t" r="r" b="b"/>
            <a:pathLst>
              <a:path w="131373" h="129233">
                <a:moveTo>
                  <a:pt x="124692" y="4456"/>
                </a:moveTo>
                <a:cubicBezTo>
                  <a:pt x="120240" y="0"/>
                  <a:pt x="111333" y="0"/>
                  <a:pt x="106879" y="4456"/>
                </a:cubicBezTo>
                <a:cubicBezTo>
                  <a:pt x="64573" y="46792"/>
                  <a:pt x="64573" y="46792"/>
                  <a:pt x="64573" y="46792"/>
                </a:cubicBezTo>
                <a:cubicBezTo>
                  <a:pt x="24493" y="4456"/>
                  <a:pt x="24493" y="4456"/>
                  <a:pt x="24493" y="4456"/>
                </a:cubicBezTo>
                <a:cubicBezTo>
                  <a:pt x="17813" y="0"/>
                  <a:pt x="11133" y="0"/>
                  <a:pt x="4454" y="4456"/>
                </a:cubicBezTo>
                <a:cubicBezTo>
                  <a:pt x="0" y="11140"/>
                  <a:pt x="0" y="17826"/>
                  <a:pt x="4454" y="24510"/>
                </a:cubicBezTo>
                <a:cubicBezTo>
                  <a:pt x="46760" y="64616"/>
                  <a:pt x="46760" y="64616"/>
                  <a:pt x="46760" y="64616"/>
                </a:cubicBezTo>
                <a:cubicBezTo>
                  <a:pt x="4454" y="106952"/>
                  <a:pt x="4454" y="106952"/>
                  <a:pt x="4454" y="106952"/>
                </a:cubicBezTo>
                <a:cubicBezTo>
                  <a:pt x="0" y="111408"/>
                  <a:pt x="0" y="120320"/>
                  <a:pt x="4454" y="124776"/>
                </a:cubicBezTo>
                <a:cubicBezTo>
                  <a:pt x="6680" y="129233"/>
                  <a:pt x="11133" y="129233"/>
                  <a:pt x="15587" y="129233"/>
                </a:cubicBezTo>
                <a:cubicBezTo>
                  <a:pt x="17813" y="129233"/>
                  <a:pt x="22267" y="129233"/>
                  <a:pt x="24493" y="124776"/>
                </a:cubicBezTo>
                <a:cubicBezTo>
                  <a:pt x="64573" y="84670"/>
                  <a:pt x="64573" y="84670"/>
                  <a:pt x="64573" y="84670"/>
                </a:cubicBezTo>
                <a:cubicBezTo>
                  <a:pt x="106879" y="124776"/>
                  <a:pt x="106879" y="124776"/>
                  <a:pt x="106879" y="124776"/>
                </a:cubicBezTo>
                <a:cubicBezTo>
                  <a:pt x="109107" y="129233"/>
                  <a:pt x="113560" y="129233"/>
                  <a:pt x="115786" y="129233"/>
                </a:cubicBezTo>
                <a:cubicBezTo>
                  <a:pt x="120240" y="129233"/>
                  <a:pt x="122466" y="129233"/>
                  <a:pt x="124692" y="124776"/>
                </a:cubicBezTo>
                <a:cubicBezTo>
                  <a:pt x="131373" y="120320"/>
                  <a:pt x="131373" y="111408"/>
                  <a:pt x="124692" y="106952"/>
                </a:cubicBezTo>
                <a:cubicBezTo>
                  <a:pt x="84614" y="64616"/>
                  <a:pt x="84614" y="64616"/>
                  <a:pt x="84614" y="64616"/>
                </a:cubicBezTo>
                <a:cubicBezTo>
                  <a:pt x="124692" y="24510"/>
                  <a:pt x="124692" y="24510"/>
                  <a:pt x="124692" y="24510"/>
                </a:cubicBezTo>
                <a:cubicBezTo>
                  <a:pt x="131373" y="17826"/>
                  <a:pt x="131373" y="11140"/>
                  <a:pt x="124692" y="4456"/>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4" name="AutoShape 42">
            <a:extLst>
              <a:ext uri="{FF2B5EF4-FFF2-40B4-BE49-F238E27FC236}">
                <a16:creationId xmlns:a16="http://schemas.microsoft.com/office/drawing/2014/main" id="{E39FBD9A-9E5C-A777-130D-0E139A6E52C9}"/>
              </a:ext>
            </a:extLst>
          </p:cNvPr>
          <p:cNvSpPr/>
          <p:nvPr/>
        </p:nvSpPr>
        <p:spPr>
          <a:xfrm>
            <a:off x="1816100" y="4292600"/>
            <a:ext cx="9271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Noto Sans SC"/>
                <a:ea typeface="Noto Sans SC"/>
                <a:cs typeface="Noto Sans SC"/>
                <a:sym typeface="Noto Sans SC"/>
              </a:rPr>
              <a:t>04</a:t>
            </a:r>
            <a:endParaRPr lang="en-US" sz="1100"/>
          </a:p>
        </p:txBody>
      </p:sp>
      <p:sp>
        <p:nvSpPr>
          <p:cNvPr id="35" name="AutoShape 43">
            <a:extLst>
              <a:ext uri="{FF2B5EF4-FFF2-40B4-BE49-F238E27FC236}">
                <a16:creationId xmlns:a16="http://schemas.microsoft.com/office/drawing/2014/main" id="{6C1BED2E-A20D-9643-FE5D-838BDCB97DC9}"/>
              </a:ext>
            </a:extLst>
          </p:cNvPr>
          <p:cNvSpPr/>
          <p:nvPr/>
        </p:nvSpPr>
        <p:spPr>
          <a:xfrm>
            <a:off x="3606800" y="4267200"/>
            <a:ext cx="9271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Noto Sans SC"/>
                <a:ea typeface="Noto Sans SC"/>
                <a:cs typeface="Noto Sans SC"/>
                <a:sym typeface="Noto Sans SC"/>
              </a:rPr>
              <a:t>03</a:t>
            </a:r>
            <a:endParaRPr lang="en-US" sz="1100"/>
          </a:p>
        </p:txBody>
      </p:sp>
      <p:sp>
        <p:nvSpPr>
          <p:cNvPr id="36" name="AutoShape 44">
            <a:extLst>
              <a:ext uri="{FF2B5EF4-FFF2-40B4-BE49-F238E27FC236}">
                <a16:creationId xmlns:a16="http://schemas.microsoft.com/office/drawing/2014/main" id="{FA6A42CB-BC59-040E-6D8A-7C9CC4BA19DC}"/>
              </a:ext>
            </a:extLst>
          </p:cNvPr>
          <p:cNvSpPr/>
          <p:nvPr/>
        </p:nvSpPr>
        <p:spPr>
          <a:xfrm>
            <a:off x="6400800" y="15494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37" name="AutoShape 45">
            <a:extLst>
              <a:ext uri="{FF2B5EF4-FFF2-40B4-BE49-F238E27FC236}">
                <a16:creationId xmlns:a16="http://schemas.microsoft.com/office/drawing/2014/main" id="{55B81F03-20DC-ADF2-5015-5BA16B51045C}"/>
              </a:ext>
            </a:extLst>
          </p:cNvPr>
          <p:cNvSpPr/>
          <p:nvPr/>
        </p:nvSpPr>
        <p:spPr>
          <a:xfrm>
            <a:off x="6413500" y="26924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38" name="AutoShape 46">
            <a:extLst>
              <a:ext uri="{FF2B5EF4-FFF2-40B4-BE49-F238E27FC236}">
                <a16:creationId xmlns:a16="http://schemas.microsoft.com/office/drawing/2014/main" id="{04C36F31-131A-5570-A5AF-10B0DE508F5D}"/>
              </a:ext>
            </a:extLst>
          </p:cNvPr>
          <p:cNvSpPr/>
          <p:nvPr/>
        </p:nvSpPr>
        <p:spPr>
          <a:xfrm>
            <a:off x="6438900" y="38227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39" name="AutoShape 47">
            <a:extLst>
              <a:ext uri="{FF2B5EF4-FFF2-40B4-BE49-F238E27FC236}">
                <a16:creationId xmlns:a16="http://schemas.microsoft.com/office/drawing/2014/main" id="{46EC8251-9567-95BF-E045-7BF6DC8FAF40}"/>
              </a:ext>
            </a:extLst>
          </p:cNvPr>
          <p:cNvSpPr/>
          <p:nvPr/>
        </p:nvSpPr>
        <p:spPr>
          <a:xfrm>
            <a:off x="6451600" y="49911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Tree>
    <p:extLst>
      <p:ext uri="{BB962C8B-B14F-4D97-AF65-F5344CB8AC3E}">
        <p14:creationId xmlns:p14="http://schemas.microsoft.com/office/powerpoint/2010/main" val="52942551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5_自定义版式">
    <p:spTree>
      <p:nvGrpSpPr>
        <p:cNvPr id="1" name=""/>
        <p:cNvGrpSpPr/>
        <p:nvPr/>
      </p:nvGrpSpPr>
      <p:grpSpPr>
        <a:xfrm>
          <a:off x="0" y="0"/>
          <a:ext cx="0" cy="0"/>
          <a:chOff x="0" y="0"/>
          <a:chExt cx="0" cy="0"/>
        </a:xfrm>
      </p:grpSpPr>
      <p:sp>
        <p:nvSpPr>
          <p:cNvPr id="4" name="AutoShape 11">
            <a:extLst>
              <a:ext uri="{FF2B5EF4-FFF2-40B4-BE49-F238E27FC236}">
                <a16:creationId xmlns:a16="http://schemas.microsoft.com/office/drawing/2014/main" id="{3CB35F4C-268A-AF59-EE72-9D03EE282EAB}"/>
              </a:ext>
            </a:extLst>
          </p:cNvPr>
          <p:cNvSpPr/>
          <p:nvPr/>
        </p:nvSpPr>
        <p:spPr>
          <a:xfrm>
            <a:off x="1676400" y="3213721"/>
            <a:ext cx="1219200" cy="1117600"/>
          </a:xfrm>
          <a:prstGeom prst="roundRect">
            <a:avLst>
              <a:gd name="adj" fmla="val 0"/>
            </a:avLst>
          </a:prstGeom>
          <a:noFill/>
          <a:ln w="25400" cap="flat" cmpd="sng">
            <a:noFill/>
            <a:prstDash val="solid"/>
            <a:round/>
          </a:ln>
        </p:spPr>
        <p:txBody>
          <a:bodyPr vert="horz" wrap="none" lIns="127000" tIns="63500" rIns="127000" bIns="63500" rtlCol="0" anchor="t" anchorCtr="0"/>
          <a:lstStyle/>
          <a:p>
            <a:pPr marL="0" indent="0" algn="l">
              <a:lnSpc>
                <a:spcPct val="100000"/>
              </a:lnSpc>
              <a:defRPr/>
            </a:pPr>
            <a:r>
              <a:rPr lang="en-US" sz="6500" b="1" i="0" u="none" strike="noStrike" dirty="0">
                <a:latin typeface="Noto Sans SC"/>
                <a:ea typeface="Noto Sans SC"/>
                <a:cs typeface="Noto Sans SC"/>
                <a:sym typeface="Noto Sans SC"/>
              </a:rPr>
              <a:t>01</a:t>
            </a:r>
            <a:endParaRPr lang="en-US" sz="1100" dirty="0"/>
          </a:p>
        </p:txBody>
      </p:sp>
      <p:sp>
        <p:nvSpPr>
          <p:cNvPr id="6" name="AutoShape 12">
            <a:extLst>
              <a:ext uri="{FF2B5EF4-FFF2-40B4-BE49-F238E27FC236}">
                <a16:creationId xmlns:a16="http://schemas.microsoft.com/office/drawing/2014/main" id="{5B1C1C04-4538-56D7-F2A1-425A9558629D}"/>
              </a:ext>
            </a:extLst>
          </p:cNvPr>
          <p:cNvSpPr/>
          <p:nvPr/>
        </p:nvSpPr>
        <p:spPr>
          <a:xfrm>
            <a:off x="9245600" y="3213721"/>
            <a:ext cx="1219200" cy="1117600"/>
          </a:xfrm>
          <a:prstGeom prst="roundRect">
            <a:avLst>
              <a:gd name="adj" fmla="val 0"/>
            </a:avLst>
          </a:prstGeom>
          <a:noFill/>
          <a:ln w="25400" cap="flat" cmpd="sng">
            <a:noFill/>
            <a:prstDash val="solid"/>
            <a:round/>
          </a:ln>
        </p:spPr>
        <p:txBody>
          <a:bodyPr vert="horz" wrap="none" lIns="127000" tIns="63500" rIns="127000" bIns="63500" rtlCol="0" anchor="t" anchorCtr="0"/>
          <a:lstStyle/>
          <a:p>
            <a:pPr marL="0" indent="0" algn="l">
              <a:lnSpc>
                <a:spcPct val="100000"/>
              </a:lnSpc>
              <a:defRPr/>
            </a:pPr>
            <a:r>
              <a:rPr lang="en-US" sz="6500" b="1" i="0" u="none" strike="noStrike">
                <a:latin typeface="Noto Sans SC"/>
                <a:ea typeface="Noto Sans SC"/>
                <a:cs typeface="Noto Sans SC"/>
                <a:sym typeface="Noto Sans SC"/>
              </a:rPr>
              <a:t>03</a:t>
            </a:r>
            <a:endParaRPr lang="en-US" sz="1100"/>
          </a:p>
        </p:txBody>
      </p:sp>
      <p:sp>
        <p:nvSpPr>
          <p:cNvPr id="8" name="AutoShape 13">
            <a:extLst>
              <a:ext uri="{FF2B5EF4-FFF2-40B4-BE49-F238E27FC236}">
                <a16:creationId xmlns:a16="http://schemas.microsoft.com/office/drawing/2014/main" id="{A59B2510-F421-CEDE-3FDF-3633D0185974}"/>
              </a:ext>
            </a:extLst>
          </p:cNvPr>
          <p:cNvSpPr/>
          <p:nvPr/>
        </p:nvSpPr>
        <p:spPr>
          <a:xfrm>
            <a:off x="673100" y="1587500"/>
            <a:ext cx="10845800" cy="1775293"/>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4">
            <a:extLst>
              <a:ext uri="{FF2B5EF4-FFF2-40B4-BE49-F238E27FC236}">
                <a16:creationId xmlns:a16="http://schemas.microsoft.com/office/drawing/2014/main" id="{306826D7-CA97-FEE1-665C-C40E7B68E70C}"/>
              </a:ext>
            </a:extLst>
          </p:cNvPr>
          <p:cNvSpPr/>
          <p:nvPr/>
        </p:nvSpPr>
        <p:spPr>
          <a:xfrm>
            <a:off x="977900" y="1790700"/>
            <a:ext cx="2324100" cy="4191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00000"/>
              </a:lnSpc>
              <a:defRPr/>
            </a:pPr>
            <a:endParaRPr lang="en-US" sz="1100" dirty="0"/>
          </a:p>
        </p:txBody>
      </p:sp>
      <p:sp>
        <p:nvSpPr>
          <p:cNvPr id="12" name="AutoShape 15">
            <a:extLst>
              <a:ext uri="{FF2B5EF4-FFF2-40B4-BE49-F238E27FC236}">
                <a16:creationId xmlns:a16="http://schemas.microsoft.com/office/drawing/2014/main" id="{B23F6934-A6F9-C35D-FAE4-1795520E8F16}"/>
              </a:ext>
            </a:extLst>
          </p:cNvPr>
          <p:cNvSpPr/>
          <p:nvPr/>
        </p:nvSpPr>
        <p:spPr>
          <a:xfrm>
            <a:off x="977900" y="2286000"/>
            <a:ext cx="10388600" cy="9398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25000"/>
              </a:lnSpc>
              <a:defRPr/>
            </a:pPr>
            <a:endParaRPr lang="en-US" sz="1100" dirty="0"/>
          </a:p>
        </p:txBody>
      </p:sp>
      <p:sp>
        <p:nvSpPr>
          <p:cNvPr id="14" name="AutoShape 16">
            <a:extLst>
              <a:ext uri="{FF2B5EF4-FFF2-40B4-BE49-F238E27FC236}">
                <a16:creationId xmlns:a16="http://schemas.microsoft.com/office/drawing/2014/main" id="{F8C2B705-8395-13AD-EB66-BC2A3E463CD5}"/>
              </a:ext>
            </a:extLst>
          </p:cNvPr>
          <p:cNvSpPr/>
          <p:nvPr/>
        </p:nvSpPr>
        <p:spPr>
          <a:xfrm>
            <a:off x="977900" y="4787900"/>
            <a:ext cx="2654300" cy="10668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25000"/>
              </a:lnSpc>
              <a:spcBef>
                <a:spcPts val="600"/>
              </a:spcBef>
              <a:defRPr/>
            </a:pPr>
            <a:endParaRPr lang="en-US" sz="1100" dirty="0"/>
          </a:p>
        </p:txBody>
      </p:sp>
      <p:sp>
        <p:nvSpPr>
          <p:cNvPr id="16" name="AutoShape 17">
            <a:extLst>
              <a:ext uri="{FF2B5EF4-FFF2-40B4-BE49-F238E27FC236}">
                <a16:creationId xmlns:a16="http://schemas.microsoft.com/office/drawing/2014/main" id="{AE47F250-6DBB-9684-E439-30F204BB13A7}"/>
              </a:ext>
            </a:extLst>
          </p:cNvPr>
          <p:cNvSpPr/>
          <p:nvPr/>
        </p:nvSpPr>
        <p:spPr>
          <a:xfrm>
            <a:off x="1295400" y="4330700"/>
            <a:ext cx="2019300" cy="4572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00000"/>
              </a:lnSpc>
              <a:defRPr/>
            </a:pPr>
            <a:endParaRPr lang="en-US" sz="1100" dirty="0"/>
          </a:p>
        </p:txBody>
      </p:sp>
      <p:sp>
        <p:nvSpPr>
          <p:cNvPr id="18" name="AutoShape 18">
            <a:extLst>
              <a:ext uri="{FF2B5EF4-FFF2-40B4-BE49-F238E27FC236}">
                <a16:creationId xmlns:a16="http://schemas.microsoft.com/office/drawing/2014/main" id="{12A82319-67C4-1759-5B5F-9F024B7917B6}"/>
              </a:ext>
            </a:extLst>
          </p:cNvPr>
          <p:cNvSpPr/>
          <p:nvPr/>
        </p:nvSpPr>
        <p:spPr>
          <a:xfrm>
            <a:off x="5461000" y="3213721"/>
            <a:ext cx="1219200" cy="1117600"/>
          </a:xfrm>
          <a:prstGeom prst="roundRect">
            <a:avLst>
              <a:gd name="adj" fmla="val 0"/>
            </a:avLst>
          </a:prstGeom>
          <a:noFill/>
          <a:ln w="25400" cap="flat" cmpd="sng">
            <a:noFill/>
            <a:prstDash val="solid"/>
            <a:round/>
          </a:ln>
        </p:spPr>
        <p:txBody>
          <a:bodyPr vert="horz" wrap="none" lIns="127000" tIns="63500" rIns="127000" bIns="63500" rtlCol="0" anchor="t" anchorCtr="0"/>
          <a:lstStyle/>
          <a:p>
            <a:pPr marL="0" indent="0" algn="l">
              <a:lnSpc>
                <a:spcPct val="100000"/>
              </a:lnSpc>
              <a:defRPr/>
            </a:pPr>
            <a:r>
              <a:rPr lang="en-US" sz="6500" b="1" i="0" u="none" strike="noStrike">
                <a:latin typeface="Noto Sans SC"/>
                <a:ea typeface="Noto Sans SC"/>
                <a:cs typeface="Noto Sans SC"/>
                <a:sym typeface="Noto Sans SC"/>
              </a:rPr>
              <a:t>02</a:t>
            </a:r>
            <a:endParaRPr lang="en-US" sz="1100"/>
          </a:p>
        </p:txBody>
      </p:sp>
      <p:sp>
        <p:nvSpPr>
          <p:cNvPr id="20" name="AutoShape 19">
            <a:extLst>
              <a:ext uri="{FF2B5EF4-FFF2-40B4-BE49-F238E27FC236}">
                <a16:creationId xmlns:a16="http://schemas.microsoft.com/office/drawing/2014/main" id="{D3668D57-E8D8-5890-17F9-93BCB1F4A640}"/>
              </a:ext>
            </a:extLst>
          </p:cNvPr>
          <p:cNvSpPr/>
          <p:nvPr/>
        </p:nvSpPr>
        <p:spPr>
          <a:xfrm>
            <a:off x="4775200" y="4787900"/>
            <a:ext cx="2654300" cy="10668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25000"/>
              </a:lnSpc>
              <a:spcBef>
                <a:spcPts val="600"/>
              </a:spcBef>
              <a:defRPr/>
            </a:pPr>
            <a:r>
              <a:rPr lang="en-US" sz="1100" dirty="0"/>
              <a:t>	</a:t>
            </a:r>
          </a:p>
        </p:txBody>
      </p:sp>
      <p:sp>
        <p:nvSpPr>
          <p:cNvPr id="22" name="AutoShape 20">
            <a:extLst>
              <a:ext uri="{FF2B5EF4-FFF2-40B4-BE49-F238E27FC236}">
                <a16:creationId xmlns:a16="http://schemas.microsoft.com/office/drawing/2014/main" id="{CD29A42C-4226-AD18-AEAD-027BFC1EED55}"/>
              </a:ext>
            </a:extLst>
          </p:cNvPr>
          <p:cNvSpPr/>
          <p:nvPr/>
        </p:nvSpPr>
        <p:spPr>
          <a:xfrm>
            <a:off x="5092700" y="4330700"/>
            <a:ext cx="2019300" cy="4572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00000"/>
              </a:lnSpc>
              <a:defRPr/>
            </a:pPr>
            <a:endParaRPr lang="en-US" sz="1100" dirty="0"/>
          </a:p>
        </p:txBody>
      </p:sp>
      <p:sp>
        <p:nvSpPr>
          <p:cNvPr id="24" name="AutoShape 21">
            <a:extLst>
              <a:ext uri="{FF2B5EF4-FFF2-40B4-BE49-F238E27FC236}">
                <a16:creationId xmlns:a16="http://schemas.microsoft.com/office/drawing/2014/main" id="{E6B4029C-16E1-5F77-2A1C-2C3F8461A86B}"/>
              </a:ext>
            </a:extLst>
          </p:cNvPr>
          <p:cNvSpPr/>
          <p:nvPr/>
        </p:nvSpPr>
        <p:spPr>
          <a:xfrm>
            <a:off x="8559800" y="4787900"/>
            <a:ext cx="2654300" cy="10668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25000"/>
              </a:lnSpc>
              <a:spcBef>
                <a:spcPts val="600"/>
              </a:spcBef>
              <a:defRPr/>
            </a:pPr>
            <a:endParaRPr lang="en-US" sz="1100" dirty="0"/>
          </a:p>
        </p:txBody>
      </p:sp>
      <p:sp>
        <p:nvSpPr>
          <p:cNvPr id="26" name="AutoShape 22">
            <a:extLst>
              <a:ext uri="{FF2B5EF4-FFF2-40B4-BE49-F238E27FC236}">
                <a16:creationId xmlns:a16="http://schemas.microsoft.com/office/drawing/2014/main" id="{9BD53BFA-7837-01CC-30D1-F7C5720977D6}"/>
              </a:ext>
            </a:extLst>
          </p:cNvPr>
          <p:cNvSpPr/>
          <p:nvPr/>
        </p:nvSpPr>
        <p:spPr>
          <a:xfrm>
            <a:off x="8877300" y="4343400"/>
            <a:ext cx="2019300" cy="4572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00000"/>
              </a:lnSpc>
              <a:defRPr/>
            </a:pPr>
            <a:endParaRPr lang="en-US" sz="1100" dirty="0"/>
          </a:p>
        </p:txBody>
      </p:sp>
    </p:spTree>
    <p:extLst>
      <p:ext uri="{BB962C8B-B14F-4D97-AF65-F5344CB8AC3E}">
        <p14:creationId xmlns:p14="http://schemas.microsoft.com/office/powerpoint/2010/main" val="374472450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6_自定义版式">
    <p:spTree>
      <p:nvGrpSpPr>
        <p:cNvPr id="1" name=""/>
        <p:cNvGrpSpPr/>
        <p:nvPr/>
      </p:nvGrpSpPr>
      <p:grpSpPr>
        <a:xfrm>
          <a:off x="0" y="0"/>
          <a:ext cx="0" cy="0"/>
          <a:chOff x="0" y="0"/>
          <a:chExt cx="0" cy="0"/>
        </a:xfrm>
      </p:grpSpPr>
      <p:sp>
        <p:nvSpPr>
          <p:cNvPr id="4" name="AutoShape 11">
            <a:extLst>
              <a:ext uri="{FF2B5EF4-FFF2-40B4-BE49-F238E27FC236}">
                <a16:creationId xmlns:a16="http://schemas.microsoft.com/office/drawing/2014/main" id="{A9CEBC97-BF41-AB8E-2EB5-73A22334FB3E}"/>
              </a:ext>
            </a:extLst>
          </p:cNvPr>
          <p:cNvSpPr/>
          <p:nvPr/>
        </p:nvSpPr>
        <p:spPr>
          <a:xfrm rot="5400000">
            <a:off x="1752600" y="1485900"/>
            <a:ext cx="2159000" cy="2794000"/>
          </a:xfrm>
          <a:prstGeom prst="homePlate">
            <a:avLst>
              <a:gd name="adj" fmla="val 50000"/>
            </a:avLst>
          </a:prstGeom>
          <a:solidFill>
            <a:srgbClr val="17406D">
              <a:alpha val="100000"/>
            </a:srgbClr>
          </a:solidFill>
          <a:ln w="25400" cap="flat" cmpd="sng">
            <a:noFill/>
            <a:prstDash val="solid"/>
            <a:round/>
          </a:ln>
        </p:spPr>
        <p:txBody>
          <a:bodyPr vert="vert270" wrap="square" lIns="63500" tIns="63500" rIns="63500" bIns="63500" rtlCol="0" anchor="ctr"/>
          <a:lstStyle/>
          <a:p>
            <a:pPr algn="ctr">
              <a:defRPr/>
            </a:pPr>
            <a:endParaRPr/>
          </a:p>
        </p:txBody>
      </p:sp>
      <p:sp>
        <p:nvSpPr>
          <p:cNvPr id="6" name="Freeform 12">
            <a:extLst>
              <a:ext uri="{FF2B5EF4-FFF2-40B4-BE49-F238E27FC236}">
                <a16:creationId xmlns:a16="http://schemas.microsoft.com/office/drawing/2014/main" id="{45868A40-A3B6-4F0F-B7F8-1E17216769AB}"/>
              </a:ext>
            </a:extLst>
          </p:cNvPr>
          <p:cNvSpPr/>
          <p:nvPr/>
        </p:nvSpPr>
        <p:spPr>
          <a:xfrm>
            <a:off x="2552700" y="2768600"/>
            <a:ext cx="565032" cy="565032"/>
          </a:xfrm>
          <a:custGeom>
            <a:avLst/>
            <a:gdLst/>
            <a:ahLst/>
            <a:cxnLst/>
            <a:rect l="l" t="t" r="r" b="b"/>
            <a:pathLst>
              <a:path w="565032" h="565032">
                <a:moveTo>
                  <a:pt x="552640" y="235430"/>
                </a:moveTo>
                <a:cubicBezTo>
                  <a:pt x="485729" y="223039"/>
                  <a:pt x="485729" y="223039"/>
                  <a:pt x="485729" y="223039"/>
                </a:cubicBezTo>
                <a:cubicBezTo>
                  <a:pt x="480772" y="208170"/>
                  <a:pt x="475817" y="195778"/>
                  <a:pt x="468382" y="183388"/>
                </a:cubicBezTo>
                <a:cubicBezTo>
                  <a:pt x="508033" y="123910"/>
                  <a:pt x="508033" y="123910"/>
                  <a:pt x="508033" y="123910"/>
                </a:cubicBezTo>
                <a:cubicBezTo>
                  <a:pt x="512990" y="118955"/>
                  <a:pt x="510511" y="111520"/>
                  <a:pt x="508033" y="106563"/>
                </a:cubicBezTo>
                <a:cubicBezTo>
                  <a:pt x="458469" y="59477"/>
                  <a:pt x="458469" y="59477"/>
                  <a:pt x="458469" y="59477"/>
                </a:cubicBezTo>
                <a:cubicBezTo>
                  <a:pt x="453512" y="54521"/>
                  <a:pt x="446077" y="52042"/>
                  <a:pt x="441122" y="56999"/>
                </a:cubicBezTo>
                <a:cubicBezTo>
                  <a:pt x="384123" y="96651"/>
                  <a:pt x="384123" y="96651"/>
                  <a:pt x="384123" y="96651"/>
                </a:cubicBezTo>
                <a:cubicBezTo>
                  <a:pt x="369254" y="89215"/>
                  <a:pt x="356862" y="84259"/>
                  <a:pt x="341993" y="79303"/>
                </a:cubicBezTo>
                <a:cubicBezTo>
                  <a:pt x="329602" y="12391"/>
                  <a:pt x="329602" y="12391"/>
                  <a:pt x="329602" y="12391"/>
                </a:cubicBezTo>
                <a:cubicBezTo>
                  <a:pt x="329602" y="4957"/>
                  <a:pt x="322167" y="0"/>
                  <a:pt x="314733" y="0"/>
                </a:cubicBezTo>
                <a:cubicBezTo>
                  <a:pt x="247821" y="0"/>
                  <a:pt x="247821" y="0"/>
                  <a:pt x="247821" y="0"/>
                </a:cubicBezTo>
                <a:cubicBezTo>
                  <a:pt x="240387" y="0"/>
                  <a:pt x="235430" y="4957"/>
                  <a:pt x="232952" y="12391"/>
                </a:cubicBezTo>
                <a:cubicBezTo>
                  <a:pt x="220561" y="79303"/>
                  <a:pt x="220561" y="79303"/>
                  <a:pt x="220561" y="79303"/>
                </a:cubicBezTo>
                <a:cubicBezTo>
                  <a:pt x="205692" y="84259"/>
                  <a:pt x="193300" y="89215"/>
                  <a:pt x="180909" y="96651"/>
                </a:cubicBezTo>
                <a:cubicBezTo>
                  <a:pt x="123910" y="56999"/>
                  <a:pt x="123910" y="56999"/>
                  <a:pt x="123910" y="56999"/>
                </a:cubicBezTo>
                <a:cubicBezTo>
                  <a:pt x="118955" y="54521"/>
                  <a:pt x="111520" y="54521"/>
                  <a:pt x="106563" y="59477"/>
                </a:cubicBezTo>
                <a:cubicBezTo>
                  <a:pt x="56999" y="106563"/>
                  <a:pt x="56999" y="106563"/>
                  <a:pt x="56999" y="106563"/>
                </a:cubicBezTo>
                <a:cubicBezTo>
                  <a:pt x="54521" y="111520"/>
                  <a:pt x="52042" y="121432"/>
                  <a:pt x="56999" y="126389"/>
                </a:cubicBezTo>
                <a:cubicBezTo>
                  <a:pt x="96651" y="183388"/>
                  <a:pt x="96651" y="183388"/>
                  <a:pt x="96651" y="183388"/>
                </a:cubicBezTo>
                <a:cubicBezTo>
                  <a:pt x="89215" y="195778"/>
                  <a:pt x="84259" y="208170"/>
                  <a:pt x="79303" y="223039"/>
                </a:cubicBezTo>
                <a:cubicBezTo>
                  <a:pt x="12391" y="235430"/>
                  <a:pt x="12391" y="235430"/>
                  <a:pt x="12391" y="235430"/>
                </a:cubicBezTo>
                <a:cubicBezTo>
                  <a:pt x="4957" y="235430"/>
                  <a:pt x="0" y="242865"/>
                  <a:pt x="0" y="247821"/>
                </a:cubicBezTo>
                <a:cubicBezTo>
                  <a:pt x="0" y="317210"/>
                  <a:pt x="0" y="317210"/>
                  <a:pt x="0" y="317210"/>
                </a:cubicBezTo>
                <a:cubicBezTo>
                  <a:pt x="0" y="324645"/>
                  <a:pt x="4957" y="329602"/>
                  <a:pt x="12391" y="332080"/>
                </a:cubicBezTo>
                <a:cubicBezTo>
                  <a:pt x="79303" y="344471"/>
                  <a:pt x="79303" y="344471"/>
                  <a:pt x="79303" y="344471"/>
                </a:cubicBezTo>
                <a:cubicBezTo>
                  <a:pt x="84259" y="356862"/>
                  <a:pt x="89215" y="371732"/>
                  <a:pt x="96651" y="384123"/>
                </a:cubicBezTo>
                <a:cubicBezTo>
                  <a:pt x="56999" y="441122"/>
                  <a:pt x="56999" y="441122"/>
                  <a:pt x="56999" y="441122"/>
                </a:cubicBezTo>
                <a:cubicBezTo>
                  <a:pt x="54521" y="446077"/>
                  <a:pt x="54521" y="453512"/>
                  <a:pt x="59477" y="458469"/>
                </a:cubicBezTo>
                <a:cubicBezTo>
                  <a:pt x="106563" y="505555"/>
                  <a:pt x="106563" y="505555"/>
                  <a:pt x="106563" y="505555"/>
                </a:cubicBezTo>
                <a:cubicBezTo>
                  <a:pt x="111520" y="510511"/>
                  <a:pt x="118955" y="512990"/>
                  <a:pt x="126389" y="508033"/>
                </a:cubicBezTo>
                <a:cubicBezTo>
                  <a:pt x="180909" y="468382"/>
                  <a:pt x="180909" y="468382"/>
                  <a:pt x="180909" y="468382"/>
                </a:cubicBezTo>
                <a:cubicBezTo>
                  <a:pt x="193300" y="475817"/>
                  <a:pt x="208170" y="480772"/>
                  <a:pt x="220561" y="485729"/>
                </a:cubicBezTo>
                <a:cubicBezTo>
                  <a:pt x="232952" y="552640"/>
                  <a:pt x="232952" y="552640"/>
                  <a:pt x="232952" y="552640"/>
                </a:cubicBezTo>
                <a:cubicBezTo>
                  <a:pt x="235430" y="560075"/>
                  <a:pt x="240387" y="565032"/>
                  <a:pt x="247821" y="565032"/>
                </a:cubicBezTo>
                <a:cubicBezTo>
                  <a:pt x="314733" y="565032"/>
                  <a:pt x="314733" y="565032"/>
                  <a:pt x="314733" y="565032"/>
                </a:cubicBezTo>
                <a:cubicBezTo>
                  <a:pt x="322167" y="565032"/>
                  <a:pt x="329602" y="560075"/>
                  <a:pt x="329602" y="552640"/>
                </a:cubicBezTo>
                <a:cubicBezTo>
                  <a:pt x="341993" y="485729"/>
                  <a:pt x="341993" y="485729"/>
                  <a:pt x="341993" y="485729"/>
                </a:cubicBezTo>
                <a:cubicBezTo>
                  <a:pt x="356862" y="480772"/>
                  <a:pt x="369254" y="475817"/>
                  <a:pt x="381644" y="470860"/>
                </a:cubicBezTo>
                <a:cubicBezTo>
                  <a:pt x="438643" y="508033"/>
                  <a:pt x="438643" y="508033"/>
                  <a:pt x="438643" y="508033"/>
                </a:cubicBezTo>
                <a:cubicBezTo>
                  <a:pt x="446077" y="512990"/>
                  <a:pt x="453512" y="512990"/>
                  <a:pt x="458469" y="508033"/>
                </a:cubicBezTo>
                <a:cubicBezTo>
                  <a:pt x="505555" y="458469"/>
                  <a:pt x="505555" y="458469"/>
                  <a:pt x="505555" y="458469"/>
                </a:cubicBezTo>
                <a:cubicBezTo>
                  <a:pt x="510511" y="453512"/>
                  <a:pt x="510511" y="446077"/>
                  <a:pt x="508033" y="441122"/>
                </a:cubicBezTo>
                <a:cubicBezTo>
                  <a:pt x="468382" y="384123"/>
                  <a:pt x="468382" y="384123"/>
                  <a:pt x="468382" y="384123"/>
                </a:cubicBezTo>
                <a:cubicBezTo>
                  <a:pt x="475817" y="371732"/>
                  <a:pt x="480772" y="356862"/>
                  <a:pt x="485729" y="344471"/>
                </a:cubicBezTo>
                <a:cubicBezTo>
                  <a:pt x="552640" y="332080"/>
                  <a:pt x="552640" y="332080"/>
                  <a:pt x="552640" y="332080"/>
                </a:cubicBezTo>
                <a:cubicBezTo>
                  <a:pt x="560075" y="329602"/>
                  <a:pt x="565032" y="324645"/>
                  <a:pt x="565032" y="317210"/>
                </a:cubicBezTo>
                <a:cubicBezTo>
                  <a:pt x="565032" y="247821"/>
                  <a:pt x="565032" y="247821"/>
                  <a:pt x="565032" y="247821"/>
                </a:cubicBezTo>
                <a:cubicBezTo>
                  <a:pt x="565032" y="242865"/>
                  <a:pt x="560075" y="235430"/>
                  <a:pt x="552640" y="235430"/>
                </a:cubicBezTo>
                <a:close/>
                <a:moveTo>
                  <a:pt x="282517" y="369254"/>
                </a:moveTo>
                <a:cubicBezTo>
                  <a:pt x="235430" y="369254"/>
                  <a:pt x="195778" y="329602"/>
                  <a:pt x="195778" y="282517"/>
                </a:cubicBezTo>
                <a:cubicBezTo>
                  <a:pt x="195778" y="235430"/>
                  <a:pt x="235430" y="195778"/>
                  <a:pt x="282517" y="195778"/>
                </a:cubicBezTo>
                <a:cubicBezTo>
                  <a:pt x="329602" y="195778"/>
                  <a:pt x="369254" y="235430"/>
                  <a:pt x="369254" y="282517"/>
                </a:cubicBezTo>
                <a:cubicBezTo>
                  <a:pt x="369254" y="329602"/>
                  <a:pt x="329602" y="369254"/>
                  <a:pt x="282517" y="369254"/>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13">
            <a:extLst>
              <a:ext uri="{FF2B5EF4-FFF2-40B4-BE49-F238E27FC236}">
                <a16:creationId xmlns:a16="http://schemas.microsoft.com/office/drawing/2014/main" id="{2883F5DA-48AC-1BD0-72C7-08E0EC1803C4}"/>
              </a:ext>
            </a:extLst>
          </p:cNvPr>
          <p:cNvSpPr/>
          <p:nvPr/>
        </p:nvSpPr>
        <p:spPr>
          <a:xfrm>
            <a:off x="1435100" y="1803400"/>
            <a:ext cx="2794000" cy="3797300"/>
          </a:xfrm>
          <a:prstGeom prst="roundRect">
            <a:avLst>
              <a:gd name="adj" fmla="val 0"/>
            </a:avLst>
          </a:prstGeom>
          <a:noFill/>
          <a:ln w="12700" cap="flat" cmpd="sng">
            <a:solidFill>
              <a:srgbClr val="26476A">
                <a:alpha val="100000"/>
              </a:srgbClr>
            </a:solidFill>
            <a:prstDash val="sysDash"/>
            <a:miter lim="10000000"/>
          </a:ln>
        </p:spPr>
        <p:txBody>
          <a:bodyPr vert="horz" wrap="square" lIns="63500" tIns="63500" rIns="63500" bIns="63500" rtlCol="0" anchor="ctr"/>
          <a:lstStyle/>
          <a:p>
            <a:pPr algn="ctr">
              <a:defRPr/>
            </a:pPr>
            <a:endParaRPr/>
          </a:p>
        </p:txBody>
      </p:sp>
      <p:sp>
        <p:nvSpPr>
          <p:cNvPr id="10" name="AutoShape 14">
            <a:extLst>
              <a:ext uri="{FF2B5EF4-FFF2-40B4-BE49-F238E27FC236}">
                <a16:creationId xmlns:a16="http://schemas.microsoft.com/office/drawing/2014/main" id="{8E60BF4B-C75B-48EF-FF90-54A6B9A290A5}"/>
              </a:ext>
            </a:extLst>
          </p:cNvPr>
          <p:cNvSpPr/>
          <p:nvPr/>
        </p:nvSpPr>
        <p:spPr>
          <a:xfrm>
            <a:off x="1714500" y="4102100"/>
            <a:ext cx="2247900" cy="13589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12" name="AutoShape 15">
            <a:extLst>
              <a:ext uri="{FF2B5EF4-FFF2-40B4-BE49-F238E27FC236}">
                <a16:creationId xmlns:a16="http://schemas.microsoft.com/office/drawing/2014/main" id="{C033B28F-DC0E-2DBC-AC71-699BD730A50F}"/>
              </a:ext>
            </a:extLst>
          </p:cNvPr>
          <p:cNvSpPr/>
          <p:nvPr/>
        </p:nvSpPr>
        <p:spPr>
          <a:xfrm>
            <a:off x="1714500" y="2032000"/>
            <a:ext cx="2324100" cy="3683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endParaRPr lang="en-US" sz="1100" dirty="0"/>
          </a:p>
        </p:txBody>
      </p:sp>
      <p:sp>
        <p:nvSpPr>
          <p:cNvPr id="14" name="AutoShape 16">
            <a:extLst>
              <a:ext uri="{FF2B5EF4-FFF2-40B4-BE49-F238E27FC236}">
                <a16:creationId xmlns:a16="http://schemas.microsoft.com/office/drawing/2014/main" id="{BAC4252F-89E2-7976-0446-FA391568F9C6}"/>
              </a:ext>
            </a:extLst>
          </p:cNvPr>
          <p:cNvSpPr/>
          <p:nvPr/>
        </p:nvSpPr>
        <p:spPr>
          <a:xfrm rot="5400000">
            <a:off x="5016500" y="1485900"/>
            <a:ext cx="2159000" cy="2794000"/>
          </a:xfrm>
          <a:prstGeom prst="homePlate">
            <a:avLst>
              <a:gd name="adj" fmla="val 50000"/>
            </a:avLst>
          </a:prstGeom>
          <a:solidFill>
            <a:srgbClr val="448AD7">
              <a:alpha val="100000"/>
            </a:srgbClr>
          </a:solidFill>
          <a:ln w="25400" cap="flat" cmpd="sng">
            <a:noFill/>
            <a:prstDash val="solid"/>
            <a:round/>
          </a:ln>
        </p:spPr>
        <p:txBody>
          <a:bodyPr vert="vert270" wrap="square" lIns="63500" tIns="63500" rIns="63500" bIns="63500" rtlCol="0" anchor="ctr"/>
          <a:lstStyle/>
          <a:p>
            <a:pPr algn="ctr">
              <a:defRPr/>
            </a:pPr>
            <a:endParaRPr/>
          </a:p>
        </p:txBody>
      </p:sp>
      <p:sp>
        <p:nvSpPr>
          <p:cNvPr id="16" name="Freeform 17">
            <a:extLst>
              <a:ext uri="{FF2B5EF4-FFF2-40B4-BE49-F238E27FC236}">
                <a16:creationId xmlns:a16="http://schemas.microsoft.com/office/drawing/2014/main" id="{B13DA7AB-840C-1374-65B8-9CF900B31E7E}"/>
              </a:ext>
            </a:extLst>
          </p:cNvPr>
          <p:cNvSpPr/>
          <p:nvPr/>
        </p:nvSpPr>
        <p:spPr>
          <a:xfrm>
            <a:off x="5829300" y="2768600"/>
            <a:ext cx="565032" cy="565032"/>
          </a:xfrm>
          <a:custGeom>
            <a:avLst/>
            <a:gdLst/>
            <a:ahLst/>
            <a:cxnLst/>
            <a:rect l="l" t="t" r="r" b="b"/>
            <a:pathLst>
              <a:path w="565032" h="565032">
                <a:moveTo>
                  <a:pt x="311247" y="2394"/>
                </a:moveTo>
                <a:cubicBezTo>
                  <a:pt x="301669" y="0"/>
                  <a:pt x="292092" y="0"/>
                  <a:pt x="282517" y="0"/>
                </a:cubicBezTo>
                <a:cubicBezTo>
                  <a:pt x="198719" y="0"/>
                  <a:pt x="122104" y="38307"/>
                  <a:pt x="71826" y="95768"/>
                </a:cubicBezTo>
                <a:cubicBezTo>
                  <a:pt x="162806" y="251391"/>
                  <a:pt x="162806" y="251391"/>
                  <a:pt x="162806" y="251391"/>
                </a:cubicBezTo>
                <a:lnTo>
                  <a:pt x="311247" y="2394"/>
                </a:lnTo>
                <a:close/>
                <a:moveTo>
                  <a:pt x="47884" y="124498"/>
                </a:moveTo>
                <a:cubicBezTo>
                  <a:pt x="16759" y="169988"/>
                  <a:pt x="0" y="225055"/>
                  <a:pt x="0" y="282517"/>
                </a:cubicBezTo>
                <a:cubicBezTo>
                  <a:pt x="0" y="311247"/>
                  <a:pt x="4788" y="339976"/>
                  <a:pt x="11971" y="366314"/>
                </a:cubicBezTo>
                <a:cubicBezTo>
                  <a:pt x="193930" y="366314"/>
                  <a:pt x="193930" y="366314"/>
                  <a:pt x="193930" y="366314"/>
                </a:cubicBezTo>
                <a:lnTo>
                  <a:pt x="47884" y="124498"/>
                </a:lnTo>
                <a:close/>
                <a:moveTo>
                  <a:pt x="538696" y="162806"/>
                </a:moveTo>
                <a:cubicBezTo>
                  <a:pt x="502783" y="86191"/>
                  <a:pt x="430957" y="26336"/>
                  <a:pt x="347160" y="7183"/>
                </a:cubicBezTo>
                <a:cubicBezTo>
                  <a:pt x="253785" y="162806"/>
                  <a:pt x="253785" y="162806"/>
                  <a:pt x="253785" y="162806"/>
                </a:cubicBezTo>
                <a:lnTo>
                  <a:pt x="538696" y="162806"/>
                </a:lnTo>
                <a:close/>
                <a:moveTo>
                  <a:pt x="311247" y="399832"/>
                </a:moveTo>
                <a:cubicBezTo>
                  <a:pt x="26336" y="399832"/>
                  <a:pt x="26336" y="399832"/>
                  <a:pt x="26336" y="399832"/>
                </a:cubicBezTo>
                <a:cubicBezTo>
                  <a:pt x="62249" y="481235"/>
                  <a:pt x="138864" y="543484"/>
                  <a:pt x="229843" y="560244"/>
                </a:cubicBezTo>
                <a:cubicBezTo>
                  <a:pt x="222661" y="555455"/>
                  <a:pt x="222661" y="555455"/>
                  <a:pt x="222661" y="555455"/>
                </a:cubicBezTo>
                <a:lnTo>
                  <a:pt x="311247" y="399832"/>
                </a:lnTo>
                <a:close/>
                <a:moveTo>
                  <a:pt x="550667" y="196324"/>
                </a:moveTo>
                <a:cubicBezTo>
                  <a:pt x="371102" y="196324"/>
                  <a:pt x="371102" y="196324"/>
                  <a:pt x="371102" y="196324"/>
                </a:cubicBezTo>
                <a:cubicBezTo>
                  <a:pt x="514754" y="445322"/>
                  <a:pt x="514754" y="445322"/>
                  <a:pt x="514754" y="445322"/>
                </a:cubicBezTo>
                <a:cubicBezTo>
                  <a:pt x="545878" y="399832"/>
                  <a:pt x="565032" y="342372"/>
                  <a:pt x="565032" y="282517"/>
                </a:cubicBezTo>
                <a:cubicBezTo>
                  <a:pt x="565032" y="253785"/>
                  <a:pt x="560244" y="225055"/>
                  <a:pt x="550667" y="196324"/>
                </a:cubicBezTo>
                <a:close/>
                <a:moveTo>
                  <a:pt x="258575" y="565032"/>
                </a:moveTo>
                <a:cubicBezTo>
                  <a:pt x="265756" y="565032"/>
                  <a:pt x="275333" y="565032"/>
                  <a:pt x="282517" y="565032"/>
                </a:cubicBezTo>
                <a:cubicBezTo>
                  <a:pt x="363918" y="565032"/>
                  <a:pt x="438140" y="529119"/>
                  <a:pt x="490812" y="474053"/>
                </a:cubicBezTo>
                <a:cubicBezTo>
                  <a:pt x="399832" y="316034"/>
                  <a:pt x="399832" y="316034"/>
                  <a:pt x="399832" y="316034"/>
                </a:cubicBezTo>
                <a:lnTo>
                  <a:pt x="258575" y="565032"/>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a:extLst>
              <a:ext uri="{FF2B5EF4-FFF2-40B4-BE49-F238E27FC236}">
                <a16:creationId xmlns:a16="http://schemas.microsoft.com/office/drawing/2014/main" id="{5F73CAF8-F4AB-6DFF-753D-6B8059FEC75A}"/>
              </a:ext>
            </a:extLst>
          </p:cNvPr>
          <p:cNvSpPr/>
          <p:nvPr/>
        </p:nvSpPr>
        <p:spPr>
          <a:xfrm>
            <a:off x="4699000" y="1803400"/>
            <a:ext cx="2794000" cy="3797300"/>
          </a:xfrm>
          <a:prstGeom prst="roundRect">
            <a:avLst>
              <a:gd name="adj" fmla="val 0"/>
            </a:avLst>
          </a:prstGeom>
          <a:noFill/>
          <a:ln w="12700" cap="flat" cmpd="sng">
            <a:solidFill>
              <a:srgbClr val="009DD9">
                <a:alpha val="100000"/>
              </a:srgbClr>
            </a:solidFill>
            <a:prstDash val="sysDash"/>
            <a:miter lim="10000000"/>
          </a:ln>
        </p:spPr>
        <p:txBody>
          <a:bodyPr vert="horz" wrap="square" lIns="63500" tIns="63500" rIns="63500" bIns="63500" rtlCol="0" anchor="ctr"/>
          <a:lstStyle/>
          <a:p>
            <a:pPr algn="ctr">
              <a:defRPr/>
            </a:pPr>
            <a:endParaRPr/>
          </a:p>
        </p:txBody>
      </p:sp>
      <p:sp>
        <p:nvSpPr>
          <p:cNvPr id="20" name="AutoShape 19">
            <a:extLst>
              <a:ext uri="{FF2B5EF4-FFF2-40B4-BE49-F238E27FC236}">
                <a16:creationId xmlns:a16="http://schemas.microsoft.com/office/drawing/2014/main" id="{3801955C-EB39-EB20-EC17-C7DE07CE0B73}"/>
              </a:ext>
            </a:extLst>
          </p:cNvPr>
          <p:cNvSpPr/>
          <p:nvPr/>
        </p:nvSpPr>
        <p:spPr>
          <a:xfrm>
            <a:off x="4978400" y="2032000"/>
            <a:ext cx="2324100" cy="3683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endParaRPr lang="en-US" sz="1100" dirty="0"/>
          </a:p>
        </p:txBody>
      </p:sp>
      <p:sp>
        <p:nvSpPr>
          <p:cNvPr id="22" name="AutoShape 20">
            <a:extLst>
              <a:ext uri="{FF2B5EF4-FFF2-40B4-BE49-F238E27FC236}">
                <a16:creationId xmlns:a16="http://schemas.microsoft.com/office/drawing/2014/main" id="{50B799EE-E599-ABAB-0ADA-C185A45B9E28}"/>
              </a:ext>
            </a:extLst>
          </p:cNvPr>
          <p:cNvSpPr/>
          <p:nvPr/>
        </p:nvSpPr>
        <p:spPr>
          <a:xfrm>
            <a:off x="4978400" y="4102100"/>
            <a:ext cx="2247900" cy="13589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24" name="AutoShape 21">
            <a:extLst>
              <a:ext uri="{FF2B5EF4-FFF2-40B4-BE49-F238E27FC236}">
                <a16:creationId xmlns:a16="http://schemas.microsoft.com/office/drawing/2014/main" id="{4411208B-4DE0-5584-AA90-166B2070B570}"/>
              </a:ext>
            </a:extLst>
          </p:cNvPr>
          <p:cNvSpPr/>
          <p:nvPr/>
        </p:nvSpPr>
        <p:spPr>
          <a:xfrm rot="5400000">
            <a:off x="8280400" y="1485900"/>
            <a:ext cx="2159000" cy="2794000"/>
          </a:xfrm>
          <a:prstGeom prst="homePlate">
            <a:avLst>
              <a:gd name="adj" fmla="val 50000"/>
            </a:avLst>
          </a:prstGeom>
          <a:solidFill>
            <a:srgbClr val="5D90C5">
              <a:alpha val="100000"/>
            </a:srgbClr>
          </a:solidFill>
          <a:ln w="25400" cap="flat" cmpd="sng">
            <a:noFill/>
            <a:prstDash val="solid"/>
            <a:round/>
          </a:ln>
        </p:spPr>
        <p:txBody>
          <a:bodyPr vert="vert270" wrap="square" lIns="63500" tIns="63500" rIns="63500" bIns="63500" rtlCol="0" anchor="ctr"/>
          <a:lstStyle/>
          <a:p>
            <a:pPr algn="ctr">
              <a:defRPr/>
            </a:pPr>
            <a:endParaRPr/>
          </a:p>
        </p:txBody>
      </p:sp>
      <p:sp>
        <p:nvSpPr>
          <p:cNvPr id="26" name="Freeform 22">
            <a:extLst>
              <a:ext uri="{FF2B5EF4-FFF2-40B4-BE49-F238E27FC236}">
                <a16:creationId xmlns:a16="http://schemas.microsoft.com/office/drawing/2014/main" id="{51F336C0-D055-2568-FC78-5DE5B76F5126}"/>
              </a:ext>
            </a:extLst>
          </p:cNvPr>
          <p:cNvSpPr/>
          <p:nvPr/>
        </p:nvSpPr>
        <p:spPr>
          <a:xfrm>
            <a:off x="9080500" y="2768600"/>
            <a:ext cx="565032" cy="565032"/>
          </a:xfrm>
          <a:custGeom>
            <a:avLst/>
            <a:gdLst/>
            <a:ahLst/>
            <a:cxnLst/>
            <a:rect l="l" t="t" r="r" b="b"/>
            <a:pathLst>
              <a:path w="565032" h="565032">
                <a:moveTo>
                  <a:pt x="282517" y="0"/>
                </a:moveTo>
                <a:cubicBezTo>
                  <a:pt x="126893" y="0"/>
                  <a:pt x="0" y="126893"/>
                  <a:pt x="0" y="282517"/>
                </a:cubicBezTo>
                <a:cubicBezTo>
                  <a:pt x="0" y="438140"/>
                  <a:pt x="126893" y="565032"/>
                  <a:pt x="282517" y="565032"/>
                </a:cubicBezTo>
                <a:cubicBezTo>
                  <a:pt x="438140" y="565032"/>
                  <a:pt x="565032" y="438140"/>
                  <a:pt x="565032" y="282517"/>
                </a:cubicBezTo>
                <a:cubicBezTo>
                  <a:pt x="565032" y="126893"/>
                  <a:pt x="438140" y="0"/>
                  <a:pt x="282517" y="0"/>
                </a:cubicBezTo>
                <a:close/>
                <a:moveTo>
                  <a:pt x="253785" y="409409"/>
                </a:moveTo>
                <a:cubicBezTo>
                  <a:pt x="129287" y="390256"/>
                  <a:pt x="129287" y="390256"/>
                  <a:pt x="129287" y="390256"/>
                </a:cubicBezTo>
                <a:cubicBezTo>
                  <a:pt x="129287" y="289698"/>
                  <a:pt x="129287" y="289698"/>
                  <a:pt x="129287" y="289698"/>
                </a:cubicBezTo>
                <a:cubicBezTo>
                  <a:pt x="253785" y="289698"/>
                  <a:pt x="253785" y="289698"/>
                  <a:pt x="253785" y="289698"/>
                </a:cubicBezTo>
                <a:lnTo>
                  <a:pt x="253785" y="409409"/>
                </a:lnTo>
                <a:close/>
                <a:moveTo>
                  <a:pt x="253785" y="272940"/>
                </a:moveTo>
                <a:cubicBezTo>
                  <a:pt x="129287" y="272940"/>
                  <a:pt x="129287" y="272940"/>
                  <a:pt x="129287" y="272940"/>
                </a:cubicBezTo>
                <a:cubicBezTo>
                  <a:pt x="129287" y="172382"/>
                  <a:pt x="129287" y="172382"/>
                  <a:pt x="129287" y="172382"/>
                </a:cubicBezTo>
                <a:cubicBezTo>
                  <a:pt x="253785" y="153229"/>
                  <a:pt x="253785" y="153229"/>
                  <a:pt x="253785" y="153229"/>
                </a:cubicBezTo>
                <a:lnTo>
                  <a:pt x="253785" y="272940"/>
                </a:lnTo>
                <a:close/>
                <a:moveTo>
                  <a:pt x="435745" y="435745"/>
                </a:moveTo>
                <a:cubicBezTo>
                  <a:pt x="270546" y="411803"/>
                  <a:pt x="270546" y="411803"/>
                  <a:pt x="270546" y="411803"/>
                </a:cubicBezTo>
                <a:cubicBezTo>
                  <a:pt x="270546" y="289698"/>
                  <a:pt x="270546" y="289698"/>
                  <a:pt x="270546" y="289698"/>
                </a:cubicBezTo>
                <a:cubicBezTo>
                  <a:pt x="435745" y="289698"/>
                  <a:pt x="435745" y="289698"/>
                  <a:pt x="435745" y="289698"/>
                </a:cubicBezTo>
                <a:lnTo>
                  <a:pt x="435745" y="435745"/>
                </a:lnTo>
                <a:close/>
                <a:moveTo>
                  <a:pt x="435745" y="272940"/>
                </a:moveTo>
                <a:cubicBezTo>
                  <a:pt x="270546" y="272940"/>
                  <a:pt x="270546" y="272940"/>
                  <a:pt x="270546" y="272940"/>
                </a:cubicBezTo>
                <a:cubicBezTo>
                  <a:pt x="270546" y="150835"/>
                  <a:pt x="270546" y="150835"/>
                  <a:pt x="270546" y="150835"/>
                </a:cubicBezTo>
                <a:cubicBezTo>
                  <a:pt x="435745" y="126893"/>
                  <a:pt x="435745" y="126893"/>
                  <a:pt x="435745" y="126893"/>
                </a:cubicBezTo>
                <a:lnTo>
                  <a:pt x="435745" y="272940"/>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3">
            <a:extLst>
              <a:ext uri="{FF2B5EF4-FFF2-40B4-BE49-F238E27FC236}">
                <a16:creationId xmlns:a16="http://schemas.microsoft.com/office/drawing/2014/main" id="{52C3F0F6-5389-8853-F6E6-46C93F4CA46D}"/>
              </a:ext>
            </a:extLst>
          </p:cNvPr>
          <p:cNvSpPr/>
          <p:nvPr/>
        </p:nvSpPr>
        <p:spPr>
          <a:xfrm>
            <a:off x="7962900" y="1803400"/>
            <a:ext cx="2794000" cy="3797300"/>
          </a:xfrm>
          <a:prstGeom prst="roundRect">
            <a:avLst>
              <a:gd name="adj" fmla="val 0"/>
            </a:avLst>
          </a:prstGeom>
          <a:noFill/>
          <a:ln w="12700" cap="flat" cmpd="sng">
            <a:solidFill>
              <a:srgbClr val="0BD0D9">
                <a:alpha val="100000"/>
              </a:srgbClr>
            </a:solidFill>
            <a:prstDash val="sysDash"/>
            <a:miter lim="10000000"/>
          </a:ln>
        </p:spPr>
        <p:txBody>
          <a:bodyPr vert="horz" wrap="square" lIns="63500" tIns="63500" rIns="63500" bIns="63500" rtlCol="0" anchor="ctr"/>
          <a:lstStyle/>
          <a:p>
            <a:pPr algn="ctr">
              <a:defRPr/>
            </a:pPr>
            <a:endParaRPr/>
          </a:p>
        </p:txBody>
      </p:sp>
      <p:sp>
        <p:nvSpPr>
          <p:cNvPr id="30" name="AutoShape 24">
            <a:extLst>
              <a:ext uri="{FF2B5EF4-FFF2-40B4-BE49-F238E27FC236}">
                <a16:creationId xmlns:a16="http://schemas.microsoft.com/office/drawing/2014/main" id="{5D2158F1-D1C5-BF4F-76FF-6C8D43C46FDF}"/>
              </a:ext>
            </a:extLst>
          </p:cNvPr>
          <p:cNvSpPr/>
          <p:nvPr/>
        </p:nvSpPr>
        <p:spPr>
          <a:xfrm>
            <a:off x="8229600" y="2032000"/>
            <a:ext cx="2324100" cy="3683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endParaRPr lang="en-US" sz="1100" dirty="0"/>
          </a:p>
        </p:txBody>
      </p:sp>
      <p:sp>
        <p:nvSpPr>
          <p:cNvPr id="32" name="AutoShape 25">
            <a:extLst>
              <a:ext uri="{FF2B5EF4-FFF2-40B4-BE49-F238E27FC236}">
                <a16:creationId xmlns:a16="http://schemas.microsoft.com/office/drawing/2014/main" id="{DBFA3E45-57BB-6CC2-FC04-9F2BAA84BF73}"/>
              </a:ext>
            </a:extLst>
          </p:cNvPr>
          <p:cNvSpPr/>
          <p:nvPr/>
        </p:nvSpPr>
        <p:spPr>
          <a:xfrm>
            <a:off x="8318500" y="4102100"/>
            <a:ext cx="2247900" cy="13589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Tree>
    <p:extLst>
      <p:ext uri="{BB962C8B-B14F-4D97-AF65-F5344CB8AC3E}">
        <p14:creationId xmlns:p14="http://schemas.microsoft.com/office/powerpoint/2010/main" val="414610116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7_自定义版式">
    <p:spTree>
      <p:nvGrpSpPr>
        <p:cNvPr id="1" name=""/>
        <p:cNvGrpSpPr/>
        <p:nvPr/>
      </p:nvGrpSpPr>
      <p:grpSpPr>
        <a:xfrm>
          <a:off x="0" y="0"/>
          <a:ext cx="0" cy="0"/>
          <a:chOff x="0" y="0"/>
          <a:chExt cx="0" cy="0"/>
        </a:xfrm>
      </p:grpSpPr>
      <p:sp>
        <p:nvSpPr>
          <p:cNvPr id="4" name="任意多边形: 形状 3">
            <a:extLst>
              <a:ext uri="{FF2B5EF4-FFF2-40B4-BE49-F238E27FC236}">
                <a16:creationId xmlns:a16="http://schemas.microsoft.com/office/drawing/2014/main" id="{DA860E43-ED1B-00AC-09F7-33B5922AF3D9}"/>
              </a:ext>
            </a:extLst>
          </p:cNvPr>
          <p:cNvSpPr/>
          <p:nvPr/>
        </p:nvSpPr>
        <p:spPr>
          <a:xfrm>
            <a:off x="643783" y="1899186"/>
            <a:ext cx="2726778" cy="1459359"/>
          </a:xfrm>
          <a:custGeom>
            <a:avLst/>
            <a:gdLst>
              <a:gd name="connsiteX0" fmla="*/ 0 w 2754321"/>
              <a:gd name="connsiteY0" fmla="*/ 0 h 1474101"/>
              <a:gd name="connsiteX1" fmla="*/ 2754322 w 2754321"/>
              <a:gd name="connsiteY1" fmla="*/ 0 h 1474101"/>
              <a:gd name="connsiteX2" fmla="*/ 2754322 w 2754321"/>
              <a:gd name="connsiteY2" fmla="*/ 1474102 h 1474101"/>
              <a:gd name="connsiteX3" fmla="*/ 0 w 2754321"/>
              <a:gd name="connsiteY3" fmla="*/ 1474102 h 1474101"/>
            </a:gdLst>
            <a:ahLst/>
            <a:cxnLst>
              <a:cxn ang="0">
                <a:pos x="connsiteX0" y="connsiteY0"/>
              </a:cxn>
              <a:cxn ang="0">
                <a:pos x="connsiteX1" y="connsiteY1"/>
              </a:cxn>
              <a:cxn ang="0">
                <a:pos x="connsiteX2" y="connsiteY2"/>
              </a:cxn>
              <a:cxn ang="0">
                <a:pos x="connsiteX3" y="connsiteY3"/>
              </a:cxn>
            </a:cxnLst>
            <a:rect l="l" t="t" r="r" b="b"/>
            <a:pathLst>
              <a:path w="2754321" h="1474101">
                <a:moveTo>
                  <a:pt x="0" y="0"/>
                </a:moveTo>
                <a:lnTo>
                  <a:pt x="2754322" y="0"/>
                </a:lnTo>
                <a:lnTo>
                  <a:pt x="2754322" y="1474102"/>
                </a:lnTo>
                <a:lnTo>
                  <a:pt x="0" y="1474102"/>
                </a:lnTo>
                <a:close/>
              </a:path>
            </a:pathLst>
          </a:custGeom>
          <a:solidFill>
            <a:srgbClr val="4A66AC"/>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 name="任意多边形: 形状 4">
            <a:extLst>
              <a:ext uri="{FF2B5EF4-FFF2-40B4-BE49-F238E27FC236}">
                <a16:creationId xmlns:a16="http://schemas.microsoft.com/office/drawing/2014/main" id="{7D12B520-2826-BB4F-561F-129162B2E170}"/>
              </a:ext>
            </a:extLst>
          </p:cNvPr>
          <p:cNvSpPr/>
          <p:nvPr/>
        </p:nvSpPr>
        <p:spPr>
          <a:xfrm>
            <a:off x="905957" y="1528394"/>
            <a:ext cx="2202135" cy="2202135"/>
          </a:xfrm>
          <a:custGeom>
            <a:avLst/>
            <a:gdLst>
              <a:gd name="connsiteX0" fmla="*/ 1112189 w 2224378"/>
              <a:gd name="connsiteY0" fmla="*/ 2224379 h 2224378"/>
              <a:gd name="connsiteX1" fmla="*/ 679337 w 2224378"/>
              <a:gd name="connsiteY1" fmla="*/ 2136907 h 2224378"/>
              <a:gd name="connsiteX2" fmla="*/ 325841 w 2224378"/>
              <a:gd name="connsiteY2" fmla="*/ 1898538 h 2224378"/>
              <a:gd name="connsiteX3" fmla="*/ 87472 w 2224378"/>
              <a:gd name="connsiteY3" fmla="*/ 1545042 h 2224378"/>
              <a:gd name="connsiteX4" fmla="*/ 0 w 2224378"/>
              <a:gd name="connsiteY4" fmla="*/ 1112189 h 2224378"/>
              <a:gd name="connsiteX5" fmla="*/ 87472 w 2224378"/>
              <a:gd name="connsiteY5" fmla="*/ 679337 h 2224378"/>
              <a:gd name="connsiteX6" fmla="*/ 325841 w 2224378"/>
              <a:gd name="connsiteY6" fmla="*/ 325842 h 2224378"/>
              <a:gd name="connsiteX7" fmla="*/ 679337 w 2224378"/>
              <a:gd name="connsiteY7" fmla="*/ 87472 h 2224378"/>
              <a:gd name="connsiteX8" fmla="*/ 1112189 w 2224378"/>
              <a:gd name="connsiteY8" fmla="*/ 0 h 2224378"/>
              <a:gd name="connsiteX9" fmla="*/ 1545041 w 2224378"/>
              <a:gd name="connsiteY9" fmla="*/ 87472 h 2224378"/>
              <a:gd name="connsiteX10" fmla="*/ 1898537 w 2224378"/>
              <a:gd name="connsiteY10" fmla="*/ 325842 h 2224378"/>
              <a:gd name="connsiteX11" fmla="*/ 2136907 w 2224378"/>
              <a:gd name="connsiteY11" fmla="*/ 679337 h 2224378"/>
              <a:gd name="connsiteX12" fmla="*/ 2224379 w 2224378"/>
              <a:gd name="connsiteY12" fmla="*/ 1112189 h 2224378"/>
              <a:gd name="connsiteX13" fmla="*/ 2136907 w 2224378"/>
              <a:gd name="connsiteY13" fmla="*/ 1545042 h 2224378"/>
              <a:gd name="connsiteX14" fmla="*/ 1898537 w 2224378"/>
              <a:gd name="connsiteY14" fmla="*/ 1898538 h 2224378"/>
              <a:gd name="connsiteX15" fmla="*/ 1545041 w 2224378"/>
              <a:gd name="connsiteY15" fmla="*/ 2136907 h 2224378"/>
              <a:gd name="connsiteX16" fmla="*/ 1112189 w 2224378"/>
              <a:gd name="connsiteY16" fmla="*/ 2224379 h 2224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24378" h="2224378">
                <a:moveTo>
                  <a:pt x="1112189" y="2224379"/>
                </a:moveTo>
                <a:cubicBezTo>
                  <a:pt x="962194" y="2224379"/>
                  <a:pt x="816407" y="2194921"/>
                  <a:pt x="679337" y="2136907"/>
                </a:cubicBezTo>
                <a:cubicBezTo>
                  <a:pt x="546776" y="2080997"/>
                  <a:pt x="428043" y="2000739"/>
                  <a:pt x="325841" y="1898538"/>
                </a:cubicBezTo>
                <a:cubicBezTo>
                  <a:pt x="223640" y="1796336"/>
                  <a:pt x="143683" y="1677603"/>
                  <a:pt x="87472" y="1545042"/>
                </a:cubicBezTo>
                <a:cubicBezTo>
                  <a:pt x="29458" y="1407972"/>
                  <a:pt x="0" y="1262185"/>
                  <a:pt x="0" y="1112189"/>
                </a:cubicBezTo>
                <a:cubicBezTo>
                  <a:pt x="0" y="962194"/>
                  <a:pt x="29458" y="816407"/>
                  <a:pt x="87472" y="679337"/>
                </a:cubicBezTo>
                <a:cubicBezTo>
                  <a:pt x="143382" y="546776"/>
                  <a:pt x="223640" y="428043"/>
                  <a:pt x="325841" y="325842"/>
                </a:cubicBezTo>
                <a:cubicBezTo>
                  <a:pt x="428043" y="223640"/>
                  <a:pt x="546776" y="143683"/>
                  <a:pt x="679337" y="87472"/>
                </a:cubicBezTo>
                <a:cubicBezTo>
                  <a:pt x="816407" y="29458"/>
                  <a:pt x="962194" y="0"/>
                  <a:pt x="1112189" y="0"/>
                </a:cubicBezTo>
                <a:cubicBezTo>
                  <a:pt x="1262185" y="0"/>
                  <a:pt x="1407972" y="29458"/>
                  <a:pt x="1545041" y="87472"/>
                </a:cubicBezTo>
                <a:cubicBezTo>
                  <a:pt x="1677602" y="143382"/>
                  <a:pt x="1796336" y="223640"/>
                  <a:pt x="1898537" y="325842"/>
                </a:cubicBezTo>
                <a:cubicBezTo>
                  <a:pt x="2000738" y="428043"/>
                  <a:pt x="2080696" y="546776"/>
                  <a:pt x="2136907" y="679337"/>
                </a:cubicBezTo>
                <a:cubicBezTo>
                  <a:pt x="2194921" y="816407"/>
                  <a:pt x="2224379" y="962194"/>
                  <a:pt x="2224379" y="1112189"/>
                </a:cubicBezTo>
                <a:cubicBezTo>
                  <a:pt x="2224379" y="1262185"/>
                  <a:pt x="2194921" y="1407972"/>
                  <a:pt x="2136907" y="1545042"/>
                </a:cubicBezTo>
                <a:cubicBezTo>
                  <a:pt x="2080996" y="1677603"/>
                  <a:pt x="2000738" y="1796336"/>
                  <a:pt x="1898537" y="1898538"/>
                </a:cubicBezTo>
                <a:cubicBezTo>
                  <a:pt x="1796336" y="2000739"/>
                  <a:pt x="1677602" y="2080696"/>
                  <a:pt x="1545041" y="2136907"/>
                </a:cubicBezTo>
                <a:cubicBezTo>
                  <a:pt x="1407972" y="2194921"/>
                  <a:pt x="1262185" y="2224379"/>
                  <a:pt x="1112189" y="2224379"/>
                </a:cubicBezTo>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6" name="任意多边形: 形状 5">
            <a:extLst>
              <a:ext uri="{FF2B5EF4-FFF2-40B4-BE49-F238E27FC236}">
                <a16:creationId xmlns:a16="http://schemas.microsoft.com/office/drawing/2014/main" id="{DEFC6D69-7F05-C197-585C-14BDD85A7225}"/>
              </a:ext>
            </a:extLst>
          </p:cNvPr>
          <p:cNvSpPr/>
          <p:nvPr/>
        </p:nvSpPr>
        <p:spPr>
          <a:xfrm>
            <a:off x="1212469" y="1835203"/>
            <a:ext cx="1588512" cy="1588512"/>
          </a:xfrm>
          <a:custGeom>
            <a:avLst/>
            <a:gdLst>
              <a:gd name="connsiteX0" fmla="*/ 1604559 w 1604558"/>
              <a:gd name="connsiteY0" fmla="*/ 802279 h 1604558"/>
              <a:gd name="connsiteX1" fmla="*/ 1541434 w 1604558"/>
              <a:gd name="connsiteY1" fmla="*/ 1114594 h 1604558"/>
              <a:gd name="connsiteX2" fmla="*/ 1369496 w 1604558"/>
              <a:gd name="connsiteY2" fmla="*/ 1369496 h 1604558"/>
              <a:gd name="connsiteX3" fmla="*/ 1114594 w 1604558"/>
              <a:gd name="connsiteY3" fmla="*/ 1541435 h 1604558"/>
              <a:gd name="connsiteX4" fmla="*/ 802279 w 1604558"/>
              <a:gd name="connsiteY4" fmla="*/ 1604559 h 1604558"/>
              <a:gd name="connsiteX5" fmla="*/ 489965 w 1604558"/>
              <a:gd name="connsiteY5" fmla="*/ 1541435 h 1604558"/>
              <a:gd name="connsiteX6" fmla="*/ 235063 w 1604558"/>
              <a:gd name="connsiteY6" fmla="*/ 1369496 h 1604558"/>
              <a:gd name="connsiteX7" fmla="*/ 63124 w 1604558"/>
              <a:gd name="connsiteY7" fmla="*/ 1114594 h 1604558"/>
              <a:gd name="connsiteX8" fmla="*/ 0 w 1604558"/>
              <a:gd name="connsiteY8" fmla="*/ 802279 h 1604558"/>
              <a:gd name="connsiteX9" fmla="*/ 63124 w 1604558"/>
              <a:gd name="connsiteY9" fmla="*/ 489965 h 1604558"/>
              <a:gd name="connsiteX10" fmla="*/ 235063 w 1604558"/>
              <a:gd name="connsiteY10" fmla="*/ 235063 h 1604558"/>
              <a:gd name="connsiteX11" fmla="*/ 489965 w 1604558"/>
              <a:gd name="connsiteY11" fmla="*/ 63124 h 1604558"/>
              <a:gd name="connsiteX12" fmla="*/ 802279 w 1604558"/>
              <a:gd name="connsiteY12" fmla="*/ 0 h 1604558"/>
              <a:gd name="connsiteX13" fmla="*/ 1114594 w 1604558"/>
              <a:gd name="connsiteY13" fmla="*/ 63124 h 1604558"/>
              <a:gd name="connsiteX14" fmla="*/ 1369496 w 1604558"/>
              <a:gd name="connsiteY14" fmla="*/ 235063 h 1604558"/>
              <a:gd name="connsiteX15" fmla="*/ 1541434 w 1604558"/>
              <a:gd name="connsiteY15" fmla="*/ 489965 h 1604558"/>
              <a:gd name="connsiteX16" fmla="*/ 1604559 w 1604558"/>
              <a:gd name="connsiteY16" fmla="*/ 802279 h 160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4558" h="1604558">
                <a:moveTo>
                  <a:pt x="1604559" y="802279"/>
                </a:moveTo>
                <a:cubicBezTo>
                  <a:pt x="1604559" y="910492"/>
                  <a:pt x="1583217" y="1015699"/>
                  <a:pt x="1541434" y="1114594"/>
                </a:cubicBezTo>
                <a:cubicBezTo>
                  <a:pt x="1501155" y="1210182"/>
                  <a:pt x="1443141" y="1295851"/>
                  <a:pt x="1369496" y="1369496"/>
                </a:cubicBezTo>
                <a:cubicBezTo>
                  <a:pt x="1295851" y="1443141"/>
                  <a:pt x="1210182" y="1500855"/>
                  <a:pt x="1114594" y="1541435"/>
                </a:cubicBezTo>
                <a:cubicBezTo>
                  <a:pt x="1015700" y="1583217"/>
                  <a:pt x="910492" y="1604559"/>
                  <a:pt x="802279" y="1604559"/>
                </a:cubicBezTo>
                <a:cubicBezTo>
                  <a:pt x="694066" y="1604559"/>
                  <a:pt x="588859" y="1583217"/>
                  <a:pt x="489965" y="1541435"/>
                </a:cubicBezTo>
                <a:cubicBezTo>
                  <a:pt x="394376" y="1501155"/>
                  <a:pt x="308708" y="1443141"/>
                  <a:pt x="235063" y="1369496"/>
                </a:cubicBezTo>
                <a:cubicBezTo>
                  <a:pt x="161418" y="1295851"/>
                  <a:pt x="103704" y="1210182"/>
                  <a:pt x="63124" y="1114594"/>
                </a:cubicBezTo>
                <a:cubicBezTo>
                  <a:pt x="21342" y="1015699"/>
                  <a:pt x="0" y="910492"/>
                  <a:pt x="0" y="802279"/>
                </a:cubicBezTo>
                <a:cubicBezTo>
                  <a:pt x="0" y="694066"/>
                  <a:pt x="21342" y="588859"/>
                  <a:pt x="63124" y="489965"/>
                </a:cubicBezTo>
                <a:cubicBezTo>
                  <a:pt x="103404" y="394376"/>
                  <a:pt x="161418" y="308708"/>
                  <a:pt x="235063" y="235063"/>
                </a:cubicBezTo>
                <a:cubicBezTo>
                  <a:pt x="308708" y="161418"/>
                  <a:pt x="394376" y="103704"/>
                  <a:pt x="489965" y="63124"/>
                </a:cubicBezTo>
                <a:cubicBezTo>
                  <a:pt x="588859" y="21342"/>
                  <a:pt x="694066" y="0"/>
                  <a:pt x="802279" y="0"/>
                </a:cubicBezTo>
                <a:cubicBezTo>
                  <a:pt x="910492" y="0"/>
                  <a:pt x="1015700" y="21342"/>
                  <a:pt x="1114594" y="63124"/>
                </a:cubicBezTo>
                <a:cubicBezTo>
                  <a:pt x="1210182" y="103404"/>
                  <a:pt x="1295851" y="161418"/>
                  <a:pt x="1369496" y="235063"/>
                </a:cubicBezTo>
                <a:cubicBezTo>
                  <a:pt x="1443141" y="308708"/>
                  <a:pt x="1500854" y="394376"/>
                  <a:pt x="1541434" y="489965"/>
                </a:cubicBezTo>
                <a:cubicBezTo>
                  <a:pt x="1583517" y="588859"/>
                  <a:pt x="1604559" y="693766"/>
                  <a:pt x="1604559" y="802279"/>
                </a:cubicBezTo>
              </a:path>
            </a:pathLst>
          </a:custGeom>
          <a:noFill/>
          <a:ln w="178551" cap="flat">
            <a:solidFill>
              <a:srgbClr val="4A66AC"/>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7" name="任意多边形: 形状 6">
            <a:extLst>
              <a:ext uri="{FF2B5EF4-FFF2-40B4-BE49-F238E27FC236}">
                <a16:creationId xmlns:a16="http://schemas.microsoft.com/office/drawing/2014/main" id="{73233544-E976-4A04-CC6D-21218A20525B}"/>
              </a:ext>
            </a:extLst>
          </p:cNvPr>
          <p:cNvSpPr/>
          <p:nvPr/>
        </p:nvSpPr>
        <p:spPr>
          <a:xfrm>
            <a:off x="1278236" y="1900673"/>
            <a:ext cx="1457575" cy="1457575"/>
          </a:xfrm>
          <a:custGeom>
            <a:avLst/>
            <a:gdLst>
              <a:gd name="connsiteX0" fmla="*/ 1472298 w 1472298"/>
              <a:gd name="connsiteY0" fmla="*/ 736149 h 1472298"/>
              <a:gd name="connsiteX1" fmla="*/ 736149 w 1472298"/>
              <a:gd name="connsiteY1" fmla="*/ 1472298 h 1472298"/>
              <a:gd name="connsiteX2" fmla="*/ 0 w 1472298"/>
              <a:gd name="connsiteY2" fmla="*/ 736149 h 1472298"/>
              <a:gd name="connsiteX3" fmla="*/ 736149 w 1472298"/>
              <a:gd name="connsiteY3" fmla="*/ 0 h 1472298"/>
              <a:gd name="connsiteX4" fmla="*/ 1472298 w 1472298"/>
              <a:gd name="connsiteY4" fmla="*/ 736149 h 1472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2298" h="1472298">
                <a:moveTo>
                  <a:pt x="1472298" y="736149"/>
                </a:moveTo>
                <a:cubicBezTo>
                  <a:pt x="1472298" y="1142713"/>
                  <a:pt x="1142713" y="1472298"/>
                  <a:pt x="736149" y="1472298"/>
                </a:cubicBezTo>
                <a:cubicBezTo>
                  <a:pt x="329585" y="1472298"/>
                  <a:pt x="0" y="1142713"/>
                  <a:pt x="0" y="736149"/>
                </a:cubicBezTo>
                <a:cubicBezTo>
                  <a:pt x="0" y="329585"/>
                  <a:pt x="329585" y="0"/>
                  <a:pt x="736149" y="0"/>
                </a:cubicBezTo>
                <a:cubicBezTo>
                  <a:pt x="1142713" y="0"/>
                  <a:pt x="1472298" y="329585"/>
                  <a:pt x="1472298" y="736149"/>
                </a:cubicBezTo>
                <a:close/>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8" name="任意多边形: 形状 7">
            <a:extLst>
              <a:ext uri="{FF2B5EF4-FFF2-40B4-BE49-F238E27FC236}">
                <a16:creationId xmlns:a16="http://schemas.microsoft.com/office/drawing/2014/main" id="{85C9BFD3-4439-442F-8F2C-EEB5822766BB}"/>
              </a:ext>
            </a:extLst>
          </p:cNvPr>
          <p:cNvSpPr/>
          <p:nvPr/>
        </p:nvSpPr>
        <p:spPr>
          <a:xfrm>
            <a:off x="1348466" y="1970904"/>
            <a:ext cx="1317114" cy="1317114"/>
          </a:xfrm>
          <a:custGeom>
            <a:avLst/>
            <a:gdLst>
              <a:gd name="connsiteX0" fmla="*/ 1330419 w 1330418"/>
              <a:gd name="connsiteY0" fmla="*/ 665209 h 1330418"/>
              <a:gd name="connsiteX1" fmla="*/ 665209 w 1330418"/>
              <a:gd name="connsiteY1" fmla="*/ 1330419 h 1330418"/>
              <a:gd name="connsiteX2" fmla="*/ 0 w 1330418"/>
              <a:gd name="connsiteY2" fmla="*/ 665209 h 1330418"/>
              <a:gd name="connsiteX3" fmla="*/ 665209 w 1330418"/>
              <a:gd name="connsiteY3" fmla="*/ 0 h 1330418"/>
              <a:gd name="connsiteX4" fmla="*/ 1330419 w 1330418"/>
              <a:gd name="connsiteY4" fmla="*/ 665209 h 1330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0418" h="1330418">
                <a:moveTo>
                  <a:pt x="1330419" y="665209"/>
                </a:moveTo>
                <a:cubicBezTo>
                  <a:pt x="1330419" y="1032595"/>
                  <a:pt x="1032594" y="1330419"/>
                  <a:pt x="665209" y="1330419"/>
                </a:cubicBezTo>
                <a:cubicBezTo>
                  <a:pt x="297824" y="1330419"/>
                  <a:pt x="0" y="1032594"/>
                  <a:pt x="0" y="665209"/>
                </a:cubicBezTo>
                <a:cubicBezTo>
                  <a:pt x="0" y="297824"/>
                  <a:pt x="297825" y="0"/>
                  <a:pt x="665209" y="0"/>
                </a:cubicBezTo>
                <a:cubicBezTo>
                  <a:pt x="1032595" y="0"/>
                  <a:pt x="1330419" y="297825"/>
                  <a:pt x="1330419" y="665209"/>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9" name="任意多边形: 形状 8">
            <a:extLst>
              <a:ext uri="{FF2B5EF4-FFF2-40B4-BE49-F238E27FC236}">
                <a16:creationId xmlns:a16="http://schemas.microsoft.com/office/drawing/2014/main" id="{31373D56-0DB8-6CB4-8E04-A5A9BF9742C0}"/>
              </a:ext>
            </a:extLst>
          </p:cNvPr>
          <p:cNvSpPr/>
          <p:nvPr/>
        </p:nvSpPr>
        <p:spPr>
          <a:xfrm>
            <a:off x="1705271" y="4107568"/>
            <a:ext cx="603504" cy="603504"/>
          </a:xfrm>
          <a:custGeom>
            <a:avLst/>
            <a:gdLst>
              <a:gd name="connsiteX0" fmla="*/ 304800 w 609600"/>
              <a:gd name="connsiteY0" fmla="*/ 609600 h 609600"/>
              <a:gd name="connsiteX1" fmla="*/ 186066 w 609600"/>
              <a:gd name="connsiteY1" fmla="*/ 585553 h 609600"/>
              <a:gd name="connsiteX2" fmla="*/ 89276 w 609600"/>
              <a:gd name="connsiteY2" fmla="*/ 520324 h 609600"/>
              <a:gd name="connsiteX3" fmla="*/ 24047 w 609600"/>
              <a:gd name="connsiteY3" fmla="*/ 423534 h 609600"/>
              <a:gd name="connsiteX4" fmla="*/ 0 w 609600"/>
              <a:gd name="connsiteY4" fmla="*/ 304800 h 609600"/>
              <a:gd name="connsiteX5" fmla="*/ 24047 w 609600"/>
              <a:gd name="connsiteY5" fmla="*/ 186066 h 609600"/>
              <a:gd name="connsiteX6" fmla="*/ 89276 w 609600"/>
              <a:gd name="connsiteY6" fmla="*/ 89276 h 609600"/>
              <a:gd name="connsiteX7" fmla="*/ 186066 w 609600"/>
              <a:gd name="connsiteY7" fmla="*/ 24047 h 609600"/>
              <a:gd name="connsiteX8" fmla="*/ 304800 w 609600"/>
              <a:gd name="connsiteY8" fmla="*/ 0 h 609600"/>
              <a:gd name="connsiteX9" fmla="*/ 423534 w 609600"/>
              <a:gd name="connsiteY9" fmla="*/ 24047 h 609600"/>
              <a:gd name="connsiteX10" fmla="*/ 520324 w 609600"/>
              <a:gd name="connsiteY10" fmla="*/ 89276 h 609600"/>
              <a:gd name="connsiteX11" fmla="*/ 585553 w 609600"/>
              <a:gd name="connsiteY11" fmla="*/ 186066 h 609600"/>
              <a:gd name="connsiteX12" fmla="*/ 609600 w 609600"/>
              <a:gd name="connsiteY12" fmla="*/ 304800 h 609600"/>
              <a:gd name="connsiteX13" fmla="*/ 585553 w 609600"/>
              <a:gd name="connsiteY13" fmla="*/ 423534 h 609600"/>
              <a:gd name="connsiteX14" fmla="*/ 520324 w 609600"/>
              <a:gd name="connsiteY14" fmla="*/ 520324 h 609600"/>
              <a:gd name="connsiteX15" fmla="*/ 423534 w 609600"/>
              <a:gd name="connsiteY15" fmla="*/ 585553 h 609600"/>
              <a:gd name="connsiteX16" fmla="*/ 304800 w 609600"/>
              <a:gd name="connsiteY16" fmla="*/ 60960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600" h="609600">
                <a:moveTo>
                  <a:pt x="304800" y="609600"/>
                </a:moveTo>
                <a:cubicBezTo>
                  <a:pt x="263619" y="609600"/>
                  <a:pt x="223640" y="601484"/>
                  <a:pt x="186066" y="585553"/>
                </a:cubicBezTo>
                <a:cubicBezTo>
                  <a:pt x="149695" y="570222"/>
                  <a:pt x="117231" y="548279"/>
                  <a:pt x="89276" y="520324"/>
                </a:cubicBezTo>
                <a:cubicBezTo>
                  <a:pt x="61321" y="492369"/>
                  <a:pt x="39378" y="459905"/>
                  <a:pt x="24047" y="423534"/>
                </a:cubicBezTo>
                <a:cubicBezTo>
                  <a:pt x="8116" y="385960"/>
                  <a:pt x="0" y="345981"/>
                  <a:pt x="0" y="304800"/>
                </a:cubicBezTo>
                <a:cubicBezTo>
                  <a:pt x="0" y="263619"/>
                  <a:pt x="8116" y="223640"/>
                  <a:pt x="24047" y="186066"/>
                </a:cubicBezTo>
                <a:cubicBezTo>
                  <a:pt x="39378" y="149695"/>
                  <a:pt x="61321" y="117231"/>
                  <a:pt x="89276" y="89276"/>
                </a:cubicBezTo>
                <a:cubicBezTo>
                  <a:pt x="117231" y="61321"/>
                  <a:pt x="149695" y="39377"/>
                  <a:pt x="186066" y="24047"/>
                </a:cubicBezTo>
                <a:cubicBezTo>
                  <a:pt x="223640" y="8116"/>
                  <a:pt x="263619" y="0"/>
                  <a:pt x="304800" y="0"/>
                </a:cubicBezTo>
                <a:cubicBezTo>
                  <a:pt x="345981" y="0"/>
                  <a:pt x="385960" y="8116"/>
                  <a:pt x="423534" y="24047"/>
                </a:cubicBezTo>
                <a:cubicBezTo>
                  <a:pt x="459905" y="39377"/>
                  <a:pt x="492369" y="61321"/>
                  <a:pt x="520324" y="89276"/>
                </a:cubicBezTo>
                <a:cubicBezTo>
                  <a:pt x="548279" y="117231"/>
                  <a:pt x="570223" y="149695"/>
                  <a:pt x="585553" y="186066"/>
                </a:cubicBezTo>
                <a:cubicBezTo>
                  <a:pt x="601484" y="223640"/>
                  <a:pt x="609600" y="263619"/>
                  <a:pt x="609600" y="304800"/>
                </a:cubicBezTo>
                <a:cubicBezTo>
                  <a:pt x="609600" y="345981"/>
                  <a:pt x="601484" y="385960"/>
                  <a:pt x="585553" y="423534"/>
                </a:cubicBezTo>
                <a:cubicBezTo>
                  <a:pt x="570223" y="459905"/>
                  <a:pt x="548279" y="492369"/>
                  <a:pt x="520324" y="520324"/>
                </a:cubicBezTo>
                <a:cubicBezTo>
                  <a:pt x="492369" y="548279"/>
                  <a:pt x="459905" y="570222"/>
                  <a:pt x="423534" y="585553"/>
                </a:cubicBezTo>
                <a:cubicBezTo>
                  <a:pt x="385960" y="601484"/>
                  <a:pt x="345981" y="609600"/>
                  <a:pt x="304800" y="609600"/>
                </a:cubicBezTo>
              </a:path>
            </a:pathLst>
          </a:custGeom>
          <a:solidFill>
            <a:srgbClr val="606060"/>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0" name="任意多边形: 形状 9">
            <a:extLst>
              <a:ext uri="{FF2B5EF4-FFF2-40B4-BE49-F238E27FC236}">
                <a16:creationId xmlns:a16="http://schemas.microsoft.com/office/drawing/2014/main" id="{02EBCBDC-81A1-6843-2890-9E5C85206EA8}"/>
              </a:ext>
            </a:extLst>
          </p:cNvPr>
          <p:cNvSpPr/>
          <p:nvPr/>
        </p:nvSpPr>
        <p:spPr>
          <a:xfrm>
            <a:off x="1754671" y="4156969"/>
            <a:ext cx="504705" cy="504705"/>
          </a:xfrm>
          <a:custGeom>
            <a:avLst/>
            <a:gdLst>
              <a:gd name="connsiteX0" fmla="*/ 509803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6 w 509803"/>
              <a:gd name="connsiteY5" fmla="*/ 489664 h 509803"/>
              <a:gd name="connsiteX6" fmla="*/ 74847 w 509803"/>
              <a:gd name="connsiteY6" fmla="*/ 434956 h 509803"/>
              <a:gd name="connsiteX7" fmla="*/ 20140 w 509803"/>
              <a:gd name="connsiteY7" fmla="*/ 354097 h 509803"/>
              <a:gd name="connsiteX8" fmla="*/ 0 w 509803"/>
              <a:gd name="connsiteY8" fmla="*/ 254902 h 509803"/>
              <a:gd name="connsiteX9" fmla="*/ 20140 w 509803"/>
              <a:gd name="connsiteY9" fmla="*/ 155707 h 509803"/>
              <a:gd name="connsiteX10" fmla="*/ 74847 w 509803"/>
              <a:gd name="connsiteY10" fmla="*/ 74847 h 509803"/>
              <a:gd name="connsiteX11" fmla="*/ 155706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7 h 509803"/>
              <a:gd name="connsiteX16" fmla="*/ 509803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3" y="254902"/>
                </a:moveTo>
                <a:cubicBezTo>
                  <a:pt x="509803" y="289169"/>
                  <a:pt x="503190" y="322535"/>
                  <a:pt x="489664" y="354097"/>
                </a:cubicBezTo>
                <a:cubicBezTo>
                  <a:pt x="476738" y="384457"/>
                  <a:pt x="458402" y="411811"/>
                  <a:pt x="434956" y="434956"/>
                </a:cubicBezTo>
                <a:cubicBezTo>
                  <a:pt x="411510" y="458402"/>
                  <a:pt x="384457" y="476738"/>
                  <a:pt x="354097" y="489664"/>
                </a:cubicBezTo>
                <a:cubicBezTo>
                  <a:pt x="322535" y="502890"/>
                  <a:pt x="289169" y="509804"/>
                  <a:pt x="254902" y="509804"/>
                </a:cubicBezTo>
                <a:cubicBezTo>
                  <a:pt x="220634" y="509804"/>
                  <a:pt x="187269" y="503191"/>
                  <a:pt x="155706" y="489664"/>
                </a:cubicBezTo>
                <a:cubicBezTo>
                  <a:pt x="125347" y="476738"/>
                  <a:pt x="97993" y="458402"/>
                  <a:pt x="74847" y="434956"/>
                </a:cubicBezTo>
                <a:cubicBezTo>
                  <a:pt x="51401" y="411510"/>
                  <a:pt x="33065" y="384457"/>
                  <a:pt x="20140" y="354097"/>
                </a:cubicBezTo>
                <a:cubicBezTo>
                  <a:pt x="6914" y="322535"/>
                  <a:pt x="0" y="289169"/>
                  <a:pt x="0" y="254902"/>
                </a:cubicBezTo>
                <a:cubicBezTo>
                  <a:pt x="0" y="220634"/>
                  <a:pt x="6613" y="187269"/>
                  <a:pt x="20140" y="155707"/>
                </a:cubicBezTo>
                <a:cubicBezTo>
                  <a:pt x="33065" y="125347"/>
                  <a:pt x="51401" y="97993"/>
                  <a:pt x="74847" y="74847"/>
                </a:cubicBezTo>
                <a:cubicBezTo>
                  <a:pt x="98294" y="51401"/>
                  <a:pt x="125347" y="33065"/>
                  <a:pt x="155706" y="20140"/>
                </a:cubicBezTo>
                <a:cubicBezTo>
                  <a:pt x="187269" y="6914"/>
                  <a:pt x="220634" y="0"/>
                  <a:pt x="254902" y="0"/>
                </a:cubicBezTo>
                <a:cubicBezTo>
                  <a:pt x="289169" y="0"/>
                  <a:pt x="322535" y="6613"/>
                  <a:pt x="354097" y="20140"/>
                </a:cubicBezTo>
                <a:cubicBezTo>
                  <a:pt x="384457" y="33065"/>
                  <a:pt x="411811" y="51401"/>
                  <a:pt x="434956" y="74847"/>
                </a:cubicBezTo>
                <a:cubicBezTo>
                  <a:pt x="458402" y="98294"/>
                  <a:pt x="476738" y="125347"/>
                  <a:pt x="489664" y="155707"/>
                </a:cubicBezTo>
                <a:cubicBezTo>
                  <a:pt x="502890" y="187269"/>
                  <a:pt x="509803" y="220634"/>
                  <a:pt x="509803" y="254902"/>
                </a:cubicBezTo>
              </a:path>
            </a:pathLst>
          </a:custGeom>
          <a:noFill/>
          <a:ln w="178551" cap="flat">
            <a:solidFill>
              <a:srgbClr val="4A66AC"/>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1" name="任意多边形: 形状 10">
            <a:extLst>
              <a:ext uri="{FF2B5EF4-FFF2-40B4-BE49-F238E27FC236}">
                <a16:creationId xmlns:a16="http://schemas.microsoft.com/office/drawing/2014/main" id="{DA90FDF1-941A-EB7F-9940-700B4CFF5211}"/>
              </a:ext>
            </a:extLst>
          </p:cNvPr>
          <p:cNvSpPr/>
          <p:nvPr/>
        </p:nvSpPr>
        <p:spPr>
          <a:xfrm>
            <a:off x="1775503" y="4177801"/>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2" name="任意多边形: 形状 11">
            <a:extLst>
              <a:ext uri="{FF2B5EF4-FFF2-40B4-BE49-F238E27FC236}">
                <a16:creationId xmlns:a16="http://schemas.microsoft.com/office/drawing/2014/main" id="{1C8FC0D6-8B8E-7B31-BC07-8485F6D3A0FC}"/>
              </a:ext>
            </a:extLst>
          </p:cNvPr>
          <p:cNvSpPr/>
          <p:nvPr/>
        </p:nvSpPr>
        <p:spPr>
          <a:xfrm>
            <a:off x="1754671" y="2377107"/>
            <a:ext cx="504705" cy="504705"/>
          </a:xfrm>
          <a:custGeom>
            <a:avLst/>
            <a:gdLst>
              <a:gd name="connsiteX0" fmla="*/ 509803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6 w 509803"/>
              <a:gd name="connsiteY5" fmla="*/ 489664 h 509803"/>
              <a:gd name="connsiteX6" fmla="*/ 74847 w 509803"/>
              <a:gd name="connsiteY6" fmla="*/ 434956 h 509803"/>
              <a:gd name="connsiteX7" fmla="*/ 20140 w 509803"/>
              <a:gd name="connsiteY7" fmla="*/ 354097 h 509803"/>
              <a:gd name="connsiteX8" fmla="*/ 0 w 509803"/>
              <a:gd name="connsiteY8" fmla="*/ 254902 h 509803"/>
              <a:gd name="connsiteX9" fmla="*/ 20140 w 509803"/>
              <a:gd name="connsiteY9" fmla="*/ 155706 h 509803"/>
              <a:gd name="connsiteX10" fmla="*/ 74847 w 509803"/>
              <a:gd name="connsiteY10" fmla="*/ 74847 h 509803"/>
              <a:gd name="connsiteX11" fmla="*/ 155706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6 h 509803"/>
              <a:gd name="connsiteX16" fmla="*/ 509803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3" y="254902"/>
                </a:moveTo>
                <a:cubicBezTo>
                  <a:pt x="509803" y="289169"/>
                  <a:pt x="503190" y="322535"/>
                  <a:pt x="489664" y="354097"/>
                </a:cubicBezTo>
                <a:cubicBezTo>
                  <a:pt x="476738" y="384457"/>
                  <a:pt x="458402" y="411811"/>
                  <a:pt x="434956" y="434956"/>
                </a:cubicBezTo>
                <a:cubicBezTo>
                  <a:pt x="411510" y="458102"/>
                  <a:pt x="384457" y="476738"/>
                  <a:pt x="354097" y="489664"/>
                </a:cubicBezTo>
                <a:cubicBezTo>
                  <a:pt x="322535" y="502890"/>
                  <a:pt x="289169" y="509804"/>
                  <a:pt x="254902" y="509804"/>
                </a:cubicBezTo>
                <a:cubicBezTo>
                  <a:pt x="220634" y="509804"/>
                  <a:pt x="187269" y="503191"/>
                  <a:pt x="155706" y="489664"/>
                </a:cubicBezTo>
                <a:cubicBezTo>
                  <a:pt x="125347" y="476738"/>
                  <a:pt x="97993" y="458402"/>
                  <a:pt x="74847" y="434956"/>
                </a:cubicBezTo>
                <a:cubicBezTo>
                  <a:pt x="51702" y="411510"/>
                  <a:pt x="33065" y="384457"/>
                  <a:pt x="20140" y="354097"/>
                </a:cubicBezTo>
                <a:cubicBezTo>
                  <a:pt x="6914" y="322535"/>
                  <a:pt x="0" y="289169"/>
                  <a:pt x="0" y="254902"/>
                </a:cubicBezTo>
                <a:cubicBezTo>
                  <a:pt x="0" y="220634"/>
                  <a:pt x="6613" y="187269"/>
                  <a:pt x="20140" y="155706"/>
                </a:cubicBezTo>
                <a:cubicBezTo>
                  <a:pt x="33065" y="125347"/>
                  <a:pt x="51401" y="97993"/>
                  <a:pt x="74847" y="74847"/>
                </a:cubicBezTo>
                <a:cubicBezTo>
                  <a:pt x="98294" y="51702"/>
                  <a:pt x="125347" y="33065"/>
                  <a:pt x="155706" y="20140"/>
                </a:cubicBezTo>
                <a:cubicBezTo>
                  <a:pt x="187269" y="6914"/>
                  <a:pt x="220634" y="0"/>
                  <a:pt x="254902" y="0"/>
                </a:cubicBezTo>
                <a:cubicBezTo>
                  <a:pt x="289169" y="0"/>
                  <a:pt x="322535" y="6613"/>
                  <a:pt x="354097" y="20140"/>
                </a:cubicBezTo>
                <a:cubicBezTo>
                  <a:pt x="384457" y="33065"/>
                  <a:pt x="411811" y="51401"/>
                  <a:pt x="434956" y="74847"/>
                </a:cubicBezTo>
                <a:cubicBezTo>
                  <a:pt x="458102" y="98294"/>
                  <a:pt x="476738" y="125347"/>
                  <a:pt x="489664" y="155706"/>
                </a:cubicBezTo>
                <a:cubicBezTo>
                  <a:pt x="502890" y="186968"/>
                  <a:pt x="509803" y="220334"/>
                  <a:pt x="509803" y="254902"/>
                </a:cubicBezTo>
              </a:path>
            </a:pathLst>
          </a:custGeom>
          <a:noFill/>
          <a:ln w="178551" cap="flat">
            <a:solidFill>
              <a:srgbClr val="4A66AC"/>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3" name="任意多边形: 形状 12">
            <a:extLst>
              <a:ext uri="{FF2B5EF4-FFF2-40B4-BE49-F238E27FC236}">
                <a16:creationId xmlns:a16="http://schemas.microsoft.com/office/drawing/2014/main" id="{BD789A7F-7A61-413E-0559-AAC5FC27D680}"/>
              </a:ext>
            </a:extLst>
          </p:cNvPr>
          <p:cNvSpPr/>
          <p:nvPr/>
        </p:nvSpPr>
        <p:spPr>
          <a:xfrm>
            <a:off x="1775503" y="2397939"/>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4" name="任意多边形: 形状 13">
            <a:extLst>
              <a:ext uri="{FF2B5EF4-FFF2-40B4-BE49-F238E27FC236}">
                <a16:creationId xmlns:a16="http://schemas.microsoft.com/office/drawing/2014/main" id="{19603979-132A-72BF-8E58-614097E2CFDB}"/>
              </a:ext>
            </a:extLst>
          </p:cNvPr>
          <p:cNvSpPr/>
          <p:nvPr/>
        </p:nvSpPr>
        <p:spPr>
          <a:xfrm>
            <a:off x="2007022" y="2630353"/>
            <a:ext cx="2975" cy="1685227"/>
          </a:xfrm>
          <a:custGeom>
            <a:avLst/>
            <a:gdLst>
              <a:gd name="connsiteX0" fmla="*/ 0 w 3005"/>
              <a:gd name="connsiteY0" fmla="*/ 0 h 1702250"/>
              <a:gd name="connsiteX1" fmla="*/ 0 w 3005"/>
              <a:gd name="connsiteY1" fmla="*/ 1702251 h 1702250"/>
            </a:gdLst>
            <a:ahLst/>
            <a:cxnLst>
              <a:cxn ang="0">
                <a:pos x="connsiteX0" y="connsiteY0"/>
              </a:cxn>
              <a:cxn ang="0">
                <a:pos x="connsiteX1" y="connsiteY1"/>
              </a:cxn>
            </a:cxnLst>
            <a:rect l="l" t="t" r="r" b="b"/>
            <a:pathLst>
              <a:path w="3005" h="1702250">
                <a:moveTo>
                  <a:pt x="0" y="0"/>
                </a:moveTo>
                <a:lnTo>
                  <a:pt x="0" y="1702251"/>
                </a:lnTo>
              </a:path>
            </a:pathLst>
          </a:custGeom>
          <a:ln w="105176" cap="rnd">
            <a:solidFill>
              <a:srgbClr val="FFFFFF"/>
            </a:solidFill>
            <a:prstDash val="solid"/>
            <a:bevel/>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nvGrpSpPr>
          <p:cNvPr id="15" name="组合 14">
            <a:extLst>
              <a:ext uri="{FF2B5EF4-FFF2-40B4-BE49-F238E27FC236}">
                <a16:creationId xmlns:a16="http://schemas.microsoft.com/office/drawing/2014/main" id="{086D8103-DA63-0A6B-FB4D-69AE3078790E}"/>
              </a:ext>
            </a:extLst>
          </p:cNvPr>
          <p:cNvGrpSpPr/>
          <p:nvPr/>
        </p:nvGrpSpPr>
        <p:grpSpPr>
          <a:xfrm>
            <a:off x="1928909" y="4303381"/>
            <a:ext cx="150281" cy="183609"/>
            <a:chOff x="1934918" y="4278943"/>
            <a:chExt cx="150281" cy="183609"/>
          </a:xfrm>
          <a:solidFill>
            <a:srgbClr val="4A66AC"/>
          </a:solidFill>
        </p:grpSpPr>
        <p:sp>
          <p:nvSpPr>
            <p:cNvPr id="16" name="任意多边形: 形状 15">
              <a:extLst>
                <a:ext uri="{FF2B5EF4-FFF2-40B4-BE49-F238E27FC236}">
                  <a16:creationId xmlns:a16="http://schemas.microsoft.com/office/drawing/2014/main" id="{3DD5FD44-075E-1AE7-8660-768993B5112B}"/>
                </a:ext>
              </a:extLst>
            </p:cNvPr>
            <p:cNvSpPr/>
            <p:nvPr/>
          </p:nvSpPr>
          <p:spPr>
            <a:xfrm>
              <a:off x="1934918" y="4278943"/>
              <a:ext cx="81538" cy="183609"/>
            </a:xfrm>
            <a:custGeom>
              <a:avLst/>
              <a:gdLst>
                <a:gd name="connsiteX0" fmla="*/ 10821 w 82362"/>
                <a:gd name="connsiteY0" fmla="*/ 174343 h 185464"/>
                <a:gd name="connsiteX1" fmla="*/ 0 w 82362"/>
                <a:gd name="connsiteY1" fmla="*/ 142781 h 185464"/>
                <a:gd name="connsiteX2" fmla="*/ 0 w 82362"/>
                <a:gd name="connsiteY2" fmla="*/ 42684 h 185464"/>
                <a:gd name="connsiteX3" fmla="*/ 10821 w 82362"/>
                <a:gd name="connsiteY3" fmla="*/ 11122 h 185464"/>
                <a:gd name="connsiteX4" fmla="*/ 41181 w 82362"/>
                <a:gd name="connsiteY4" fmla="*/ 0 h 185464"/>
                <a:gd name="connsiteX5" fmla="*/ 71541 w 82362"/>
                <a:gd name="connsiteY5" fmla="*/ 11122 h 185464"/>
                <a:gd name="connsiteX6" fmla="*/ 82362 w 82362"/>
                <a:gd name="connsiteY6" fmla="*/ 42684 h 185464"/>
                <a:gd name="connsiteX7" fmla="*/ 82362 w 82362"/>
                <a:gd name="connsiteY7" fmla="*/ 142781 h 185464"/>
                <a:gd name="connsiteX8" fmla="*/ 71541 w 82362"/>
                <a:gd name="connsiteY8" fmla="*/ 174343 h 185464"/>
                <a:gd name="connsiteX9" fmla="*/ 41181 w 82362"/>
                <a:gd name="connsiteY9" fmla="*/ 185465 h 185464"/>
                <a:gd name="connsiteX10" fmla="*/ 10821 w 82362"/>
                <a:gd name="connsiteY10" fmla="*/ 174343 h 185464"/>
                <a:gd name="connsiteX11" fmla="*/ 51702 w 82362"/>
                <a:gd name="connsiteY11" fmla="*/ 154504 h 185464"/>
                <a:gd name="connsiteX12" fmla="*/ 55309 w 82362"/>
                <a:gd name="connsiteY12" fmla="*/ 142480 h 185464"/>
                <a:gd name="connsiteX13" fmla="*/ 55309 w 82362"/>
                <a:gd name="connsiteY13" fmla="*/ 42684 h 185464"/>
                <a:gd name="connsiteX14" fmla="*/ 51702 w 82362"/>
                <a:gd name="connsiteY14" fmla="*/ 30660 h 185464"/>
                <a:gd name="connsiteX15" fmla="*/ 41482 w 82362"/>
                <a:gd name="connsiteY15" fmla="*/ 26452 h 185464"/>
                <a:gd name="connsiteX16" fmla="*/ 31261 w 82362"/>
                <a:gd name="connsiteY16" fmla="*/ 30660 h 185464"/>
                <a:gd name="connsiteX17" fmla="*/ 27654 w 82362"/>
                <a:gd name="connsiteY17" fmla="*/ 42684 h 185464"/>
                <a:gd name="connsiteX18" fmla="*/ 27654 w 82362"/>
                <a:gd name="connsiteY18" fmla="*/ 142480 h 185464"/>
                <a:gd name="connsiteX19" fmla="*/ 31261 w 82362"/>
                <a:gd name="connsiteY19" fmla="*/ 154504 h 185464"/>
                <a:gd name="connsiteX20" fmla="*/ 41482 w 82362"/>
                <a:gd name="connsiteY20" fmla="*/ 158712 h 185464"/>
                <a:gd name="connsiteX21" fmla="*/ 51702 w 82362"/>
                <a:gd name="connsiteY21" fmla="*/ 154504 h 185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2362" h="185464">
                  <a:moveTo>
                    <a:pt x="10821" y="174343"/>
                  </a:moveTo>
                  <a:cubicBezTo>
                    <a:pt x="3607" y="166828"/>
                    <a:pt x="0" y="156308"/>
                    <a:pt x="0" y="142781"/>
                  </a:cubicBezTo>
                  <a:lnTo>
                    <a:pt x="0" y="42684"/>
                  </a:lnTo>
                  <a:cubicBezTo>
                    <a:pt x="0" y="29157"/>
                    <a:pt x="3607" y="18637"/>
                    <a:pt x="10821" y="11122"/>
                  </a:cubicBezTo>
                  <a:cubicBezTo>
                    <a:pt x="18036" y="3607"/>
                    <a:pt x="28256" y="0"/>
                    <a:pt x="41181" y="0"/>
                  </a:cubicBezTo>
                  <a:cubicBezTo>
                    <a:pt x="54107" y="0"/>
                    <a:pt x="64327" y="3607"/>
                    <a:pt x="71541" y="11122"/>
                  </a:cubicBezTo>
                  <a:cubicBezTo>
                    <a:pt x="78755" y="18637"/>
                    <a:pt x="82362" y="29157"/>
                    <a:pt x="82362" y="42684"/>
                  </a:cubicBezTo>
                  <a:lnTo>
                    <a:pt x="82362" y="142781"/>
                  </a:lnTo>
                  <a:cubicBezTo>
                    <a:pt x="82362" y="156308"/>
                    <a:pt x="78755" y="166828"/>
                    <a:pt x="71541" y="174343"/>
                  </a:cubicBezTo>
                  <a:cubicBezTo>
                    <a:pt x="64327" y="181858"/>
                    <a:pt x="54107" y="185465"/>
                    <a:pt x="41181" y="185465"/>
                  </a:cubicBezTo>
                  <a:cubicBezTo>
                    <a:pt x="28256" y="185465"/>
                    <a:pt x="18036" y="181557"/>
                    <a:pt x="10821" y="174343"/>
                  </a:cubicBezTo>
                  <a:close/>
                  <a:moveTo>
                    <a:pt x="51702" y="154504"/>
                  </a:moveTo>
                  <a:cubicBezTo>
                    <a:pt x="54107" y="151799"/>
                    <a:pt x="55309" y="147590"/>
                    <a:pt x="55309" y="142480"/>
                  </a:cubicBezTo>
                  <a:lnTo>
                    <a:pt x="55309" y="42684"/>
                  </a:lnTo>
                  <a:cubicBezTo>
                    <a:pt x="55309" y="37574"/>
                    <a:pt x="54107" y="33666"/>
                    <a:pt x="51702" y="30660"/>
                  </a:cubicBezTo>
                  <a:cubicBezTo>
                    <a:pt x="49297" y="27654"/>
                    <a:pt x="45990" y="26452"/>
                    <a:pt x="41482" y="26452"/>
                  </a:cubicBezTo>
                  <a:cubicBezTo>
                    <a:pt x="37273" y="26452"/>
                    <a:pt x="33666" y="27955"/>
                    <a:pt x="31261" y="30660"/>
                  </a:cubicBezTo>
                  <a:cubicBezTo>
                    <a:pt x="28857" y="33366"/>
                    <a:pt x="27654" y="37574"/>
                    <a:pt x="27654" y="42684"/>
                  </a:cubicBezTo>
                  <a:lnTo>
                    <a:pt x="27654" y="142480"/>
                  </a:lnTo>
                  <a:cubicBezTo>
                    <a:pt x="27654" y="147590"/>
                    <a:pt x="28857" y="151498"/>
                    <a:pt x="31261" y="154504"/>
                  </a:cubicBezTo>
                  <a:cubicBezTo>
                    <a:pt x="33666" y="157209"/>
                    <a:pt x="36973" y="158712"/>
                    <a:pt x="41482" y="158712"/>
                  </a:cubicBezTo>
                  <a:cubicBezTo>
                    <a:pt x="45690" y="159013"/>
                    <a:pt x="49297" y="157510"/>
                    <a:pt x="51702" y="154504"/>
                  </a:cubicBez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7" name="任意多边形: 形状 16">
              <a:extLst>
                <a:ext uri="{FF2B5EF4-FFF2-40B4-BE49-F238E27FC236}">
                  <a16:creationId xmlns:a16="http://schemas.microsoft.com/office/drawing/2014/main" id="{225C3615-D927-8449-4793-6FF8292DC0DD}"/>
                </a:ext>
              </a:extLst>
            </p:cNvPr>
            <p:cNvSpPr/>
            <p:nvPr/>
          </p:nvSpPr>
          <p:spPr>
            <a:xfrm>
              <a:off x="2032824" y="4281027"/>
              <a:ext cx="52375" cy="179443"/>
            </a:xfrm>
            <a:custGeom>
              <a:avLst/>
              <a:gdLst>
                <a:gd name="connsiteX0" fmla="*/ 52604 w 52904"/>
                <a:gd name="connsiteY0" fmla="*/ 181257 h 181256"/>
                <a:gd name="connsiteX1" fmla="*/ 25250 w 52904"/>
                <a:gd name="connsiteY1" fmla="*/ 181257 h 181256"/>
                <a:gd name="connsiteX2" fmla="*/ 25250 w 52904"/>
                <a:gd name="connsiteY2" fmla="*/ 29759 h 181256"/>
                <a:gd name="connsiteX3" fmla="*/ 0 w 52904"/>
                <a:gd name="connsiteY3" fmla="*/ 43886 h 181256"/>
                <a:gd name="connsiteX4" fmla="*/ 0 w 52904"/>
                <a:gd name="connsiteY4" fmla="*/ 14729 h 181256"/>
                <a:gd name="connsiteX5" fmla="*/ 24047 w 52904"/>
                <a:gd name="connsiteY5" fmla="*/ 0 h 181256"/>
                <a:gd name="connsiteX6" fmla="*/ 52904 w 52904"/>
                <a:gd name="connsiteY6" fmla="*/ 0 h 181256"/>
                <a:gd name="connsiteX7" fmla="*/ 52604 w 52904"/>
                <a:gd name="connsiteY7" fmla="*/ 181257 h 181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904" h="181256">
                  <a:moveTo>
                    <a:pt x="52604" y="181257"/>
                  </a:moveTo>
                  <a:lnTo>
                    <a:pt x="25250" y="181257"/>
                  </a:lnTo>
                  <a:lnTo>
                    <a:pt x="25250" y="29759"/>
                  </a:lnTo>
                  <a:lnTo>
                    <a:pt x="0" y="43886"/>
                  </a:lnTo>
                  <a:lnTo>
                    <a:pt x="0" y="14729"/>
                  </a:lnTo>
                  <a:lnTo>
                    <a:pt x="24047" y="0"/>
                  </a:lnTo>
                  <a:lnTo>
                    <a:pt x="52904" y="0"/>
                  </a:lnTo>
                  <a:lnTo>
                    <a:pt x="52604" y="181257"/>
                  </a:ln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sp>
        <p:nvSpPr>
          <p:cNvPr id="18" name="任意多边形: 形状 17">
            <a:extLst>
              <a:ext uri="{FF2B5EF4-FFF2-40B4-BE49-F238E27FC236}">
                <a16:creationId xmlns:a16="http://schemas.microsoft.com/office/drawing/2014/main" id="{67D73C5D-CB7E-1358-906F-337C7EAC1EB4}"/>
              </a:ext>
            </a:extLst>
          </p:cNvPr>
          <p:cNvSpPr/>
          <p:nvPr/>
        </p:nvSpPr>
        <p:spPr>
          <a:xfrm>
            <a:off x="3369669" y="1899186"/>
            <a:ext cx="2726778" cy="1459359"/>
          </a:xfrm>
          <a:custGeom>
            <a:avLst/>
            <a:gdLst>
              <a:gd name="connsiteX0" fmla="*/ 0 w 2754321"/>
              <a:gd name="connsiteY0" fmla="*/ 0 h 1474101"/>
              <a:gd name="connsiteX1" fmla="*/ 2754322 w 2754321"/>
              <a:gd name="connsiteY1" fmla="*/ 0 h 1474101"/>
              <a:gd name="connsiteX2" fmla="*/ 2754322 w 2754321"/>
              <a:gd name="connsiteY2" fmla="*/ 1474102 h 1474101"/>
              <a:gd name="connsiteX3" fmla="*/ 0 w 2754321"/>
              <a:gd name="connsiteY3" fmla="*/ 1474102 h 1474101"/>
            </a:gdLst>
            <a:ahLst/>
            <a:cxnLst>
              <a:cxn ang="0">
                <a:pos x="connsiteX0" y="connsiteY0"/>
              </a:cxn>
              <a:cxn ang="0">
                <a:pos x="connsiteX1" y="connsiteY1"/>
              </a:cxn>
              <a:cxn ang="0">
                <a:pos x="connsiteX2" y="connsiteY2"/>
              </a:cxn>
              <a:cxn ang="0">
                <a:pos x="connsiteX3" y="connsiteY3"/>
              </a:cxn>
            </a:cxnLst>
            <a:rect l="l" t="t" r="r" b="b"/>
            <a:pathLst>
              <a:path w="2754321" h="1474101">
                <a:moveTo>
                  <a:pt x="0" y="0"/>
                </a:moveTo>
                <a:lnTo>
                  <a:pt x="2754322" y="0"/>
                </a:lnTo>
                <a:lnTo>
                  <a:pt x="2754322" y="1474102"/>
                </a:lnTo>
                <a:lnTo>
                  <a:pt x="0" y="1474102"/>
                </a:lnTo>
                <a:close/>
              </a:path>
            </a:pathLst>
          </a:custGeom>
          <a:solidFill>
            <a:srgbClr val="629DD1"/>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9" name="任意多边形: 形状 18">
            <a:extLst>
              <a:ext uri="{FF2B5EF4-FFF2-40B4-BE49-F238E27FC236}">
                <a16:creationId xmlns:a16="http://schemas.microsoft.com/office/drawing/2014/main" id="{EDCB7D54-0AC6-F481-B609-D4B29F768289}"/>
              </a:ext>
            </a:extLst>
          </p:cNvPr>
          <p:cNvSpPr/>
          <p:nvPr/>
        </p:nvSpPr>
        <p:spPr>
          <a:xfrm>
            <a:off x="3631842" y="1528394"/>
            <a:ext cx="2202135" cy="2202135"/>
          </a:xfrm>
          <a:custGeom>
            <a:avLst/>
            <a:gdLst>
              <a:gd name="connsiteX0" fmla="*/ 1112189 w 2224378"/>
              <a:gd name="connsiteY0" fmla="*/ 2224379 h 2224378"/>
              <a:gd name="connsiteX1" fmla="*/ 679337 w 2224378"/>
              <a:gd name="connsiteY1" fmla="*/ 2136907 h 2224378"/>
              <a:gd name="connsiteX2" fmla="*/ 325842 w 2224378"/>
              <a:gd name="connsiteY2" fmla="*/ 1898538 h 2224378"/>
              <a:gd name="connsiteX3" fmla="*/ 87472 w 2224378"/>
              <a:gd name="connsiteY3" fmla="*/ 1545042 h 2224378"/>
              <a:gd name="connsiteX4" fmla="*/ 0 w 2224378"/>
              <a:gd name="connsiteY4" fmla="*/ 1112189 h 2224378"/>
              <a:gd name="connsiteX5" fmla="*/ 87472 w 2224378"/>
              <a:gd name="connsiteY5" fmla="*/ 679337 h 2224378"/>
              <a:gd name="connsiteX6" fmla="*/ 325842 w 2224378"/>
              <a:gd name="connsiteY6" fmla="*/ 325842 h 2224378"/>
              <a:gd name="connsiteX7" fmla="*/ 679337 w 2224378"/>
              <a:gd name="connsiteY7" fmla="*/ 87472 h 2224378"/>
              <a:gd name="connsiteX8" fmla="*/ 1112189 w 2224378"/>
              <a:gd name="connsiteY8" fmla="*/ 0 h 2224378"/>
              <a:gd name="connsiteX9" fmla="*/ 1545041 w 2224378"/>
              <a:gd name="connsiteY9" fmla="*/ 87472 h 2224378"/>
              <a:gd name="connsiteX10" fmla="*/ 1898537 w 2224378"/>
              <a:gd name="connsiteY10" fmla="*/ 325842 h 2224378"/>
              <a:gd name="connsiteX11" fmla="*/ 2136907 w 2224378"/>
              <a:gd name="connsiteY11" fmla="*/ 679337 h 2224378"/>
              <a:gd name="connsiteX12" fmla="*/ 2224379 w 2224378"/>
              <a:gd name="connsiteY12" fmla="*/ 1112189 h 2224378"/>
              <a:gd name="connsiteX13" fmla="*/ 2136907 w 2224378"/>
              <a:gd name="connsiteY13" fmla="*/ 1545042 h 2224378"/>
              <a:gd name="connsiteX14" fmla="*/ 1898537 w 2224378"/>
              <a:gd name="connsiteY14" fmla="*/ 1898538 h 2224378"/>
              <a:gd name="connsiteX15" fmla="*/ 1545041 w 2224378"/>
              <a:gd name="connsiteY15" fmla="*/ 2136907 h 2224378"/>
              <a:gd name="connsiteX16" fmla="*/ 1112189 w 2224378"/>
              <a:gd name="connsiteY16" fmla="*/ 2224379 h 2224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24378" h="2224378">
                <a:moveTo>
                  <a:pt x="1112189" y="2224379"/>
                </a:moveTo>
                <a:cubicBezTo>
                  <a:pt x="962194" y="2224379"/>
                  <a:pt x="816407" y="2194921"/>
                  <a:pt x="679337" y="2136907"/>
                </a:cubicBezTo>
                <a:cubicBezTo>
                  <a:pt x="546776" y="2080997"/>
                  <a:pt x="428043" y="2000739"/>
                  <a:pt x="325842" y="1898538"/>
                </a:cubicBezTo>
                <a:cubicBezTo>
                  <a:pt x="223640" y="1796336"/>
                  <a:pt x="143683" y="1677603"/>
                  <a:pt x="87472" y="1545042"/>
                </a:cubicBezTo>
                <a:cubicBezTo>
                  <a:pt x="29458" y="1407972"/>
                  <a:pt x="0" y="1262185"/>
                  <a:pt x="0" y="1112189"/>
                </a:cubicBezTo>
                <a:cubicBezTo>
                  <a:pt x="0" y="962194"/>
                  <a:pt x="29458" y="816407"/>
                  <a:pt x="87472" y="679337"/>
                </a:cubicBezTo>
                <a:cubicBezTo>
                  <a:pt x="143382" y="546776"/>
                  <a:pt x="223640" y="428043"/>
                  <a:pt x="325842" y="325842"/>
                </a:cubicBezTo>
                <a:cubicBezTo>
                  <a:pt x="428043" y="223640"/>
                  <a:pt x="546776" y="143683"/>
                  <a:pt x="679337" y="87472"/>
                </a:cubicBezTo>
                <a:cubicBezTo>
                  <a:pt x="816407" y="29458"/>
                  <a:pt x="962194" y="0"/>
                  <a:pt x="1112189" y="0"/>
                </a:cubicBezTo>
                <a:cubicBezTo>
                  <a:pt x="1262185" y="0"/>
                  <a:pt x="1407972" y="29458"/>
                  <a:pt x="1545041" y="87472"/>
                </a:cubicBezTo>
                <a:cubicBezTo>
                  <a:pt x="1677602" y="143382"/>
                  <a:pt x="1796336" y="223640"/>
                  <a:pt x="1898537" y="325842"/>
                </a:cubicBezTo>
                <a:cubicBezTo>
                  <a:pt x="2000738" y="428043"/>
                  <a:pt x="2080696" y="546776"/>
                  <a:pt x="2136907" y="679337"/>
                </a:cubicBezTo>
                <a:cubicBezTo>
                  <a:pt x="2194921" y="816407"/>
                  <a:pt x="2224379" y="962194"/>
                  <a:pt x="2224379" y="1112189"/>
                </a:cubicBezTo>
                <a:cubicBezTo>
                  <a:pt x="2224379" y="1262185"/>
                  <a:pt x="2194921" y="1407972"/>
                  <a:pt x="2136907" y="1545042"/>
                </a:cubicBezTo>
                <a:cubicBezTo>
                  <a:pt x="2080997" y="1677603"/>
                  <a:pt x="2000738" y="1796336"/>
                  <a:pt x="1898537" y="1898538"/>
                </a:cubicBezTo>
                <a:cubicBezTo>
                  <a:pt x="1796336" y="2000739"/>
                  <a:pt x="1677602" y="2080696"/>
                  <a:pt x="1545041" y="2136907"/>
                </a:cubicBezTo>
                <a:cubicBezTo>
                  <a:pt x="1407972" y="2194921"/>
                  <a:pt x="1262185" y="2224379"/>
                  <a:pt x="1112189" y="2224379"/>
                </a:cubicBezTo>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0" name="任意多边形: 形状 19">
            <a:extLst>
              <a:ext uri="{FF2B5EF4-FFF2-40B4-BE49-F238E27FC236}">
                <a16:creationId xmlns:a16="http://schemas.microsoft.com/office/drawing/2014/main" id="{9E6E2F26-F7D1-3767-1004-D03D3563A168}"/>
              </a:ext>
            </a:extLst>
          </p:cNvPr>
          <p:cNvSpPr/>
          <p:nvPr/>
        </p:nvSpPr>
        <p:spPr>
          <a:xfrm>
            <a:off x="3938356" y="1835203"/>
            <a:ext cx="1588512" cy="1588512"/>
          </a:xfrm>
          <a:custGeom>
            <a:avLst/>
            <a:gdLst>
              <a:gd name="connsiteX0" fmla="*/ 1604559 w 1604558"/>
              <a:gd name="connsiteY0" fmla="*/ 802279 h 1604558"/>
              <a:gd name="connsiteX1" fmla="*/ 1541435 w 1604558"/>
              <a:gd name="connsiteY1" fmla="*/ 1114594 h 1604558"/>
              <a:gd name="connsiteX2" fmla="*/ 1369496 w 1604558"/>
              <a:gd name="connsiteY2" fmla="*/ 1369496 h 1604558"/>
              <a:gd name="connsiteX3" fmla="*/ 1114594 w 1604558"/>
              <a:gd name="connsiteY3" fmla="*/ 1541435 h 1604558"/>
              <a:gd name="connsiteX4" fmla="*/ 802279 w 1604558"/>
              <a:gd name="connsiteY4" fmla="*/ 1604559 h 1604558"/>
              <a:gd name="connsiteX5" fmla="*/ 489965 w 1604558"/>
              <a:gd name="connsiteY5" fmla="*/ 1541435 h 1604558"/>
              <a:gd name="connsiteX6" fmla="*/ 235063 w 1604558"/>
              <a:gd name="connsiteY6" fmla="*/ 1369496 h 1604558"/>
              <a:gd name="connsiteX7" fmla="*/ 63124 w 1604558"/>
              <a:gd name="connsiteY7" fmla="*/ 1114594 h 1604558"/>
              <a:gd name="connsiteX8" fmla="*/ 0 w 1604558"/>
              <a:gd name="connsiteY8" fmla="*/ 802279 h 1604558"/>
              <a:gd name="connsiteX9" fmla="*/ 63124 w 1604558"/>
              <a:gd name="connsiteY9" fmla="*/ 489965 h 1604558"/>
              <a:gd name="connsiteX10" fmla="*/ 235063 w 1604558"/>
              <a:gd name="connsiteY10" fmla="*/ 235063 h 1604558"/>
              <a:gd name="connsiteX11" fmla="*/ 489965 w 1604558"/>
              <a:gd name="connsiteY11" fmla="*/ 63124 h 1604558"/>
              <a:gd name="connsiteX12" fmla="*/ 802279 w 1604558"/>
              <a:gd name="connsiteY12" fmla="*/ 0 h 1604558"/>
              <a:gd name="connsiteX13" fmla="*/ 1114594 w 1604558"/>
              <a:gd name="connsiteY13" fmla="*/ 63124 h 1604558"/>
              <a:gd name="connsiteX14" fmla="*/ 1369496 w 1604558"/>
              <a:gd name="connsiteY14" fmla="*/ 235063 h 1604558"/>
              <a:gd name="connsiteX15" fmla="*/ 1541435 w 1604558"/>
              <a:gd name="connsiteY15" fmla="*/ 489965 h 1604558"/>
              <a:gd name="connsiteX16" fmla="*/ 1604559 w 1604558"/>
              <a:gd name="connsiteY16" fmla="*/ 802279 h 160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4558" h="1604558">
                <a:moveTo>
                  <a:pt x="1604559" y="802279"/>
                </a:moveTo>
                <a:cubicBezTo>
                  <a:pt x="1604559" y="910492"/>
                  <a:pt x="1583216" y="1015699"/>
                  <a:pt x="1541435" y="1114594"/>
                </a:cubicBezTo>
                <a:cubicBezTo>
                  <a:pt x="1501155" y="1210182"/>
                  <a:pt x="1443141" y="1295851"/>
                  <a:pt x="1369496" y="1369496"/>
                </a:cubicBezTo>
                <a:cubicBezTo>
                  <a:pt x="1295851" y="1443141"/>
                  <a:pt x="1210182" y="1500855"/>
                  <a:pt x="1114594" y="1541435"/>
                </a:cubicBezTo>
                <a:cubicBezTo>
                  <a:pt x="1015700" y="1583217"/>
                  <a:pt x="910492" y="1604559"/>
                  <a:pt x="802279" y="1604559"/>
                </a:cubicBezTo>
                <a:cubicBezTo>
                  <a:pt x="694066" y="1604559"/>
                  <a:pt x="588859" y="1583217"/>
                  <a:pt x="489965" y="1541435"/>
                </a:cubicBezTo>
                <a:cubicBezTo>
                  <a:pt x="394376" y="1501155"/>
                  <a:pt x="308708" y="1443141"/>
                  <a:pt x="235063" y="1369496"/>
                </a:cubicBezTo>
                <a:cubicBezTo>
                  <a:pt x="161418" y="1295851"/>
                  <a:pt x="103704" y="1210182"/>
                  <a:pt x="63124" y="1114594"/>
                </a:cubicBezTo>
                <a:cubicBezTo>
                  <a:pt x="21342" y="1015699"/>
                  <a:pt x="0" y="910492"/>
                  <a:pt x="0" y="802279"/>
                </a:cubicBezTo>
                <a:cubicBezTo>
                  <a:pt x="0" y="694066"/>
                  <a:pt x="21342" y="588859"/>
                  <a:pt x="63124" y="489965"/>
                </a:cubicBezTo>
                <a:cubicBezTo>
                  <a:pt x="103404" y="394376"/>
                  <a:pt x="161418" y="308708"/>
                  <a:pt x="235063" y="235063"/>
                </a:cubicBezTo>
                <a:cubicBezTo>
                  <a:pt x="308708" y="161418"/>
                  <a:pt x="394376" y="103704"/>
                  <a:pt x="489965" y="63124"/>
                </a:cubicBezTo>
                <a:cubicBezTo>
                  <a:pt x="588859" y="21342"/>
                  <a:pt x="694066" y="0"/>
                  <a:pt x="802279" y="0"/>
                </a:cubicBezTo>
                <a:cubicBezTo>
                  <a:pt x="910492" y="0"/>
                  <a:pt x="1015700" y="21342"/>
                  <a:pt x="1114594" y="63124"/>
                </a:cubicBezTo>
                <a:cubicBezTo>
                  <a:pt x="1210182" y="103404"/>
                  <a:pt x="1295851" y="161418"/>
                  <a:pt x="1369496" y="235063"/>
                </a:cubicBezTo>
                <a:cubicBezTo>
                  <a:pt x="1443141" y="308708"/>
                  <a:pt x="1500855" y="394376"/>
                  <a:pt x="1541435" y="489965"/>
                </a:cubicBezTo>
                <a:cubicBezTo>
                  <a:pt x="1583517" y="588859"/>
                  <a:pt x="1604559" y="693766"/>
                  <a:pt x="1604559" y="802279"/>
                </a:cubicBezTo>
              </a:path>
            </a:pathLst>
          </a:custGeom>
          <a:noFill/>
          <a:ln w="178551" cap="flat">
            <a:solidFill>
              <a:srgbClr val="629DD1"/>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1" name="任意多边形: 形状 20">
            <a:extLst>
              <a:ext uri="{FF2B5EF4-FFF2-40B4-BE49-F238E27FC236}">
                <a16:creationId xmlns:a16="http://schemas.microsoft.com/office/drawing/2014/main" id="{0E4279DA-57FD-B4BC-B7ED-EFF893C6F486}"/>
              </a:ext>
            </a:extLst>
          </p:cNvPr>
          <p:cNvSpPr/>
          <p:nvPr/>
        </p:nvSpPr>
        <p:spPr>
          <a:xfrm>
            <a:off x="4004121" y="1900673"/>
            <a:ext cx="1457575" cy="1457575"/>
          </a:xfrm>
          <a:custGeom>
            <a:avLst/>
            <a:gdLst>
              <a:gd name="connsiteX0" fmla="*/ 1472298 w 1472298"/>
              <a:gd name="connsiteY0" fmla="*/ 736149 h 1472298"/>
              <a:gd name="connsiteX1" fmla="*/ 736149 w 1472298"/>
              <a:gd name="connsiteY1" fmla="*/ 1472298 h 1472298"/>
              <a:gd name="connsiteX2" fmla="*/ 0 w 1472298"/>
              <a:gd name="connsiteY2" fmla="*/ 736149 h 1472298"/>
              <a:gd name="connsiteX3" fmla="*/ 736149 w 1472298"/>
              <a:gd name="connsiteY3" fmla="*/ 0 h 1472298"/>
              <a:gd name="connsiteX4" fmla="*/ 1472298 w 1472298"/>
              <a:gd name="connsiteY4" fmla="*/ 736149 h 1472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2298" h="1472298">
                <a:moveTo>
                  <a:pt x="1472298" y="736149"/>
                </a:moveTo>
                <a:cubicBezTo>
                  <a:pt x="1472298" y="1142713"/>
                  <a:pt x="1142713" y="1472298"/>
                  <a:pt x="736149" y="1472298"/>
                </a:cubicBezTo>
                <a:cubicBezTo>
                  <a:pt x="329585" y="1472298"/>
                  <a:pt x="0" y="1142713"/>
                  <a:pt x="0" y="736149"/>
                </a:cubicBezTo>
                <a:cubicBezTo>
                  <a:pt x="0" y="329585"/>
                  <a:pt x="329585" y="0"/>
                  <a:pt x="736149" y="0"/>
                </a:cubicBezTo>
                <a:cubicBezTo>
                  <a:pt x="1142713" y="0"/>
                  <a:pt x="1472298" y="329585"/>
                  <a:pt x="1472298" y="736149"/>
                </a:cubicBezTo>
                <a:close/>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2" name="任意多边形: 形状 21">
            <a:extLst>
              <a:ext uri="{FF2B5EF4-FFF2-40B4-BE49-F238E27FC236}">
                <a16:creationId xmlns:a16="http://schemas.microsoft.com/office/drawing/2014/main" id="{5973DB5B-1C83-FFE5-2044-4233AE3FE185}"/>
              </a:ext>
            </a:extLst>
          </p:cNvPr>
          <p:cNvSpPr/>
          <p:nvPr/>
        </p:nvSpPr>
        <p:spPr>
          <a:xfrm>
            <a:off x="4074352" y="1970904"/>
            <a:ext cx="1317114" cy="1317114"/>
          </a:xfrm>
          <a:custGeom>
            <a:avLst/>
            <a:gdLst>
              <a:gd name="connsiteX0" fmla="*/ 1330419 w 1330418"/>
              <a:gd name="connsiteY0" fmla="*/ 665209 h 1330418"/>
              <a:gd name="connsiteX1" fmla="*/ 665209 w 1330418"/>
              <a:gd name="connsiteY1" fmla="*/ 1330419 h 1330418"/>
              <a:gd name="connsiteX2" fmla="*/ 0 w 1330418"/>
              <a:gd name="connsiteY2" fmla="*/ 665209 h 1330418"/>
              <a:gd name="connsiteX3" fmla="*/ 665209 w 1330418"/>
              <a:gd name="connsiteY3" fmla="*/ 0 h 1330418"/>
              <a:gd name="connsiteX4" fmla="*/ 1330419 w 1330418"/>
              <a:gd name="connsiteY4" fmla="*/ 665209 h 1330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0418" h="1330418">
                <a:moveTo>
                  <a:pt x="1330419" y="665209"/>
                </a:moveTo>
                <a:cubicBezTo>
                  <a:pt x="1330419" y="1032595"/>
                  <a:pt x="1032595" y="1330419"/>
                  <a:pt x="665209" y="1330419"/>
                </a:cubicBezTo>
                <a:cubicBezTo>
                  <a:pt x="297825" y="1330419"/>
                  <a:pt x="0" y="1032594"/>
                  <a:pt x="0" y="665209"/>
                </a:cubicBezTo>
                <a:cubicBezTo>
                  <a:pt x="0" y="297824"/>
                  <a:pt x="297824" y="0"/>
                  <a:pt x="665209" y="0"/>
                </a:cubicBezTo>
                <a:cubicBezTo>
                  <a:pt x="1032594" y="0"/>
                  <a:pt x="1330419" y="297825"/>
                  <a:pt x="1330419" y="665209"/>
                </a:cubicBezTo>
                <a:close/>
              </a:path>
            </a:pathLst>
          </a:custGeom>
          <a:solidFill>
            <a:srgbClr val="FFFFFF"/>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3" name="任意多边形: 形状 22">
            <a:extLst>
              <a:ext uri="{FF2B5EF4-FFF2-40B4-BE49-F238E27FC236}">
                <a16:creationId xmlns:a16="http://schemas.microsoft.com/office/drawing/2014/main" id="{72C275AC-068D-4D86-E259-2E8E04E18603}"/>
              </a:ext>
            </a:extLst>
          </p:cNvPr>
          <p:cNvSpPr/>
          <p:nvPr/>
        </p:nvSpPr>
        <p:spPr>
          <a:xfrm>
            <a:off x="4091314" y="1987865"/>
            <a:ext cx="1283189" cy="1283189"/>
          </a:xfrm>
          <a:custGeom>
            <a:avLst/>
            <a:gdLst>
              <a:gd name="connsiteX0" fmla="*/ 1296151 w 1296151"/>
              <a:gd name="connsiteY0" fmla="*/ 648076 h 1296151"/>
              <a:gd name="connsiteX1" fmla="*/ 648076 w 1296151"/>
              <a:gd name="connsiteY1" fmla="*/ 1296151 h 1296151"/>
              <a:gd name="connsiteX2" fmla="*/ 0 w 1296151"/>
              <a:gd name="connsiteY2" fmla="*/ 648076 h 1296151"/>
              <a:gd name="connsiteX3" fmla="*/ 648076 w 1296151"/>
              <a:gd name="connsiteY3" fmla="*/ 0 h 1296151"/>
              <a:gd name="connsiteX4" fmla="*/ 1296151 w 1296151"/>
              <a:gd name="connsiteY4" fmla="*/ 648076 h 1296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6151" h="1296151">
                <a:moveTo>
                  <a:pt x="1296151" y="648076"/>
                </a:moveTo>
                <a:cubicBezTo>
                  <a:pt x="1296151" y="1005998"/>
                  <a:pt x="1005998" y="1296151"/>
                  <a:pt x="648076" y="1296151"/>
                </a:cubicBezTo>
                <a:cubicBezTo>
                  <a:pt x="290153" y="1296151"/>
                  <a:pt x="0" y="1005998"/>
                  <a:pt x="0" y="648076"/>
                </a:cubicBezTo>
                <a:cubicBezTo>
                  <a:pt x="0" y="290153"/>
                  <a:pt x="290154" y="0"/>
                  <a:pt x="648076" y="0"/>
                </a:cubicBezTo>
                <a:cubicBezTo>
                  <a:pt x="1005998" y="0"/>
                  <a:pt x="1296151" y="290153"/>
                  <a:pt x="1296151" y="648076"/>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4" name="任意多边形: 形状 23">
            <a:extLst>
              <a:ext uri="{FF2B5EF4-FFF2-40B4-BE49-F238E27FC236}">
                <a16:creationId xmlns:a16="http://schemas.microsoft.com/office/drawing/2014/main" id="{E6FCCA08-EBDA-920F-3B8B-1886B6556D65}"/>
              </a:ext>
            </a:extLst>
          </p:cNvPr>
          <p:cNvSpPr/>
          <p:nvPr/>
        </p:nvSpPr>
        <p:spPr>
          <a:xfrm>
            <a:off x="4431157" y="4107568"/>
            <a:ext cx="603504" cy="603504"/>
          </a:xfrm>
          <a:custGeom>
            <a:avLst/>
            <a:gdLst>
              <a:gd name="connsiteX0" fmla="*/ 304800 w 609600"/>
              <a:gd name="connsiteY0" fmla="*/ 609600 h 609600"/>
              <a:gd name="connsiteX1" fmla="*/ 186066 w 609600"/>
              <a:gd name="connsiteY1" fmla="*/ 585553 h 609600"/>
              <a:gd name="connsiteX2" fmla="*/ 89276 w 609600"/>
              <a:gd name="connsiteY2" fmla="*/ 520324 h 609600"/>
              <a:gd name="connsiteX3" fmla="*/ 24047 w 609600"/>
              <a:gd name="connsiteY3" fmla="*/ 423534 h 609600"/>
              <a:gd name="connsiteX4" fmla="*/ 0 w 609600"/>
              <a:gd name="connsiteY4" fmla="*/ 304800 h 609600"/>
              <a:gd name="connsiteX5" fmla="*/ 24047 w 609600"/>
              <a:gd name="connsiteY5" fmla="*/ 186066 h 609600"/>
              <a:gd name="connsiteX6" fmla="*/ 89276 w 609600"/>
              <a:gd name="connsiteY6" fmla="*/ 89276 h 609600"/>
              <a:gd name="connsiteX7" fmla="*/ 186066 w 609600"/>
              <a:gd name="connsiteY7" fmla="*/ 24047 h 609600"/>
              <a:gd name="connsiteX8" fmla="*/ 304800 w 609600"/>
              <a:gd name="connsiteY8" fmla="*/ 0 h 609600"/>
              <a:gd name="connsiteX9" fmla="*/ 423534 w 609600"/>
              <a:gd name="connsiteY9" fmla="*/ 24047 h 609600"/>
              <a:gd name="connsiteX10" fmla="*/ 520324 w 609600"/>
              <a:gd name="connsiteY10" fmla="*/ 89276 h 609600"/>
              <a:gd name="connsiteX11" fmla="*/ 585553 w 609600"/>
              <a:gd name="connsiteY11" fmla="*/ 186066 h 609600"/>
              <a:gd name="connsiteX12" fmla="*/ 609600 w 609600"/>
              <a:gd name="connsiteY12" fmla="*/ 304800 h 609600"/>
              <a:gd name="connsiteX13" fmla="*/ 585553 w 609600"/>
              <a:gd name="connsiteY13" fmla="*/ 423534 h 609600"/>
              <a:gd name="connsiteX14" fmla="*/ 520324 w 609600"/>
              <a:gd name="connsiteY14" fmla="*/ 520324 h 609600"/>
              <a:gd name="connsiteX15" fmla="*/ 423534 w 609600"/>
              <a:gd name="connsiteY15" fmla="*/ 585553 h 609600"/>
              <a:gd name="connsiteX16" fmla="*/ 304800 w 609600"/>
              <a:gd name="connsiteY16" fmla="*/ 60960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600" h="609600">
                <a:moveTo>
                  <a:pt x="304800" y="609600"/>
                </a:moveTo>
                <a:cubicBezTo>
                  <a:pt x="263619" y="609600"/>
                  <a:pt x="223640" y="601484"/>
                  <a:pt x="186066" y="585553"/>
                </a:cubicBezTo>
                <a:cubicBezTo>
                  <a:pt x="149695" y="570222"/>
                  <a:pt x="117231" y="548279"/>
                  <a:pt x="89276" y="520324"/>
                </a:cubicBezTo>
                <a:cubicBezTo>
                  <a:pt x="61321" y="492369"/>
                  <a:pt x="39377" y="459905"/>
                  <a:pt x="24047" y="423534"/>
                </a:cubicBezTo>
                <a:cubicBezTo>
                  <a:pt x="8116" y="385960"/>
                  <a:pt x="0" y="345981"/>
                  <a:pt x="0" y="304800"/>
                </a:cubicBezTo>
                <a:cubicBezTo>
                  <a:pt x="0" y="263619"/>
                  <a:pt x="8116" y="223640"/>
                  <a:pt x="24047" y="186066"/>
                </a:cubicBezTo>
                <a:cubicBezTo>
                  <a:pt x="39377" y="149695"/>
                  <a:pt x="61321" y="117231"/>
                  <a:pt x="89276" y="89276"/>
                </a:cubicBezTo>
                <a:cubicBezTo>
                  <a:pt x="117231" y="61321"/>
                  <a:pt x="149695" y="39377"/>
                  <a:pt x="186066" y="24047"/>
                </a:cubicBezTo>
                <a:cubicBezTo>
                  <a:pt x="223640" y="8116"/>
                  <a:pt x="263619" y="0"/>
                  <a:pt x="304800" y="0"/>
                </a:cubicBezTo>
                <a:cubicBezTo>
                  <a:pt x="345981" y="0"/>
                  <a:pt x="385960" y="8116"/>
                  <a:pt x="423534" y="24047"/>
                </a:cubicBezTo>
                <a:cubicBezTo>
                  <a:pt x="459905" y="39377"/>
                  <a:pt x="492369" y="61321"/>
                  <a:pt x="520324" y="89276"/>
                </a:cubicBezTo>
                <a:cubicBezTo>
                  <a:pt x="548279" y="117231"/>
                  <a:pt x="570223" y="149695"/>
                  <a:pt x="585553" y="186066"/>
                </a:cubicBezTo>
                <a:cubicBezTo>
                  <a:pt x="601484" y="223640"/>
                  <a:pt x="609600" y="263619"/>
                  <a:pt x="609600" y="304800"/>
                </a:cubicBezTo>
                <a:cubicBezTo>
                  <a:pt x="609600" y="345981"/>
                  <a:pt x="601484" y="385960"/>
                  <a:pt x="585553" y="423534"/>
                </a:cubicBezTo>
                <a:cubicBezTo>
                  <a:pt x="570223" y="459905"/>
                  <a:pt x="548279" y="492369"/>
                  <a:pt x="520324" y="520324"/>
                </a:cubicBezTo>
                <a:cubicBezTo>
                  <a:pt x="492369" y="548279"/>
                  <a:pt x="459905" y="570222"/>
                  <a:pt x="423534" y="585553"/>
                </a:cubicBezTo>
                <a:cubicBezTo>
                  <a:pt x="385960" y="601484"/>
                  <a:pt x="345981" y="609600"/>
                  <a:pt x="304800" y="609600"/>
                </a:cubicBezTo>
              </a:path>
            </a:pathLst>
          </a:custGeom>
          <a:solidFill>
            <a:srgbClr val="606060"/>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5" name="任意多边形: 形状 24">
            <a:extLst>
              <a:ext uri="{FF2B5EF4-FFF2-40B4-BE49-F238E27FC236}">
                <a16:creationId xmlns:a16="http://schemas.microsoft.com/office/drawing/2014/main" id="{6A713E04-BEC7-A3DC-FDED-A400C1A34437}"/>
              </a:ext>
            </a:extLst>
          </p:cNvPr>
          <p:cNvSpPr/>
          <p:nvPr/>
        </p:nvSpPr>
        <p:spPr>
          <a:xfrm>
            <a:off x="4480557" y="4156969"/>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7 w 509803"/>
              <a:gd name="connsiteY6" fmla="*/ 434956 h 509803"/>
              <a:gd name="connsiteX7" fmla="*/ 20140 w 509803"/>
              <a:gd name="connsiteY7" fmla="*/ 354097 h 509803"/>
              <a:gd name="connsiteX8" fmla="*/ 0 w 509803"/>
              <a:gd name="connsiteY8" fmla="*/ 254902 h 509803"/>
              <a:gd name="connsiteX9" fmla="*/ 20140 w 509803"/>
              <a:gd name="connsiteY9" fmla="*/ 155707 h 509803"/>
              <a:gd name="connsiteX10" fmla="*/ 74847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7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0" y="458402"/>
                  <a:pt x="384457" y="476738"/>
                  <a:pt x="354097" y="489664"/>
                </a:cubicBezTo>
                <a:cubicBezTo>
                  <a:pt x="322535" y="502890"/>
                  <a:pt x="289169" y="509804"/>
                  <a:pt x="254902" y="509804"/>
                </a:cubicBezTo>
                <a:cubicBezTo>
                  <a:pt x="220634" y="509804"/>
                  <a:pt x="187269" y="503191"/>
                  <a:pt x="155707" y="489664"/>
                </a:cubicBezTo>
                <a:cubicBezTo>
                  <a:pt x="125347" y="476738"/>
                  <a:pt x="97993" y="458402"/>
                  <a:pt x="74847" y="434956"/>
                </a:cubicBezTo>
                <a:cubicBezTo>
                  <a:pt x="51401" y="411510"/>
                  <a:pt x="33065" y="384457"/>
                  <a:pt x="20140" y="354097"/>
                </a:cubicBezTo>
                <a:cubicBezTo>
                  <a:pt x="6914" y="322535"/>
                  <a:pt x="0" y="289169"/>
                  <a:pt x="0" y="254902"/>
                </a:cubicBezTo>
                <a:cubicBezTo>
                  <a:pt x="0" y="220634"/>
                  <a:pt x="6613" y="187269"/>
                  <a:pt x="20140" y="155707"/>
                </a:cubicBezTo>
                <a:cubicBezTo>
                  <a:pt x="33065" y="125347"/>
                  <a:pt x="51401" y="97993"/>
                  <a:pt x="74847" y="74847"/>
                </a:cubicBezTo>
                <a:cubicBezTo>
                  <a:pt x="98294" y="51401"/>
                  <a:pt x="125347" y="33065"/>
                  <a:pt x="155707" y="20140"/>
                </a:cubicBezTo>
                <a:cubicBezTo>
                  <a:pt x="187269" y="6914"/>
                  <a:pt x="220634" y="0"/>
                  <a:pt x="254902" y="0"/>
                </a:cubicBezTo>
                <a:cubicBezTo>
                  <a:pt x="289169" y="0"/>
                  <a:pt x="322535" y="6613"/>
                  <a:pt x="354097" y="20140"/>
                </a:cubicBezTo>
                <a:cubicBezTo>
                  <a:pt x="384457" y="33065"/>
                  <a:pt x="411811" y="51401"/>
                  <a:pt x="434956" y="74847"/>
                </a:cubicBezTo>
                <a:cubicBezTo>
                  <a:pt x="458402" y="98294"/>
                  <a:pt x="476739" y="125347"/>
                  <a:pt x="489664" y="155707"/>
                </a:cubicBezTo>
                <a:cubicBezTo>
                  <a:pt x="502890" y="187269"/>
                  <a:pt x="509804" y="220634"/>
                  <a:pt x="509804" y="254902"/>
                </a:cubicBezTo>
              </a:path>
            </a:pathLst>
          </a:custGeom>
          <a:noFill/>
          <a:ln w="178551" cap="flat">
            <a:solidFill>
              <a:srgbClr val="629DD1"/>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6" name="任意多边形: 形状 25">
            <a:extLst>
              <a:ext uri="{FF2B5EF4-FFF2-40B4-BE49-F238E27FC236}">
                <a16:creationId xmlns:a16="http://schemas.microsoft.com/office/drawing/2014/main" id="{4A424E5F-DA4E-C65F-D723-1B79C965BB48}"/>
              </a:ext>
            </a:extLst>
          </p:cNvPr>
          <p:cNvSpPr/>
          <p:nvPr/>
        </p:nvSpPr>
        <p:spPr>
          <a:xfrm>
            <a:off x="4523706" y="4200118"/>
            <a:ext cx="418405" cy="418405"/>
          </a:xfrm>
          <a:custGeom>
            <a:avLst/>
            <a:gdLst>
              <a:gd name="connsiteX0" fmla="*/ 422632 w 422631"/>
              <a:gd name="connsiteY0" fmla="*/ 211316 h 422631"/>
              <a:gd name="connsiteX1" fmla="*/ 211316 w 422631"/>
              <a:gd name="connsiteY1" fmla="*/ 422632 h 422631"/>
              <a:gd name="connsiteX2" fmla="*/ 0 w 422631"/>
              <a:gd name="connsiteY2" fmla="*/ 211316 h 422631"/>
              <a:gd name="connsiteX3" fmla="*/ 211316 w 422631"/>
              <a:gd name="connsiteY3" fmla="*/ 0 h 422631"/>
              <a:gd name="connsiteX4" fmla="*/ 422632 w 422631"/>
              <a:gd name="connsiteY4" fmla="*/ 211316 h 4226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631" h="422631">
                <a:moveTo>
                  <a:pt x="422632" y="211316"/>
                </a:moveTo>
                <a:cubicBezTo>
                  <a:pt x="422632" y="328023"/>
                  <a:pt x="328023" y="422632"/>
                  <a:pt x="211316" y="422632"/>
                </a:cubicBezTo>
                <a:cubicBezTo>
                  <a:pt x="94610" y="422632"/>
                  <a:pt x="0" y="328023"/>
                  <a:pt x="0" y="211316"/>
                </a:cubicBezTo>
                <a:cubicBezTo>
                  <a:pt x="0" y="94610"/>
                  <a:pt x="94609" y="0"/>
                  <a:pt x="211316" y="0"/>
                </a:cubicBezTo>
                <a:cubicBezTo>
                  <a:pt x="328022" y="0"/>
                  <a:pt x="422632" y="94609"/>
                  <a:pt x="422632" y="211316"/>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7" name="任意多边形: 形状 26">
            <a:extLst>
              <a:ext uri="{FF2B5EF4-FFF2-40B4-BE49-F238E27FC236}">
                <a16:creationId xmlns:a16="http://schemas.microsoft.com/office/drawing/2014/main" id="{9232D63A-61C6-796A-3331-3C0799AF34A7}"/>
              </a:ext>
            </a:extLst>
          </p:cNvPr>
          <p:cNvSpPr/>
          <p:nvPr/>
        </p:nvSpPr>
        <p:spPr>
          <a:xfrm>
            <a:off x="4480557" y="2377107"/>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7 w 509803"/>
              <a:gd name="connsiteY6" fmla="*/ 434956 h 509803"/>
              <a:gd name="connsiteX7" fmla="*/ 20140 w 509803"/>
              <a:gd name="connsiteY7" fmla="*/ 354097 h 509803"/>
              <a:gd name="connsiteX8" fmla="*/ 0 w 509803"/>
              <a:gd name="connsiteY8" fmla="*/ 254902 h 509803"/>
              <a:gd name="connsiteX9" fmla="*/ 20140 w 509803"/>
              <a:gd name="connsiteY9" fmla="*/ 155706 h 509803"/>
              <a:gd name="connsiteX10" fmla="*/ 74847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6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0" y="458402"/>
                  <a:pt x="384457" y="476738"/>
                  <a:pt x="354097" y="489664"/>
                </a:cubicBezTo>
                <a:cubicBezTo>
                  <a:pt x="322535" y="502890"/>
                  <a:pt x="289169" y="509804"/>
                  <a:pt x="254902" y="509804"/>
                </a:cubicBezTo>
                <a:cubicBezTo>
                  <a:pt x="220634" y="509804"/>
                  <a:pt x="187269" y="503191"/>
                  <a:pt x="155707" y="489664"/>
                </a:cubicBezTo>
                <a:cubicBezTo>
                  <a:pt x="125347" y="476738"/>
                  <a:pt x="97993" y="458402"/>
                  <a:pt x="74847" y="434956"/>
                </a:cubicBezTo>
                <a:cubicBezTo>
                  <a:pt x="51401" y="411510"/>
                  <a:pt x="33065" y="384457"/>
                  <a:pt x="20140" y="354097"/>
                </a:cubicBezTo>
                <a:cubicBezTo>
                  <a:pt x="6914" y="322535"/>
                  <a:pt x="0" y="289169"/>
                  <a:pt x="0" y="254902"/>
                </a:cubicBezTo>
                <a:cubicBezTo>
                  <a:pt x="0" y="220634"/>
                  <a:pt x="6613" y="187269"/>
                  <a:pt x="20140" y="155706"/>
                </a:cubicBezTo>
                <a:cubicBezTo>
                  <a:pt x="33065" y="125347"/>
                  <a:pt x="51401" y="97993"/>
                  <a:pt x="74847" y="74847"/>
                </a:cubicBezTo>
                <a:cubicBezTo>
                  <a:pt x="98294" y="51401"/>
                  <a:pt x="125347" y="33065"/>
                  <a:pt x="155707" y="20140"/>
                </a:cubicBezTo>
                <a:cubicBezTo>
                  <a:pt x="187269" y="6914"/>
                  <a:pt x="220634" y="0"/>
                  <a:pt x="254902" y="0"/>
                </a:cubicBezTo>
                <a:cubicBezTo>
                  <a:pt x="289169" y="0"/>
                  <a:pt x="322535" y="6613"/>
                  <a:pt x="354097" y="20140"/>
                </a:cubicBezTo>
                <a:cubicBezTo>
                  <a:pt x="384457" y="33065"/>
                  <a:pt x="411811" y="51401"/>
                  <a:pt x="434956" y="74847"/>
                </a:cubicBezTo>
                <a:cubicBezTo>
                  <a:pt x="458402" y="98294"/>
                  <a:pt x="476739" y="125347"/>
                  <a:pt x="489664" y="155706"/>
                </a:cubicBezTo>
                <a:cubicBezTo>
                  <a:pt x="502890" y="186968"/>
                  <a:pt x="509804" y="220334"/>
                  <a:pt x="509804" y="254902"/>
                </a:cubicBezTo>
              </a:path>
            </a:pathLst>
          </a:custGeom>
          <a:noFill/>
          <a:ln w="178551" cap="flat">
            <a:solidFill>
              <a:srgbClr val="629DD1"/>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8" name="任意多边形: 形状 27">
            <a:extLst>
              <a:ext uri="{FF2B5EF4-FFF2-40B4-BE49-F238E27FC236}">
                <a16:creationId xmlns:a16="http://schemas.microsoft.com/office/drawing/2014/main" id="{30F4E02F-6049-0242-1BFD-3EA924704079}"/>
              </a:ext>
            </a:extLst>
          </p:cNvPr>
          <p:cNvSpPr/>
          <p:nvPr/>
        </p:nvSpPr>
        <p:spPr>
          <a:xfrm>
            <a:off x="4501388" y="2397939"/>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9" name="任意多边形: 形状 28">
            <a:extLst>
              <a:ext uri="{FF2B5EF4-FFF2-40B4-BE49-F238E27FC236}">
                <a16:creationId xmlns:a16="http://schemas.microsoft.com/office/drawing/2014/main" id="{BF6190C8-ED85-68BB-E9CB-FF590004463B}"/>
              </a:ext>
            </a:extLst>
          </p:cNvPr>
          <p:cNvSpPr/>
          <p:nvPr/>
        </p:nvSpPr>
        <p:spPr>
          <a:xfrm>
            <a:off x="4732909" y="2630353"/>
            <a:ext cx="2975" cy="1685227"/>
          </a:xfrm>
          <a:custGeom>
            <a:avLst/>
            <a:gdLst>
              <a:gd name="connsiteX0" fmla="*/ 0 w 3005"/>
              <a:gd name="connsiteY0" fmla="*/ 0 h 1702250"/>
              <a:gd name="connsiteX1" fmla="*/ 0 w 3005"/>
              <a:gd name="connsiteY1" fmla="*/ 1702251 h 1702250"/>
            </a:gdLst>
            <a:ahLst/>
            <a:cxnLst>
              <a:cxn ang="0">
                <a:pos x="connsiteX0" y="connsiteY0"/>
              </a:cxn>
              <a:cxn ang="0">
                <a:pos x="connsiteX1" y="connsiteY1"/>
              </a:cxn>
            </a:cxnLst>
            <a:rect l="l" t="t" r="r" b="b"/>
            <a:pathLst>
              <a:path w="3005" h="1702250">
                <a:moveTo>
                  <a:pt x="0" y="0"/>
                </a:moveTo>
                <a:lnTo>
                  <a:pt x="0" y="1702251"/>
                </a:lnTo>
              </a:path>
            </a:pathLst>
          </a:custGeom>
          <a:ln w="105176" cap="rnd">
            <a:solidFill>
              <a:srgbClr val="FFFFFF"/>
            </a:solidFill>
            <a:prstDash val="solid"/>
            <a:bevel/>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nvGrpSpPr>
          <p:cNvPr id="30" name="组合 29">
            <a:extLst>
              <a:ext uri="{FF2B5EF4-FFF2-40B4-BE49-F238E27FC236}">
                <a16:creationId xmlns:a16="http://schemas.microsoft.com/office/drawing/2014/main" id="{E2FC2D28-E7C9-3B9E-AEA7-4A0386164E56}"/>
              </a:ext>
            </a:extLst>
          </p:cNvPr>
          <p:cNvGrpSpPr/>
          <p:nvPr/>
        </p:nvGrpSpPr>
        <p:grpSpPr>
          <a:xfrm>
            <a:off x="4639765" y="4303380"/>
            <a:ext cx="185693" cy="183909"/>
            <a:chOff x="4644122" y="4278641"/>
            <a:chExt cx="185693" cy="183909"/>
          </a:xfrm>
          <a:solidFill>
            <a:srgbClr val="629DD1"/>
          </a:solidFill>
        </p:grpSpPr>
        <p:sp>
          <p:nvSpPr>
            <p:cNvPr id="31" name="任意多边形: 形状 30">
              <a:extLst>
                <a:ext uri="{FF2B5EF4-FFF2-40B4-BE49-F238E27FC236}">
                  <a16:creationId xmlns:a16="http://schemas.microsoft.com/office/drawing/2014/main" id="{B995F5EE-2DAA-6510-65AF-F9233E780A96}"/>
                </a:ext>
              </a:extLst>
            </p:cNvPr>
            <p:cNvSpPr/>
            <p:nvPr/>
          </p:nvSpPr>
          <p:spPr>
            <a:xfrm>
              <a:off x="4644122" y="4278941"/>
              <a:ext cx="81538" cy="183609"/>
            </a:xfrm>
            <a:custGeom>
              <a:avLst/>
              <a:gdLst>
                <a:gd name="connsiteX0" fmla="*/ 10821 w 82362"/>
                <a:gd name="connsiteY0" fmla="*/ 174343 h 185464"/>
                <a:gd name="connsiteX1" fmla="*/ 0 w 82362"/>
                <a:gd name="connsiteY1" fmla="*/ 142781 h 185464"/>
                <a:gd name="connsiteX2" fmla="*/ 0 w 82362"/>
                <a:gd name="connsiteY2" fmla="*/ 42684 h 185464"/>
                <a:gd name="connsiteX3" fmla="*/ 10821 w 82362"/>
                <a:gd name="connsiteY3" fmla="*/ 11122 h 185464"/>
                <a:gd name="connsiteX4" fmla="*/ 41181 w 82362"/>
                <a:gd name="connsiteY4" fmla="*/ 0 h 185464"/>
                <a:gd name="connsiteX5" fmla="*/ 71541 w 82362"/>
                <a:gd name="connsiteY5" fmla="*/ 11122 h 185464"/>
                <a:gd name="connsiteX6" fmla="*/ 82362 w 82362"/>
                <a:gd name="connsiteY6" fmla="*/ 42684 h 185464"/>
                <a:gd name="connsiteX7" fmla="*/ 82362 w 82362"/>
                <a:gd name="connsiteY7" fmla="*/ 142781 h 185464"/>
                <a:gd name="connsiteX8" fmla="*/ 71541 w 82362"/>
                <a:gd name="connsiteY8" fmla="*/ 174343 h 185464"/>
                <a:gd name="connsiteX9" fmla="*/ 41181 w 82362"/>
                <a:gd name="connsiteY9" fmla="*/ 185465 h 185464"/>
                <a:gd name="connsiteX10" fmla="*/ 10821 w 82362"/>
                <a:gd name="connsiteY10" fmla="*/ 174343 h 185464"/>
                <a:gd name="connsiteX11" fmla="*/ 51702 w 82362"/>
                <a:gd name="connsiteY11" fmla="*/ 154805 h 185464"/>
                <a:gd name="connsiteX12" fmla="*/ 55309 w 82362"/>
                <a:gd name="connsiteY12" fmla="*/ 142781 h 185464"/>
                <a:gd name="connsiteX13" fmla="*/ 55309 w 82362"/>
                <a:gd name="connsiteY13" fmla="*/ 42984 h 185464"/>
                <a:gd name="connsiteX14" fmla="*/ 51702 w 82362"/>
                <a:gd name="connsiteY14" fmla="*/ 30961 h 185464"/>
                <a:gd name="connsiteX15" fmla="*/ 41482 w 82362"/>
                <a:gd name="connsiteY15" fmla="*/ 26752 h 185464"/>
                <a:gd name="connsiteX16" fmla="*/ 31262 w 82362"/>
                <a:gd name="connsiteY16" fmla="*/ 30961 h 185464"/>
                <a:gd name="connsiteX17" fmla="*/ 27655 w 82362"/>
                <a:gd name="connsiteY17" fmla="*/ 42984 h 185464"/>
                <a:gd name="connsiteX18" fmla="*/ 27655 w 82362"/>
                <a:gd name="connsiteY18" fmla="*/ 142781 h 185464"/>
                <a:gd name="connsiteX19" fmla="*/ 31262 w 82362"/>
                <a:gd name="connsiteY19" fmla="*/ 154805 h 185464"/>
                <a:gd name="connsiteX20" fmla="*/ 41482 w 82362"/>
                <a:gd name="connsiteY20" fmla="*/ 159013 h 185464"/>
                <a:gd name="connsiteX21" fmla="*/ 51702 w 82362"/>
                <a:gd name="connsiteY21" fmla="*/ 154805 h 185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2362" h="185464">
                  <a:moveTo>
                    <a:pt x="10821" y="174343"/>
                  </a:moveTo>
                  <a:cubicBezTo>
                    <a:pt x="3607" y="166828"/>
                    <a:pt x="0" y="156308"/>
                    <a:pt x="0" y="142781"/>
                  </a:cubicBezTo>
                  <a:lnTo>
                    <a:pt x="0" y="42684"/>
                  </a:lnTo>
                  <a:cubicBezTo>
                    <a:pt x="0" y="29157"/>
                    <a:pt x="3607" y="18637"/>
                    <a:pt x="10821" y="11122"/>
                  </a:cubicBezTo>
                  <a:cubicBezTo>
                    <a:pt x="18036" y="3607"/>
                    <a:pt x="28256" y="0"/>
                    <a:pt x="41181" y="0"/>
                  </a:cubicBezTo>
                  <a:cubicBezTo>
                    <a:pt x="54107" y="0"/>
                    <a:pt x="64327" y="3607"/>
                    <a:pt x="71541" y="11122"/>
                  </a:cubicBezTo>
                  <a:cubicBezTo>
                    <a:pt x="78755" y="18637"/>
                    <a:pt x="82362" y="29157"/>
                    <a:pt x="82362" y="42684"/>
                  </a:cubicBezTo>
                  <a:lnTo>
                    <a:pt x="82362" y="142781"/>
                  </a:lnTo>
                  <a:cubicBezTo>
                    <a:pt x="82362" y="156308"/>
                    <a:pt x="78755" y="166828"/>
                    <a:pt x="71541" y="174343"/>
                  </a:cubicBezTo>
                  <a:cubicBezTo>
                    <a:pt x="64327" y="181858"/>
                    <a:pt x="54107" y="185465"/>
                    <a:pt x="41181" y="185465"/>
                  </a:cubicBezTo>
                  <a:cubicBezTo>
                    <a:pt x="28256" y="185465"/>
                    <a:pt x="18036" y="181557"/>
                    <a:pt x="10821" y="174343"/>
                  </a:cubicBezTo>
                  <a:close/>
                  <a:moveTo>
                    <a:pt x="51702" y="154805"/>
                  </a:moveTo>
                  <a:cubicBezTo>
                    <a:pt x="54107" y="152099"/>
                    <a:pt x="55309" y="147891"/>
                    <a:pt x="55309" y="142781"/>
                  </a:cubicBezTo>
                  <a:lnTo>
                    <a:pt x="55309" y="42984"/>
                  </a:lnTo>
                  <a:cubicBezTo>
                    <a:pt x="55309" y="37874"/>
                    <a:pt x="54107" y="33967"/>
                    <a:pt x="51702" y="30961"/>
                  </a:cubicBezTo>
                  <a:cubicBezTo>
                    <a:pt x="49297" y="28255"/>
                    <a:pt x="45991" y="26752"/>
                    <a:pt x="41482" y="26752"/>
                  </a:cubicBezTo>
                  <a:cubicBezTo>
                    <a:pt x="37273" y="26752"/>
                    <a:pt x="33666" y="28255"/>
                    <a:pt x="31262" y="30961"/>
                  </a:cubicBezTo>
                  <a:cubicBezTo>
                    <a:pt x="28857" y="33666"/>
                    <a:pt x="27655" y="37874"/>
                    <a:pt x="27655" y="42984"/>
                  </a:cubicBezTo>
                  <a:lnTo>
                    <a:pt x="27655" y="142781"/>
                  </a:lnTo>
                  <a:cubicBezTo>
                    <a:pt x="27655" y="147891"/>
                    <a:pt x="28857" y="151799"/>
                    <a:pt x="31262" y="154805"/>
                  </a:cubicBezTo>
                  <a:cubicBezTo>
                    <a:pt x="33666" y="157510"/>
                    <a:pt x="36973" y="159013"/>
                    <a:pt x="41482" y="159013"/>
                  </a:cubicBezTo>
                  <a:cubicBezTo>
                    <a:pt x="45690" y="159013"/>
                    <a:pt x="49297" y="157510"/>
                    <a:pt x="51702" y="154805"/>
                  </a:cubicBez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2" name="任意多边形: 形状 31">
              <a:extLst>
                <a:ext uri="{FF2B5EF4-FFF2-40B4-BE49-F238E27FC236}">
                  <a16:creationId xmlns:a16="http://schemas.microsoft.com/office/drawing/2014/main" id="{49B4A910-DFE2-6410-D7DB-CC03029F7E8B}"/>
                </a:ext>
              </a:extLst>
            </p:cNvPr>
            <p:cNvSpPr/>
            <p:nvPr/>
          </p:nvSpPr>
          <p:spPr>
            <a:xfrm>
              <a:off x="4746789" y="4278641"/>
              <a:ext cx="83026" cy="180931"/>
            </a:xfrm>
            <a:custGeom>
              <a:avLst/>
              <a:gdLst>
                <a:gd name="connsiteX0" fmla="*/ 902 w 83865"/>
                <a:gd name="connsiteY0" fmla="*/ 159314 h 182759"/>
                <a:gd name="connsiteX1" fmla="*/ 39678 w 83865"/>
                <a:gd name="connsiteY1" fmla="*/ 91380 h 182759"/>
                <a:gd name="connsiteX2" fmla="*/ 52003 w 83865"/>
                <a:gd name="connsiteY2" fmla="*/ 65529 h 182759"/>
                <a:gd name="connsiteX3" fmla="*/ 55910 w 83865"/>
                <a:gd name="connsiteY3" fmla="*/ 45089 h 182759"/>
                <a:gd name="connsiteX4" fmla="*/ 55910 w 83865"/>
                <a:gd name="connsiteY4" fmla="*/ 43887 h 182759"/>
                <a:gd name="connsiteX5" fmla="*/ 52604 w 83865"/>
                <a:gd name="connsiteY5" fmla="*/ 31262 h 182759"/>
                <a:gd name="connsiteX6" fmla="*/ 42985 w 83865"/>
                <a:gd name="connsiteY6" fmla="*/ 27053 h 182759"/>
                <a:gd name="connsiteX7" fmla="*/ 31562 w 83865"/>
                <a:gd name="connsiteY7" fmla="*/ 32464 h 182759"/>
                <a:gd name="connsiteX8" fmla="*/ 27955 w 83865"/>
                <a:gd name="connsiteY8" fmla="*/ 49297 h 182759"/>
                <a:gd name="connsiteX9" fmla="*/ 27955 w 83865"/>
                <a:gd name="connsiteY9" fmla="*/ 52904 h 182759"/>
                <a:gd name="connsiteX10" fmla="*/ 0 w 83865"/>
                <a:gd name="connsiteY10" fmla="*/ 52904 h 182759"/>
                <a:gd name="connsiteX11" fmla="*/ 0 w 83865"/>
                <a:gd name="connsiteY11" fmla="*/ 49297 h 182759"/>
                <a:gd name="connsiteX12" fmla="*/ 4809 w 83865"/>
                <a:gd name="connsiteY12" fmla="*/ 21943 h 182759"/>
                <a:gd name="connsiteX13" fmla="*/ 18637 w 83865"/>
                <a:gd name="connsiteY13" fmla="*/ 5411 h 182759"/>
                <a:gd name="connsiteX14" fmla="*/ 41782 w 83865"/>
                <a:gd name="connsiteY14" fmla="*/ 0 h 182759"/>
                <a:gd name="connsiteX15" fmla="*/ 64928 w 83865"/>
                <a:gd name="connsiteY15" fmla="*/ 4810 h 182759"/>
                <a:gd name="connsiteX16" fmla="*/ 79056 w 83865"/>
                <a:gd name="connsiteY16" fmla="*/ 19238 h 182759"/>
                <a:gd name="connsiteX17" fmla="*/ 83865 w 83865"/>
                <a:gd name="connsiteY17" fmla="*/ 43285 h 182759"/>
                <a:gd name="connsiteX18" fmla="*/ 83865 w 83865"/>
                <a:gd name="connsiteY18" fmla="*/ 44488 h 182759"/>
                <a:gd name="connsiteX19" fmla="*/ 79356 w 83865"/>
                <a:gd name="connsiteY19" fmla="*/ 68235 h 182759"/>
                <a:gd name="connsiteX20" fmla="*/ 66130 w 83865"/>
                <a:gd name="connsiteY20" fmla="*/ 97692 h 182759"/>
                <a:gd name="connsiteX21" fmla="*/ 34568 w 83865"/>
                <a:gd name="connsiteY21" fmla="*/ 156308 h 182759"/>
                <a:gd name="connsiteX22" fmla="*/ 83264 w 83865"/>
                <a:gd name="connsiteY22" fmla="*/ 156308 h 182759"/>
                <a:gd name="connsiteX23" fmla="*/ 83264 w 83865"/>
                <a:gd name="connsiteY23" fmla="*/ 182760 h 182759"/>
                <a:gd name="connsiteX24" fmla="*/ 601 w 83865"/>
                <a:gd name="connsiteY24" fmla="*/ 182760 h 182759"/>
                <a:gd name="connsiteX25" fmla="*/ 902 w 83865"/>
                <a:gd name="connsiteY25" fmla="*/ 159314 h 182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3865" h="182759">
                  <a:moveTo>
                    <a:pt x="902" y="159314"/>
                  </a:moveTo>
                  <a:lnTo>
                    <a:pt x="39678" y="91380"/>
                  </a:lnTo>
                  <a:cubicBezTo>
                    <a:pt x="45089" y="81761"/>
                    <a:pt x="49297" y="73344"/>
                    <a:pt x="52003" y="65529"/>
                  </a:cubicBezTo>
                  <a:cubicBezTo>
                    <a:pt x="54708" y="57714"/>
                    <a:pt x="55910" y="51101"/>
                    <a:pt x="55910" y="45089"/>
                  </a:cubicBezTo>
                  <a:lnTo>
                    <a:pt x="55910" y="43887"/>
                  </a:lnTo>
                  <a:cubicBezTo>
                    <a:pt x="55910" y="38175"/>
                    <a:pt x="54708" y="34268"/>
                    <a:pt x="52604" y="31262"/>
                  </a:cubicBezTo>
                  <a:cubicBezTo>
                    <a:pt x="50500" y="28256"/>
                    <a:pt x="47193" y="27053"/>
                    <a:pt x="42985" y="27053"/>
                  </a:cubicBezTo>
                  <a:cubicBezTo>
                    <a:pt x="37874" y="27053"/>
                    <a:pt x="33967" y="28857"/>
                    <a:pt x="31562" y="32464"/>
                  </a:cubicBezTo>
                  <a:cubicBezTo>
                    <a:pt x="29158" y="36071"/>
                    <a:pt x="27955" y="41782"/>
                    <a:pt x="27955" y="49297"/>
                  </a:cubicBezTo>
                  <a:lnTo>
                    <a:pt x="27955" y="52904"/>
                  </a:lnTo>
                  <a:lnTo>
                    <a:pt x="0" y="52904"/>
                  </a:lnTo>
                  <a:lnTo>
                    <a:pt x="0" y="49297"/>
                  </a:lnTo>
                  <a:cubicBezTo>
                    <a:pt x="0" y="38175"/>
                    <a:pt x="1803" y="29158"/>
                    <a:pt x="4809" y="21943"/>
                  </a:cubicBezTo>
                  <a:cubicBezTo>
                    <a:pt x="7815" y="14729"/>
                    <a:pt x="12625" y="9319"/>
                    <a:pt x="18637" y="5411"/>
                  </a:cubicBezTo>
                  <a:cubicBezTo>
                    <a:pt x="24949" y="1804"/>
                    <a:pt x="32464" y="0"/>
                    <a:pt x="41782" y="0"/>
                  </a:cubicBezTo>
                  <a:cubicBezTo>
                    <a:pt x="51101" y="0"/>
                    <a:pt x="58916" y="1503"/>
                    <a:pt x="64928" y="4810"/>
                  </a:cubicBezTo>
                  <a:cubicBezTo>
                    <a:pt x="71240" y="8116"/>
                    <a:pt x="75749" y="12926"/>
                    <a:pt x="79056" y="19238"/>
                  </a:cubicBezTo>
                  <a:cubicBezTo>
                    <a:pt x="82062" y="25550"/>
                    <a:pt x="83865" y="33666"/>
                    <a:pt x="83865" y="43285"/>
                  </a:cubicBezTo>
                  <a:lnTo>
                    <a:pt x="83865" y="44488"/>
                  </a:lnTo>
                  <a:cubicBezTo>
                    <a:pt x="83865" y="51401"/>
                    <a:pt x="82362" y="59517"/>
                    <a:pt x="79356" y="68235"/>
                  </a:cubicBezTo>
                  <a:cubicBezTo>
                    <a:pt x="76350" y="77252"/>
                    <a:pt x="72142" y="86871"/>
                    <a:pt x="66130" y="97692"/>
                  </a:cubicBezTo>
                  <a:lnTo>
                    <a:pt x="34568" y="156308"/>
                  </a:lnTo>
                  <a:lnTo>
                    <a:pt x="83264" y="156308"/>
                  </a:lnTo>
                  <a:lnTo>
                    <a:pt x="83264" y="182760"/>
                  </a:lnTo>
                  <a:lnTo>
                    <a:pt x="601" y="182760"/>
                  </a:lnTo>
                  <a:lnTo>
                    <a:pt x="902" y="159314"/>
                  </a:ln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sp>
        <p:nvSpPr>
          <p:cNvPr id="33" name="任意多边形: 形状 32">
            <a:extLst>
              <a:ext uri="{FF2B5EF4-FFF2-40B4-BE49-F238E27FC236}">
                <a16:creationId xmlns:a16="http://schemas.microsoft.com/office/drawing/2014/main" id="{FFEB4AD7-9D2F-E682-0590-87785EDDD71C}"/>
              </a:ext>
            </a:extLst>
          </p:cNvPr>
          <p:cNvSpPr/>
          <p:nvPr/>
        </p:nvSpPr>
        <p:spPr>
          <a:xfrm>
            <a:off x="6095555" y="1899186"/>
            <a:ext cx="2726778" cy="1459359"/>
          </a:xfrm>
          <a:custGeom>
            <a:avLst/>
            <a:gdLst>
              <a:gd name="connsiteX0" fmla="*/ 0 w 2754321"/>
              <a:gd name="connsiteY0" fmla="*/ 0 h 1474101"/>
              <a:gd name="connsiteX1" fmla="*/ 2754322 w 2754321"/>
              <a:gd name="connsiteY1" fmla="*/ 0 h 1474101"/>
              <a:gd name="connsiteX2" fmla="*/ 2754322 w 2754321"/>
              <a:gd name="connsiteY2" fmla="*/ 1474102 h 1474101"/>
              <a:gd name="connsiteX3" fmla="*/ 0 w 2754321"/>
              <a:gd name="connsiteY3" fmla="*/ 1474102 h 1474101"/>
            </a:gdLst>
            <a:ahLst/>
            <a:cxnLst>
              <a:cxn ang="0">
                <a:pos x="connsiteX0" y="connsiteY0"/>
              </a:cxn>
              <a:cxn ang="0">
                <a:pos x="connsiteX1" y="connsiteY1"/>
              </a:cxn>
              <a:cxn ang="0">
                <a:pos x="connsiteX2" y="connsiteY2"/>
              </a:cxn>
              <a:cxn ang="0">
                <a:pos x="connsiteX3" y="connsiteY3"/>
              </a:cxn>
            </a:cxnLst>
            <a:rect l="l" t="t" r="r" b="b"/>
            <a:pathLst>
              <a:path w="2754321" h="1474101">
                <a:moveTo>
                  <a:pt x="0" y="0"/>
                </a:moveTo>
                <a:lnTo>
                  <a:pt x="2754322" y="0"/>
                </a:lnTo>
                <a:lnTo>
                  <a:pt x="2754322" y="1474102"/>
                </a:lnTo>
                <a:lnTo>
                  <a:pt x="0" y="1474102"/>
                </a:lnTo>
                <a:close/>
              </a:path>
            </a:pathLst>
          </a:custGeom>
          <a:solidFill>
            <a:srgbClr val="297FD5"/>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4" name="任意多边形: 形状 33">
            <a:extLst>
              <a:ext uri="{FF2B5EF4-FFF2-40B4-BE49-F238E27FC236}">
                <a16:creationId xmlns:a16="http://schemas.microsoft.com/office/drawing/2014/main" id="{8C18EA7A-C350-C4E1-72F4-F6FCA46B881C}"/>
              </a:ext>
            </a:extLst>
          </p:cNvPr>
          <p:cNvSpPr/>
          <p:nvPr/>
        </p:nvSpPr>
        <p:spPr>
          <a:xfrm>
            <a:off x="6357728" y="1528394"/>
            <a:ext cx="2202135" cy="2202135"/>
          </a:xfrm>
          <a:custGeom>
            <a:avLst/>
            <a:gdLst>
              <a:gd name="connsiteX0" fmla="*/ 1112189 w 2224378"/>
              <a:gd name="connsiteY0" fmla="*/ 2224379 h 2224378"/>
              <a:gd name="connsiteX1" fmla="*/ 679337 w 2224378"/>
              <a:gd name="connsiteY1" fmla="*/ 2136907 h 2224378"/>
              <a:gd name="connsiteX2" fmla="*/ 325841 w 2224378"/>
              <a:gd name="connsiteY2" fmla="*/ 1898538 h 2224378"/>
              <a:gd name="connsiteX3" fmla="*/ 87472 w 2224378"/>
              <a:gd name="connsiteY3" fmla="*/ 1545042 h 2224378"/>
              <a:gd name="connsiteX4" fmla="*/ 0 w 2224378"/>
              <a:gd name="connsiteY4" fmla="*/ 1112189 h 2224378"/>
              <a:gd name="connsiteX5" fmla="*/ 87472 w 2224378"/>
              <a:gd name="connsiteY5" fmla="*/ 679337 h 2224378"/>
              <a:gd name="connsiteX6" fmla="*/ 325841 w 2224378"/>
              <a:gd name="connsiteY6" fmla="*/ 325842 h 2224378"/>
              <a:gd name="connsiteX7" fmla="*/ 679337 w 2224378"/>
              <a:gd name="connsiteY7" fmla="*/ 87472 h 2224378"/>
              <a:gd name="connsiteX8" fmla="*/ 1112189 w 2224378"/>
              <a:gd name="connsiteY8" fmla="*/ 0 h 2224378"/>
              <a:gd name="connsiteX9" fmla="*/ 1545041 w 2224378"/>
              <a:gd name="connsiteY9" fmla="*/ 87472 h 2224378"/>
              <a:gd name="connsiteX10" fmla="*/ 1898538 w 2224378"/>
              <a:gd name="connsiteY10" fmla="*/ 325842 h 2224378"/>
              <a:gd name="connsiteX11" fmla="*/ 2136906 w 2224378"/>
              <a:gd name="connsiteY11" fmla="*/ 679337 h 2224378"/>
              <a:gd name="connsiteX12" fmla="*/ 2224379 w 2224378"/>
              <a:gd name="connsiteY12" fmla="*/ 1112189 h 2224378"/>
              <a:gd name="connsiteX13" fmla="*/ 2136906 w 2224378"/>
              <a:gd name="connsiteY13" fmla="*/ 1545042 h 2224378"/>
              <a:gd name="connsiteX14" fmla="*/ 1898538 w 2224378"/>
              <a:gd name="connsiteY14" fmla="*/ 1898538 h 2224378"/>
              <a:gd name="connsiteX15" fmla="*/ 1545041 w 2224378"/>
              <a:gd name="connsiteY15" fmla="*/ 2136907 h 2224378"/>
              <a:gd name="connsiteX16" fmla="*/ 1112189 w 2224378"/>
              <a:gd name="connsiteY16" fmla="*/ 2224379 h 2224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24378" h="2224378">
                <a:moveTo>
                  <a:pt x="1112189" y="2224379"/>
                </a:moveTo>
                <a:cubicBezTo>
                  <a:pt x="962194" y="2224379"/>
                  <a:pt x="816407" y="2194921"/>
                  <a:pt x="679337" y="2136907"/>
                </a:cubicBezTo>
                <a:cubicBezTo>
                  <a:pt x="546776" y="2080997"/>
                  <a:pt x="428042" y="2000739"/>
                  <a:pt x="325841" y="1898538"/>
                </a:cubicBezTo>
                <a:cubicBezTo>
                  <a:pt x="223640" y="1796336"/>
                  <a:pt x="143683" y="1677603"/>
                  <a:pt x="87472" y="1545042"/>
                </a:cubicBezTo>
                <a:cubicBezTo>
                  <a:pt x="29458" y="1407972"/>
                  <a:pt x="0" y="1262185"/>
                  <a:pt x="0" y="1112189"/>
                </a:cubicBezTo>
                <a:cubicBezTo>
                  <a:pt x="0" y="962194"/>
                  <a:pt x="29458" y="816407"/>
                  <a:pt x="87472" y="679337"/>
                </a:cubicBezTo>
                <a:cubicBezTo>
                  <a:pt x="143382" y="546776"/>
                  <a:pt x="223640" y="428043"/>
                  <a:pt x="325841" y="325842"/>
                </a:cubicBezTo>
                <a:cubicBezTo>
                  <a:pt x="428042" y="223640"/>
                  <a:pt x="546776" y="143683"/>
                  <a:pt x="679337" y="87472"/>
                </a:cubicBezTo>
                <a:cubicBezTo>
                  <a:pt x="816407" y="29458"/>
                  <a:pt x="962194" y="0"/>
                  <a:pt x="1112189" y="0"/>
                </a:cubicBezTo>
                <a:cubicBezTo>
                  <a:pt x="1262184" y="0"/>
                  <a:pt x="1407971" y="29458"/>
                  <a:pt x="1545041" y="87472"/>
                </a:cubicBezTo>
                <a:cubicBezTo>
                  <a:pt x="1677603" y="143382"/>
                  <a:pt x="1796336" y="223640"/>
                  <a:pt x="1898538" y="325842"/>
                </a:cubicBezTo>
                <a:cubicBezTo>
                  <a:pt x="2000739" y="428043"/>
                  <a:pt x="2080696" y="546776"/>
                  <a:pt x="2136906" y="679337"/>
                </a:cubicBezTo>
                <a:cubicBezTo>
                  <a:pt x="2194921" y="816407"/>
                  <a:pt x="2224379" y="962194"/>
                  <a:pt x="2224379" y="1112189"/>
                </a:cubicBezTo>
                <a:cubicBezTo>
                  <a:pt x="2224379" y="1262185"/>
                  <a:pt x="2194921" y="1407972"/>
                  <a:pt x="2136906" y="1545042"/>
                </a:cubicBezTo>
                <a:cubicBezTo>
                  <a:pt x="2080997" y="1677603"/>
                  <a:pt x="2000739" y="1796336"/>
                  <a:pt x="1898538" y="1898538"/>
                </a:cubicBezTo>
                <a:cubicBezTo>
                  <a:pt x="1796336" y="2000739"/>
                  <a:pt x="1677603" y="2080696"/>
                  <a:pt x="1545041" y="2136907"/>
                </a:cubicBezTo>
                <a:cubicBezTo>
                  <a:pt x="1407971" y="2194921"/>
                  <a:pt x="1262184" y="2224379"/>
                  <a:pt x="1112189" y="2224379"/>
                </a:cubicBezTo>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5" name="任意多边形: 形状 34">
            <a:extLst>
              <a:ext uri="{FF2B5EF4-FFF2-40B4-BE49-F238E27FC236}">
                <a16:creationId xmlns:a16="http://schemas.microsoft.com/office/drawing/2014/main" id="{BB14EFAC-9602-2D20-3904-353DA35B85EC}"/>
              </a:ext>
            </a:extLst>
          </p:cNvPr>
          <p:cNvSpPr/>
          <p:nvPr/>
        </p:nvSpPr>
        <p:spPr>
          <a:xfrm>
            <a:off x="6664242" y="1835203"/>
            <a:ext cx="1588512" cy="1588512"/>
          </a:xfrm>
          <a:custGeom>
            <a:avLst/>
            <a:gdLst>
              <a:gd name="connsiteX0" fmla="*/ 1604559 w 1604558"/>
              <a:gd name="connsiteY0" fmla="*/ 802279 h 1604558"/>
              <a:gd name="connsiteX1" fmla="*/ 1541435 w 1604558"/>
              <a:gd name="connsiteY1" fmla="*/ 1114594 h 1604558"/>
              <a:gd name="connsiteX2" fmla="*/ 1369496 w 1604558"/>
              <a:gd name="connsiteY2" fmla="*/ 1369496 h 1604558"/>
              <a:gd name="connsiteX3" fmla="*/ 1114594 w 1604558"/>
              <a:gd name="connsiteY3" fmla="*/ 1541435 h 1604558"/>
              <a:gd name="connsiteX4" fmla="*/ 802279 w 1604558"/>
              <a:gd name="connsiteY4" fmla="*/ 1604559 h 1604558"/>
              <a:gd name="connsiteX5" fmla="*/ 489965 w 1604558"/>
              <a:gd name="connsiteY5" fmla="*/ 1541435 h 1604558"/>
              <a:gd name="connsiteX6" fmla="*/ 235063 w 1604558"/>
              <a:gd name="connsiteY6" fmla="*/ 1369496 h 1604558"/>
              <a:gd name="connsiteX7" fmla="*/ 63124 w 1604558"/>
              <a:gd name="connsiteY7" fmla="*/ 1114594 h 1604558"/>
              <a:gd name="connsiteX8" fmla="*/ 0 w 1604558"/>
              <a:gd name="connsiteY8" fmla="*/ 802279 h 1604558"/>
              <a:gd name="connsiteX9" fmla="*/ 63124 w 1604558"/>
              <a:gd name="connsiteY9" fmla="*/ 489965 h 1604558"/>
              <a:gd name="connsiteX10" fmla="*/ 235063 w 1604558"/>
              <a:gd name="connsiteY10" fmla="*/ 235063 h 1604558"/>
              <a:gd name="connsiteX11" fmla="*/ 489965 w 1604558"/>
              <a:gd name="connsiteY11" fmla="*/ 63124 h 1604558"/>
              <a:gd name="connsiteX12" fmla="*/ 802279 w 1604558"/>
              <a:gd name="connsiteY12" fmla="*/ 0 h 1604558"/>
              <a:gd name="connsiteX13" fmla="*/ 1114594 w 1604558"/>
              <a:gd name="connsiteY13" fmla="*/ 63124 h 1604558"/>
              <a:gd name="connsiteX14" fmla="*/ 1369496 w 1604558"/>
              <a:gd name="connsiteY14" fmla="*/ 235063 h 1604558"/>
              <a:gd name="connsiteX15" fmla="*/ 1541435 w 1604558"/>
              <a:gd name="connsiteY15" fmla="*/ 489965 h 1604558"/>
              <a:gd name="connsiteX16" fmla="*/ 1604559 w 1604558"/>
              <a:gd name="connsiteY16" fmla="*/ 802279 h 160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4558" h="1604558">
                <a:moveTo>
                  <a:pt x="1604559" y="802279"/>
                </a:moveTo>
                <a:cubicBezTo>
                  <a:pt x="1604559" y="910492"/>
                  <a:pt x="1583216" y="1015699"/>
                  <a:pt x="1541435" y="1114594"/>
                </a:cubicBezTo>
                <a:cubicBezTo>
                  <a:pt x="1501155" y="1210182"/>
                  <a:pt x="1443141" y="1295851"/>
                  <a:pt x="1369496" y="1369496"/>
                </a:cubicBezTo>
                <a:cubicBezTo>
                  <a:pt x="1295851" y="1443141"/>
                  <a:pt x="1210183" y="1500855"/>
                  <a:pt x="1114594" y="1541435"/>
                </a:cubicBezTo>
                <a:cubicBezTo>
                  <a:pt x="1015699" y="1583217"/>
                  <a:pt x="910492" y="1604559"/>
                  <a:pt x="802279" y="1604559"/>
                </a:cubicBezTo>
                <a:cubicBezTo>
                  <a:pt x="694066" y="1604559"/>
                  <a:pt x="588859" y="1583217"/>
                  <a:pt x="489965" y="1541435"/>
                </a:cubicBezTo>
                <a:cubicBezTo>
                  <a:pt x="394376" y="1501155"/>
                  <a:pt x="308708" y="1443141"/>
                  <a:pt x="235063" y="1369496"/>
                </a:cubicBezTo>
                <a:cubicBezTo>
                  <a:pt x="161418" y="1295851"/>
                  <a:pt x="103704" y="1210182"/>
                  <a:pt x="63124" y="1114594"/>
                </a:cubicBezTo>
                <a:cubicBezTo>
                  <a:pt x="21342" y="1015699"/>
                  <a:pt x="0" y="910492"/>
                  <a:pt x="0" y="802279"/>
                </a:cubicBezTo>
                <a:cubicBezTo>
                  <a:pt x="0" y="694066"/>
                  <a:pt x="21342" y="588859"/>
                  <a:pt x="63124" y="489965"/>
                </a:cubicBezTo>
                <a:cubicBezTo>
                  <a:pt x="103403" y="394376"/>
                  <a:pt x="161418" y="308708"/>
                  <a:pt x="235063" y="235063"/>
                </a:cubicBezTo>
                <a:cubicBezTo>
                  <a:pt x="308708" y="161418"/>
                  <a:pt x="394376" y="103704"/>
                  <a:pt x="489965" y="63124"/>
                </a:cubicBezTo>
                <a:cubicBezTo>
                  <a:pt x="588859" y="21342"/>
                  <a:pt x="694066" y="0"/>
                  <a:pt x="802279" y="0"/>
                </a:cubicBezTo>
                <a:cubicBezTo>
                  <a:pt x="910492" y="0"/>
                  <a:pt x="1015699" y="21342"/>
                  <a:pt x="1114594" y="63124"/>
                </a:cubicBezTo>
                <a:cubicBezTo>
                  <a:pt x="1210183" y="103404"/>
                  <a:pt x="1295851" y="161418"/>
                  <a:pt x="1369496" y="235063"/>
                </a:cubicBezTo>
                <a:cubicBezTo>
                  <a:pt x="1443141" y="308708"/>
                  <a:pt x="1500855" y="394376"/>
                  <a:pt x="1541435" y="489965"/>
                </a:cubicBezTo>
                <a:cubicBezTo>
                  <a:pt x="1583517" y="588859"/>
                  <a:pt x="1604559" y="693766"/>
                  <a:pt x="1604559" y="802279"/>
                </a:cubicBezTo>
              </a:path>
            </a:pathLst>
          </a:custGeom>
          <a:noFill/>
          <a:ln w="178551" cap="flat">
            <a:solidFill>
              <a:srgbClr val="297FD5"/>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6" name="任意多边形: 形状 35">
            <a:extLst>
              <a:ext uri="{FF2B5EF4-FFF2-40B4-BE49-F238E27FC236}">
                <a16:creationId xmlns:a16="http://schemas.microsoft.com/office/drawing/2014/main" id="{84DA30B7-0FD0-C036-52B2-B1EFF8CDD1E3}"/>
              </a:ext>
            </a:extLst>
          </p:cNvPr>
          <p:cNvSpPr/>
          <p:nvPr/>
        </p:nvSpPr>
        <p:spPr>
          <a:xfrm>
            <a:off x="6730008" y="1900673"/>
            <a:ext cx="1457575" cy="1457575"/>
          </a:xfrm>
          <a:custGeom>
            <a:avLst/>
            <a:gdLst>
              <a:gd name="connsiteX0" fmla="*/ 1472298 w 1472298"/>
              <a:gd name="connsiteY0" fmla="*/ 736149 h 1472298"/>
              <a:gd name="connsiteX1" fmla="*/ 736149 w 1472298"/>
              <a:gd name="connsiteY1" fmla="*/ 1472298 h 1472298"/>
              <a:gd name="connsiteX2" fmla="*/ 0 w 1472298"/>
              <a:gd name="connsiteY2" fmla="*/ 736149 h 1472298"/>
              <a:gd name="connsiteX3" fmla="*/ 736149 w 1472298"/>
              <a:gd name="connsiteY3" fmla="*/ 0 h 1472298"/>
              <a:gd name="connsiteX4" fmla="*/ 1472298 w 1472298"/>
              <a:gd name="connsiteY4" fmla="*/ 736149 h 1472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2298" h="1472298">
                <a:moveTo>
                  <a:pt x="1472298" y="736149"/>
                </a:moveTo>
                <a:cubicBezTo>
                  <a:pt x="1472298" y="1142713"/>
                  <a:pt x="1142713" y="1472298"/>
                  <a:pt x="736149" y="1472298"/>
                </a:cubicBezTo>
                <a:cubicBezTo>
                  <a:pt x="329585" y="1472298"/>
                  <a:pt x="0" y="1142713"/>
                  <a:pt x="0" y="736149"/>
                </a:cubicBezTo>
                <a:cubicBezTo>
                  <a:pt x="0" y="329585"/>
                  <a:pt x="329586" y="0"/>
                  <a:pt x="736149" y="0"/>
                </a:cubicBezTo>
                <a:cubicBezTo>
                  <a:pt x="1142713" y="0"/>
                  <a:pt x="1472298" y="329585"/>
                  <a:pt x="1472298" y="736149"/>
                </a:cubicBezTo>
                <a:close/>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7" name="任意多边形: 形状 36">
            <a:extLst>
              <a:ext uri="{FF2B5EF4-FFF2-40B4-BE49-F238E27FC236}">
                <a16:creationId xmlns:a16="http://schemas.microsoft.com/office/drawing/2014/main" id="{EE0B83AC-A0BC-9F4D-3AAE-57CE1D4D0708}"/>
              </a:ext>
            </a:extLst>
          </p:cNvPr>
          <p:cNvSpPr/>
          <p:nvPr/>
        </p:nvSpPr>
        <p:spPr>
          <a:xfrm>
            <a:off x="6800237" y="1970904"/>
            <a:ext cx="1317114" cy="1317114"/>
          </a:xfrm>
          <a:custGeom>
            <a:avLst/>
            <a:gdLst>
              <a:gd name="connsiteX0" fmla="*/ 1330419 w 1330418"/>
              <a:gd name="connsiteY0" fmla="*/ 665209 h 1330418"/>
              <a:gd name="connsiteX1" fmla="*/ 665209 w 1330418"/>
              <a:gd name="connsiteY1" fmla="*/ 1330419 h 1330418"/>
              <a:gd name="connsiteX2" fmla="*/ 0 w 1330418"/>
              <a:gd name="connsiteY2" fmla="*/ 665209 h 1330418"/>
              <a:gd name="connsiteX3" fmla="*/ 665209 w 1330418"/>
              <a:gd name="connsiteY3" fmla="*/ 0 h 1330418"/>
              <a:gd name="connsiteX4" fmla="*/ 1330419 w 1330418"/>
              <a:gd name="connsiteY4" fmla="*/ 665209 h 1330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0418" h="1330418">
                <a:moveTo>
                  <a:pt x="1330419" y="665209"/>
                </a:moveTo>
                <a:cubicBezTo>
                  <a:pt x="1330419" y="1032595"/>
                  <a:pt x="1032595" y="1330419"/>
                  <a:pt x="665209" y="1330419"/>
                </a:cubicBezTo>
                <a:cubicBezTo>
                  <a:pt x="297824" y="1330419"/>
                  <a:pt x="0" y="1032594"/>
                  <a:pt x="0" y="665209"/>
                </a:cubicBezTo>
                <a:cubicBezTo>
                  <a:pt x="0" y="297824"/>
                  <a:pt x="297824" y="0"/>
                  <a:pt x="665209" y="0"/>
                </a:cubicBezTo>
                <a:cubicBezTo>
                  <a:pt x="1032595" y="0"/>
                  <a:pt x="1330419" y="297825"/>
                  <a:pt x="1330419" y="665209"/>
                </a:cubicBezTo>
                <a:close/>
              </a:path>
            </a:pathLst>
          </a:custGeom>
          <a:solidFill>
            <a:srgbClr val="FFFFFF"/>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8" name="任意多边形: 形状 37">
            <a:extLst>
              <a:ext uri="{FF2B5EF4-FFF2-40B4-BE49-F238E27FC236}">
                <a16:creationId xmlns:a16="http://schemas.microsoft.com/office/drawing/2014/main" id="{63957C6C-6DBA-CCD0-DA3D-B37EB41C020C}"/>
              </a:ext>
            </a:extLst>
          </p:cNvPr>
          <p:cNvSpPr/>
          <p:nvPr/>
        </p:nvSpPr>
        <p:spPr>
          <a:xfrm>
            <a:off x="6817201" y="1987865"/>
            <a:ext cx="1283189" cy="1283189"/>
          </a:xfrm>
          <a:custGeom>
            <a:avLst/>
            <a:gdLst>
              <a:gd name="connsiteX0" fmla="*/ 1296152 w 1296151"/>
              <a:gd name="connsiteY0" fmla="*/ 648076 h 1296151"/>
              <a:gd name="connsiteX1" fmla="*/ 648076 w 1296151"/>
              <a:gd name="connsiteY1" fmla="*/ 1296151 h 1296151"/>
              <a:gd name="connsiteX2" fmla="*/ 0 w 1296151"/>
              <a:gd name="connsiteY2" fmla="*/ 648076 h 1296151"/>
              <a:gd name="connsiteX3" fmla="*/ 648076 w 1296151"/>
              <a:gd name="connsiteY3" fmla="*/ 0 h 1296151"/>
              <a:gd name="connsiteX4" fmla="*/ 1296152 w 1296151"/>
              <a:gd name="connsiteY4" fmla="*/ 648076 h 1296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6151" h="1296151">
                <a:moveTo>
                  <a:pt x="1296152" y="648076"/>
                </a:moveTo>
                <a:cubicBezTo>
                  <a:pt x="1296152" y="1005998"/>
                  <a:pt x="1005999" y="1296151"/>
                  <a:pt x="648076" y="1296151"/>
                </a:cubicBezTo>
                <a:cubicBezTo>
                  <a:pt x="290154" y="1296151"/>
                  <a:pt x="0" y="1005998"/>
                  <a:pt x="0" y="648076"/>
                </a:cubicBezTo>
                <a:cubicBezTo>
                  <a:pt x="0" y="290153"/>
                  <a:pt x="290153" y="0"/>
                  <a:pt x="648076" y="0"/>
                </a:cubicBezTo>
                <a:cubicBezTo>
                  <a:pt x="1005998" y="0"/>
                  <a:pt x="1296152" y="290153"/>
                  <a:pt x="1296152" y="648076"/>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9" name="任意多边形: 形状 38">
            <a:extLst>
              <a:ext uri="{FF2B5EF4-FFF2-40B4-BE49-F238E27FC236}">
                <a16:creationId xmlns:a16="http://schemas.microsoft.com/office/drawing/2014/main" id="{D8E07ACB-D96A-B1E4-6BF9-DD19E46A0E52}"/>
              </a:ext>
            </a:extLst>
          </p:cNvPr>
          <p:cNvSpPr/>
          <p:nvPr/>
        </p:nvSpPr>
        <p:spPr>
          <a:xfrm>
            <a:off x="7157044" y="4107568"/>
            <a:ext cx="603503" cy="603504"/>
          </a:xfrm>
          <a:custGeom>
            <a:avLst/>
            <a:gdLst>
              <a:gd name="connsiteX0" fmla="*/ 304800 w 609599"/>
              <a:gd name="connsiteY0" fmla="*/ 609600 h 609600"/>
              <a:gd name="connsiteX1" fmla="*/ 186066 w 609599"/>
              <a:gd name="connsiteY1" fmla="*/ 585553 h 609600"/>
              <a:gd name="connsiteX2" fmla="*/ 89276 w 609599"/>
              <a:gd name="connsiteY2" fmla="*/ 520324 h 609600"/>
              <a:gd name="connsiteX3" fmla="*/ 24047 w 609599"/>
              <a:gd name="connsiteY3" fmla="*/ 423534 h 609600"/>
              <a:gd name="connsiteX4" fmla="*/ 0 w 609599"/>
              <a:gd name="connsiteY4" fmla="*/ 304800 h 609600"/>
              <a:gd name="connsiteX5" fmla="*/ 24047 w 609599"/>
              <a:gd name="connsiteY5" fmla="*/ 186066 h 609600"/>
              <a:gd name="connsiteX6" fmla="*/ 89276 w 609599"/>
              <a:gd name="connsiteY6" fmla="*/ 89276 h 609600"/>
              <a:gd name="connsiteX7" fmla="*/ 186066 w 609599"/>
              <a:gd name="connsiteY7" fmla="*/ 24047 h 609600"/>
              <a:gd name="connsiteX8" fmla="*/ 304800 w 609599"/>
              <a:gd name="connsiteY8" fmla="*/ 0 h 609600"/>
              <a:gd name="connsiteX9" fmla="*/ 423533 w 609599"/>
              <a:gd name="connsiteY9" fmla="*/ 24047 h 609600"/>
              <a:gd name="connsiteX10" fmla="*/ 520324 w 609599"/>
              <a:gd name="connsiteY10" fmla="*/ 89276 h 609600"/>
              <a:gd name="connsiteX11" fmla="*/ 585552 w 609599"/>
              <a:gd name="connsiteY11" fmla="*/ 186066 h 609600"/>
              <a:gd name="connsiteX12" fmla="*/ 609599 w 609599"/>
              <a:gd name="connsiteY12" fmla="*/ 304800 h 609600"/>
              <a:gd name="connsiteX13" fmla="*/ 585552 w 609599"/>
              <a:gd name="connsiteY13" fmla="*/ 423534 h 609600"/>
              <a:gd name="connsiteX14" fmla="*/ 520324 w 609599"/>
              <a:gd name="connsiteY14" fmla="*/ 520324 h 609600"/>
              <a:gd name="connsiteX15" fmla="*/ 423533 w 609599"/>
              <a:gd name="connsiteY15" fmla="*/ 585553 h 609600"/>
              <a:gd name="connsiteX16" fmla="*/ 304800 w 609599"/>
              <a:gd name="connsiteY16" fmla="*/ 60960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599" h="609600">
                <a:moveTo>
                  <a:pt x="304800" y="609600"/>
                </a:moveTo>
                <a:cubicBezTo>
                  <a:pt x="263619" y="609600"/>
                  <a:pt x="223640" y="601484"/>
                  <a:pt x="186066" y="585553"/>
                </a:cubicBezTo>
                <a:cubicBezTo>
                  <a:pt x="149694" y="570222"/>
                  <a:pt x="117231" y="548279"/>
                  <a:pt x="89276" y="520324"/>
                </a:cubicBezTo>
                <a:cubicBezTo>
                  <a:pt x="61320" y="492369"/>
                  <a:pt x="39377" y="459905"/>
                  <a:pt x="24047" y="423534"/>
                </a:cubicBezTo>
                <a:cubicBezTo>
                  <a:pt x="8116" y="385960"/>
                  <a:pt x="0" y="345981"/>
                  <a:pt x="0" y="304800"/>
                </a:cubicBezTo>
                <a:cubicBezTo>
                  <a:pt x="0" y="263619"/>
                  <a:pt x="8116" y="223640"/>
                  <a:pt x="24047" y="186066"/>
                </a:cubicBezTo>
                <a:cubicBezTo>
                  <a:pt x="39377" y="149695"/>
                  <a:pt x="61320" y="117231"/>
                  <a:pt x="89276" y="89276"/>
                </a:cubicBezTo>
                <a:cubicBezTo>
                  <a:pt x="117231" y="61321"/>
                  <a:pt x="149694" y="39377"/>
                  <a:pt x="186066" y="24047"/>
                </a:cubicBezTo>
                <a:cubicBezTo>
                  <a:pt x="223640" y="8116"/>
                  <a:pt x="263619" y="0"/>
                  <a:pt x="304800" y="0"/>
                </a:cubicBezTo>
                <a:cubicBezTo>
                  <a:pt x="345981" y="0"/>
                  <a:pt x="385959" y="8116"/>
                  <a:pt x="423533" y="24047"/>
                </a:cubicBezTo>
                <a:cubicBezTo>
                  <a:pt x="459905" y="39377"/>
                  <a:pt x="492369" y="61321"/>
                  <a:pt x="520324" y="89276"/>
                </a:cubicBezTo>
                <a:cubicBezTo>
                  <a:pt x="548279" y="117231"/>
                  <a:pt x="570222" y="149695"/>
                  <a:pt x="585552" y="186066"/>
                </a:cubicBezTo>
                <a:cubicBezTo>
                  <a:pt x="601484" y="223640"/>
                  <a:pt x="609599" y="263619"/>
                  <a:pt x="609599" y="304800"/>
                </a:cubicBezTo>
                <a:cubicBezTo>
                  <a:pt x="609599" y="345981"/>
                  <a:pt x="601484" y="385960"/>
                  <a:pt x="585552" y="423534"/>
                </a:cubicBezTo>
                <a:cubicBezTo>
                  <a:pt x="570222" y="459905"/>
                  <a:pt x="548279" y="492369"/>
                  <a:pt x="520324" y="520324"/>
                </a:cubicBezTo>
                <a:cubicBezTo>
                  <a:pt x="492369" y="548279"/>
                  <a:pt x="459905" y="570222"/>
                  <a:pt x="423533" y="585553"/>
                </a:cubicBezTo>
                <a:cubicBezTo>
                  <a:pt x="385959" y="601484"/>
                  <a:pt x="345981" y="609600"/>
                  <a:pt x="304800" y="609600"/>
                </a:cubicBezTo>
              </a:path>
            </a:pathLst>
          </a:custGeom>
          <a:solidFill>
            <a:srgbClr val="606060"/>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0" name="任意多边形: 形状 39">
            <a:extLst>
              <a:ext uri="{FF2B5EF4-FFF2-40B4-BE49-F238E27FC236}">
                <a16:creationId xmlns:a16="http://schemas.microsoft.com/office/drawing/2014/main" id="{68752FFC-A739-8248-C055-3A9E5C659191}"/>
              </a:ext>
            </a:extLst>
          </p:cNvPr>
          <p:cNvSpPr/>
          <p:nvPr/>
        </p:nvSpPr>
        <p:spPr>
          <a:xfrm>
            <a:off x="7206442" y="4156969"/>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8 w 509803"/>
              <a:gd name="connsiteY6" fmla="*/ 434956 h 509803"/>
              <a:gd name="connsiteX7" fmla="*/ 20139 w 509803"/>
              <a:gd name="connsiteY7" fmla="*/ 354097 h 509803"/>
              <a:gd name="connsiteX8" fmla="*/ 0 w 509803"/>
              <a:gd name="connsiteY8" fmla="*/ 254902 h 509803"/>
              <a:gd name="connsiteX9" fmla="*/ 20139 w 509803"/>
              <a:gd name="connsiteY9" fmla="*/ 155707 h 509803"/>
              <a:gd name="connsiteX10" fmla="*/ 74848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7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1" y="458402"/>
                  <a:pt x="384457" y="476738"/>
                  <a:pt x="354097" y="489664"/>
                </a:cubicBezTo>
                <a:cubicBezTo>
                  <a:pt x="322535" y="502890"/>
                  <a:pt x="289169" y="509804"/>
                  <a:pt x="254902" y="509804"/>
                </a:cubicBezTo>
                <a:cubicBezTo>
                  <a:pt x="220635" y="509804"/>
                  <a:pt x="187269" y="503191"/>
                  <a:pt x="155707" y="489664"/>
                </a:cubicBezTo>
                <a:cubicBezTo>
                  <a:pt x="125347" y="476738"/>
                  <a:pt x="97993" y="458402"/>
                  <a:pt x="74848" y="434956"/>
                </a:cubicBezTo>
                <a:cubicBezTo>
                  <a:pt x="51401" y="411510"/>
                  <a:pt x="33065" y="384457"/>
                  <a:pt x="20139" y="354097"/>
                </a:cubicBezTo>
                <a:cubicBezTo>
                  <a:pt x="6914" y="322535"/>
                  <a:pt x="0" y="289169"/>
                  <a:pt x="0" y="254902"/>
                </a:cubicBezTo>
                <a:cubicBezTo>
                  <a:pt x="0" y="220634"/>
                  <a:pt x="6613" y="187269"/>
                  <a:pt x="20139" y="155707"/>
                </a:cubicBezTo>
                <a:cubicBezTo>
                  <a:pt x="33065" y="125347"/>
                  <a:pt x="51401" y="97993"/>
                  <a:pt x="74848" y="74847"/>
                </a:cubicBezTo>
                <a:cubicBezTo>
                  <a:pt x="98293" y="51401"/>
                  <a:pt x="125347" y="33065"/>
                  <a:pt x="155707" y="20140"/>
                </a:cubicBezTo>
                <a:cubicBezTo>
                  <a:pt x="187269" y="6914"/>
                  <a:pt x="220635" y="0"/>
                  <a:pt x="254902" y="0"/>
                </a:cubicBezTo>
                <a:cubicBezTo>
                  <a:pt x="289169" y="0"/>
                  <a:pt x="322535" y="6613"/>
                  <a:pt x="354097" y="20140"/>
                </a:cubicBezTo>
                <a:cubicBezTo>
                  <a:pt x="384457" y="33065"/>
                  <a:pt x="411811" y="51401"/>
                  <a:pt x="434956" y="74847"/>
                </a:cubicBezTo>
                <a:cubicBezTo>
                  <a:pt x="458402" y="98294"/>
                  <a:pt x="476739" y="125347"/>
                  <a:pt x="489664" y="155707"/>
                </a:cubicBezTo>
                <a:cubicBezTo>
                  <a:pt x="502890" y="187269"/>
                  <a:pt x="509804" y="220634"/>
                  <a:pt x="509804" y="254902"/>
                </a:cubicBezTo>
              </a:path>
            </a:pathLst>
          </a:custGeom>
          <a:noFill/>
          <a:ln w="178551" cap="flat">
            <a:solidFill>
              <a:srgbClr val="297FD5"/>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1" name="任意多边形: 形状 40">
            <a:extLst>
              <a:ext uri="{FF2B5EF4-FFF2-40B4-BE49-F238E27FC236}">
                <a16:creationId xmlns:a16="http://schemas.microsoft.com/office/drawing/2014/main" id="{5DF35972-D486-96B1-5988-F75506BD57B0}"/>
              </a:ext>
            </a:extLst>
          </p:cNvPr>
          <p:cNvSpPr/>
          <p:nvPr/>
        </p:nvSpPr>
        <p:spPr>
          <a:xfrm>
            <a:off x="7227274" y="4177801"/>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2" name="任意多边形: 形状 41">
            <a:extLst>
              <a:ext uri="{FF2B5EF4-FFF2-40B4-BE49-F238E27FC236}">
                <a16:creationId xmlns:a16="http://schemas.microsoft.com/office/drawing/2014/main" id="{5125F069-1DA9-CE63-79EB-80965A6F726E}"/>
              </a:ext>
            </a:extLst>
          </p:cNvPr>
          <p:cNvSpPr/>
          <p:nvPr/>
        </p:nvSpPr>
        <p:spPr>
          <a:xfrm>
            <a:off x="7206442" y="2377107"/>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8 w 509803"/>
              <a:gd name="connsiteY6" fmla="*/ 434956 h 509803"/>
              <a:gd name="connsiteX7" fmla="*/ 20139 w 509803"/>
              <a:gd name="connsiteY7" fmla="*/ 354097 h 509803"/>
              <a:gd name="connsiteX8" fmla="*/ 0 w 509803"/>
              <a:gd name="connsiteY8" fmla="*/ 254902 h 509803"/>
              <a:gd name="connsiteX9" fmla="*/ 20139 w 509803"/>
              <a:gd name="connsiteY9" fmla="*/ 155706 h 509803"/>
              <a:gd name="connsiteX10" fmla="*/ 74848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6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1" y="458102"/>
                  <a:pt x="384457" y="476738"/>
                  <a:pt x="354097" y="489664"/>
                </a:cubicBezTo>
                <a:cubicBezTo>
                  <a:pt x="322535" y="502890"/>
                  <a:pt x="289169" y="509804"/>
                  <a:pt x="254902" y="509804"/>
                </a:cubicBezTo>
                <a:cubicBezTo>
                  <a:pt x="220635" y="509804"/>
                  <a:pt x="187269" y="503191"/>
                  <a:pt x="155707" y="489664"/>
                </a:cubicBezTo>
                <a:cubicBezTo>
                  <a:pt x="125347" y="476738"/>
                  <a:pt x="97993" y="458402"/>
                  <a:pt x="74848" y="434956"/>
                </a:cubicBezTo>
                <a:cubicBezTo>
                  <a:pt x="51702" y="411510"/>
                  <a:pt x="33065" y="384457"/>
                  <a:pt x="20139" y="354097"/>
                </a:cubicBezTo>
                <a:cubicBezTo>
                  <a:pt x="6914" y="322535"/>
                  <a:pt x="0" y="289169"/>
                  <a:pt x="0" y="254902"/>
                </a:cubicBezTo>
                <a:cubicBezTo>
                  <a:pt x="0" y="220634"/>
                  <a:pt x="6613" y="187269"/>
                  <a:pt x="20139" y="155706"/>
                </a:cubicBezTo>
                <a:cubicBezTo>
                  <a:pt x="33065" y="125347"/>
                  <a:pt x="51401" y="97993"/>
                  <a:pt x="74848" y="74847"/>
                </a:cubicBezTo>
                <a:cubicBezTo>
                  <a:pt x="98293" y="51702"/>
                  <a:pt x="125347" y="33065"/>
                  <a:pt x="155707" y="20140"/>
                </a:cubicBezTo>
                <a:cubicBezTo>
                  <a:pt x="187269" y="6914"/>
                  <a:pt x="220635" y="0"/>
                  <a:pt x="254902" y="0"/>
                </a:cubicBezTo>
                <a:cubicBezTo>
                  <a:pt x="289169" y="0"/>
                  <a:pt x="322535" y="6613"/>
                  <a:pt x="354097" y="20140"/>
                </a:cubicBezTo>
                <a:cubicBezTo>
                  <a:pt x="384457" y="33065"/>
                  <a:pt x="411811" y="51401"/>
                  <a:pt x="434956" y="74847"/>
                </a:cubicBezTo>
                <a:cubicBezTo>
                  <a:pt x="458102" y="98294"/>
                  <a:pt x="476739" y="125347"/>
                  <a:pt x="489664" y="155706"/>
                </a:cubicBezTo>
                <a:cubicBezTo>
                  <a:pt x="502890" y="186968"/>
                  <a:pt x="509804" y="220334"/>
                  <a:pt x="509804" y="254902"/>
                </a:cubicBezTo>
              </a:path>
            </a:pathLst>
          </a:custGeom>
          <a:noFill/>
          <a:ln w="178551" cap="flat">
            <a:solidFill>
              <a:srgbClr val="297FD5"/>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3" name="任意多边形: 形状 42">
            <a:extLst>
              <a:ext uri="{FF2B5EF4-FFF2-40B4-BE49-F238E27FC236}">
                <a16:creationId xmlns:a16="http://schemas.microsoft.com/office/drawing/2014/main" id="{8DB8CDD4-3E02-A6D2-A786-B163901EB5A0}"/>
              </a:ext>
            </a:extLst>
          </p:cNvPr>
          <p:cNvSpPr/>
          <p:nvPr/>
        </p:nvSpPr>
        <p:spPr>
          <a:xfrm>
            <a:off x="7227274" y="2397939"/>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4" name="任意多边形: 形状 43">
            <a:extLst>
              <a:ext uri="{FF2B5EF4-FFF2-40B4-BE49-F238E27FC236}">
                <a16:creationId xmlns:a16="http://schemas.microsoft.com/office/drawing/2014/main" id="{EDFCFD1C-03E8-53EB-B836-2EDCD956A2B8}"/>
              </a:ext>
            </a:extLst>
          </p:cNvPr>
          <p:cNvSpPr/>
          <p:nvPr/>
        </p:nvSpPr>
        <p:spPr>
          <a:xfrm>
            <a:off x="7458796" y="2630353"/>
            <a:ext cx="2975" cy="1685227"/>
          </a:xfrm>
          <a:custGeom>
            <a:avLst/>
            <a:gdLst>
              <a:gd name="connsiteX0" fmla="*/ 0 w 3005"/>
              <a:gd name="connsiteY0" fmla="*/ 0 h 1702250"/>
              <a:gd name="connsiteX1" fmla="*/ 0 w 3005"/>
              <a:gd name="connsiteY1" fmla="*/ 1702251 h 1702250"/>
            </a:gdLst>
            <a:ahLst/>
            <a:cxnLst>
              <a:cxn ang="0">
                <a:pos x="connsiteX0" y="connsiteY0"/>
              </a:cxn>
              <a:cxn ang="0">
                <a:pos x="connsiteX1" y="connsiteY1"/>
              </a:cxn>
            </a:cxnLst>
            <a:rect l="l" t="t" r="r" b="b"/>
            <a:pathLst>
              <a:path w="3005" h="1702250">
                <a:moveTo>
                  <a:pt x="0" y="0"/>
                </a:moveTo>
                <a:lnTo>
                  <a:pt x="0" y="1702251"/>
                </a:lnTo>
              </a:path>
            </a:pathLst>
          </a:custGeom>
          <a:ln w="105176" cap="rnd">
            <a:solidFill>
              <a:srgbClr val="FFFFFF"/>
            </a:solidFill>
            <a:prstDash val="solid"/>
            <a:bevel/>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nvGrpSpPr>
          <p:cNvPr id="45" name="组合 44">
            <a:extLst>
              <a:ext uri="{FF2B5EF4-FFF2-40B4-BE49-F238E27FC236}">
                <a16:creationId xmlns:a16="http://schemas.microsoft.com/office/drawing/2014/main" id="{733EB9D8-BD03-6BA3-4034-3482AFC98CC2}"/>
              </a:ext>
            </a:extLst>
          </p:cNvPr>
          <p:cNvGrpSpPr/>
          <p:nvPr/>
        </p:nvGrpSpPr>
        <p:grpSpPr>
          <a:xfrm>
            <a:off x="7366989" y="4315582"/>
            <a:ext cx="183015" cy="183907"/>
            <a:chOff x="7370595" y="4278520"/>
            <a:chExt cx="183015" cy="183907"/>
          </a:xfrm>
          <a:solidFill>
            <a:srgbClr val="297FD5"/>
          </a:solidFill>
        </p:grpSpPr>
        <p:sp>
          <p:nvSpPr>
            <p:cNvPr id="46" name="任意多边形: 形状 45">
              <a:extLst>
                <a:ext uri="{FF2B5EF4-FFF2-40B4-BE49-F238E27FC236}">
                  <a16:creationId xmlns:a16="http://schemas.microsoft.com/office/drawing/2014/main" id="{659D9263-7041-B6CE-6B34-6CC7C6B83BB2}"/>
                </a:ext>
              </a:extLst>
            </p:cNvPr>
            <p:cNvSpPr/>
            <p:nvPr/>
          </p:nvSpPr>
          <p:spPr>
            <a:xfrm>
              <a:off x="7370595" y="4278818"/>
              <a:ext cx="81537" cy="183609"/>
            </a:xfrm>
            <a:custGeom>
              <a:avLst/>
              <a:gdLst>
                <a:gd name="connsiteX0" fmla="*/ 10821 w 82361"/>
                <a:gd name="connsiteY0" fmla="*/ 174343 h 185464"/>
                <a:gd name="connsiteX1" fmla="*/ 0 w 82361"/>
                <a:gd name="connsiteY1" fmla="*/ 142781 h 185464"/>
                <a:gd name="connsiteX2" fmla="*/ 0 w 82361"/>
                <a:gd name="connsiteY2" fmla="*/ 42684 h 185464"/>
                <a:gd name="connsiteX3" fmla="*/ 10821 w 82361"/>
                <a:gd name="connsiteY3" fmla="*/ 11122 h 185464"/>
                <a:gd name="connsiteX4" fmla="*/ 41181 w 82361"/>
                <a:gd name="connsiteY4" fmla="*/ 0 h 185464"/>
                <a:gd name="connsiteX5" fmla="*/ 71541 w 82361"/>
                <a:gd name="connsiteY5" fmla="*/ 11122 h 185464"/>
                <a:gd name="connsiteX6" fmla="*/ 82362 w 82361"/>
                <a:gd name="connsiteY6" fmla="*/ 42684 h 185464"/>
                <a:gd name="connsiteX7" fmla="*/ 82362 w 82361"/>
                <a:gd name="connsiteY7" fmla="*/ 142781 h 185464"/>
                <a:gd name="connsiteX8" fmla="*/ 71541 w 82361"/>
                <a:gd name="connsiteY8" fmla="*/ 174343 h 185464"/>
                <a:gd name="connsiteX9" fmla="*/ 41181 w 82361"/>
                <a:gd name="connsiteY9" fmla="*/ 185465 h 185464"/>
                <a:gd name="connsiteX10" fmla="*/ 10821 w 82361"/>
                <a:gd name="connsiteY10" fmla="*/ 174343 h 185464"/>
                <a:gd name="connsiteX11" fmla="*/ 51401 w 82361"/>
                <a:gd name="connsiteY11" fmla="*/ 154805 h 185464"/>
                <a:gd name="connsiteX12" fmla="*/ 55008 w 82361"/>
                <a:gd name="connsiteY12" fmla="*/ 142781 h 185464"/>
                <a:gd name="connsiteX13" fmla="*/ 55008 w 82361"/>
                <a:gd name="connsiteY13" fmla="*/ 42984 h 185464"/>
                <a:gd name="connsiteX14" fmla="*/ 51401 w 82361"/>
                <a:gd name="connsiteY14" fmla="*/ 30961 h 185464"/>
                <a:gd name="connsiteX15" fmla="*/ 41181 w 82361"/>
                <a:gd name="connsiteY15" fmla="*/ 26752 h 185464"/>
                <a:gd name="connsiteX16" fmla="*/ 30961 w 82361"/>
                <a:gd name="connsiteY16" fmla="*/ 30961 h 185464"/>
                <a:gd name="connsiteX17" fmla="*/ 27353 w 82361"/>
                <a:gd name="connsiteY17" fmla="*/ 42984 h 185464"/>
                <a:gd name="connsiteX18" fmla="*/ 27353 w 82361"/>
                <a:gd name="connsiteY18" fmla="*/ 142781 h 185464"/>
                <a:gd name="connsiteX19" fmla="*/ 30961 w 82361"/>
                <a:gd name="connsiteY19" fmla="*/ 154805 h 185464"/>
                <a:gd name="connsiteX20" fmla="*/ 41181 w 82361"/>
                <a:gd name="connsiteY20" fmla="*/ 159013 h 185464"/>
                <a:gd name="connsiteX21" fmla="*/ 51401 w 82361"/>
                <a:gd name="connsiteY21" fmla="*/ 154805 h 185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2361" h="185464">
                  <a:moveTo>
                    <a:pt x="10821" y="174343"/>
                  </a:moveTo>
                  <a:cubicBezTo>
                    <a:pt x="3607" y="166828"/>
                    <a:pt x="0" y="156308"/>
                    <a:pt x="0" y="142781"/>
                  </a:cubicBezTo>
                  <a:lnTo>
                    <a:pt x="0" y="42684"/>
                  </a:lnTo>
                  <a:cubicBezTo>
                    <a:pt x="0" y="29157"/>
                    <a:pt x="3607" y="18637"/>
                    <a:pt x="10821" y="11122"/>
                  </a:cubicBezTo>
                  <a:cubicBezTo>
                    <a:pt x="18036" y="3607"/>
                    <a:pt x="28255" y="0"/>
                    <a:pt x="41181" y="0"/>
                  </a:cubicBezTo>
                  <a:cubicBezTo>
                    <a:pt x="54107" y="0"/>
                    <a:pt x="64326" y="3607"/>
                    <a:pt x="71541" y="11122"/>
                  </a:cubicBezTo>
                  <a:cubicBezTo>
                    <a:pt x="78755" y="18637"/>
                    <a:pt x="82362" y="29157"/>
                    <a:pt x="82362" y="42684"/>
                  </a:cubicBezTo>
                  <a:lnTo>
                    <a:pt x="82362" y="142781"/>
                  </a:lnTo>
                  <a:cubicBezTo>
                    <a:pt x="82362" y="156308"/>
                    <a:pt x="78755" y="166828"/>
                    <a:pt x="71541" y="174343"/>
                  </a:cubicBezTo>
                  <a:cubicBezTo>
                    <a:pt x="64326" y="181858"/>
                    <a:pt x="54107" y="185465"/>
                    <a:pt x="41181" y="185465"/>
                  </a:cubicBezTo>
                  <a:cubicBezTo>
                    <a:pt x="28255" y="185465"/>
                    <a:pt x="18036" y="181557"/>
                    <a:pt x="10821" y="174343"/>
                  </a:cubicBezTo>
                  <a:close/>
                  <a:moveTo>
                    <a:pt x="51401" y="154805"/>
                  </a:moveTo>
                  <a:cubicBezTo>
                    <a:pt x="53806" y="152099"/>
                    <a:pt x="55008" y="147891"/>
                    <a:pt x="55008" y="142781"/>
                  </a:cubicBezTo>
                  <a:lnTo>
                    <a:pt x="55008" y="42984"/>
                  </a:lnTo>
                  <a:cubicBezTo>
                    <a:pt x="55008" y="37874"/>
                    <a:pt x="53806" y="33967"/>
                    <a:pt x="51401" y="30961"/>
                  </a:cubicBezTo>
                  <a:cubicBezTo>
                    <a:pt x="48997" y="28255"/>
                    <a:pt x="45690" y="26752"/>
                    <a:pt x="41181" y="26752"/>
                  </a:cubicBezTo>
                  <a:cubicBezTo>
                    <a:pt x="36672" y="26752"/>
                    <a:pt x="33365" y="28255"/>
                    <a:pt x="30961" y="30961"/>
                  </a:cubicBezTo>
                  <a:cubicBezTo>
                    <a:pt x="28556" y="33666"/>
                    <a:pt x="27353" y="37874"/>
                    <a:pt x="27353" y="42984"/>
                  </a:cubicBezTo>
                  <a:lnTo>
                    <a:pt x="27353" y="142781"/>
                  </a:lnTo>
                  <a:cubicBezTo>
                    <a:pt x="27353" y="147891"/>
                    <a:pt x="28556" y="151799"/>
                    <a:pt x="30961" y="154805"/>
                  </a:cubicBezTo>
                  <a:cubicBezTo>
                    <a:pt x="33365" y="157510"/>
                    <a:pt x="36672" y="159013"/>
                    <a:pt x="41181" y="159013"/>
                  </a:cubicBezTo>
                  <a:cubicBezTo>
                    <a:pt x="45690" y="159013"/>
                    <a:pt x="48997" y="157510"/>
                    <a:pt x="51401" y="154805"/>
                  </a:cubicBez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7" name="任意多边形: 形状 46">
              <a:extLst>
                <a:ext uri="{FF2B5EF4-FFF2-40B4-BE49-F238E27FC236}">
                  <a16:creationId xmlns:a16="http://schemas.microsoft.com/office/drawing/2014/main" id="{4CBA26CC-56DD-A1D2-5B30-9B22A844C40A}"/>
                </a:ext>
              </a:extLst>
            </p:cNvPr>
            <p:cNvSpPr/>
            <p:nvPr/>
          </p:nvSpPr>
          <p:spPr>
            <a:xfrm>
              <a:off x="7470287" y="4278520"/>
              <a:ext cx="83323" cy="183441"/>
            </a:xfrm>
            <a:custGeom>
              <a:avLst/>
              <a:gdLst>
                <a:gd name="connsiteX0" fmla="*/ 19538 w 84165"/>
                <a:gd name="connsiteY0" fmla="*/ 180956 h 185294"/>
                <a:gd name="connsiteX1" fmla="*/ 5110 w 84165"/>
                <a:gd name="connsiteY1" fmla="*/ 167730 h 185294"/>
                <a:gd name="connsiteX2" fmla="*/ 0 w 84165"/>
                <a:gd name="connsiteY2" fmla="*/ 146689 h 185294"/>
                <a:gd name="connsiteX3" fmla="*/ 0 w 84165"/>
                <a:gd name="connsiteY3" fmla="*/ 133463 h 185294"/>
                <a:gd name="connsiteX4" fmla="*/ 27353 w 84165"/>
                <a:gd name="connsiteY4" fmla="*/ 133463 h 185294"/>
                <a:gd name="connsiteX5" fmla="*/ 27353 w 84165"/>
                <a:gd name="connsiteY5" fmla="*/ 145186 h 185294"/>
                <a:gd name="connsiteX6" fmla="*/ 29157 w 84165"/>
                <a:gd name="connsiteY6" fmla="*/ 152400 h 185294"/>
                <a:gd name="connsiteX7" fmla="*/ 34267 w 84165"/>
                <a:gd name="connsiteY7" fmla="*/ 156909 h 185294"/>
                <a:gd name="connsiteX8" fmla="*/ 42383 w 84165"/>
                <a:gd name="connsiteY8" fmla="*/ 158412 h 185294"/>
                <a:gd name="connsiteX9" fmla="*/ 52904 w 84165"/>
                <a:gd name="connsiteY9" fmla="*/ 154504 h 185294"/>
                <a:gd name="connsiteX10" fmla="*/ 56511 w 84165"/>
                <a:gd name="connsiteY10" fmla="*/ 143683 h 185294"/>
                <a:gd name="connsiteX11" fmla="*/ 56511 w 84165"/>
                <a:gd name="connsiteY11" fmla="*/ 118133 h 185294"/>
                <a:gd name="connsiteX12" fmla="*/ 53205 w 84165"/>
                <a:gd name="connsiteY12" fmla="*/ 106410 h 185294"/>
                <a:gd name="connsiteX13" fmla="*/ 43285 w 84165"/>
                <a:gd name="connsiteY13" fmla="*/ 102201 h 185294"/>
                <a:gd name="connsiteX14" fmla="*/ 31862 w 84165"/>
                <a:gd name="connsiteY14" fmla="*/ 102201 h 185294"/>
                <a:gd name="connsiteX15" fmla="*/ 31862 w 84165"/>
                <a:gd name="connsiteY15" fmla="*/ 75749 h 185294"/>
                <a:gd name="connsiteX16" fmla="*/ 43285 w 84165"/>
                <a:gd name="connsiteY16" fmla="*/ 75749 h 185294"/>
                <a:gd name="connsiteX17" fmla="*/ 50800 w 84165"/>
                <a:gd name="connsiteY17" fmla="*/ 72142 h 185294"/>
                <a:gd name="connsiteX18" fmla="*/ 53505 w 84165"/>
                <a:gd name="connsiteY18" fmla="*/ 62223 h 185294"/>
                <a:gd name="connsiteX19" fmla="*/ 53505 w 84165"/>
                <a:gd name="connsiteY19" fmla="*/ 38476 h 185294"/>
                <a:gd name="connsiteX20" fmla="*/ 50500 w 84165"/>
                <a:gd name="connsiteY20" fmla="*/ 29759 h 185294"/>
                <a:gd name="connsiteX21" fmla="*/ 42083 w 84165"/>
                <a:gd name="connsiteY21" fmla="*/ 26753 h 185294"/>
                <a:gd name="connsiteX22" fmla="*/ 35470 w 84165"/>
                <a:gd name="connsiteY22" fmla="*/ 28256 h 185294"/>
                <a:gd name="connsiteX23" fmla="*/ 31261 w 84165"/>
                <a:gd name="connsiteY23" fmla="*/ 32464 h 185294"/>
                <a:gd name="connsiteX24" fmla="*/ 29758 w 84165"/>
                <a:gd name="connsiteY24" fmla="*/ 38776 h 185294"/>
                <a:gd name="connsiteX25" fmla="*/ 29758 w 84165"/>
                <a:gd name="connsiteY25" fmla="*/ 52303 h 185294"/>
                <a:gd name="connsiteX26" fmla="*/ 2405 w 84165"/>
                <a:gd name="connsiteY26" fmla="*/ 52303 h 185294"/>
                <a:gd name="connsiteX27" fmla="*/ 2405 w 84165"/>
                <a:gd name="connsiteY27" fmla="*/ 38476 h 185294"/>
                <a:gd name="connsiteX28" fmla="*/ 7214 w 84165"/>
                <a:gd name="connsiteY28" fmla="*/ 17735 h 185294"/>
                <a:gd name="connsiteX29" fmla="*/ 21041 w 84165"/>
                <a:gd name="connsiteY29" fmla="*/ 4509 h 185294"/>
                <a:gd name="connsiteX30" fmla="*/ 42985 w 84165"/>
                <a:gd name="connsiteY30" fmla="*/ 0 h 185294"/>
                <a:gd name="connsiteX31" fmla="*/ 70939 w 84165"/>
                <a:gd name="connsiteY31" fmla="*/ 10220 h 185294"/>
                <a:gd name="connsiteX32" fmla="*/ 80859 w 84165"/>
                <a:gd name="connsiteY32" fmla="*/ 38776 h 185294"/>
                <a:gd name="connsiteX33" fmla="*/ 80859 w 84165"/>
                <a:gd name="connsiteY33" fmla="*/ 63726 h 185294"/>
                <a:gd name="connsiteX34" fmla="*/ 76651 w 84165"/>
                <a:gd name="connsiteY34" fmla="*/ 76952 h 185294"/>
                <a:gd name="connsiteX35" fmla="*/ 64627 w 84165"/>
                <a:gd name="connsiteY35" fmla="*/ 88675 h 185294"/>
                <a:gd name="connsiteX36" fmla="*/ 79056 w 84165"/>
                <a:gd name="connsiteY36" fmla="*/ 99496 h 185294"/>
                <a:gd name="connsiteX37" fmla="*/ 84166 w 84165"/>
                <a:gd name="connsiteY37" fmla="*/ 117532 h 185294"/>
                <a:gd name="connsiteX38" fmla="*/ 84166 w 84165"/>
                <a:gd name="connsiteY38" fmla="*/ 143984 h 185294"/>
                <a:gd name="connsiteX39" fmla="*/ 79356 w 84165"/>
                <a:gd name="connsiteY39" fmla="*/ 166227 h 185294"/>
                <a:gd name="connsiteX40" fmla="*/ 64927 w 84165"/>
                <a:gd name="connsiteY40" fmla="*/ 180355 h 185294"/>
                <a:gd name="connsiteX41" fmla="*/ 42383 w 84165"/>
                <a:gd name="connsiteY41" fmla="*/ 185165 h 185294"/>
                <a:gd name="connsiteX42" fmla="*/ 19538 w 84165"/>
                <a:gd name="connsiteY42" fmla="*/ 180956 h 185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84165" h="185294">
                  <a:moveTo>
                    <a:pt x="19538" y="180956"/>
                  </a:moveTo>
                  <a:cubicBezTo>
                    <a:pt x="13226" y="177951"/>
                    <a:pt x="8417" y="173442"/>
                    <a:pt x="5110" y="167730"/>
                  </a:cubicBezTo>
                  <a:cubicBezTo>
                    <a:pt x="1803" y="161719"/>
                    <a:pt x="0" y="154805"/>
                    <a:pt x="0" y="146689"/>
                  </a:cubicBezTo>
                  <a:lnTo>
                    <a:pt x="0" y="133463"/>
                  </a:lnTo>
                  <a:lnTo>
                    <a:pt x="27353" y="133463"/>
                  </a:lnTo>
                  <a:lnTo>
                    <a:pt x="27353" y="145186"/>
                  </a:lnTo>
                  <a:cubicBezTo>
                    <a:pt x="27353" y="147891"/>
                    <a:pt x="27955" y="150296"/>
                    <a:pt x="29157" y="152400"/>
                  </a:cubicBezTo>
                  <a:cubicBezTo>
                    <a:pt x="30359" y="154504"/>
                    <a:pt x="32163" y="156007"/>
                    <a:pt x="34267" y="156909"/>
                  </a:cubicBezTo>
                  <a:cubicBezTo>
                    <a:pt x="36371" y="158112"/>
                    <a:pt x="39077" y="158412"/>
                    <a:pt x="42383" y="158412"/>
                  </a:cubicBezTo>
                  <a:cubicBezTo>
                    <a:pt x="46892" y="158412"/>
                    <a:pt x="50500" y="157210"/>
                    <a:pt x="52904" y="154504"/>
                  </a:cubicBezTo>
                  <a:cubicBezTo>
                    <a:pt x="55309" y="151799"/>
                    <a:pt x="56511" y="148192"/>
                    <a:pt x="56511" y="143683"/>
                  </a:cubicBezTo>
                  <a:lnTo>
                    <a:pt x="56511" y="118133"/>
                  </a:lnTo>
                  <a:cubicBezTo>
                    <a:pt x="56511" y="113023"/>
                    <a:pt x="55309" y="109115"/>
                    <a:pt x="53205" y="106410"/>
                  </a:cubicBezTo>
                  <a:cubicBezTo>
                    <a:pt x="51101" y="103704"/>
                    <a:pt x="47794" y="102201"/>
                    <a:pt x="43285" y="102201"/>
                  </a:cubicBezTo>
                  <a:lnTo>
                    <a:pt x="31862" y="102201"/>
                  </a:lnTo>
                  <a:lnTo>
                    <a:pt x="31862" y="75749"/>
                  </a:lnTo>
                  <a:lnTo>
                    <a:pt x="43285" y="75749"/>
                  </a:lnTo>
                  <a:cubicBezTo>
                    <a:pt x="46592" y="75749"/>
                    <a:pt x="48997" y="74547"/>
                    <a:pt x="50800" y="72142"/>
                  </a:cubicBezTo>
                  <a:cubicBezTo>
                    <a:pt x="52604" y="69738"/>
                    <a:pt x="53505" y="66431"/>
                    <a:pt x="53505" y="62223"/>
                  </a:cubicBezTo>
                  <a:lnTo>
                    <a:pt x="53505" y="38476"/>
                  </a:lnTo>
                  <a:cubicBezTo>
                    <a:pt x="53505" y="34869"/>
                    <a:pt x="52604" y="31863"/>
                    <a:pt x="50500" y="29759"/>
                  </a:cubicBezTo>
                  <a:cubicBezTo>
                    <a:pt x="48395" y="27655"/>
                    <a:pt x="45690" y="26753"/>
                    <a:pt x="42083" y="26753"/>
                  </a:cubicBezTo>
                  <a:cubicBezTo>
                    <a:pt x="39377" y="26753"/>
                    <a:pt x="37273" y="27354"/>
                    <a:pt x="35470" y="28256"/>
                  </a:cubicBezTo>
                  <a:cubicBezTo>
                    <a:pt x="33666" y="29158"/>
                    <a:pt x="32163" y="30661"/>
                    <a:pt x="31261" y="32464"/>
                  </a:cubicBezTo>
                  <a:cubicBezTo>
                    <a:pt x="30359" y="34268"/>
                    <a:pt x="29758" y="36372"/>
                    <a:pt x="29758" y="38776"/>
                  </a:cubicBezTo>
                  <a:lnTo>
                    <a:pt x="29758" y="52303"/>
                  </a:lnTo>
                  <a:lnTo>
                    <a:pt x="2405" y="52303"/>
                  </a:lnTo>
                  <a:lnTo>
                    <a:pt x="2405" y="38476"/>
                  </a:lnTo>
                  <a:cubicBezTo>
                    <a:pt x="2405" y="30360"/>
                    <a:pt x="3908" y="23446"/>
                    <a:pt x="7214" y="17735"/>
                  </a:cubicBezTo>
                  <a:cubicBezTo>
                    <a:pt x="10521" y="12024"/>
                    <a:pt x="15030" y="7515"/>
                    <a:pt x="21041" y="4509"/>
                  </a:cubicBezTo>
                  <a:cubicBezTo>
                    <a:pt x="27053" y="1503"/>
                    <a:pt x="34267" y="0"/>
                    <a:pt x="42985" y="0"/>
                  </a:cubicBezTo>
                  <a:cubicBezTo>
                    <a:pt x="55008" y="0"/>
                    <a:pt x="64326" y="3307"/>
                    <a:pt x="70939" y="10220"/>
                  </a:cubicBezTo>
                  <a:cubicBezTo>
                    <a:pt x="77553" y="16833"/>
                    <a:pt x="80859" y="26452"/>
                    <a:pt x="80859" y="38776"/>
                  </a:cubicBezTo>
                  <a:lnTo>
                    <a:pt x="80859" y="63726"/>
                  </a:lnTo>
                  <a:cubicBezTo>
                    <a:pt x="80859" y="68235"/>
                    <a:pt x="79356" y="72743"/>
                    <a:pt x="76651" y="76952"/>
                  </a:cubicBezTo>
                  <a:cubicBezTo>
                    <a:pt x="73945" y="81160"/>
                    <a:pt x="69737" y="85368"/>
                    <a:pt x="64627" y="88675"/>
                  </a:cubicBezTo>
                  <a:cubicBezTo>
                    <a:pt x="70639" y="90779"/>
                    <a:pt x="75448" y="94686"/>
                    <a:pt x="79056" y="99496"/>
                  </a:cubicBezTo>
                  <a:cubicBezTo>
                    <a:pt x="82362" y="104606"/>
                    <a:pt x="84166" y="110618"/>
                    <a:pt x="84166" y="117532"/>
                  </a:cubicBezTo>
                  <a:lnTo>
                    <a:pt x="84166" y="143984"/>
                  </a:lnTo>
                  <a:cubicBezTo>
                    <a:pt x="84166" y="152701"/>
                    <a:pt x="82663" y="160216"/>
                    <a:pt x="79356" y="166227"/>
                  </a:cubicBezTo>
                  <a:cubicBezTo>
                    <a:pt x="76050" y="172239"/>
                    <a:pt x="71240" y="177049"/>
                    <a:pt x="64927" y="180355"/>
                  </a:cubicBezTo>
                  <a:cubicBezTo>
                    <a:pt x="58615" y="183662"/>
                    <a:pt x="51101" y="185165"/>
                    <a:pt x="42383" y="185165"/>
                  </a:cubicBezTo>
                  <a:cubicBezTo>
                    <a:pt x="33666" y="185766"/>
                    <a:pt x="25850" y="184263"/>
                    <a:pt x="19538" y="180956"/>
                  </a:cubicBez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sp>
        <p:nvSpPr>
          <p:cNvPr id="48" name="任意多边形: 形状 47">
            <a:extLst>
              <a:ext uri="{FF2B5EF4-FFF2-40B4-BE49-F238E27FC236}">
                <a16:creationId xmlns:a16="http://schemas.microsoft.com/office/drawing/2014/main" id="{4A50468D-FDEC-C3F3-2AE7-6A930AE7EE60}"/>
              </a:ext>
            </a:extLst>
          </p:cNvPr>
          <p:cNvSpPr/>
          <p:nvPr/>
        </p:nvSpPr>
        <p:spPr>
          <a:xfrm>
            <a:off x="8821440" y="1899186"/>
            <a:ext cx="2726778" cy="1459359"/>
          </a:xfrm>
          <a:custGeom>
            <a:avLst/>
            <a:gdLst>
              <a:gd name="connsiteX0" fmla="*/ 0 w 2754321"/>
              <a:gd name="connsiteY0" fmla="*/ 0 h 1474101"/>
              <a:gd name="connsiteX1" fmla="*/ 2754322 w 2754321"/>
              <a:gd name="connsiteY1" fmla="*/ 0 h 1474101"/>
              <a:gd name="connsiteX2" fmla="*/ 2754322 w 2754321"/>
              <a:gd name="connsiteY2" fmla="*/ 1474102 h 1474101"/>
              <a:gd name="connsiteX3" fmla="*/ 0 w 2754321"/>
              <a:gd name="connsiteY3" fmla="*/ 1474102 h 1474101"/>
            </a:gdLst>
            <a:ahLst/>
            <a:cxnLst>
              <a:cxn ang="0">
                <a:pos x="connsiteX0" y="connsiteY0"/>
              </a:cxn>
              <a:cxn ang="0">
                <a:pos x="connsiteX1" y="connsiteY1"/>
              </a:cxn>
              <a:cxn ang="0">
                <a:pos x="connsiteX2" y="connsiteY2"/>
              </a:cxn>
              <a:cxn ang="0">
                <a:pos x="connsiteX3" y="connsiteY3"/>
              </a:cxn>
            </a:cxnLst>
            <a:rect l="l" t="t" r="r" b="b"/>
            <a:pathLst>
              <a:path w="2754321" h="1474101">
                <a:moveTo>
                  <a:pt x="0" y="0"/>
                </a:moveTo>
                <a:lnTo>
                  <a:pt x="2754322" y="0"/>
                </a:lnTo>
                <a:lnTo>
                  <a:pt x="2754322" y="1474102"/>
                </a:lnTo>
                <a:lnTo>
                  <a:pt x="0" y="1474102"/>
                </a:lnTo>
                <a:close/>
              </a:path>
            </a:pathLst>
          </a:custGeom>
          <a:solidFill>
            <a:srgbClr val="7F8FA9"/>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9" name="任意多边形: 形状 48">
            <a:extLst>
              <a:ext uri="{FF2B5EF4-FFF2-40B4-BE49-F238E27FC236}">
                <a16:creationId xmlns:a16="http://schemas.microsoft.com/office/drawing/2014/main" id="{3C5C0657-3AA7-AEB2-CF26-185CB830C287}"/>
              </a:ext>
            </a:extLst>
          </p:cNvPr>
          <p:cNvSpPr/>
          <p:nvPr/>
        </p:nvSpPr>
        <p:spPr>
          <a:xfrm>
            <a:off x="9083614" y="1528394"/>
            <a:ext cx="2202135" cy="2202135"/>
          </a:xfrm>
          <a:custGeom>
            <a:avLst/>
            <a:gdLst>
              <a:gd name="connsiteX0" fmla="*/ 1112189 w 2224378"/>
              <a:gd name="connsiteY0" fmla="*/ 2224379 h 2224378"/>
              <a:gd name="connsiteX1" fmla="*/ 679337 w 2224378"/>
              <a:gd name="connsiteY1" fmla="*/ 2136907 h 2224378"/>
              <a:gd name="connsiteX2" fmla="*/ 325841 w 2224378"/>
              <a:gd name="connsiteY2" fmla="*/ 1898538 h 2224378"/>
              <a:gd name="connsiteX3" fmla="*/ 87472 w 2224378"/>
              <a:gd name="connsiteY3" fmla="*/ 1545042 h 2224378"/>
              <a:gd name="connsiteX4" fmla="*/ 0 w 2224378"/>
              <a:gd name="connsiteY4" fmla="*/ 1112189 h 2224378"/>
              <a:gd name="connsiteX5" fmla="*/ 87472 w 2224378"/>
              <a:gd name="connsiteY5" fmla="*/ 679337 h 2224378"/>
              <a:gd name="connsiteX6" fmla="*/ 325841 w 2224378"/>
              <a:gd name="connsiteY6" fmla="*/ 325842 h 2224378"/>
              <a:gd name="connsiteX7" fmla="*/ 679337 w 2224378"/>
              <a:gd name="connsiteY7" fmla="*/ 87472 h 2224378"/>
              <a:gd name="connsiteX8" fmla="*/ 1112189 w 2224378"/>
              <a:gd name="connsiteY8" fmla="*/ 0 h 2224378"/>
              <a:gd name="connsiteX9" fmla="*/ 1545041 w 2224378"/>
              <a:gd name="connsiteY9" fmla="*/ 87472 h 2224378"/>
              <a:gd name="connsiteX10" fmla="*/ 1898538 w 2224378"/>
              <a:gd name="connsiteY10" fmla="*/ 325842 h 2224378"/>
              <a:gd name="connsiteX11" fmla="*/ 2136906 w 2224378"/>
              <a:gd name="connsiteY11" fmla="*/ 679337 h 2224378"/>
              <a:gd name="connsiteX12" fmla="*/ 2224379 w 2224378"/>
              <a:gd name="connsiteY12" fmla="*/ 1112189 h 2224378"/>
              <a:gd name="connsiteX13" fmla="*/ 2136906 w 2224378"/>
              <a:gd name="connsiteY13" fmla="*/ 1545042 h 2224378"/>
              <a:gd name="connsiteX14" fmla="*/ 1898538 w 2224378"/>
              <a:gd name="connsiteY14" fmla="*/ 1898538 h 2224378"/>
              <a:gd name="connsiteX15" fmla="*/ 1545041 w 2224378"/>
              <a:gd name="connsiteY15" fmla="*/ 2136907 h 2224378"/>
              <a:gd name="connsiteX16" fmla="*/ 1112189 w 2224378"/>
              <a:gd name="connsiteY16" fmla="*/ 2224379 h 2224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24378" h="2224378">
                <a:moveTo>
                  <a:pt x="1112189" y="2224379"/>
                </a:moveTo>
                <a:cubicBezTo>
                  <a:pt x="962194" y="2224379"/>
                  <a:pt x="816407" y="2194921"/>
                  <a:pt x="679337" y="2136907"/>
                </a:cubicBezTo>
                <a:cubicBezTo>
                  <a:pt x="546776" y="2080997"/>
                  <a:pt x="428042" y="2000739"/>
                  <a:pt x="325841" y="1898538"/>
                </a:cubicBezTo>
                <a:cubicBezTo>
                  <a:pt x="223640" y="1796336"/>
                  <a:pt x="143683" y="1677603"/>
                  <a:pt x="87472" y="1545042"/>
                </a:cubicBezTo>
                <a:cubicBezTo>
                  <a:pt x="29458" y="1407972"/>
                  <a:pt x="0" y="1262185"/>
                  <a:pt x="0" y="1112189"/>
                </a:cubicBezTo>
                <a:cubicBezTo>
                  <a:pt x="0" y="962194"/>
                  <a:pt x="29458" y="816407"/>
                  <a:pt x="87472" y="679337"/>
                </a:cubicBezTo>
                <a:cubicBezTo>
                  <a:pt x="143382" y="546776"/>
                  <a:pt x="223640" y="428043"/>
                  <a:pt x="325841" y="325842"/>
                </a:cubicBezTo>
                <a:cubicBezTo>
                  <a:pt x="428042" y="223640"/>
                  <a:pt x="546776" y="143683"/>
                  <a:pt x="679337" y="87472"/>
                </a:cubicBezTo>
                <a:cubicBezTo>
                  <a:pt x="816407" y="29458"/>
                  <a:pt x="962194" y="0"/>
                  <a:pt x="1112189" y="0"/>
                </a:cubicBezTo>
                <a:cubicBezTo>
                  <a:pt x="1262184" y="0"/>
                  <a:pt x="1407971" y="29458"/>
                  <a:pt x="1545041" y="87472"/>
                </a:cubicBezTo>
                <a:cubicBezTo>
                  <a:pt x="1677603" y="143382"/>
                  <a:pt x="1796336" y="223640"/>
                  <a:pt x="1898538" y="325842"/>
                </a:cubicBezTo>
                <a:cubicBezTo>
                  <a:pt x="2000739" y="428043"/>
                  <a:pt x="2080696" y="546776"/>
                  <a:pt x="2136906" y="679337"/>
                </a:cubicBezTo>
                <a:cubicBezTo>
                  <a:pt x="2194921" y="816407"/>
                  <a:pt x="2224379" y="962194"/>
                  <a:pt x="2224379" y="1112189"/>
                </a:cubicBezTo>
                <a:cubicBezTo>
                  <a:pt x="2224379" y="1262185"/>
                  <a:pt x="2194921" y="1407972"/>
                  <a:pt x="2136906" y="1545042"/>
                </a:cubicBezTo>
                <a:cubicBezTo>
                  <a:pt x="2080997" y="1677603"/>
                  <a:pt x="2000739" y="1796336"/>
                  <a:pt x="1898538" y="1898538"/>
                </a:cubicBezTo>
                <a:cubicBezTo>
                  <a:pt x="1796336" y="2000739"/>
                  <a:pt x="1677603" y="2080696"/>
                  <a:pt x="1545041" y="2136907"/>
                </a:cubicBezTo>
                <a:cubicBezTo>
                  <a:pt x="1407971" y="2194921"/>
                  <a:pt x="1262184" y="2224379"/>
                  <a:pt x="1112189" y="2224379"/>
                </a:cubicBezTo>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0" name="任意多边形: 形状 49">
            <a:extLst>
              <a:ext uri="{FF2B5EF4-FFF2-40B4-BE49-F238E27FC236}">
                <a16:creationId xmlns:a16="http://schemas.microsoft.com/office/drawing/2014/main" id="{BFA50F1D-E4C2-FC92-6EB7-D8EB894AD95B}"/>
              </a:ext>
            </a:extLst>
          </p:cNvPr>
          <p:cNvSpPr/>
          <p:nvPr/>
        </p:nvSpPr>
        <p:spPr>
          <a:xfrm>
            <a:off x="9390127" y="1835203"/>
            <a:ext cx="1588512" cy="1588512"/>
          </a:xfrm>
          <a:custGeom>
            <a:avLst/>
            <a:gdLst>
              <a:gd name="connsiteX0" fmla="*/ 1604559 w 1604558"/>
              <a:gd name="connsiteY0" fmla="*/ 802279 h 1604558"/>
              <a:gd name="connsiteX1" fmla="*/ 1541435 w 1604558"/>
              <a:gd name="connsiteY1" fmla="*/ 1114594 h 1604558"/>
              <a:gd name="connsiteX2" fmla="*/ 1369496 w 1604558"/>
              <a:gd name="connsiteY2" fmla="*/ 1369496 h 1604558"/>
              <a:gd name="connsiteX3" fmla="*/ 1114594 w 1604558"/>
              <a:gd name="connsiteY3" fmla="*/ 1541435 h 1604558"/>
              <a:gd name="connsiteX4" fmla="*/ 802279 w 1604558"/>
              <a:gd name="connsiteY4" fmla="*/ 1604559 h 1604558"/>
              <a:gd name="connsiteX5" fmla="*/ 489965 w 1604558"/>
              <a:gd name="connsiteY5" fmla="*/ 1541435 h 1604558"/>
              <a:gd name="connsiteX6" fmla="*/ 235063 w 1604558"/>
              <a:gd name="connsiteY6" fmla="*/ 1369496 h 1604558"/>
              <a:gd name="connsiteX7" fmla="*/ 63124 w 1604558"/>
              <a:gd name="connsiteY7" fmla="*/ 1114594 h 1604558"/>
              <a:gd name="connsiteX8" fmla="*/ 0 w 1604558"/>
              <a:gd name="connsiteY8" fmla="*/ 802279 h 1604558"/>
              <a:gd name="connsiteX9" fmla="*/ 63124 w 1604558"/>
              <a:gd name="connsiteY9" fmla="*/ 489965 h 1604558"/>
              <a:gd name="connsiteX10" fmla="*/ 235063 w 1604558"/>
              <a:gd name="connsiteY10" fmla="*/ 235063 h 1604558"/>
              <a:gd name="connsiteX11" fmla="*/ 489965 w 1604558"/>
              <a:gd name="connsiteY11" fmla="*/ 63124 h 1604558"/>
              <a:gd name="connsiteX12" fmla="*/ 802279 w 1604558"/>
              <a:gd name="connsiteY12" fmla="*/ 0 h 1604558"/>
              <a:gd name="connsiteX13" fmla="*/ 1114594 w 1604558"/>
              <a:gd name="connsiteY13" fmla="*/ 63124 h 1604558"/>
              <a:gd name="connsiteX14" fmla="*/ 1369496 w 1604558"/>
              <a:gd name="connsiteY14" fmla="*/ 235063 h 1604558"/>
              <a:gd name="connsiteX15" fmla="*/ 1541435 w 1604558"/>
              <a:gd name="connsiteY15" fmla="*/ 489965 h 1604558"/>
              <a:gd name="connsiteX16" fmla="*/ 1604559 w 1604558"/>
              <a:gd name="connsiteY16" fmla="*/ 802279 h 160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4558" h="1604558">
                <a:moveTo>
                  <a:pt x="1604559" y="802279"/>
                </a:moveTo>
                <a:cubicBezTo>
                  <a:pt x="1604559" y="910492"/>
                  <a:pt x="1583216" y="1015699"/>
                  <a:pt x="1541435" y="1114594"/>
                </a:cubicBezTo>
                <a:cubicBezTo>
                  <a:pt x="1501155" y="1210182"/>
                  <a:pt x="1443141" y="1295851"/>
                  <a:pt x="1369496" y="1369496"/>
                </a:cubicBezTo>
                <a:cubicBezTo>
                  <a:pt x="1295851" y="1443141"/>
                  <a:pt x="1210183" y="1500855"/>
                  <a:pt x="1114594" y="1541435"/>
                </a:cubicBezTo>
                <a:cubicBezTo>
                  <a:pt x="1015699" y="1583217"/>
                  <a:pt x="910492" y="1604559"/>
                  <a:pt x="802279" y="1604559"/>
                </a:cubicBezTo>
                <a:cubicBezTo>
                  <a:pt x="694066" y="1604559"/>
                  <a:pt x="588859" y="1583217"/>
                  <a:pt x="489965" y="1541435"/>
                </a:cubicBezTo>
                <a:cubicBezTo>
                  <a:pt x="394376" y="1501155"/>
                  <a:pt x="308708" y="1443141"/>
                  <a:pt x="235063" y="1369496"/>
                </a:cubicBezTo>
                <a:cubicBezTo>
                  <a:pt x="161418" y="1295851"/>
                  <a:pt x="103704" y="1210182"/>
                  <a:pt x="63124" y="1114594"/>
                </a:cubicBezTo>
                <a:cubicBezTo>
                  <a:pt x="21342" y="1015699"/>
                  <a:pt x="0" y="910492"/>
                  <a:pt x="0" y="802279"/>
                </a:cubicBezTo>
                <a:cubicBezTo>
                  <a:pt x="0" y="694066"/>
                  <a:pt x="21342" y="588859"/>
                  <a:pt x="63124" y="489965"/>
                </a:cubicBezTo>
                <a:cubicBezTo>
                  <a:pt x="103403" y="394376"/>
                  <a:pt x="161418" y="308708"/>
                  <a:pt x="235063" y="235063"/>
                </a:cubicBezTo>
                <a:cubicBezTo>
                  <a:pt x="308708" y="161418"/>
                  <a:pt x="394376" y="103704"/>
                  <a:pt x="489965" y="63124"/>
                </a:cubicBezTo>
                <a:cubicBezTo>
                  <a:pt x="588859" y="21342"/>
                  <a:pt x="694066" y="0"/>
                  <a:pt x="802279" y="0"/>
                </a:cubicBezTo>
                <a:cubicBezTo>
                  <a:pt x="910492" y="0"/>
                  <a:pt x="1015699" y="21342"/>
                  <a:pt x="1114594" y="63124"/>
                </a:cubicBezTo>
                <a:cubicBezTo>
                  <a:pt x="1210183" y="103404"/>
                  <a:pt x="1295851" y="161418"/>
                  <a:pt x="1369496" y="235063"/>
                </a:cubicBezTo>
                <a:cubicBezTo>
                  <a:pt x="1443141" y="308708"/>
                  <a:pt x="1500855" y="394376"/>
                  <a:pt x="1541435" y="489965"/>
                </a:cubicBezTo>
                <a:cubicBezTo>
                  <a:pt x="1583517" y="588859"/>
                  <a:pt x="1604559" y="693766"/>
                  <a:pt x="1604559" y="802279"/>
                </a:cubicBezTo>
              </a:path>
            </a:pathLst>
          </a:custGeom>
          <a:noFill/>
          <a:ln w="178551" cap="flat">
            <a:solidFill>
              <a:srgbClr val="7F8FA9"/>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1" name="任意多边形: 形状 50">
            <a:extLst>
              <a:ext uri="{FF2B5EF4-FFF2-40B4-BE49-F238E27FC236}">
                <a16:creationId xmlns:a16="http://schemas.microsoft.com/office/drawing/2014/main" id="{E1C12BB0-40CF-4995-393E-E571899C1508}"/>
              </a:ext>
            </a:extLst>
          </p:cNvPr>
          <p:cNvSpPr/>
          <p:nvPr/>
        </p:nvSpPr>
        <p:spPr>
          <a:xfrm>
            <a:off x="9455895" y="1900673"/>
            <a:ext cx="1457575" cy="1457575"/>
          </a:xfrm>
          <a:custGeom>
            <a:avLst/>
            <a:gdLst>
              <a:gd name="connsiteX0" fmla="*/ 1472298 w 1472298"/>
              <a:gd name="connsiteY0" fmla="*/ 736149 h 1472298"/>
              <a:gd name="connsiteX1" fmla="*/ 736149 w 1472298"/>
              <a:gd name="connsiteY1" fmla="*/ 1472298 h 1472298"/>
              <a:gd name="connsiteX2" fmla="*/ 0 w 1472298"/>
              <a:gd name="connsiteY2" fmla="*/ 736149 h 1472298"/>
              <a:gd name="connsiteX3" fmla="*/ 736149 w 1472298"/>
              <a:gd name="connsiteY3" fmla="*/ 0 h 1472298"/>
              <a:gd name="connsiteX4" fmla="*/ 1472298 w 1472298"/>
              <a:gd name="connsiteY4" fmla="*/ 736149 h 1472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2298" h="1472298">
                <a:moveTo>
                  <a:pt x="1472298" y="736149"/>
                </a:moveTo>
                <a:cubicBezTo>
                  <a:pt x="1472298" y="1142713"/>
                  <a:pt x="1142713" y="1472298"/>
                  <a:pt x="736149" y="1472298"/>
                </a:cubicBezTo>
                <a:cubicBezTo>
                  <a:pt x="329585" y="1472298"/>
                  <a:pt x="0" y="1142713"/>
                  <a:pt x="0" y="736149"/>
                </a:cubicBezTo>
                <a:cubicBezTo>
                  <a:pt x="0" y="329585"/>
                  <a:pt x="329586" y="0"/>
                  <a:pt x="736149" y="0"/>
                </a:cubicBezTo>
                <a:cubicBezTo>
                  <a:pt x="1142713" y="0"/>
                  <a:pt x="1472298" y="329585"/>
                  <a:pt x="1472298" y="736149"/>
                </a:cubicBezTo>
                <a:close/>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2" name="任意多边形: 形状 51">
            <a:extLst>
              <a:ext uri="{FF2B5EF4-FFF2-40B4-BE49-F238E27FC236}">
                <a16:creationId xmlns:a16="http://schemas.microsoft.com/office/drawing/2014/main" id="{D4075602-0980-162E-02F2-E1DD514F7301}"/>
              </a:ext>
            </a:extLst>
          </p:cNvPr>
          <p:cNvSpPr/>
          <p:nvPr/>
        </p:nvSpPr>
        <p:spPr>
          <a:xfrm>
            <a:off x="9526123" y="1970904"/>
            <a:ext cx="1317114" cy="1317114"/>
          </a:xfrm>
          <a:custGeom>
            <a:avLst/>
            <a:gdLst>
              <a:gd name="connsiteX0" fmla="*/ 1330419 w 1330418"/>
              <a:gd name="connsiteY0" fmla="*/ 665209 h 1330418"/>
              <a:gd name="connsiteX1" fmla="*/ 665209 w 1330418"/>
              <a:gd name="connsiteY1" fmla="*/ 1330419 h 1330418"/>
              <a:gd name="connsiteX2" fmla="*/ 0 w 1330418"/>
              <a:gd name="connsiteY2" fmla="*/ 665209 h 1330418"/>
              <a:gd name="connsiteX3" fmla="*/ 665209 w 1330418"/>
              <a:gd name="connsiteY3" fmla="*/ 0 h 1330418"/>
              <a:gd name="connsiteX4" fmla="*/ 1330419 w 1330418"/>
              <a:gd name="connsiteY4" fmla="*/ 665209 h 1330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0418" h="1330418">
                <a:moveTo>
                  <a:pt x="1330419" y="665209"/>
                </a:moveTo>
                <a:cubicBezTo>
                  <a:pt x="1330419" y="1032595"/>
                  <a:pt x="1032595" y="1330419"/>
                  <a:pt x="665209" y="1330419"/>
                </a:cubicBezTo>
                <a:cubicBezTo>
                  <a:pt x="297824" y="1330419"/>
                  <a:pt x="0" y="1032594"/>
                  <a:pt x="0" y="665209"/>
                </a:cubicBezTo>
                <a:cubicBezTo>
                  <a:pt x="0" y="297824"/>
                  <a:pt x="297824" y="0"/>
                  <a:pt x="665209" y="0"/>
                </a:cubicBezTo>
                <a:cubicBezTo>
                  <a:pt x="1032595" y="0"/>
                  <a:pt x="1330419" y="297825"/>
                  <a:pt x="1330419" y="665209"/>
                </a:cubicBezTo>
                <a:close/>
              </a:path>
            </a:pathLst>
          </a:custGeom>
          <a:solidFill>
            <a:srgbClr val="FFFFFF"/>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3" name="任意多边形: 形状 52">
            <a:extLst>
              <a:ext uri="{FF2B5EF4-FFF2-40B4-BE49-F238E27FC236}">
                <a16:creationId xmlns:a16="http://schemas.microsoft.com/office/drawing/2014/main" id="{08FF6167-2480-5A16-12AC-0FCE134EB88C}"/>
              </a:ext>
            </a:extLst>
          </p:cNvPr>
          <p:cNvSpPr/>
          <p:nvPr/>
        </p:nvSpPr>
        <p:spPr>
          <a:xfrm>
            <a:off x="9543085" y="1987865"/>
            <a:ext cx="1283189" cy="1283189"/>
          </a:xfrm>
          <a:custGeom>
            <a:avLst/>
            <a:gdLst>
              <a:gd name="connsiteX0" fmla="*/ 1296152 w 1296151"/>
              <a:gd name="connsiteY0" fmla="*/ 648076 h 1296151"/>
              <a:gd name="connsiteX1" fmla="*/ 648076 w 1296151"/>
              <a:gd name="connsiteY1" fmla="*/ 1296151 h 1296151"/>
              <a:gd name="connsiteX2" fmla="*/ 0 w 1296151"/>
              <a:gd name="connsiteY2" fmla="*/ 648076 h 1296151"/>
              <a:gd name="connsiteX3" fmla="*/ 648076 w 1296151"/>
              <a:gd name="connsiteY3" fmla="*/ 0 h 1296151"/>
              <a:gd name="connsiteX4" fmla="*/ 1296152 w 1296151"/>
              <a:gd name="connsiteY4" fmla="*/ 648076 h 1296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6151" h="1296151">
                <a:moveTo>
                  <a:pt x="1296152" y="648076"/>
                </a:moveTo>
                <a:cubicBezTo>
                  <a:pt x="1296152" y="1005998"/>
                  <a:pt x="1005999" y="1296151"/>
                  <a:pt x="648076" y="1296151"/>
                </a:cubicBezTo>
                <a:cubicBezTo>
                  <a:pt x="290154" y="1296151"/>
                  <a:pt x="0" y="1005998"/>
                  <a:pt x="0" y="648076"/>
                </a:cubicBezTo>
                <a:cubicBezTo>
                  <a:pt x="0" y="290153"/>
                  <a:pt x="290153" y="0"/>
                  <a:pt x="648076" y="0"/>
                </a:cubicBezTo>
                <a:cubicBezTo>
                  <a:pt x="1005998" y="0"/>
                  <a:pt x="1296152" y="290153"/>
                  <a:pt x="1296152" y="648076"/>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4" name="任意多边形: 形状 53">
            <a:extLst>
              <a:ext uri="{FF2B5EF4-FFF2-40B4-BE49-F238E27FC236}">
                <a16:creationId xmlns:a16="http://schemas.microsoft.com/office/drawing/2014/main" id="{B15F6710-84EA-DB81-CDD9-A345F018242B}"/>
              </a:ext>
            </a:extLst>
          </p:cNvPr>
          <p:cNvSpPr/>
          <p:nvPr/>
        </p:nvSpPr>
        <p:spPr>
          <a:xfrm>
            <a:off x="9882930" y="4107568"/>
            <a:ext cx="603503" cy="603504"/>
          </a:xfrm>
          <a:custGeom>
            <a:avLst/>
            <a:gdLst>
              <a:gd name="connsiteX0" fmla="*/ 304800 w 609599"/>
              <a:gd name="connsiteY0" fmla="*/ 609600 h 609600"/>
              <a:gd name="connsiteX1" fmla="*/ 186066 w 609599"/>
              <a:gd name="connsiteY1" fmla="*/ 585553 h 609600"/>
              <a:gd name="connsiteX2" fmla="*/ 89276 w 609599"/>
              <a:gd name="connsiteY2" fmla="*/ 520324 h 609600"/>
              <a:gd name="connsiteX3" fmla="*/ 24047 w 609599"/>
              <a:gd name="connsiteY3" fmla="*/ 423534 h 609600"/>
              <a:gd name="connsiteX4" fmla="*/ 0 w 609599"/>
              <a:gd name="connsiteY4" fmla="*/ 304800 h 609600"/>
              <a:gd name="connsiteX5" fmla="*/ 24047 w 609599"/>
              <a:gd name="connsiteY5" fmla="*/ 186066 h 609600"/>
              <a:gd name="connsiteX6" fmla="*/ 89276 w 609599"/>
              <a:gd name="connsiteY6" fmla="*/ 89276 h 609600"/>
              <a:gd name="connsiteX7" fmla="*/ 186066 w 609599"/>
              <a:gd name="connsiteY7" fmla="*/ 24047 h 609600"/>
              <a:gd name="connsiteX8" fmla="*/ 304800 w 609599"/>
              <a:gd name="connsiteY8" fmla="*/ 0 h 609600"/>
              <a:gd name="connsiteX9" fmla="*/ 423533 w 609599"/>
              <a:gd name="connsiteY9" fmla="*/ 24047 h 609600"/>
              <a:gd name="connsiteX10" fmla="*/ 520324 w 609599"/>
              <a:gd name="connsiteY10" fmla="*/ 89276 h 609600"/>
              <a:gd name="connsiteX11" fmla="*/ 585552 w 609599"/>
              <a:gd name="connsiteY11" fmla="*/ 186066 h 609600"/>
              <a:gd name="connsiteX12" fmla="*/ 609599 w 609599"/>
              <a:gd name="connsiteY12" fmla="*/ 304800 h 609600"/>
              <a:gd name="connsiteX13" fmla="*/ 585552 w 609599"/>
              <a:gd name="connsiteY13" fmla="*/ 423534 h 609600"/>
              <a:gd name="connsiteX14" fmla="*/ 520324 w 609599"/>
              <a:gd name="connsiteY14" fmla="*/ 520324 h 609600"/>
              <a:gd name="connsiteX15" fmla="*/ 423533 w 609599"/>
              <a:gd name="connsiteY15" fmla="*/ 585553 h 609600"/>
              <a:gd name="connsiteX16" fmla="*/ 304800 w 609599"/>
              <a:gd name="connsiteY16" fmla="*/ 60960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599" h="609600">
                <a:moveTo>
                  <a:pt x="304800" y="609600"/>
                </a:moveTo>
                <a:cubicBezTo>
                  <a:pt x="263619" y="609600"/>
                  <a:pt x="223640" y="601484"/>
                  <a:pt x="186066" y="585553"/>
                </a:cubicBezTo>
                <a:cubicBezTo>
                  <a:pt x="149694" y="570222"/>
                  <a:pt x="117231" y="548279"/>
                  <a:pt x="89276" y="520324"/>
                </a:cubicBezTo>
                <a:cubicBezTo>
                  <a:pt x="61320" y="492369"/>
                  <a:pt x="39377" y="459905"/>
                  <a:pt x="24047" y="423534"/>
                </a:cubicBezTo>
                <a:cubicBezTo>
                  <a:pt x="8116" y="385960"/>
                  <a:pt x="0" y="345981"/>
                  <a:pt x="0" y="304800"/>
                </a:cubicBezTo>
                <a:cubicBezTo>
                  <a:pt x="0" y="263619"/>
                  <a:pt x="8116" y="223640"/>
                  <a:pt x="24047" y="186066"/>
                </a:cubicBezTo>
                <a:cubicBezTo>
                  <a:pt x="39377" y="149695"/>
                  <a:pt x="61320" y="117231"/>
                  <a:pt x="89276" y="89276"/>
                </a:cubicBezTo>
                <a:cubicBezTo>
                  <a:pt x="117231" y="61321"/>
                  <a:pt x="149694" y="39377"/>
                  <a:pt x="186066" y="24047"/>
                </a:cubicBezTo>
                <a:cubicBezTo>
                  <a:pt x="223640" y="8116"/>
                  <a:pt x="263619" y="0"/>
                  <a:pt x="304800" y="0"/>
                </a:cubicBezTo>
                <a:cubicBezTo>
                  <a:pt x="345981" y="0"/>
                  <a:pt x="385959" y="8116"/>
                  <a:pt x="423533" y="24047"/>
                </a:cubicBezTo>
                <a:cubicBezTo>
                  <a:pt x="459905" y="39377"/>
                  <a:pt x="492369" y="61321"/>
                  <a:pt x="520324" y="89276"/>
                </a:cubicBezTo>
                <a:cubicBezTo>
                  <a:pt x="548279" y="117231"/>
                  <a:pt x="570222" y="149695"/>
                  <a:pt x="585552" y="186066"/>
                </a:cubicBezTo>
                <a:cubicBezTo>
                  <a:pt x="601484" y="223640"/>
                  <a:pt x="609599" y="263619"/>
                  <a:pt x="609599" y="304800"/>
                </a:cubicBezTo>
                <a:cubicBezTo>
                  <a:pt x="609599" y="345981"/>
                  <a:pt x="601484" y="385960"/>
                  <a:pt x="585552" y="423534"/>
                </a:cubicBezTo>
                <a:cubicBezTo>
                  <a:pt x="570222" y="459905"/>
                  <a:pt x="548279" y="492369"/>
                  <a:pt x="520324" y="520324"/>
                </a:cubicBezTo>
                <a:cubicBezTo>
                  <a:pt x="492369" y="548279"/>
                  <a:pt x="459905" y="570222"/>
                  <a:pt x="423533" y="585553"/>
                </a:cubicBezTo>
                <a:cubicBezTo>
                  <a:pt x="385959" y="601484"/>
                  <a:pt x="345981" y="609600"/>
                  <a:pt x="304800" y="609600"/>
                </a:cubicBezTo>
              </a:path>
            </a:pathLst>
          </a:custGeom>
          <a:solidFill>
            <a:srgbClr val="606060"/>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5" name="任意多边形: 形状 54">
            <a:extLst>
              <a:ext uri="{FF2B5EF4-FFF2-40B4-BE49-F238E27FC236}">
                <a16:creationId xmlns:a16="http://schemas.microsoft.com/office/drawing/2014/main" id="{C26A8EC6-6F49-FB46-A7E5-C1739670142C}"/>
              </a:ext>
            </a:extLst>
          </p:cNvPr>
          <p:cNvSpPr/>
          <p:nvPr/>
        </p:nvSpPr>
        <p:spPr>
          <a:xfrm>
            <a:off x="9932329" y="4156969"/>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8 w 509803"/>
              <a:gd name="connsiteY6" fmla="*/ 434956 h 509803"/>
              <a:gd name="connsiteX7" fmla="*/ 20139 w 509803"/>
              <a:gd name="connsiteY7" fmla="*/ 354097 h 509803"/>
              <a:gd name="connsiteX8" fmla="*/ 0 w 509803"/>
              <a:gd name="connsiteY8" fmla="*/ 254902 h 509803"/>
              <a:gd name="connsiteX9" fmla="*/ 20139 w 509803"/>
              <a:gd name="connsiteY9" fmla="*/ 155707 h 509803"/>
              <a:gd name="connsiteX10" fmla="*/ 74848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7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1" y="458402"/>
                  <a:pt x="384457" y="476738"/>
                  <a:pt x="354097" y="489664"/>
                </a:cubicBezTo>
                <a:cubicBezTo>
                  <a:pt x="322535" y="502890"/>
                  <a:pt x="289169" y="509804"/>
                  <a:pt x="254902" y="509804"/>
                </a:cubicBezTo>
                <a:cubicBezTo>
                  <a:pt x="220635" y="509804"/>
                  <a:pt x="187269" y="503191"/>
                  <a:pt x="155707" y="489664"/>
                </a:cubicBezTo>
                <a:cubicBezTo>
                  <a:pt x="125347" y="476738"/>
                  <a:pt x="97993" y="458402"/>
                  <a:pt x="74848" y="434956"/>
                </a:cubicBezTo>
                <a:cubicBezTo>
                  <a:pt x="51401" y="411510"/>
                  <a:pt x="33065" y="384457"/>
                  <a:pt x="20139" y="354097"/>
                </a:cubicBezTo>
                <a:cubicBezTo>
                  <a:pt x="6914" y="322535"/>
                  <a:pt x="0" y="289169"/>
                  <a:pt x="0" y="254902"/>
                </a:cubicBezTo>
                <a:cubicBezTo>
                  <a:pt x="0" y="220634"/>
                  <a:pt x="6613" y="187269"/>
                  <a:pt x="20139" y="155707"/>
                </a:cubicBezTo>
                <a:cubicBezTo>
                  <a:pt x="33065" y="125347"/>
                  <a:pt x="51401" y="97993"/>
                  <a:pt x="74848" y="74847"/>
                </a:cubicBezTo>
                <a:cubicBezTo>
                  <a:pt x="98293" y="51401"/>
                  <a:pt x="125347" y="33065"/>
                  <a:pt x="155707" y="20140"/>
                </a:cubicBezTo>
                <a:cubicBezTo>
                  <a:pt x="187269" y="6914"/>
                  <a:pt x="220635" y="0"/>
                  <a:pt x="254902" y="0"/>
                </a:cubicBezTo>
                <a:cubicBezTo>
                  <a:pt x="289169" y="0"/>
                  <a:pt x="322535" y="6613"/>
                  <a:pt x="354097" y="20140"/>
                </a:cubicBezTo>
                <a:cubicBezTo>
                  <a:pt x="384457" y="33065"/>
                  <a:pt x="411811" y="51401"/>
                  <a:pt x="434956" y="74847"/>
                </a:cubicBezTo>
                <a:cubicBezTo>
                  <a:pt x="458402" y="98294"/>
                  <a:pt x="476739" y="125347"/>
                  <a:pt x="489664" y="155707"/>
                </a:cubicBezTo>
                <a:cubicBezTo>
                  <a:pt x="502890" y="187269"/>
                  <a:pt x="509804" y="220634"/>
                  <a:pt x="509804" y="254902"/>
                </a:cubicBezTo>
              </a:path>
            </a:pathLst>
          </a:custGeom>
          <a:noFill/>
          <a:ln w="178551" cap="flat">
            <a:solidFill>
              <a:srgbClr val="7F8FA9"/>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6" name="任意多边形: 形状 55">
            <a:extLst>
              <a:ext uri="{FF2B5EF4-FFF2-40B4-BE49-F238E27FC236}">
                <a16:creationId xmlns:a16="http://schemas.microsoft.com/office/drawing/2014/main" id="{08D08CC0-3202-6BCA-D09F-4E5EF177D8D7}"/>
              </a:ext>
            </a:extLst>
          </p:cNvPr>
          <p:cNvSpPr/>
          <p:nvPr/>
        </p:nvSpPr>
        <p:spPr>
          <a:xfrm>
            <a:off x="9953160" y="4177801"/>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7" name="任意多边形: 形状 56">
            <a:extLst>
              <a:ext uri="{FF2B5EF4-FFF2-40B4-BE49-F238E27FC236}">
                <a16:creationId xmlns:a16="http://schemas.microsoft.com/office/drawing/2014/main" id="{0E55F7B2-8D0F-C62B-4EF4-5D8FB248B650}"/>
              </a:ext>
            </a:extLst>
          </p:cNvPr>
          <p:cNvSpPr/>
          <p:nvPr/>
        </p:nvSpPr>
        <p:spPr>
          <a:xfrm>
            <a:off x="9932329" y="2377107"/>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8 w 509803"/>
              <a:gd name="connsiteY6" fmla="*/ 434956 h 509803"/>
              <a:gd name="connsiteX7" fmla="*/ 20139 w 509803"/>
              <a:gd name="connsiteY7" fmla="*/ 354097 h 509803"/>
              <a:gd name="connsiteX8" fmla="*/ 0 w 509803"/>
              <a:gd name="connsiteY8" fmla="*/ 254902 h 509803"/>
              <a:gd name="connsiteX9" fmla="*/ 20139 w 509803"/>
              <a:gd name="connsiteY9" fmla="*/ 155706 h 509803"/>
              <a:gd name="connsiteX10" fmla="*/ 74848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6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1" y="458102"/>
                  <a:pt x="384457" y="476738"/>
                  <a:pt x="354097" y="489664"/>
                </a:cubicBezTo>
                <a:cubicBezTo>
                  <a:pt x="322535" y="502890"/>
                  <a:pt x="289169" y="509804"/>
                  <a:pt x="254902" y="509804"/>
                </a:cubicBezTo>
                <a:cubicBezTo>
                  <a:pt x="220635" y="509804"/>
                  <a:pt x="187269" y="503191"/>
                  <a:pt x="155707" y="489664"/>
                </a:cubicBezTo>
                <a:cubicBezTo>
                  <a:pt x="125347" y="476738"/>
                  <a:pt x="97993" y="458402"/>
                  <a:pt x="74848" y="434956"/>
                </a:cubicBezTo>
                <a:cubicBezTo>
                  <a:pt x="51702" y="411510"/>
                  <a:pt x="33065" y="384457"/>
                  <a:pt x="20139" y="354097"/>
                </a:cubicBezTo>
                <a:cubicBezTo>
                  <a:pt x="6914" y="322535"/>
                  <a:pt x="0" y="289169"/>
                  <a:pt x="0" y="254902"/>
                </a:cubicBezTo>
                <a:cubicBezTo>
                  <a:pt x="0" y="220634"/>
                  <a:pt x="6613" y="187269"/>
                  <a:pt x="20139" y="155706"/>
                </a:cubicBezTo>
                <a:cubicBezTo>
                  <a:pt x="33065" y="125347"/>
                  <a:pt x="51401" y="97993"/>
                  <a:pt x="74848" y="74847"/>
                </a:cubicBezTo>
                <a:cubicBezTo>
                  <a:pt x="98293" y="51702"/>
                  <a:pt x="125347" y="33065"/>
                  <a:pt x="155707" y="20140"/>
                </a:cubicBezTo>
                <a:cubicBezTo>
                  <a:pt x="187269" y="6914"/>
                  <a:pt x="220635" y="0"/>
                  <a:pt x="254902" y="0"/>
                </a:cubicBezTo>
                <a:cubicBezTo>
                  <a:pt x="289169" y="0"/>
                  <a:pt x="322535" y="6613"/>
                  <a:pt x="354097" y="20140"/>
                </a:cubicBezTo>
                <a:cubicBezTo>
                  <a:pt x="384457" y="33065"/>
                  <a:pt x="411811" y="51401"/>
                  <a:pt x="434956" y="74847"/>
                </a:cubicBezTo>
                <a:cubicBezTo>
                  <a:pt x="458102" y="98294"/>
                  <a:pt x="476739" y="125347"/>
                  <a:pt x="489664" y="155706"/>
                </a:cubicBezTo>
                <a:cubicBezTo>
                  <a:pt x="502890" y="186968"/>
                  <a:pt x="509804" y="220334"/>
                  <a:pt x="509804" y="254902"/>
                </a:cubicBezTo>
              </a:path>
            </a:pathLst>
          </a:custGeom>
          <a:noFill/>
          <a:ln w="178551" cap="flat">
            <a:solidFill>
              <a:srgbClr val="7F8FA9"/>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8" name="任意多边形: 形状 57">
            <a:extLst>
              <a:ext uri="{FF2B5EF4-FFF2-40B4-BE49-F238E27FC236}">
                <a16:creationId xmlns:a16="http://schemas.microsoft.com/office/drawing/2014/main" id="{42C29D4D-0C44-444F-8806-0A911803E7A5}"/>
              </a:ext>
            </a:extLst>
          </p:cNvPr>
          <p:cNvSpPr/>
          <p:nvPr/>
        </p:nvSpPr>
        <p:spPr>
          <a:xfrm>
            <a:off x="9953160" y="2397939"/>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9" name="任意多边形: 形状 58">
            <a:extLst>
              <a:ext uri="{FF2B5EF4-FFF2-40B4-BE49-F238E27FC236}">
                <a16:creationId xmlns:a16="http://schemas.microsoft.com/office/drawing/2014/main" id="{91C691F6-95E0-DC9F-2381-6D0D888B2EDA}"/>
              </a:ext>
            </a:extLst>
          </p:cNvPr>
          <p:cNvSpPr/>
          <p:nvPr/>
        </p:nvSpPr>
        <p:spPr>
          <a:xfrm>
            <a:off x="10184682" y="2630353"/>
            <a:ext cx="2975" cy="1685227"/>
          </a:xfrm>
          <a:custGeom>
            <a:avLst/>
            <a:gdLst>
              <a:gd name="connsiteX0" fmla="*/ 0 w 3005"/>
              <a:gd name="connsiteY0" fmla="*/ 0 h 1702250"/>
              <a:gd name="connsiteX1" fmla="*/ 0 w 3005"/>
              <a:gd name="connsiteY1" fmla="*/ 1702251 h 1702250"/>
            </a:gdLst>
            <a:ahLst/>
            <a:cxnLst>
              <a:cxn ang="0">
                <a:pos x="connsiteX0" y="connsiteY0"/>
              </a:cxn>
              <a:cxn ang="0">
                <a:pos x="connsiteX1" y="connsiteY1"/>
              </a:cxn>
            </a:cxnLst>
            <a:rect l="l" t="t" r="r" b="b"/>
            <a:pathLst>
              <a:path w="3005" h="1702250">
                <a:moveTo>
                  <a:pt x="0" y="0"/>
                </a:moveTo>
                <a:lnTo>
                  <a:pt x="0" y="1702251"/>
                </a:lnTo>
              </a:path>
            </a:pathLst>
          </a:custGeom>
          <a:ln w="105176" cap="rnd">
            <a:solidFill>
              <a:srgbClr val="FFFFFF"/>
            </a:solidFill>
            <a:prstDash val="solid"/>
            <a:bevel/>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nvGrpSpPr>
          <p:cNvPr id="60" name="组合 59">
            <a:extLst>
              <a:ext uri="{FF2B5EF4-FFF2-40B4-BE49-F238E27FC236}">
                <a16:creationId xmlns:a16="http://schemas.microsoft.com/office/drawing/2014/main" id="{0CE25E42-D1DF-770A-691E-EF88C07377E2}"/>
              </a:ext>
            </a:extLst>
          </p:cNvPr>
          <p:cNvGrpSpPr/>
          <p:nvPr/>
        </p:nvGrpSpPr>
        <p:grpSpPr>
          <a:xfrm>
            <a:off x="10091834" y="4318144"/>
            <a:ext cx="197003" cy="183609"/>
            <a:chOff x="10091983" y="4278794"/>
            <a:chExt cx="197003" cy="183609"/>
          </a:xfrm>
          <a:solidFill>
            <a:srgbClr val="7F8FA9"/>
          </a:solidFill>
        </p:grpSpPr>
        <p:sp>
          <p:nvSpPr>
            <p:cNvPr id="61" name="任意多边形: 形状 60">
              <a:extLst>
                <a:ext uri="{FF2B5EF4-FFF2-40B4-BE49-F238E27FC236}">
                  <a16:creationId xmlns:a16="http://schemas.microsoft.com/office/drawing/2014/main" id="{258DC2E9-778E-474C-48B5-B3EDA755C312}"/>
                </a:ext>
              </a:extLst>
            </p:cNvPr>
            <p:cNvSpPr/>
            <p:nvPr/>
          </p:nvSpPr>
          <p:spPr>
            <a:xfrm>
              <a:off x="10091983" y="4278794"/>
              <a:ext cx="81537" cy="183609"/>
            </a:xfrm>
            <a:custGeom>
              <a:avLst/>
              <a:gdLst>
                <a:gd name="connsiteX0" fmla="*/ 10821 w 82361"/>
                <a:gd name="connsiteY0" fmla="*/ 174343 h 185464"/>
                <a:gd name="connsiteX1" fmla="*/ 0 w 82361"/>
                <a:gd name="connsiteY1" fmla="*/ 142781 h 185464"/>
                <a:gd name="connsiteX2" fmla="*/ 0 w 82361"/>
                <a:gd name="connsiteY2" fmla="*/ 42684 h 185464"/>
                <a:gd name="connsiteX3" fmla="*/ 10821 w 82361"/>
                <a:gd name="connsiteY3" fmla="*/ 11122 h 185464"/>
                <a:gd name="connsiteX4" fmla="*/ 41181 w 82361"/>
                <a:gd name="connsiteY4" fmla="*/ 0 h 185464"/>
                <a:gd name="connsiteX5" fmla="*/ 71541 w 82361"/>
                <a:gd name="connsiteY5" fmla="*/ 11122 h 185464"/>
                <a:gd name="connsiteX6" fmla="*/ 82362 w 82361"/>
                <a:gd name="connsiteY6" fmla="*/ 42684 h 185464"/>
                <a:gd name="connsiteX7" fmla="*/ 82362 w 82361"/>
                <a:gd name="connsiteY7" fmla="*/ 142781 h 185464"/>
                <a:gd name="connsiteX8" fmla="*/ 71541 w 82361"/>
                <a:gd name="connsiteY8" fmla="*/ 174343 h 185464"/>
                <a:gd name="connsiteX9" fmla="*/ 41181 w 82361"/>
                <a:gd name="connsiteY9" fmla="*/ 185465 h 185464"/>
                <a:gd name="connsiteX10" fmla="*/ 10821 w 82361"/>
                <a:gd name="connsiteY10" fmla="*/ 174343 h 185464"/>
                <a:gd name="connsiteX11" fmla="*/ 51401 w 82361"/>
                <a:gd name="connsiteY11" fmla="*/ 154805 h 185464"/>
                <a:gd name="connsiteX12" fmla="*/ 55008 w 82361"/>
                <a:gd name="connsiteY12" fmla="*/ 142781 h 185464"/>
                <a:gd name="connsiteX13" fmla="*/ 55008 w 82361"/>
                <a:gd name="connsiteY13" fmla="*/ 42984 h 185464"/>
                <a:gd name="connsiteX14" fmla="*/ 51401 w 82361"/>
                <a:gd name="connsiteY14" fmla="*/ 30961 h 185464"/>
                <a:gd name="connsiteX15" fmla="*/ 41181 w 82361"/>
                <a:gd name="connsiteY15" fmla="*/ 26752 h 185464"/>
                <a:gd name="connsiteX16" fmla="*/ 30961 w 82361"/>
                <a:gd name="connsiteY16" fmla="*/ 30961 h 185464"/>
                <a:gd name="connsiteX17" fmla="*/ 27353 w 82361"/>
                <a:gd name="connsiteY17" fmla="*/ 42984 h 185464"/>
                <a:gd name="connsiteX18" fmla="*/ 27353 w 82361"/>
                <a:gd name="connsiteY18" fmla="*/ 142781 h 185464"/>
                <a:gd name="connsiteX19" fmla="*/ 30961 w 82361"/>
                <a:gd name="connsiteY19" fmla="*/ 154805 h 185464"/>
                <a:gd name="connsiteX20" fmla="*/ 41181 w 82361"/>
                <a:gd name="connsiteY20" fmla="*/ 159013 h 185464"/>
                <a:gd name="connsiteX21" fmla="*/ 51401 w 82361"/>
                <a:gd name="connsiteY21" fmla="*/ 154805 h 185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2361" h="185464">
                  <a:moveTo>
                    <a:pt x="10821" y="174343"/>
                  </a:moveTo>
                  <a:cubicBezTo>
                    <a:pt x="3607" y="166828"/>
                    <a:pt x="0" y="156308"/>
                    <a:pt x="0" y="142781"/>
                  </a:cubicBezTo>
                  <a:lnTo>
                    <a:pt x="0" y="42684"/>
                  </a:lnTo>
                  <a:cubicBezTo>
                    <a:pt x="0" y="29157"/>
                    <a:pt x="3607" y="18637"/>
                    <a:pt x="10821" y="11122"/>
                  </a:cubicBezTo>
                  <a:cubicBezTo>
                    <a:pt x="18036" y="3607"/>
                    <a:pt x="28255" y="0"/>
                    <a:pt x="41181" y="0"/>
                  </a:cubicBezTo>
                  <a:cubicBezTo>
                    <a:pt x="54107" y="0"/>
                    <a:pt x="64326" y="3607"/>
                    <a:pt x="71541" y="11122"/>
                  </a:cubicBezTo>
                  <a:cubicBezTo>
                    <a:pt x="78755" y="18637"/>
                    <a:pt x="82362" y="29157"/>
                    <a:pt x="82362" y="42684"/>
                  </a:cubicBezTo>
                  <a:lnTo>
                    <a:pt x="82362" y="142781"/>
                  </a:lnTo>
                  <a:cubicBezTo>
                    <a:pt x="82362" y="156308"/>
                    <a:pt x="78755" y="166828"/>
                    <a:pt x="71541" y="174343"/>
                  </a:cubicBezTo>
                  <a:cubicBezTo>
                    <a:pt x="64326" y="181858"/>
                    <a:pt x="54107" y="185465"/>
                    <a:pt x="41181" y="185465"/>
                  </a:cubicBezTo>
                  <a:cubicBezTo>
                    <a:pt x="28255" y="185465"/>
                    <a:pt x="18036" y="181557"/>
                    <a:pt x="10821" y="174343"/>
                  </a:cubicBezTo>
                  <a:close/>
                  <a:moveTo>
                    <a:pt x="51401" y="154805"/>
                  </a:moveTo>
                  <a:cubicBezTo>
                    <a:pt x="53806" y="152099"/>
                    <a:pt x="55008" y="147891"/>
                    <a:pt x="55008" y="142781"/>
                  </a:cubicBezTo>
                  <a:lnTo>
                    <a:pt x="55008" y="42984"/>
                  </a:lnTo>
                  <a:cubicBezTo>
                    <a:pt x="55008" y="37874"/>
                    <a:pt x="53806" y="33967"/>
                    <a:pt x="51401" y="30961"/>
                  </a:cubicBezTo>
                  <a:cubicBezTo>
                    <a:pt x="48997" y="28255"/>
                    <a:pt x="45690" y="26752"/>
                    <a:pt x="41181" y="26752"/>
                  </a:cubicBezTo>
                  <a:cubicBezTo>
                    <a:pt x="36973" y="26752"/>
                    <a:pt x="33365" y="28255"/>
                    <a:pt x="30961" y="30961"/>
                  </a:cubicBezTo>
                  <a:cubicBezTo>
                    <a:pt x="28556" y="33666"/>
                    <a:pt x="27353" y="37874"/>
                    <a:pt x="27353" y="42984"/>
                  </a:cubicBezTo>
                  <a:lnTo>
                    <a:pt x="27353" y="142781"/>
                  </a:lnTo>
                  <a:cubicBezTo>
                    <a:pt x="27353" y="147891"/>
                    <a:pt x="28556" y="151799"/>
                    <a:pt x="30961" y="154805"/>
                  </a:cubicBezTo>
                  <a:cubicBezTo>
                    <a:pt x="33365" y="157510"/>
                    <a:pt x="36672" y="159013"/>
                    <a:pt x="41181" y="159013"/>
                  </a:cubicBezTo>
                  <a:cubicBezTo>
                    <a:pt x="45690" y="159013"/>
                    <a:pt x="48997" y="157510"/>
                    <a:pt x="51401" y="154805"/>
                  </a:cubicBez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62" name="任意多边形: 形状 61">
              <a:extLst>
                <a:ext uri="{FF2B5EF4-FFF2-40B4-BE49-F238E27FC236}">
                  <a16:creationId xmlns:a16="http://schemas.microsoft.com/office/drawing/2014/main" id="{0B1266D5-AF12-F89F-50D2-34421EE1177D}"/>
                </a:ext>
              </a:extLst>
            </p:cNvPr>
            <p:cNvSpPr/>
            <p:nvPr/>
          </p:nvSpPr>
          <p:spPr>
            <a:xfrm>
              <a:off x="10194057" y="4280877"/>
              <a:ext cx="94929" cy="179741"/>
            </a:xfrm>
            <a:custGeom>
              <a:avLst/>
              <a:gdLst>
                <a:gd name="connsiteX0" fmla="*/ 300 w 95888"/>
                <a:gd name="connsiteY0" fmla="*/ 128653 h 181557"/>
                <a:gd name="connsiteX1" fmla="*/ 38776 w 95888"/>
                <a:gd name="connsiteY1" fmla="*/ 0 h 181557"/>
                <a:gd name="connsiteX2" fmla="*/ 67332 w 95888"/>
                <a:gd name="connsiteY2" fmla="*/ 0 h 181557"/>
                <a:gd name="connsiteX3" fmla="*/ 30359 w 95888"/>
                <a:gd name="connsiteY3" fmla="*/ 127150 h 181557"/>
                <a:gd name="connsiteX4" fmla="*/ 95888 w 95888"/>
                <a:gd name="connsiteY4" fmla="*/ 127150 h 181557"/>
                <a:gd name="connsiteX5" fmla="*/ 95888 w 95888"/>
                <a:gd name="connsiteY5" fmla="*/ 153602 h 181557"/>
                <a:gd name="connsiteX6" fmla="*/ 0 w 95888"/>
                <a:gd name="connsiteY6" fmla="*/ 153602 h 181557"/>
                <a:gd name="connsiteX7" fmla="*/ 0 w 95888"/>
                <a:gd name="connsiteY7" fmla="*/ 128653 h 181557"/>
                <a:gd name="connsiteX8" fmla="*/ 57413 w 95888"/>
                <a:gd name="connsiteY8" fmla="*/ 78154 h 181557"/>
                <a:gd name="connsiteX9" fmla="*/ 84166 w 95888"/>
                <a:gd name="connsiteY9" fmla="*/ 78154 h 181557"/>
                <a:gd name="connsiteX10" fmla="*/ 84166 w 95888"/>
                <a:gd name="connsiteY10" fmla="*/ 181557 h 181557"/>
                <a:gd name="connsiteX11" fmla="*/ 57413 w 95888"/>
                <a:gd name="connsiteY11" fmla="*/ 181557 h 181557"/>
                <a:gd name="connsiteX12" fmla="*/ 57413 w 95888"/>
                <a:gd name="connsiteY12" fmla="*/ 78154 h 181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5888" h="181557">
                  <a:moveTo>
                    <a:pt x="300" y="128653"/>
                  </a:moveTo>
                  <a:lnTo>
                    <a:pt x="38776" y="0"/>
                  </a:lnTo>
                  <a:lnTo>
                    <a:pt x="67332" y="0"/>
                  </a:lnTo>
                  <a:lnTo>
                    <a:pt x="30359" y="127150"/>
                  </a:lnTo>
                  <a:lnTo>
                    <a:pt x="95888" y="127150"/>
                  </a:lnTo>
                  <a:lnTo>
                    <a:pt x="95888" y="153602"/>
                  </a:lnTo>
                  <a:lnTo>
                    <a:pt x="0" y="153602"/>
                  </a:lnTo>
                  <a:lnTo>
                    <a:pt x="0" y="128653"/>
                  </a:lnTo>
                  <a:close/>
                  <a:moveTo>
                    <a:pt x="57413" y="78154"/>
                  </a:moveTo>
                  <a:lnTo>
                    <a:pt x="84166" y="78154"/>
                  </a:lnTo>
                  <a:lnTo>
                    <a:pt x="84166" y="181557"/>
                  </a:lnTo>
                  <a:lnTo>
                    <a:pt x="57413" y="181557"/>
                  </a:lnTo>
                  <a:lnTo>
                    <a:pt x="57413" y="78154"/>
                  </a:ln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spTree>
    <p:extLst>
      <p:ext uri="{BB962C8B-B14F-4D97-AF65-F5344CB8AC3E}">
        <p14:creationId xmlns:p14="http://schemas.microsoft.com/office/powerpoint/2010/main" val="341287823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3_标题幻灯片">
    <p:spTree>
      <p:nvGrpSpPr>
        <p:cNvPr id="1" name=""/>
        <p:cNvGrpSpPr/>
        <p:nvPr/>
      </p:nvGrpSpPr>
      <p:grpSpPr>
        <a:xfrm>
          <a:off x="0" y="0"/>
          <a:ext cx="0" cy="0"/>
          <a:chOff x="0" y="0"/>
          <a:chExt cx="0" cy="0"/>
        </a:xfrm>
      </p:grpSpPr>
      <p:sp>
        <p:nvSpPr>
          <p:cNvPr id="36" name="矩形 1"/>
          <p:cNvSpPr/>
          <p:nvPr/>
        </p:nvSpPr>
        <p:spPr>
          <a:xfrm>
            <a:off x="2339341" y="1828800"/>
            <a:ext cx="7513320" cy="1261242"/>
          </a:xfrm>
          <a:custGeom>
            <a:avLst/>
            <a:gdLst>
              <a:gd name="connsiteX0" fmla="*/ 0 w 8313683"/>
              <a:gd name="connsiteY0" fmla="*/ 0 h 2207173"/>
              <a:gd name="connsiteX1" fmla="*/ 8313683 w 8313683"/>
              <a:gd name="connsiteY1" fmla="*/ 0 h 2207173"/>
              <a:gd name="connsiteX2" fmla="*/ 8313683 w 8313683"/>
              <a:gd name="connsiteY2" fmla="*/ 2207173 h 2207173"/>
              <a:gd name="connsiteX3" fmla="*/ 0 w 8313683"/>
              <a:gd name="connsiteY3" fmla="*/ 2207173 h 2207173"/>
              <a:gd name="connsiteX4" fmla="*/ 0 w 8313683"/>
              <a:gd name="connsiteY4" fmla="*/ 0 h 2207173"/>
              <a:gd name="connsiteX0-1" fmla="*/ 0 w 8313683"/>
              <a:gd name="connsiteY0-2" fmla="*/ 2207173 h 2298613"/>
              <a:gd name="connsiteX1-3" fmla="*/ 0 w 8313683"/>
              <a:gd name="connsiteY1-4" fmla="*/ 0 h 2298613"/>
              <a:gd name="connsiteX2-5" fmla="*/ 8313683 w 8313683"/>
              <a:gd name="connsiteY2-6" fmla="*/ 0 h 2298613"/>
              <a:gd name="connsiteX3-7" fmla="*/ 8313683 w 8313683"/>
              <a:gd name="connsiteY3-8" fmla="*/ 2207173 h 2298613"/>
              <a:gd name="connsiteX4-9" fmla="*/ 91440 w 8313683"/>
              <a:gd name="connsiteY4-10" fmla="*/ 2298613 h 2298613"/>
              <a:gd name="connsiteX0-11" fmla="*/ 0 w 8313683"/>
              <a:gd name="connsiteY0-12" fmla="*/ 2207173 h 2207173"/>
              <a:gd name="connsiteX1-13" fmla="*/ 0 w 8313683"/>
              <a:gd name="connsiteY1-14" fmla="*/ 0 h 2207173"/>
              <a:gd name="connsiteX2-15" fmla="*/ 8313683 w 8313683"/>
              <a:gd name="connsiteY2-16" fmla="*/ 0 h 2207173"/>
              <a:gd name="connsiteX3-17" fmla="*/ 8313683 w 8313683"/>
              <a:gd name="connsiteY3-18" fmla="*/ 2207173 h 2207173"/>
            </a:gdLst>
            <a:ahLst/>
            <a:cxnLst>
              <a:cxn ang="0">
                <a:pos x="connsiteX0-1" y="connsiteY0-2"/>
              </a:cxn>
              <a:cxn ang="0">
                <a:pos x="connsiteX1-3" y="connsiteY1-4"/>
              </a:cxn>
              <a:cxn ang="0">
                <a:pos x="connsiteX2-5" y="connsiteY2-6"/>
              </a:cxn>
              <a:cxn ang="0">
                <a:pos x="connsiteX3-7" y="connsiteY3-8"/>
              </a:cxn>
            </a:cxnLst>
            <a:rect l="l" t="t" r="r" b="b"/>
            <a:pathLst>
              <a:path w="8313683" h="2207173">
                <a:moveTo>
                  <a:pt x="0" y="2207173"/>
                </a:moveTo>
                <a:lnTo>
                  <a:pt x="0" y="0"/>
                </a:lnTo>
                <a:lnTo>
                  <a:pt x="8313683" y="0"/>
                </a:lnTo>
                <a:lnTo>
                  <a:pt x="8313683" y="2207173"/>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1"/>
              </a:solidFill>
            </a:endParaRPr>
          </a:p>
        </p:txBody>
      </p:sp>
      <p:sp>
        <p:nvSpPr>
          <p:cNvPr id="37" name="矩形 1"/>
          <p:cNvSpPr/>
          <p:nvPr/>
        </p:nvSpPr>
        <p:spPr>
          <a:xfrm flipV="1">
            <a:off x="2339341" y="3975538"/>
            <a:ext cx="7513320" cy="1261242"/>
          </a:xfrm>
          <a:custGeom>
            <a:avLst/>
            <a:gdLst>
              <a:gd name="connsiteX0" fmla="*/ 0 w 8313683"/>
              <a:gd name="connsiteY0" fmla="*/ 0 h 2207173"/>
              <a:gd name="connsiteX1" fmla="*/ 8313683 w 8313683"/>
              <a:gd name="connsiteY1" fmla="*/ 0 h 2207173"/>
              <a:gd name="connsiteX2" fmla="*/ 8313683 w 8313683"/>
              <a:gd name="connsiteY2" fmla="*/ 2207173 h 2207173"/>
              <a:gd name="connsiteX3" fmla="*/ 0 w 8313683"/>
              <a:gd name="connsiteY3" fmla="*/ 2207173 h 2207173"/>
              <a:gd name="connsiteX4" fmla="*/ 0 w 8313683"/>
              <a:gd name="connsiteY4" fmla="*/ 0 h 2207173"/>
              <a:gd name="connsiteX0-1" fmla="*/ 0 w 8313683"/>
              <a:gd name="connsiteY0-2" fmla="*/ 2207173 h 2298613"/>
              <a:gd name="connsiteX1-3" fmla="*/ 0 w 8313683"/>
              <a:gd name="connsiteY1-4" fmla="*/ 0 h 2298613"/>
              <a:gd name="connsiteX2-5" fmla="*/ 8313683 w 8313683"/>
              <a:gd name="connsiteY2-6" fmla="*/ 0 h 2298613"/>
              <a:gd name="connsiteX3-7" fmla="*/ 8313683 w 8313683"/>
              <a:gd name="connsiteY3-8" fmla="*/ 2207173 h 2298613"/>
              <a:gd name="connsiteX4-9" fmla="*/ 91440 w 8313683"/>
              <a:gd name="connsiteY4-10" fmla="*/ 2298613 h 2298613"/>
              <a:gd name="connsiteX0-11" fmla="*/ 0 w 8313683"/>
              <a:gd name="connsiteY0-12" fmla="*/ 2207173 h 2207173"/>
              <a:gd name="connsiteX1-13" fmla="*/ 0 w 8313683"/>
              <a:gd name="connsiteY1-14" fmla="*/ 0 h 2207173"/>
              <a:gd name="connsiteX2-15" fmla="*/ 8313683 w 8313683"/>
              <a:gd name="connsiteY2-16" fmla="*/ 0 h 2207173"/>
              <a:gd name="connsiteX3-17" fmla="*/ 8313683 w 8313683"/>
              <a:gd name="connsiteY3-18" fmla="*/ 2207173 h 2207173"/>
            </a:gdLst>
            <a:ahLst/>
            <a:cxnLst>
              <a:cxn ang="0">
                <a:pos x="connsiteX0-1" y="connsiteY0-2"/>
              </a:cxn>
              <a:cxn ang="0">
                <a:pos x="connsiteX1-3" y="connsiteY1-4"/>
              </a:cxn>
              <a:cxn ang="0">
                <a:pos x="connsiteX2-5" y="connsiteY2-6"/>
              </a:cxn>
              <a:cxn ang="0">
                <a:pos x="connsiteX3-7" y="connsiteY3-8"/>
              </a:cxn>
            </a:cxnLst>
            <a:rect l="l" t="t" r="r" b="b"/>
            <a:pathLst>
              <a:path w="8313683" h="2207173">
                <a:moveTo>
                  <a:pt x="0" y="2207173"/>
                </a:moveTo>
                <a:lnTo>
                  <a:pt x="0" y="0"/>
                </a:lnTo>
                <a:lnTo>
                  <a:pt x="8313683" y="0"/>
                </a:lnTo>
                <a:lnTo>
                  <a:pt x="8313683" y="2207173"/>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1"/>
              </a:solidFill>
            </a:endParaRPr>
          </a:p>
        </p:txBody>
      </p:sp>
      <p:sp>
        <p:nvSpPr>
          <p:cNvPr id="39" name="直角三角形 38"/>
          <p:cNvSpPr/>
          <p:nvPr/>
        </p:nvSpPr>
        <p:spPr>
          <a:xfrm>
            <a:off x="2339339" y="5007505"/>
            <a:ext cx="229275" cy="229275"/>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1"/>
              </a:solidFill>
            </a:endParaRPr>
          </a:p>
        </p:txBody>
      </p:sp>
      <p:sp>
        <p:nvSpPr>
          <p:cNvPr id="40" name="直角三角形 39"/>
          <p:cNvSpPr/>
          <p:nvPr/>
        </p:nvSpPr>
        <p:spPr>
          <a:xfrm flipH="1">
            <a:off x="9623384" y="5007505"/>
            <a:ext cx="229275" cy="229275"/>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1"/>
              </a:solidFill>
            </a:endParaRPr>
          </a:p>
        </p:txBody>
      </p:sp>
    </p:spTree>
    <p:extLst>
      <p:ext uri="{BB962C8B-B14F-4D97-AF65-F5344CB8AC3E}">
        <p14:creationId xmlns:p14="http://schemas.microsoft.com/office/powerpoint/2010/main" val="288885873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2_标题幻灯片">
    <p:spTree>
      <p:nvGrpSpPr>
        <p:cNvPr id="1" name=""/>
        <p:cNvGrpSpPr/>
        <p:nvPr/>
      </p:nvGrpSpPr>
      <p:grpSpPr>
        <a:xfrm>
          <a:off x="0" y="0"/>
          <a:ext cx="0" cy="0"/>
          <a:chOff x="0" y="0"/>
          <a:chExt cx="0" cy="0"/>
        </a:xfrm>
      </p:grpSpPr>
      <p:sp>
        <p:nvSpPr>
          <p:cNvPr id="28" name="矩形: 圆角 27"/>
          <p:cNvSpPr/>
          <p:nvPr/>
        </p:nvSpPr>
        <p:spPr>
          <a:xfrm>
            <a:off x="1804988" y="1238249"/>
            <a:ext cx="8582025" cy="4381502"/>
          </a:xfrm>
          <a:prstGeom prst="roundRect">
            <a:avLst>
              <a:gd name="adj" fmla="val 10270"/>
            </a:avLst>
          </a:prstGeom>
          <a:solidFill>
            <a:srgbClr val="083B5E"/>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dirty="0"/>
          </a:p>
        </p:txBody>
      </p:sp>
      <p:sp>
        <p:nvSpPr>
          <p:cNvPr id="47" name="矩形 46"/>
          <p:cNvSpPr/>
          <p:nvPr/>
        </p:nvSpPr>
        <p:spPr>
          <a:xfrm>
            <a:off x="2382811" y="1236586"/>
            <a:ext cx="1041400" cy="2349645"/>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dirty="0"/>
          </a:p>
        </p:txBody>
      </p:sp>
      <p:sp>
        <p:nvSpPr>
          <p:cNvPr id="48" name="箭头: V 形 47"/>
          <p:cNvSpPr/>
          <p:nvPr/>
        </p:nvSpPr>
        <p:spPr>
          <a:xfrm rot="16200000">
            <a:off x="2346397" y="3081437"/>
            <a:ext cx="1114224" cy="1041399"/>
          </a:xfrm>
          <a:prstGeom prst="chevron">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dirty="0">
              <a:solidFill>
                <a:schemeClr val="tx1"/>
              </a:solidFill>
            </a:endParaRPr>
          </a:p>
        </p:txBody>
      </p:sp>
      <p:sp>
        <p:nvSpPr>
          <p:cNvPr id="49" name="文本框 48"/>
          <p:cNvSpPr txBox="1"/>
          <p:nvPr/>
        </p:nvSpPr>
        <p:spPr>
          <a:xfrm>
            <a:off x="2429808" y="1806775"/>
            <a:ext cx="923330" cy="1538883"/>
          </a:xfrm>
          <a:prstGeom prst="rect">
            <a:avLst/>
          </a:prstGeom>
          <a:noFill/>
        </p:spPr>
        <p:txBody>
          <a:bodyPr vert="eaVert" wrap="none" lIns="0" tIns="0" rIns="0" bIns="0" rtlCol="0" anchor="t">
            <a:spAutoFit/>
          </a:bodyPr>
          <a:lstStyle/>
          <a:p>
            <a:pPr algn="l"/>
            <a:r>
              <a:rPr lang="zh-CN" altLang="en-US" sz="6000" dirty="0">
                <a:solidFill>
                  <a:schemeClr val="bg1"/>
                </a:solidFill>
              </a:rPr>
              <a:t>目录</a:t>
            </a:r>
          </a:p>
        </p:txBody>
      </p:sp>
      <p:sp>
        <p:nvSpPr>
          <p:cNvPr id="50" name="文本框 49"/>
          <p:cNvSpPr txBox="1"/>
          <p:nvPr/>
        </p:nvSpPr>
        <p:spPr>
          <a:xfrm>
            <a:off x="2374986" y="4412874"/>
            <a:ext cx="1075615" cy="246221"/>
          </a:xfrm>
          <a:prstGeom prst="rect">
            <a:avLst/>
          </a:prstGeom>
          <a:noFill/>
        </p:spPr>
        <p:txBody>
          <a:bodyPr vert="horz" wrap="none" lIns="0" tIns="0" rIns="0" bIns="0" rtlCol="0" anchor="t">
            <a:spAutoFit/>
          </a:bodyPr>
          <a:lstStyle/>
          <a:p>
            <a:pPr algn="l"/>
            <a:r>
              <a:rPr lang="en-US" altLang="zh-CN" sz="1600" dirty="0">
                <a:solidFill>
                  <a:schemeClr val="bg1"/>
                </a:solidFill>
              </a:rPr>
              <a:t>CONTENTS</a:t>
            </a:r>
            <a:endParaRPr lang="zh-CN" altLang="en-US" sz="1600" dirty="0">
              <a:solidFill>
                <a:schemeClr val="bg1"/>
              </a:solidFill>
            </a:endParaRPr>
          </a:p>
        </p:txBody>
      </p:sp>
    </p:spTree>
    <p:extLst>
      <p:ext uri="{BB962C8B-B14F-4D97-AF65-F5344CB8AC3E}">
        <p14:creationId xmlns:p14="http://schemas.microsoft.com/office/powerpoint/2010/main" val="174258887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1_标题幻灯片">
    <p:spTree>
      <p:nvGrpSpPr>
        <p:cNvPr id="1" name=""/>
        <p:cNvGrpSpPr/>
        <p:nvPr/>
      </p:nvGrpSpPr>
      <p:grpSpPr>
        <a:xfrm>
          <a:off x="0" y="0"/>
          <a:ext cx="0" cy="0"/>
          <a:chOff x="0" y="0"/>
          <a:chExt cx="0" cy="0"/>
        </a:xfrm>
      </p:grpSpPr>
      <p:grpSp>
        <p:nvGrpSpPr>
          <p:cNvPr id="11" name="组合 10"/>
          <p:cNvGrpSpPr/>
          <p:nvPr/>
        </p:nvGrpSpPr>
        <p:grpSpPr>
          <a:xfrm>
            <a:off x="5423533" y="1111885"/>
            <a:ext cx="1292800" cy="551590"/>
            <a:chOff x="1678849" y="4526839"/>
            <a:chExt cx="1924050" cy="905586"/>
          </a:xfrm>
        </p:grpSpPr>
        <p:pic>
          <p:nvPicPr>
            <p:cNvPr id="12" name="图片 11"/>
            <p:cNvPicPr>
              <a:picLocks noChangeAspect="1"/>
            </p:cNvPicPr>
            <p:nvPr/>
          </p:nvPicPr>
          <p:blipFill>
            <a:blip r:embed="rId2"/>
            <a:stretch>
              <a:fillRect/>
            </a:stretch>
          </p:blipFill>
          <p:spPr>
            <a:xfrm>
              <a:off x="2222456" y="4805814"/>
              <a:ext cx="841321" cy="626611"/>
            </a:xfrm>
            <a:prstGeom prst="rect">
              <a:avLst/>
            </a:prstGeom>
          </p:spPr>
        </p:pic>
        <p:grpSp>
          <p:nvGrpSpPr>
            <p:cNvPr id="13" name="组合 12"/>
            <p:cNvGrpSpPr/>
            <p:nvPr/>
          </p:nvGrpSpPr>
          <p:grpSpPr>
            <a:xfrm>
              <a:off x="1678849" y="4526839"/>
              <a:ext cx="1924050" cy="870092"/>
              <a:chOff x="-2243" y="91934"/>
              <a:chExt cx="1924050" cy="870092"/>
            </a:xfrm>
          </p:grpSpPr>
          <p:sp>
            <p:nvSpPr>
              <p:cNvPr id="14" name="Rectangle 40"/>
              <p:cNvSpPr/>
              <p:nvPr/>
            </p:nvSpPr>
            <p:spPr>
              <a:xfrm>
                <a:off x="1622424" y="901700"/>
                <a:ext cx="60327" cy="60326"/>
              </a:xfrm>
              <a:prstGeom prst="rect">
                <a:avLst/>
              </a:prstGeom>
              <a:solidFill>
                <a:srgbClr val="3A5569"/>
              </a:solidFill>
              <a:ln w="12700" cap="flat">
                <a:noFill/>
                <a:miter lim="400000"/>
              </a:ln>
              <a:effectLst/>
            </p:spPr>
            <p:txBody>
              <a:bodyPr wrap="square" lIns="91439" tIns="91439" rIns="91439" bIns="91439" numCol="1"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0" marR="0" indent="457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0" marR="0" indent="914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0" marR="0" indent="1371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0" marR="0" indent="18288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5pPr>
                <a:lvl6pPr marL="0" marR="0" indent="22860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6pPr>
                <a:lvl7pPr marL="0" marR="0" indent="2743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7pPr>
                <a:lvl8pPr marL="0" marR="0" indent="3200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8pPr>
                <a:lvl9pPr marL="0" marR="0" indent="3657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9pPr>
              </a:lstStyle>
              <a:p>
                <a:endParaRPr/>
              </a:p>
            </p:txBody>
          </p:sp>
          <p:sp>
            <p:nvSpPr>
              <p:cNvPr id="15" name="Rectangle 43"/>
              <p:cNvSpPr/>
              <p:nvPr/>
            </p:nvSpPr>
            <p:spPr>
              <a:xfrm>
                <a:off x="1622424" y="422273"/>
                <a:ext cx="60327" cy="479427"/>
              </a:xfrm>
              <a:prstGeom prst="rect">
                <a:avLst/>
              </a:prstGeom>
              <a:solidFill>
                <a:srgbClr val="F05F50"/>
              </a:solidFill>
              <a:ln w="12700" cap="flat">
                <a:noFill/>
                <a:miter lim="400000"/>
              </a:ln>
              <a:effectLst/>
            </p:spPr>
            <p:txBody>
              <a:bodyPr wrap="square" lIns="91439" tIns="91439" rIns="91439" bIns="91439" numCol="1"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0" marR="0" indent="457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0" marR="0" indent="914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0" marR="0" indent="1371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0" marR="0" indent="18288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5pPr>
                <a:lvl6pPr marL="0" marR="0" indent="22860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6pPr>
                <a:lvl7pPr marL="0" marR="0" indent="2743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7pPr>
                <a:lvl8pPr marL="0" marR="0" indent="3200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8pPr>
                <a:lvl9pPr marL="0" marR="0" indent="3657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9pPr>
              </a:lstStyle>
              <a:p>
                <a:endParaRPr/>
              </a:p>
            </p:txBody>
          </p:sp>
          <p:sp>
            <p:nvSpPr>
              <p:cNvPr id="16" name="Freeform 44"/>
              <p:cNvSpPr/>
              <p:nvPr/>
            </p:nvSpPr>
            <p:spPr>
              <a:xfrm>
                <a:off x="-2243" y="91934"/>
                <a:ext cx="1924050" cy="619306"/>
              </a:xfrm>
              <a:custGeom>
                <a:avLst/>
                <a:gdLst/>
                <a:ahLst/>
                <a:cxnLst>
                  <a:cxn ang="0">
                    <a:pos x="wd2" y="hd2"/>
                  </a:cxn>
                  <a:cxn ang="5400000">
                    <a:pos x="wd2" y="hd2"/>
                  </a:cxn>
                  <a:cxn ang="10800000">
                    <a:pos x="wd2" y="hd2"/>
                  </a:cxn>
                  <a:cxn ang="16200000">
                    <a:pos x="wd2" y="hd2"/>
                  </a:cxn>
                </a:cxnLst>
                <a:rect l="0" t="0" r="r" b="b"/>
                <a:pathLst>
                  <a:path w="21600" h="21600" extrusionOk="0">
                    <a:moveTo>
                      <a:pt x="10800" y="21600"/>
                    </a:moveTo>
                    <a:lnTo>
                      <a:pt x="0" y="10848"/>
                    </a:lnTo>
                    <a:lnTo>
                      <a:pt x="10800" y="0"/>
                    </a:lnTo>
                    <a:lnTo>
                      <a:pt x="21600" y="10848"/>
                    </a:lnTo>
                    <a:lnTo>
                      <a:pt x="10800" y="21600"/>
                    </a:lnTo>
                    <a:close/>
                  </a:path>
                </a:pathLst>
              </a:custGeom>
              <a:solidFill>
                <a:srgbClr val="647A8A"/>
              </a:solidFill>
              <a:ln w="12700" cap="flat">
                <a:noFill/>
                <a:miter lim="400000"/>
              </a:ln>
              <a:effectLst/>
            </p:spPr>
            <p:txBody>
              <a:bodyPr wrap="square" lIns="91439" tIns="91439" rIns="91439" bIns="91439" numCol="1"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0" marR="0" indent="457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0" marR="0" indent="914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0" marR="0" indent="1371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0" marR="0" indent="18288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5pPr>
                <a:lvl6pPr marL="0" marR="0" indent="22860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6pPr>
                <a:lvl7pPr marL="0" marR="0" indent="2743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7pPr>
                <a:lvl8pPr marL="0" marR="0" indent="3200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8pPr>
                <a:lvl9pPr marL="0" marR="0" indent="3657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9pPr>
              </a:lstStyle>
              <a:p>
                <a:endParaRPr/>
              </a:p>
            </p:txBody>
          </p:sp>
          <p:sp>
            <p:nvSpPr>
              <p:cNvPr id="17" name="Oval 45"/>
              <p:cNvSpPr/>
              <p:nvPr/>
            </p:nvSpPr>
            <p:spPr>
              <a:xfrm>
                <a:off x="901700" y="330200"/>
                <a:ext cx="120652" cy="60329"/>
              </a:xfrm>
              <a:prstGeom prst="ellipse">
                <a:avLst/>
              </a:prstGeom>
              <a:solidFill>
                <a:srgbClr val="3A5569"/>
              </a:solidFill>
              <a:ln w="12700" cap="flat">
                <a:noFill/>
                <a:miter lim="400000"/>
              </a:ln>
              <a:effectLst/>
            </p:spPr>
            <p:txBody>
              <a:bodyPr wrap="square" lIns="91439" tIns="91439" rIns="91439" bIns="91439" numCol="1"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0" marR="0" indent="457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0" marR="0" indent="914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0" marR="0" indent="1371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0" marR="0" indent="18288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5pPr>
                <a:lvl6pPr marL="0" marR="0" indent="22860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6pPr>
                <a:lvl7pPr marL="0" marR="0" indent="2743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7pPr>
                <a:lvl8pPr marL="0" marR="0" indent="3200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8pPr>
                <a:lvl9pPr marL="0" marR="0" indent="3657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9pPr>
              </a:lstStyle>
              <a:p>
                <a:endParaRPr/>
              </a:p>
            </p:txBody>
          </p:sp>
        </p:grpSp>
      </p:grpSp>
      <p:cxnSp>
        <p:nvCxnSpPr>
          <p:cNvPr id="20" name="直接连接符 19"/>
          <p:cNvCxnSpPr/>
          <p:nvPr/>
        </p:nvCxnSpPr>
        <p:spPr>
          <a:xfrm flipH="1">
            <a:off x="2501900" y="3996560"/>
            <a:ext cx="1430020" cy="0"/>
          </a:xfrm>
          <a:prstGeom prst="line">
            <a:avLst/>
          </a:prstGeom>
          <a:ln w="19050">
            <a:solidFill>
              <a:schemeClr val="accent1">
                <a:lumMod val="10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8284464" y="3996560"/>
            <a:ext cx="1430020" cy="0"/>
          </a:xfrm>
          <a:prstGeom prst="line">
            <a:avLst/>
          </a:prstGeom>
          <a:ln w="19050">
            <a:solidFill>
              <a:schemeClr val="accent1">
                <a:lumMod val="10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72532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cxnSp>
        <p:nvCxnSpPr>
          <p:cNvPr id="3" name="Connector 16">
            <a:extLst>
              <a:ext uri="{FF2B5EF4-FFF2-40B4-BE49-F238E27FC236}">
                <a16:creationId xmlns:a16="http://schemas.microsoft.com/office/drawing/2014/main" id="{2BA872FF-D57A-E66F-A590-0DD2972C1AD3}"/>
              </a:ext>
            </a:extLst>
          </p:cNvPr>
          <p:cNvCxnSpPr/>
          <p:nvPr/>
        </p:nvCxnSpPr>
        <p:spPr>
          <a:xfrm rot="10739157">
            <a:off x="2501844" y="4000500"/>
            <a:ext cx="1435156" cy="12700"/>
          </a:xfrm>
          <a:prstGeom prst="line">
            <a:avLst/>
          </a:prstGeom>
          <a:solidFill>
            <a:srgbClr val="DEE0E3">
              <a:alpha val="100000"/>
            </a:srgbClr>
          </a:solidFill>
          <a:ln w="12700" cap="flat" cmpd="sng">
            <a:solidFill>
              <a:srgbClr val="26476A">
                <a:alpha val="100000"/>
              </a:srgbClr>
            </a:solidFill>
            <a:prstDash val="solid"/>
            <a:miter lim="10000000"/>
            <a:headEnd type="none" w="med" len="med"/>
            <a:tailEnd type="none" w="med" len="med"/>
          </a:ln>
        </p:spPr>
      </p:cxnSp>
      <p:cxnSp>
        <p:nvCxnSpPr>
          <p:cNvPr id="4" name="Connector 17">
            <a:extLst>
              <a:ext uri="{FF2B5EF4-FFF2-40B4-BE49-F238E27FC236}">
                <a16:creationId xmlns:a16="http://schemas.microsoft.com/office/drawing/2014/main" id="{B72F5999-8D01-F5EB-4497-20EED7FFC857}"/>
              </a:ext>
            </a:extLst>
          </p:cNvPr>
          <p:cNvCxnSpPr/>
          <p:nvPr/>
        </p:nvCxnSpPr>
        <p:spPr>
          <a:xfrm rot="10739157">
            <a:off x="8280344" y="4000500"/>
            <a:ext cx="1435156" cy="12700"/>
          </a:xfrm>
          <a:prstGeom prst="line">
            <a:avLst/>
          </a:prstGeom>
          <a:solidFill>
            <a:srgbClr val="DEE0E3">
              <a:alpha val="100000"/>
            </a:srgbClr>
          </a:solidFill>
          <a:ln w="12700" cap="flat" cmpd="sng">
            <a:solidFill>
              <a:srgbClr val="26476A">
                <a:alpha val="100000"/>
              </a:srgbClr>
            </a:solidFill>
            <a:prstDash val="solid"/>
            <a:miter lim="10000000"/>
            <a:headEnd type="none" w="med" len="med"/>
            <a:tailEnd type="none" w="med" len="med"/>
          </a:ln>
        </p:spPr>
      </p:cxnSp>
      <p:sp>
        <p:nvSpPr>
          <p:cNvPr id="5" name="AutoShape 18">
            <a:extLst>
              <a:ext uri="{FF2B5EF4-FFF2-40B4-BE49-F238E27FC236}">
                <a16:creationId xmlns:a16="http://schemas.microsoft.com/office/drawing/2014/main" id="{DB27A922-6DC8-7216-5DBF-0CE92AB2F1D4}"/>
              </a:ext>
            </a:extLst>
          </p:cNvPr>
          <p:cNvSpPr/>
          <p:nvPr/>
        </p:nvSpPr>
        <p:spPr>
          <a:xfrm>
            <a:off x="2794000" y="2616200"/>
            <a:ext cx="6604000" cy="1104900"/>
          </a:xfrm>
          <a:prstGeom prst="rect">
            <a:avLst/>
          </a:prstGeom>
          <a:noFill/>
          <a:ln w="12700" cap="flat" cmpd="sng">
            <a:noFill/>
            <a:prstDash val="solid"/>
            <a:round/>
          </a:ln>
        </p:spPr>
        <p:txBody>
          <a:bodyPr vert="horz" wrap="none" lIns="0" tIns="0" rIns="0" bIns="0" rtlCol="0" anchor="t" anchorCtr="0"/>
          <a:lstStyle/>
          <a:p>
            <a:pPr marL="0" indent="0" algn="ctr">
              <a:lnSpc>
                <a:spcPct val="100000"/>
              </a:lnSpc>
              <a:defRPr/>
            </a:pPr>
            <a:endParaRPr lang="en-US" sz="1100" dirty="0"/>
          </a:p>
        </p:txBody>
      </p:sp>
      <p:sp>
        <p:nvSpPr>
          <p:cNvPr id="6" name="AutoShape 19">
            <a:extLst>
              <a:ext uri="{FF2B5EF4-FFF2-40B4-BE49-F238E27FC236}">
                <a16:creationId xmlns:a16="http://schemas.microsoft.com/office/drawing/2014/main" id="{00902952-820D-3028-5E3B-6BA7398D1C82}"/>
              </a:ext>
            </a:extLst>
          </p:cNvPr>
          <p:cNvSpPr/>
          <p:nvPr/>
        </p:nvSpPr>
        <p:spPr>
          <a:xfrm>
            <a:off x="5168900" y="3810000"/>
            <a:ext cx="1841500" cy="368300"/>
          </a:xfrm>
          <a:prstGeom prst="rect">
            <a:avLst/>
          </a:prstGeom>
          <a:noFill/>
          <a:ln w="12700" cap="flat" cmpd="sng">
            <a:noFill/>
            <a:prstDash val="solid"/>
            <a:round/>
          </a:ln>
        </p:spPr>
        <p:txBody>
          <a:bodyPr vert="horz" wrap="none" lIns="0" tIns="0" rIns="0" bIns="0" rtlCol="0" anchor="t" anchorCtr="0"/>
          <a:lstStyle/>
          <a:p>
            <a:pPr marL="0" indent="0" algn="ctr">
              <a:lnSpc>
                <a:spcPct val="100000"/>
              </a:lnSpc>
              <a:defRPr/>
            </a:pPr>
            <a:r>
              <a:rPr lang="en-US" sz="2400" b="0" i="0" u="none" strike="noStrike">
                <a:solidFill>
                  <a:srgbClr val="26476A"/>
                </a:solidFill>
                <a:latin typeface="Noto Sans SC"/>
                <a:ea typeface="Noto Sans SC"/>
                <a:cs typeface="Noto Sans SC"/>
                <a:sym typeface="Noto Sans SC"/>
              </a:rPr>
              <a:t>THANKS</a:t>
            </a:r>
            <a:endParaRPr lang="en-US" sz="1100"/>
          </a:p>
        </p:txBody>
      </p:sp>
      <p:sp>
        <p:nvSpPr>
          <p:cNvPr id="7" name="AutoShape 20">
            <a:extLst>
              <a:ext uri="{FF2B5EF4-FFF2-40B4-BE49-F238E27FC236}">
                <a16:creationId xmlns:a16="http://schemas.microsoft.com/office/drawing/2014/main" id="{EAB3F337-91A1-1454-6295-E0EFC812B30E}"/>
              </a:ext>
            </a:extLst>
          </p:cNvPr>
          <p:cNvSpPr/>
          <p:nvPr/>
        </p:nvSpPr>
        <p:spPr>
          <a:xfrm>
            <a:off x="4330700" y="4635500"/>
            <a:ext cx="165100" cy="1651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21">
            <a:extLst>
              <a:ext uri="{FF2B5EF4-FFF2-40B4-BE49-F238E27FC236}">
                <a16:creationId xmlns:a16="http://schemas.microsoft.com/office/drawing/2014/main" id="{A376A097-1993-C3DF-435B-74D640349EF8}"/>
              </a:ext>
            </a:extLst>
          </p:cNvPr>
          <p:cNvSpPr/>
          <p:nvPr/>
        </p:nvSpPr>
        <p:spPr>
          <a:xfrm>
            <a:off x="4648200" y="4584700"/>
            <a:ext cx="2540000" cy="317500"/>
          </a:xfrm>
          <a:prstGeom prst="rect">
            <a:avLst/>
          </a:prstGeom>
          <a:noFill/>
          <a:ln w="12700" cap="flat" cmpd="sng">
            <a:noFill/>
            <a:prstDash val="solid"/>
            <a:round/>
          </a:ln>
        </p:spPr>
        <p:txBody>
          <a:bodyPr vert="horz" wrap="none" lIns="0" tIns="0" rIns="0" bIns="0" rtlCol="0" anchor="t" anchorCtr="0"/>
          <a:lstStyle/>
          <a:p>
            <a:pPr marL="0" indent="0" algn="l">
              <a:lnSpc>
                <a:spcPct val="100000"/>
              </a:lnSpc>
              <a:defRPr/>
            </a:pPr>
            <a:endParaRPr lang="en-US" sz="1100" dirty="0"/>
          </a:p>
        </p:txBody>
      </p:sp>
      <p:sp>
        <p:nvSpPr>
          <p:cNvPr id="9" name="AutoShape 22">
            <a:extLst>
              <a:ext uri="{FF2B5EF4-FFF2-40B4-BE49-F238E27FC236}">
                <a16:creationId xmlns:a16="http://schemas.microsoft.com/office/drawing/2014/main" id="{87165766-B8A9-85BE-BC61-27AE8BE9000D}"/>
              </a:ext>
            </a:extLst>
          </p:cNvPr>
          <p:cNvSpPr/>
          <p:nvPr/>
        </p:nvSpPr>
        <p:spPr>
          <a:xfrm>
            <a:off x="4330700" y="5080000"/>
            <a:ext cx="165100" cy="1651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23">
            <a:extLst>
              <a:ext uri="{FF2B5EF4-FFF2-40B4-BE49-F238E27FC236}">
                <a16:creationId xmlns:a16="http://schemas.microsoft.com/office/drawing/2014/main" id="{ECAE423B-7C55-6B5A-1BD9-8BA7DBCAA443}"/>
              </a:ext>
            </a:extLst>
          </p:cNvPr>
          <p:cNvSpPr/>
          <p:nvPr/>
        </p:nvSpPr>
        <p:spPr>
          <a:xfrm>
            <a:off x="4648200" y="5029200"/>
            <a:ext cx="4064000" cy="317500"/>
          </a:xfrm>
          <a:prstGeom prst="rect">
            <a:avLst/>
          </a:prstGeom>
          <a:noFill/>
          <a:ln w="12700" cap="flat" cmpd="sng">
            <a:noFill/>
            <a:prstDash val="solid"/>
            <a:round/>
          </a:ln>
        </p:spPr>
        <p:txBody>
          <a:bodyPr vert="horz" wrap="none" lIns="0" tIns="0" rIns="0" bIns="0" rtlCol="0" anchor="t" anchorCtr="0"/>
          <a:lstStyle/>
          <a:p>
            <a:pPr marL="0" indent="0" algn="l">
              <a:lnSpc>
                <a:spcPct val="100000"/>
              </a:lnSpc>
              <a:defRPr/>
            </a:pPr>
            <a:endParaRPr lang="en-US" sz="1100" dirty="0"/>
          </a:p>
        </p:txBody>
      </p:sp>
      <p:sp>
        <p:nvSpPr>
          <p:cNvPr id="11" name="AutoShape 24">
            <a:extLst>
              <a:ext uri="{FF2B5EF4-FFF2-40B4-BE49-F238E27FC236}">
                <a16:creationId xmlns:a16="http://schemas.microsoft.com/office/drawing/2014/main" id="{E34DD8FC-1247-63F1-7FF1-941D322F8D15}"/>
              </a:ext>
            </a:extLst>
          </p:cNvPr>
          <p:cNvSpPr/>
          <p:nvPr/>
        </p:nvSpPr>
        <p:spPr>
          <a:xfrm>
            <a:off x="4330700" y="5524500"/>
            <a:ext cx="165100" cy="1651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25">
            <a:extLst>
              <a:ext uri="{FF2B5EF4-FFF2-40B4-BE49-F238E27FC236}">
                <a16:creationId xmlns:a16="http://schemas.microsoft.com/office/drawing/2014/main" id="{8CEA0E75-24CC-3010-F5C4-BC9963791E7F}"/>
              </a:ext>
            </a:extLst>
          </p:cNvPr>
          <p:cNvSpPr/>
          <p:nvPr/>
        </p:nvSpPr>
        <p:spPr>
          <a:xfrm>
            <a:off x="4648200" y="5473700"/>
            <a:ext cx="2540000" cy="317500"/>
          </a:xfrm>
          <a:prstGeom prst="rect">
            <a:avLst/>
          </a:prstGeom>
          <a:noFill/>
          <a:ln w="12700" cap="flat" cmpd="sng">
            <a:noFill/>
            <a:prstDash val="solid"/>
            <a:round/>
          </a:ln>
        </p:spPr>
        <p:txBody>
          <a:bodyPr vert="horz" wrap="none" lIns="0" tIns="0" rIns="0" bIns="0" rtlCol="0" anchor="t" anchorCtr="0"/>
          <a:lstStyle/>
          <a:p>
            <a:pPr marL="0" indent="0" algn="l">
              <a:lnSpc>
                <a:spcPct val="100000"/>
              </a:lnSpc>
              <a:defRPr/>
            </a:pPr>
            <a:endParaRPr lang="en-US" sz="1100" dirty="0"/>
          </a:p>
        </p:txBody>
      </p:sp>
    </p:spTree>
    <p:extLst>
      <p:ext uri="{BB962C8B-B14F-4D97-AF65-F5344CB8AC3E}">
        <p14:creationId xmlns:p14="http://schemas.microsoft.com/office/powerpoint/2010/main" val="359516151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955358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3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03969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5_标题幻灯片">
    <p:spTree>
      <p:nvGrpSpPr>
        <p:cNvPr id="1" name=""/>
        <p:cNvGrpSpPr/>
        <p:nvPr/>
      </p:nvGrpSpPr>
      <p:grpSpPr>
        <a:xfrm>
          <a:off x="0" y="0"/>
          <a:ext cx="0" cy="0"/>
          <a:chOff x="0" y="0"/>
          <a:chExt cx="0" cy="0"/>
        </a:xfrm>
      </p:grpSpPr>
      <p:sp>
        <p:nvSpPr>
          <p:cNvPr id="22" name="AutoShape 11">
            <a:extLst>
              <a:ext uri="{FF2B5EF4-FFF2-40B4-BE49-F238E27FC236}">
                <a16:creationId xmlns:a16="http://schemas.microsoft.com/office/drawing/2014/main" id="{777F70BD-4E4B-2EF1-27AA-1DF5A4C1665F}"/>
              </a:ext>
            </a:extLst>
          </p:cNvPr>
          <p:cNvSpPr/>
          <p:nvPr/>
        </p:nvSpPr>
        <p:spPr>
          <a:xfrm>
            <a:off x="1917700" y="2019300"/>
            <a:ext cx="927100" cy="9271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12">
            <a:extLst>
              <a:ext uri="{FF2B5EF4-FFF2-40B4-BE49-F238E27FC236}">
                <a16:creationId xmlns:a16="http://schemas.microsoft.com/office/drawing/2014/main" id="{EED6143E-96A9-84C4-F8F8-91BBF291BF6E}"/>
              </a:ext>
            </a:extLst>
          </p:cNvPr>
          <p:cNvSpPr/>
          <p:nvPr/>
        </p:nvSpPr>
        <p:spPr>
          <a:xfrm>
            <a:off x="1333500" y="2501900"/>
            <a:ext cx="2082800" cy="3086100"/>
          </a:xfrm>
          <a:prstGeom prst="roundRect">
            <a:avLst>
              <a:gd name="adj" fmla="val 0"/>
            </a:avLst>
          </a:prstGeom>
          <a:noFill/>
          <a:ln w="12700" cap="flat" cmpd="sng">
            <a:solidFill>
              <a:srgbClr val="26476A">
                <a:alpha val="100000"/>
              </a:srgbClr>
            </a:solidFill>
            <a:prstDash val="solid"/>
            <a:miter lim="10000000"/>
          </a:ln>
        </p:spPr>
        <p:txBody>
          <a:bodyPr vert="horz" wrap="square" lIns="63500" tIns="63500" rIns="63500" bIns="63500" rtlCol="0" anchor="ctr"/>
          <a:lstStyle/>
          <a:p>
            <a:pPr algn="ctr">
              <a:defRPr/>
            </a:pPr>
            <a:endParaRPr/>
          </a:p>
        </p:txBody>
      </p:sp>
      <p:sp>
        <p:nvSpPr>
          <p:cNvPr id="24" name="AutoShape 13">
            <a:extLst>
              <a:ext uri="{FF2B5EF4-FFF2-40B4-BE49-F238E27FC236}">
                <a16:creationId xmlns:a16="http://schemas.microsoft.com/office/drawing/2014/main" id="{C4CCE2D0-7F92-2E3A-F775-376A9EE8B703}"/>
              </a:ext>
            </a:extLst>
          </p:cNvPr>
          <p:cNvSpPr/>
          <p:nvPr/>
        </p:nvSpPr>
        <p:spPr>
          <a:xfrm>
            <a:off x="1333500" y="5334000"/>
            <a:ext cx="2082800" cy="2413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14">
            <a:extLst>
              <a:ext uri="{FF2B5EF4-FFF2-40B4-BE49-F238E27FC236}">
                <a16:creationId xmlns:a16="http://schemas.microsoft.com/office/drawing/2014/main" id="{0DEEF6A3-776F-76F2-0C90-E0106FE24BD5}"/>
              </a:ext>
            </a:extLst>
          </p:cNvPr>
          <p:cNvSpPr/>
          <p:nvPr/>
        </p:nvSpPr>
        <p:spPr>
          <a:xfrm>
            <a:off x="4394200" y="2019300"/>
            <a:ext cx="927100" cy="927100"/>
          </a:xfrm>
          <a:prstGeom prst="ellipse">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15">
            <a:extLst>
              <a:ext uri="{FF2B5EF4-FFF2-40B4-BE49-F238E27FC236}">
                <a16:creationId xmlns:a16="http://schemas.microsoft.com/office/drawing/2014/main" id="{A3FBDAB0-A31A-CC72-8FDD-6336DBE22D99}"/>
              </a:ext>
            </a:extLst>
          </p:cNvPr>
          <p:cNvSpPr/>
          <p:nvPr/>
        </p:nvSpPr>
        <p:spPr>
          <a:xfrm>
            <a:off x="3810000" y="2501900"/>
            <a:ext cx="2082800" cy="3086100"/>
          </a:xfrm>
          <a:prstGeom prst="roundRect">
            <a:avLst>
              <a:gd name="adj" fmla="val 0"/>
            </a:avLst>
          </a:prstGeom>
          <a:noFill/>
          <a:ln w="12700" cap="flat" cmpd="sng">
            <a:solidFill>
              <a:srgbClr val="009DD9">
                <a:alpha val="100000"/>
              </a:srgbClr>
            </a:solidFill>
            <a:prstDash val="solid"/>
            <a:miter lim="10000000"/>
          </a:ln>
        </p:spPr>
        <p:txBody>
          <a:bodyPr vert="horz" wrap="square" lIns="63500" tIns="63500" rIns="63500" bIns="63500" rtlCol="0" anchor="ctr"/>
          <a:lstStyle/>
          <a:p>
            <a:pPr algn="ctr">
              <a:defRPr/>
            </a:pPr>
            <a:endParaRPr/>
          </a:p>
        </p:txBody>
      </p:sp>
      <p:sp>
        <p:nvSpPr>
          <p:cNvPr id="27" name="AutoShape 16">
            <a:extLst>
              <a:ext uri="{FF2B5EF4-FFF2-40B4-BE49-F238E27FC236}">
                <a16:creationId xmlns:a16="http://schemas.microsoft.com/office/drawing/2014/main" id="{C7AD95B7-C8FB-F636-D520-ADBAF4BC96A1}"/>
              </a:ext>
            </a:extLst>
          </p:cNvPr>
          <p:cNvSpPr/>
          <p:nvPr/>
        </p:nvSpPr>
        <p:spPr>
          <a:xfrm>
            <a:off x="3810000" y="5334000"/>
            <a:ext cx="2082800" cy="241300"/>
          </a:xfrm>
          <a:prstGeom prst="roundRect">
            <a:avLst>
              <a:gd name="adj" fmla="val 0"/>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17">
            <a:extLst>
              <a:ext uri="{FF2B5EF4-FFF2-40B4-BE49-F238E27FC236}">
                <a16:creationId xmlns:a16="http://schemas.microsoft.com/office/drawing/2014/main" id="{B98BD100-8E6C-E393-4828-AC699115079E}"/>
              </a:ext>
            </a:extLst>
          </p:cNvPr>
          <p:cNvSpPr/>
          <p:nvPr/>
        </p:nvSpPr>
        <p:spPr>
          <a:xfrm>
            <a:off x="6870700" y="2019300"/>
            <a:ext cx="927100" cy="9271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18">
            <a:extLst>
              <a:ext uri="{FF2B5EF4-FFF2-40B4-BE49-F238E27FC236}">
                <a16:creationId xmlns:a16="http://schemas.microsoft.com/office/drawing/2014/main" id="{5626A40E-E729-C60B-448F-96058EE6936D}"/>
              </a:ext>
            </a:extLst>
          </p:cNvPr>
          <p:cNvSpPr/>
          <p:nvPr/>
        </p:nvSpPr>
        <p:spPr>
          <a:xfrm>
            <a:off x="6299200" y="2501900"/>
            <a:ext cx="2082800" cy="3086100"/>
          </a:xfrm>
          <a:prstGeom prst="roundRect">
            <a:avLst>
              <a:gd name="adj" fmla="val 0"/>
            </a:avLst>
          </a:prstGeom>
          <a:noFill/>
          <a:ln w="12700" cap="flat" cmpd="sng">
            <a:solidFill>
              <a:srgbClr val="26476A">
                <a:alpha val="100000"/>
              </a:srgbClr>
            </a:solidFill>
            <a:prstDash val="solid"/>
            <a:miter lim="10000000"/>
          </a:ln>
        </p:spPr>
        <p:txBody>
          <a:bodyPr vert="horz" wrap="square" lIns="63500" tIns="63500" rIns="63500" bIns="63500" rtlCol="0" anchor="ctr"/>
          <a:lstStyle/>
          <a:p>
            <a:pPr algn="ctr">
              <a:defRPr/>
            </a:pPr>
            <a:endParaRPr/>
          </a:p>
        </p:txBody>
      </p:sp>
      <p:sp>
        <p:nvSpPr>
          <p:cNvPr id="30" name="AutoShape 19">
            <a:extLst>
              <a:ext uri="{FF2B5EF4-FFF2-40B4-BE49-F238E27FC236}">
                <a16:creationId xmlns:a16="http://schemas.microsoft.com/office/drawing/2014/main" id="{DD2FA33B-F1B4-F0F3-6C16-93712B192CB8}"/>
              </a:ext>
            </a:extLst>
          </p:cNvPr>
          <p:cNvSpPr/>
          <p:nvPr/>
        </p:nvSpPr>
        <p:spPr>
          <a:xfrm>
            <a:off x="6299200" y="5334000"/>
            <a:ext cx="2082800" cy="2413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AutoShape 20">
            <a:extLst>
              <a:ext uri="{FF2B5EF4-FFF2-40B4-BE49-F238E27FC236}">
                <a16:creationId xmlns:a16="http://schemas.microsoft.com/office/drawing/2014/main" id="{01C81C89-FBBE-D01B-0EEF-15DB16FE0C28}"/>
              </a:ext>
            </a:extLst>
          </p:cNvPr>
          <p:cNvSpPr/>
          <p:nvPr/>
        </p:nvSpPr>
        <p:spPr>
          <a:xfrm>
            <a:off x="9359900" y="2019300"/>
            <a:ext cx="927100" cy="927100"/>
          </a:xfrm>
          <a:prstGeom prst="ellipse">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AutoShape 21">
            <a:extLst>
              <a:ext uri="{FF2B5EF4-FFF2-40B4-BE49-F238E27FC236}">
                <a16:creationId xmlns:a16="http://schemas.microsoft.com/office/drawing/2014/main" id="{0E9827E6-630D-19EE-F0FE-73626FB2EDDA}"/>
              </a:ext>
            </a:extLst>
          </p:cNvPr>
          <p:cNvSpPr/>
          <p:nvPr/>
        </p:nvSpPr>
        <p:spPr>
          <a:xfrm>
            <a:off x="8775700" y="2501900"/>
            <a:ext cx="2082800" cy="3086100"/>
          </a:xfrm>
          <a:prstGeom prst="roundRect">
            <a:avLst>
              <a:gd name="adj" fmla="val 0"/>
            </a:avLst>
          </a:prstGeom>
          <a:noFill/>
          <a:ln w="12700" cap="flat" cmpd="sng">
            <a:solidFill>
              <a:srgbClr val="009DD9">
                <a:alpha val="100000"/>
              </a:srgbClr>
            </a:solidFill>
            <a:prstDash val="solid"/>
            <a:miter lim="10000000"/>
          </a:ln>
        </p:spPr>
        <p:txBody>
          <a:bodyPr vert="horz" wrap="square" lIns="63500" tIns="63500" rIns="63500" bIns="63500" rtlCol="0" anchor="ctr"/>
          <a:lstStyle/>
          <a:p>
            <a:pPr algn="ctr">
              <a:defRPr/>
            </a:pPr>
            <a:endParaRPr/>
          </a:p>
        </p:txBody>
      </p:sp>
      <p:sp>
        <p:nvSpPr>
          <p:cNvPr id="33" name="AutoShape 22">
            <a:extLst>
              <a:ext uri="{FF2B5EF4-FFF2-40B4-BE49-F238E27FC236}">
                <a16:creationId xmlns:a16="http://schemas.microsoft.com/office/drawing/2014/main" id="{BAEF8623-1D15-BDAC-1583-183584CFEA1A}"/>
              </a:ext>
            </a:extLst>
          </p:cNvPr>
          <p:cNvSpPr/>
          <p:nvPr/>
        </p:nvSpPr>
        <p:spPr>
          <a:xfrm>
            <a:off x="8775700" y="5334000"/>
            <a:ext cx="2082800" cy="241300"/>
          </a:xfrm>
          <a:prstGeom prst="roundRect">
            <a:avLst>
              <a:gd name="adj" fmla="val 0"/>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34" name="Connector 23">
            <a:extLst>
              <a:ext uri="{FF2B5EF4-FFF2-40B4-BE49-F238E27FC236}">
                <a16:creationId xmlns:a16="http://schemas.microsoft.com/office/drawing/2014/main" id="{06F4D476-40EE-C2CF-3CE3-7B43AC852482}"/>
              </a:ext>
            </a:extLst>
          </p:cNvPr>
          <p:cNvCxnSpPr/>
          <p:nvPr/>
        </p:nvCxnSpPr>
        <p:spPr>
          <a:xfrm>
            <a:off x="2374900" y="2019300"/>
            <a:ext cx="7442211" cy="12700"/>
          </a:xfrm>
          <a:prstGeom prst="line">
            <a:avLst/>
          </a:prstGeom>
          <a:solidFill>
            <a:srgbClr val="DEE0E3">
              <a:alpha val="100000"/>
            </a:srgbClr>
          </a:solidFill>
          <a:ln w="12700" cap="flat" cmpd="sng">
            <a:solidFill>
              <a:srgbClr val="26476A">
                <a:alpha val="100000"/>
              </a:srgbClr>
            </a:solidFill>
            <a:prstDash val="solid"/>
            <a:miter lim="10000000"/>
            <a:headEnd type="none" w="med" len="med"/>
            <a:tailEnd type="none" w="med" len="med"/>
          </a:ln>
        </p:spPr>
      </p:cxnSp>
      <p:sp>
        <p:nvSpPr>
          <p:cNvPr id="35" name="AutoShape 24">
            <a:extLst>
              <a:ext uri="{FF2B5EF4-FFF2-40B4-BE49-F238E27FC236}">
                <a16:creationId xmlns:a16="http://schemas.microsoft.com/office/drawing/2014/main" id="{516F39C7-22F4-4A60-46AE-95E999A6693A}"/>
              </a:ext>
            </a:extLst>
          </p:cNvPr>
          <p:cNvSpPr/>
          <p:nvPr/>
        </p:nvSpPr>
        <p:spPr>
          <a:xfrm>
            <a:off x="1524000" y="3771900"/>
            <a:ext cx="18542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36" name="AutoShape 25">
            <a:extLst>
              <a:ext uri="{FF2B5EF4-FFF2-40B4-BE49-F238E27FC236}">
                <a16:creationId xmlns:a16="http://schemas.microsoft.com/office/drawing/2014/main" id="{D6F5603A-9C05-D62F-34CF-35766B53B9DE}"/>
              </a:ext>
            </a:extLst>
          </p:cNvPr>
          <p:cNvSpPr/>
          <p:nvPr/>
        </p:nvSpPr>
        <p:spPr>
          <a:xfrm>
            <a:off x="1485900" y="3124200"/>
            <a:ext cx="1841500" cy="6477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endParaRPr lang="en-US" sz="1600" b="1" i="0" u="none" strike="noStrike" dirty="0">
              <a:solidFill>
                <a:srgbClr val="26476A"/>
              </a:solidFill>
              <a:latin typeface="Noto Sans SC"/>
              <a:ea typeface="Noto Sans SC"/>
              <a:cs typeface="Noto Sans SC"/>
              <a:sym typeface="Noto Sans SC"/>
            </a:endParaRPr>
          </a:p>
        </p:txBody>
      </p:sp>
      <p:sp>
        <p:nvSpPr>
          <p:cNvPr id="37" name="AutoShape 26">
            <a:extLst>
              <a:ext uri="{FF2B5EF4-FFF2-40B4-BE49-F238E27FC236}">
                <a16:creationId xmlns:a16="http://schemas.microsoft.com/office/drawing/2014/main" id="{78BDF310-BF23-5AFA-C0C4-636823C464AB}"/>
              </a:ext>
            </a:extLst>
          </p:cNvPr>
          <p:cNvSpPr/>
          <p:nvPr/>
        </p:nvSpPr>
        <p:spPr>
          <a:xfrm>
            <a:off x="3949700" y="3124200"/>
            <a:ext cx="1841500" cy="6477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endParaRPr lang="en-US" sz="1600" b="1" i="0" u="none" strike="noStrike" dirty="0">
              <a:solidFill>
                <a:srgbClr val="26476A"/>
              </a:solidFill>
              <a:latin typeface="Noto Sans SC"/>
              <a:ea typeface="Noto Sans SC"/>
              <a:cs typeface="Noto Sans SC"/>
              <a:sym typeface="Noto Sans SC"/>
            </a:endParaRPr>
          </a:p>
        </p:txBody>
      </p:sp>
      <p:sp>
        <p:nvSpPr>
          <p:cNvPr id="38" name="AutoShape 27">
            <a:extLst>
              <a:ext uri="{FF2B5EF4-FFF2-40B4-BE49-F238E27FC236}">
                <a16:creationId xmlns:a16="http://schemas.microsoft.com/office/drawing/2014/main" id="{8B9EDDAF-9CB2-2E90-8449-1AC9D613EDF2}"/>
              </a:ext>
            </a:extLst>
          </p:cNvPr>
          <p:cNvSpPr/>
          <p:nvPr/>
        </p:nvSpPr>
        <p:spPr>
          <a:xfrm>
            <a:off x="6451600" y="3124200"/>
            <a:ext cx="1803400" cy="927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endParaRPr lang="en-US" sz="1600" b="1" i="0" u="none" strike="noStrike" dirty="0">
              <a:solidFill>
                <a:srgbClr val="26476A"/>
              </a:solidFill>
              <a:latin typeface="Noto Sans SC"/>
              <a:ea typeface="Noto Sans SC"/>
              <a:cs typeface="Noto Sans SC"/>
              <a:sym typeface="Noto Sans SC"/>
            </a:endParaRPr>
          </a:p>
        </p:txBody>
      </p:sp>
      <p:sp>
        <p:nvSpPr>
          <p:cNvPr id="39" name="AutoShape 28">
            <a:extLst>
              <a:ext uri="{FF2B5EF4-FFF2-40B4-BE49-F238E27FC236}">
                <a16:creationId xmlns:a16="http://schemas.microsoft.com/office/drawing/2014/main" id="{C8A72F0E-4944-93DF-455E-DCF83C396F34}"/>
              </a:ext>
            </a:extLst>
          </p:cNvPr>
          <p:cNvSpPr/>
          <p:nvPr/>
        </p:nvSpPr>
        <p:spPr>
          <a:xfrm>
            <a:off x="8940800" y="3124200"/>
            <a:ext cx="1803400" cy="927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endParaRPr lang="en-US" sz="1600" b="1" i="0" u="none" strike="noStrike" dirty="0">
              <a:solidFill>
                <a:srgbClr val="26476A"/>
              </a:solidFill>
              <a:latin typeface="Noto Sans SC"/>
              <a:ea typeface="Noto Sans SC"/>
              <a:cs typeface="Noto Sans SC"/>
              <a:sym typeface="Noto Sans SC"/>
            </a:endParaRPr>
          </a:p>
        </p:txBody>
      </p:sp>
      <p:sp>
        <p:nvSpPr>
          <p:cNvPr id="40" name="AutoShape 29">
            <a:extLst>
              <a:ext uri="{FF2B5EF4-FFF2-40B4-BE49-F238E27FC236}">
                <a16:creationId xmlns:a16="http://schemas.microsoft.com/office/drawing/2014/main" id="{95BEB450-3522-D794-9195-AB69412C4282}"/>
              </a:ext>
            </a:extLst>
          </p:cNvPr>
          <p:cNvSpPr/>
          <p:nvPr/>
        </p:nvSpPr>
        <p:spPr>
          <a:xfrm>
            <a:off x="3987800" y="3797300"/>
            <a:ext cx="18034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41" name="AutoShape 30">
            <a:extLst>
              <a:ext uri="{FF2B5EF4-FFF2-40B4-BE49-F238E27FC236}">
                <a16:creationId xmlns:a16="http://schemas.microsoft.com/office/drawing/2014/main" id="{A1AEA079-7095-A8D3-6CE6-3CCA8F7F873D}"/>
              </a:ext>
            </a:extLst>
          </p:cNvPr>
          <p:cNvSpPr/>
          <p:nvPr/>
        </p:nvSpPr>
        <p:spPr>
          <a:xfrm>
            <a:off x="4762500" y="3378200"/>
            <a:ext cx="190500" cy="368300"/>
          </a:xfrm>
          <a:prstGeom prst="rect">
            <a:avLst/>
          </a:prstGeom>
          <a:noFill/>
          <a:ln w="12700" cap="flat" cmpd="sng">
            <a:noFill/>
            <a:prstDash val="solid"/>
            <a:round/>
          </a:ln>
        </p:spPr>
        <p:txBody>
          <a:bodyPr vert="horz" wrap="none" lIns="88900" tIns="50800" rIns="88900" bIns="50800" rtlCol="0" anchor="t" anchorCtr="0"/>
          <a:lstStyle/>
          <a:p>
            <a:pPr algn="ctr">
              <a:defRPr/>
            </a:pPr>
            <a:endParaRPr/>
          </a:p>
        </p:txBody>
      </p:sp>
      <p:sp>
        <p:nvSpPr>
          <p:cNvPr id="42" name="AutoShape 31">
            <a:extLst>
              <a:ext uri="{FF2B5EF4-FFF2-40B4-BE49-F238E27FC236}">
                <a16:creationId xmlns:a16="http://schemas.microsoft.com/office/drawing/2014/main" id="{F2B62CF2-7090-28E9-C86A-FB598A9052D6}"/>
              </a:ext>
            </a:extLst>
          </p:cNvPr>
          <p:cNvSpPr/>
          <p:nvPr/>
        </p:nvSpPr>
        <p:spPr>
          <a:xfrm>
            <a:off x="6426200" y="3784600"/>
            <a:ext cx="18034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43" name="AutoShape 32">
            <a:extLst>
              <a:ext uri="{FF2B5EF4-FFF2-40B4-BE49-F238E27FC236}">
                <a16:creationId xmlns:a16="http://schemas.microsoft.com/office/drawing/2014/main" id="{93FCF18E-2706-2849-FBB2-76EB68E51891}"/>
              </a:ext>
            </a:extLst>
          </p:cNvPr>
          <p:cNvSpPr/>
          <p:nvPr/>
        </p:nvSpPr>
        <p:spPr>
          <a:xfrm>
            <a:off x="8915400" y="3797300"/>
            <a:ext cx="18034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44" name="Freeform 33">
            <a:extLst>
              <a:ext uri="{FF2B5EF4-FFF2-40B4-BE49-F238E27FC236}">
                <a16:creationId xmlns:a16="http://schemas.microsoft.com/office/drawing/2014/main" id="{D93EA3E8-9BAE-159E-D678-E6A8B18BB649}"/>
              </a:ext>
            </a:extLst>
          </p:cNvPr>
          <p:cNvSpPr/>
          <p:nvPr/>
        </p:nvSpPr>
        <p:spPr>
          <a:xfrm>
            <a:off x="7148897" y="2362200"/>
            <a:ext cx="209551" cy="124764"/>
          </a:xfrm>
          <a:custGeom>
            <a:avLst/>
            <a:gdLst/>
            <a:ahLst/>
            <a:cxnLst/>
            <a:rect l="l" t="t" r="r" b="b"/>
            <a:pathLst>
              <a:path w="209551" h="124764">
                <a:moveTo>
                  <a:pt x="166196" y="124764"/>
                </a:moveTo>
                <a:cubicBezTo>
                  <a:pt x="190284" y="124764"/>
                  <a:pt x="209552" y="105570"/>
                  <a:pt x="209552" y="81576"/>
                </a:cubicBezTo>
                <a:cubicBezTo>
                  <a:pt x="209552" y="57582"/>
                  <a:pt x="209552" y="57582"/>
                  <a:pt x="209552" y="57582"/>
                </a:cubicBezTo>
                <a:cubicBezTo>
                  <a:pt x="204731" y="47988"/>
                  <a:pt x="195096" y="43188"/>
                  <a:pt x="185463" y="43188"/>
                </a:cubicBezTo>
                <a:cubicBezTo>
                  <a:pt x="146929" y="43188"/>
                  <a:pt x="146929" y="43188"/>
                  <a:pt x="146929" y="43188"/>
                </a:cubicBezTo>
                <a:cubicBezTo>
                  <a:pt x="146929" y="40791"/>
                  <a:pt x="146929" y="40791"/>
                  <a:pt x="146929" y="40791"/>
                </a:cubicBezTo>
                <a:cubicBezTo>
                  <a:pt x="146929" y="19194"/>
                  <a:pt x="130067" y="0"/>
                  <a:pt x="108385" y="0"/>
                </a:cubicBezTo>
                <a:cubicBezTo>
                  <a:pt x="55395" y="0"/>
                  <a:pt x="55395" y="0"/>
                  <a:pt x="55395" y="0"/>
                </a:cubicBezTo>
                <a:cubicBezTo>
                  <a:pt x="33723" y="0"/>
                  <a:pt x="16861" y="19194"/>
                  <a:pt x="16861" y="40791"/>
                </a:cubicBezTo>
                <a:cubicBezTo>
                  <a:pt x="16861" y="43188"/>
                  <a:pt x="16861" y="43188"/>
                  <a:pt x="16861" y="43188"/>
                </a:cubicBezTo>
                <a:cubicBezTo>
                  <a:pt x="4821" y="43188"/>
                  <a:pt x="4821" y="43188"/>
                  <a:pt x="4821" y="43188"/>
                </a:cubicBezTo>
                <a:cubicBezTo>
                  <a:pt x="0" y="62382"/>
                  <a:pt x="0" y="81576"/>
                  <a:pt x="4821" y="100769"/>
                </a:cubicBezTo>
                <a:cubicBezTo>
                  <a:pt x="7228" y="110369"/>
                  <a:pt x="9633" y="117566"/>
                  <a:pt x="14455" y="124764"/>
                </a:cubicBezTo>
                <a:cubicBezTo>
                  <a:pt x="74673" y="124764"/>
                  <a:pt x="74673" y="124764"/>
                  <a:pt x="74673" y="124764"/>
                </a:cubicBezTo>
                <a:cubicBezTo>
                  <a:pt x="74673" y="119964"/>
                  <a:pt x="74673" y="119964"/>
                  <a:pt x="74673" y="119964"/>
                </a:cubicBezTo>
                <a:cubicBezTo>
                  <a:pt x="74673" y="115164"/>
                  <a:pt x="77078" y="112767"/>
                  <a:pt x="79485" y="112767"/>
                </a:cubicBezTo>
                <a:cubicBezTo>
                  <a:pt x="86712" y="112767"/>
                  <a:pt x="86712" y="112767"/>
                  <a:pt x="86712" y="112767"/>
                </a:cubicBezTo>
                <a:cubicBezTo>
                  <a:pt x="89117" y="112767"/>
                  <a:pt x="91524" y="115164"/>
                  <a:pt x="91524" y="119964"/>
                </a:cubicBezTo>
                <a:cubicBezTo>
                  <a:pt x="91524" y="124764"/>
                  <a:pt x="91524" y="124764"/>
                  <a:pt x="91524" y="124764"/>
                </a:cubicBezTo>
                <a:lnTo>
                  <a:pt x="166196" y="124764"/>
                </a:lnTo>
                <a:close/>
                <a:moveTo>
                  <a:pt x="38535" y="43188"/>
                </a:moveTo>
                <a:cubicBezTo>
                  <a:pt x="38535" y="40791"/>
                  <a:pt x="38535" y="40791"/>
                  <a:pt x="38535" y="40791"/>
                </a:cubicBezTo>
                <a:cubicBezTo>
                  <a:pt x="38535" y="28793"/>
                  <a:pt x="45762" y="21591"/>
                  <a:pt x="55395" y="21591"/>
                </a:cubicBezTo>
                <a:cubicBezTo>
                  <a:pt x="108385" y="21591"/>
                  <a:pt x="108385" y="21591"/>
                  <a:pt x="108385" y="21591"/>
                </a:cubicBezTo>
                <a:cubicBezTo>
                  <a:pt x="118028" y="21591"/>
                  <a:pt x="127662" y="28793"/>
                  <a:pt x="127662" y="40791"/>
                </a:cubicBezTo>
                <a:cubicBezTo>
                  <a:pt x="127662" y="43188"/>
                  <a:pt x="127662" y="43188"/>
                  <a:pt x="127662" y="43188"/>
                </a:cubicBezTo>
                <a:lnTo>
                  <a:pt x="38535" y="43188"/>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5" name="Freeform 34">
            <a:extLst>
              <a:ext uri="{FF2B5EF4-FFF2-40B4-BE49-F238E27FC236}">
                <a16:creationId xmlns:a16="http://schemas.microsoft.com/office/drawing/2014/main" id="{9F21A119-C7F2-6FD7-4B78-658660C41FBA}"/>
              </a:ext>
            </a:extLst>
          </p:cNvPr>
          <p:cNvSpPr/>
          <p:nvPr/>
        </p:nvSpPr>
        <p:spPr>
          <a:xfrm>
            <a:off x="7162800" y="2476500"/>
            <a:ext cx="192595" cy="82368"/>
          </a:xfrm>
          <a:custGeom>
            <a:avLst/>
            <a:gdLst/>
            <a:ahLst/>
            <a:cxnLst/>
            <a:rect l="l" t="t" r="r" b="b"/>
            <a:pathLst>
              <a:path w="192595" h="82368">
                <a:moveTo>
                  <a:pt x="122780" y="79948"/>
                </a:moveTo>
                <a:cubicBezTo>
                  <a:pt x="154076" y="72680"/>
                  <a:pt x="178151" y="53296"/>
                  <a:pt x="192596" y="29073"/>
                </a:cubicBezTo>
                <a:cubicBezTo>
                  <a:pt x="192596" y="0"/>
                  <a:pt x="192596" y="0"/>
                  <a:pt x="192596" y="0"/>
                </a:cubicBezTo>
                <a:cubicBezTo>
                  <a:pt x="185373" y="19380"/>
                  <a:pt x="166113" y="31495"/>
                  <a:pt x="144446" y="31495"/>
                </a:cubicBezTo>
                <a:cubicBezTo>
                  <a:pt x="69816" y="31495"/>
                  <a:pt x="69816" y="31495"/>
                  <a:pt x="69816" y="31495"/>
                </a:cubicBezTo>
                <a:cubicBezTo>
                  <a:pt x="69816" y="38763"/>
                  <a:pt x="69816" y="38763"/>
                  <a:pt x="69816" y="38763"/>
                </a:cubicBezTo>
                <a:cubicBezTo>
                  <a:pt x="69816" y="41185"/>
                  <a:pt x="67408" y="43605"/>
                  <a:pt x="65001" y="43605"/>
                </a:cubicBezTo>
                <a:cubicBezTo>
                  <a:pt x="57779" y="43605"/>
                  <a:pt x="57779" y="43605"/>
                  <a:pt x="57779" y="43605"/>
                </a:cubicBezTo>
                <a:cubicBezTo>
                  <a:pt x="55371" y="43605"/>
                  <a:pt x="52964" y="41185"/>
                  <a:pt x="52964" y="38763"/>
                </a:cubicBezTo>
                <a:cubicBezTo>
                  <a:pt x="52964" y="31495"/>
                  <a:pt x="52964" y="31495"/>
                  <a:pt x="52964" y="31495"/>
                </a:cubicBezTo>
                <a:cubicBezTo>
                  <a:pt x="0" y="31495"/>
                  <a:pt x="0" y="31495"/>
                  <a:pt x="0" y="31495"/>
                </a:cubicBezTo>
                <a:cubicBezTo>
                  <a:pt x="21667" y="62989"/>
                  <a:pt x="55371" y="82368"/>
                  <a:pt x="96298" y="82368"/>
                </a:cubicBezTo>
                <a:cubicBezTo>
                  <a:pt x="105927" y="82368"/>
                  <a:pt x="113149" y="82368"/>
                  <a:pt x="122780" y="7994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6" name="Freeform 35">
            <a:extLst>
              <a:ext uri="{FF2B5EF4-FFF2-40B4-BE49-F238E27FC236}">
                <a16:creationId xmlns:a16="http://schemas.microsoft.com/office/drawing/2014/main" id="{0E7FF4EF-D77D-CC7D-1811-A97E0D0A5295}"/>
              </a:ext>
            </a:extLst>
          </p:cNvPr>
          <p:cNvSpPr/>
          <p:nvPr/>
        </p:nvSpPr>
        <p:spPr>
          <a:xfrm>
            <a:off x="7069658" y="2256373"/>
            <a:ext cx="502683" cy="405793"/>
          </a:xfrm>
          <a:custGeom>
            <a:avLst/>
            <a:gdLst/>
            <a:ahLst/>
            <a:cxnLst/>
            <a:rect l="l" t="t" r="r" b="b"/>
            <a:pathLst>
              <a:path w="502683" h="405793">
                <a:moveTo>
                  <a:pt x="481039" y="338556"/>
                </a:moveTo>
                <a:cubicBezTo>
                  <a:pt x="384832" y="273722"/>
                  <a:pt x="384832" y="273722"/>
                  <a:pt x="384832" y="273722"/>
                </a:cubicBezTo>
                <a:cubicBezTo>
                  <a:pt x="375196" y="268932"/>
                  <a:pt x="365585" y="268932"/>
                  <a:pt x="355974" y="268932"/>
                </a:cubicBezTo>
                <a:cubicBezTo>
                  <a:pt x="353553" y="271337"/>
                  <a:pt x="348759" y="271337"/>
                  <a:pt x="346339" y="273722"/>
                </a:cubicBezTo>
                <a:cubicBezTo>
                  <a:pt x="331910" y="264122"/>
                  <a:pt x="331910" y="264122"/>
                  <a:pt x="331910" y="264122"/>
                </a:cubicBezTo>
                <a:cubicBezTo>
                  <a:pt x="351156" y="228109"/>
                  <a:pt x="355974" y="187285"/>
                  <a:pt x="346339" y="144076"/>
                </a:cubicBezTo>
                <a:cubicBezTo>
                  <a:pt x="324696" y="55233"/>
                  <a:pt x="235702" y="0"/>
                  <a:pt x="144312" y="21604"/>
                </a:cubicBezTo>
                <a:cubicBezTo>
                  <a:pt x="55318" y="43229"/>
                  <a:pt x="0" y="134457"/>
                  <a:pt x="21644" y="223299"/>
                </a:cubicBezTo>
                <a:cubicBezTo>
                  <a:pt x="43287" y="312141"/>
                  <a:pt x="134700" y="367375"/>
                  <a:pt x="223670" y="345769"/>
                </a:cubicBezTo>
                <a:cubicBezTo>
                  <a:pt x="259766" y="336150"/>
                  <a:pt x="288623" y="316951"/>
                  <a:pt x="310266" y="292941"/>
                </a:cubicBezTo>
                <a:cubicBezTo>
                  <a:pt x="327115" y="302541"/>
                  <a:pt x="327115" y="302541"/>
                  <a:pt x="327115" y="302541"/>
                </a:cubicBezTo>
                <a:cubicBezTo>
                  <a:pt x="327115" y="314546"/>
                  <a:pt x="331910" y="328956"/>
                  <a:pt x="343942" y="336150"/>
                </a:cubicBezTo>
                <a:cubicBezTo>
                  <a:pt x="440150" y="398598"/>
                  <a:pt x="440150" y="398598"/>
                  <a:pt x="440150" y="398598"/>
                </a:cubicBezTo>
                <a:cubicBezTo>
                  <a:pt x="449762" y="403389"/>
                  <a:pt x="459396" y="405793"/>
                  <a:pt x="469007" y="403389"/>
                </a:cubicBezTo>
                <a:cubicBezTo>
                  <a:pt x="478643" y="400984"/>
                  <a:pt x="485856" y="396193"/>
                  <a:pt x="490651" y="386594"/>
                </a:cubicBezTo>
                <a:cubicBezTo>
                  <a:pt x="502683" y="369779"/>
                  <a:pt x="497866" y="348175"/>
                  <a:pt x="481039" y="338556"/>
                </a:cubicBezTo>
                <a:close/>
                <a:moveTo>
                  <a:pt x="216456" y="314546"/>
                </a:moveTo>
                <a:cubicBezTo>
                  <a:pt x="144312" y="333765"/>
                  <a:pt x="69747" y="288132"/>
                  <a:pt x="52921" y="216104"/>
                </a:cubicBezTo>
                <a:cubicBezTo>
                  <a:pt x="36072" y="144076"/>
                  <a:pt x="79382" y="69642"/>
                  <a:pt x="151526" y="52829"/>
                </a:cubicBezTo>
                <a:cubicBezTo>
                  <a:pt x="226091" y="33610"/>
                  <a:pt x="298236" y="79242"/>
                  <a:pt x="317481" y="151271"/>
                </a:cubicBezTo>
                <a:cubicBezTo>
                  <a:pt x="334330" y="225704"/>
                  <a:pt x="288623" y="297751"/>
                  <a:pt x="216456" y="314546"/>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7" name="Freeform 36">
            <a:extLst>
              <a:ext uri="{FF2B5EF4-FFF2-40B4-BE49-F238E27FC236}">
                <a16:creationId xmlns:a16="http://schemas.microsoft.com/office/drawing/2014/main" id="{455E703C-5770-9777-3516-468A37C18A73}"/>
              </a:ext>
            </a:extLst>
          </p:cNvPr>
          <p:cNvSpPr/>
          <p:nvPr/>
        </p:nvSpPr>
        <p:spPr>
          <a:xfrm>
            <a:off x="9626600" y="2286000"/>
            <a:ext cx="443266" cy="399807"/>
          </a:xfrm>
          <a:custGeom>
            <a:avLst/>
            <a:gdLst/>
            <a:ahLst/>
            <a:cxnLst/>
            <a:rect l="l" t="t" r="r" b="b"/>
            <a:pathLst>
              <a:path w="443266" h="399807">
                <a:moveTo>
                  <a:pt x="379691" y="136305"/>
                </a:moveTo>
                <a:cubicBezTo>
                  <a:pt x="346979" y="119943"/>
                  <a:pt x="346979" y="119943"/>
                  <a:pt x="346979" y="119943"/>
                </a:cubicBezTo>
                <a:cubicBezTo>
                  <a:pt x="332449" y="129031"/>
                  <a:pt x="332449" y="129031"/>
                  <a:pt x="332449" y="129031"/>
                </a:cubicBezTo>
                <a:cubicBezTo>
                  <a:pt x="345173" y="149021"/>
                  <a:pt x="352438" y="174454"/>
                  <a:pt x="352438" y="199904"/>
                </a:cubicBezTo>
                <a:cubicBezTo>
                  <a:pt x="352438" y="283493"/>
                  <a:pt x="283403" y="352553"/>
                  <a:pt x="199840" y="352553"/>
                </a:cubicBezTo>
                <a:cubicBezTo>
                  <a:pt x="118081" y="352553"/>
                  <a:pt x="49046" y="283493"/>
                  <a:pt x="49046" y="199904"/>
                </a:cubicBezTo>
                <a:cubicBezTo>
                  <a:pt x="49046" y="116314"/>
                  <a:pt x="118081" y="49069"/>
                  <a:pt x="199840" y="49069"/>
                </a:cubicBezTo>
                <a:cubicBezTo>
                  <a:pt x="248886" y="49069"/>
                  <a:pt x="290667" y="70874"/>
                  <a:pt x="317920" y="105413"/>
                </a:cubicBezTo>
                <a:cubicBezTo>
                  <a:pt x="294300" y="121756"/>
                  <a:pt x="294300" y="121756"/>
                  <a:pt x="294300" y="121756"/>
                </a:cubicBezTo>
                <a:cubicBezTo>
                  <a:pt x="272506" y="94492"/>
                  <a:pt x="237989" y="76333"/>
                  <a:pt x="199840" y="76333"/>
                </a:cubicBezTo>
                <a:cubicBezTo>
                  <a:pt x="132611" y="76333"/>
                  <a:pt x="78125" y="132659"/>
                  <a:pt x="78125" y="199904"/>
                </a:cubicBezTo>
                <a:cubicBezTo>
                  <a:pt x="78125" y="268963"/>
                  <a:pt x="132611" y="323474"/>
                  <a:pt x="199840" y="323474"/>
                </a:cubicBezTo>
                <a:cubicBezTo>
                  <a:pt x="268874" y="323474"/>
                  <a:pt x="323359" y="268963"/>
                  <a:pt x="323359" y="199904"/>
                </a:cubicBezTo>
                <a:cubicBezTo>
                  <a:pt x="323359" y="179913"/>
                  <a:pt x="319726" y="159923"/>
                  <a:pt x="310656" y="143561"/>
                </a:cubicBezTo>
                <a:cubicBezTo>
                  <a:pt x="270680" y="169012"/>
                  <a:pt x="270680" y="169012"/>
                  <a:pt x="270680" y="169012"/>
                </a:cubicBezTo>
                <a:cubicBezTo>
                  <a:pt x="274312" y="178100"/>
                  <a:pt x="277945" y="189001"/>
                  <a:pt x="277945" y="199904"/>
                </a:cubicBezTo>
                <a:cubicBezTo>
                  <a:pt x="277945" y="243512"/>
                  <a:pt x="243427" y="278051"/>
                  <a:pt x="199840" y="278051"/>
                </a:cubicBezTo>
                <a:cubicBezTo>
                  <a:pt x="158057" y="278051"/>
                  <a:pt x="123539" y="243512"/>
                  <a:pt x="123539" y="199904"/>
                </a:cubicBezTo>
                <a:cubicBezTo>
                  <a:pt x="123539" y="158109"/>
                  <a:pt x="158057" y="123570"/>
                  <a:pt x="199840" y="123570"/>
                </a:cubicBezTo>
                <a:cubicBezTo>
                  <a:pt x="221633" y="123570"/>
                  <a:pt x="241621" y="132659"/>
                  <a:pt x="256150" y="147207"/>
                </a:cubicBezTo>
                <a:cubicBezTo>
                  <a:pt x="228897" y="163551"/>
                  <a:pt x="228897" y="163551"/>
                  <a:pt x="228897" y="163551"/>
                </a:cubicBezTo>
                <a:cubicBezTo>
                  <a:pt x="221633" y="158109"/>
                  <a:pt x="210736" y="154462"/>
                  <a:pt x="199840" y="154462"/>
                </a:cubicBezTo>
                <a:cubicBezTo>
                  <a:pt x="174393" y="154462"/>
                  <a:pt x="154424" y="174454"/>
                  <a:pt x="154424" y="199904"/>
                </a:cubicBezTo>
                <a:cubicBezTo>
                  <a:pt x="154424" y="225355"/>
                  <a:pt x="174393" y="247159"/>
                  <a:pt x="199840" y="247159"/>
                </a:cubicBezTo>
                <a:cubicBezTo>
                  <a:pt x="227091" y="247159"/>
                  <a:pt x="247059" y="225355"/>
                  <a:pt x="247059" y="199904"/>
                </a:cubicBezTo>
                <a:cubicBezTo>
                  <a:pt x="247059" y="196276"/>
                  <a:pt x="245254" y="190816"/>
                  <a:pt x="245254" y="187188"/>
                </a:cubicBezTo>
                <a:cubicBezTo>
                  <a:pt x="207104" y="210806"/>
                  <a:pt x="207104" y="210806"/>
                  <a:pt x="207104" y="210806"/>
                </a:cubicBezTo>
                <a:cubicBezTo>
                  <a:pt x="201646" y="203531"/>
                  <a:pt x="201646" y="203531"/>
                  <a:pt x="201646" y="203531"/>
                </a:cubicBezTo>
                <a:cubicBezTo>
                  <a:pt x="348806" y="105413"/>
                  <a:pt x="348806" y="105413"/>
                  <a:pt x="348806" y="105413"/>
                </a:cubicBezTo>
                <a:cubicBezTo>
                  <a:pt x="385129" y="121756"/>
                  <a:pt x="385129" y="121756"/>
                  <a:pt x="385129" y="121756"/>
                </a:cubicBezTo>
                <a:cubicBezTo>
                  <a:pt x="443266" y="83589"/>
                  <a:pt x="443266" y="83589"/>
                  <a:pt x="443266" y="83589"/>
                </a:cubicBezTo>
                <a:cubicBezTo>
                  <a:pt x="406942" y="67245"/>
                  <a:pt x="406942" y="67245"/>
                  <a:pt x="406942" y="67245"/>
                </a:cubicBezTo>
                <a:cubicBezTo>
                  <a:pt x="417840" y="61786"/>
                  <a:pt x="417840" y="61786"/>
                  <a:pt x="417840" y="61786"/>
                </a:cubicBezTo>
                <a:cubicBezTo>
                  <a:pt x="408748" y="47255"/>
                  <a:pt x="408748" y="47255"/>
                  <a:pt x="408748" y="47255"/>
                </a:cubicBezTo>
                <a:cubicBezTo>
                  <a:pt x="397852" y="52697"/>
                  <a:pt x="397852" y="52697"/>
                  <a:pt x="397852" y="52697"/>
                </a:cubicBezTo>
                <a:cubicBezTo>
                  <a:pt x="397852" y="14530"/>
                  <a:pt x="397852" y="14530"/>
                  <a:pt x="397852" y="14530"/>
                </a:cubicBezTo>
                <a:cubicBezTo>
                  <a:pt x="339714" y="52697"/>
                  <a:pt x="339714" y="52697"/>
                  <a:pt x="339714" y="52697"/>
                </a:cubicBezTo>
                <a:cubicBezTo>
                  <a:pt x="339714" y="90863"/>
                  <a:pt x="339714" y="90863"/>
                  <a:pt x="339714" y="90863"/>
                </a:cubicBezTo>
                <a:cubicBezTo>
                  <a:pt x="326991" y="99952"/>
                  <a:pt x="326991" y="99952"/>
                  <a:pt x="326991" y="99952"/>
                </a:cubicBezTo>
                <a:cubicBezTo>
                  <a:pt x="326991" y="56344"/>
                  <a:pt x="326991" y="56344"/>
                  <a:pt x="326991" y="56344"/>
                </a:cubicBezTo>
                <a:cubicBezTo>
                  <a:pt x="332449" y="50883"/>
                  <a:pt x="332449" y="50883"/>
                  <a:pt x="332449" y="50883"/>
                </a:cubicBezTo>
                <a:cubicBezTo>
                  <a:pt x="297932" y="19990"/>
                  <a:pt x="250692" y="0"/>
                  <a:pt x="199840" y="0"/>
                </a:cubicBezTo>
                <a:cubicBezTo>
                  <a:pt x="90828" y="0"/>
                  <a:pt x="0" y="90863"/>
                  <a:pt x="0" y="199904"/>
                </a:cubicBezTo>
                <a:cubicBezTo>
                  <a:pt x="0" y="310758"/>
                  <a:pt x="90828" y="399807"/>
                  <a:pt x="199840" y="399807"/>
                </a:cubicBezTo>
                <a:cubicBezTo>
                  <a:pt x="310656" y="399807"/>
                  <a:pt x="399658" y="310758"/>
                  <a:pt x="399658" y="199904"/>
                </a:cubicBezTo>
                <a:cubicBezTo>
                  <a:pt x="399658" y="176286"/>
                  <a:pt x="396025" y="152649"/>
                  <a:pt x="386955" y="130844"/>
                </a:cubicBezTo>
                <a:lnTo>
                  <a:pt x="379691" y="136305"/>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8" name="Freeform 37">
            <a:extLst>
              <a:ext uri="{FF2B5EF4-FFF2-40B4-BE49-F238E27FC236}">
                <a16:creationId xmlns:a16="http://schemas.microsoft.com/office/drawing/2014/main" id="{835F28A2-720B-7AF5-EBBD-69C57D4F785A}"/>
              </a:ext>
            </a:extLst>
          </p:cNvPr>
          <p:cNvSpPr/>
          <p:nvPr/>
        </p:nvSpPr>
        <p:spPr>
          <a:xfrm>
            <a:off x="4800600" y="2273300"/>
            <a:ext cx="311617" cy="278232"/>
          </a:xfrm>
          <a:custGeom>
            <a:avLst/>
            <a:gdLst/>
            <a:ahLst/>
            <a:cxnLst/>
            <a:rect l="l" t="t" r="r" b="b"/>
            <a:pathLst>
              <a:path w="311617" h="278232">
                <a:moveTo>
                  <a:pt x="17413" y="278232"/>
                </a:moveTo>
                <a:cubicBezTo>
                  <a:pt x="43525" y="202980"/>
                  <a:pt x="43525" y="202980"/>
                  <a:pt x="43525" y="202980"/>
                </a:cubicBezTo>
                <a:cubicBezTo>
                  <a:pt x="15668" y="180232"/>
                  <a:pt x="0" y="150490"/>
                  <a:pt x="0" y="120747"/>
                </a:cubicBezTo>
                <a:cubicBezTo>
                  <a:pt x="0" y="54242"/>
                  <a:pt x="69638" y="0"/>
                  <a:pt x="156674" y="0"/>
                </a:cubicBezTo>
                <a:cubicBezTo>
                  <a:pt x="241979" y="0"/>
                  <a:pt x="311617" y="54242"/>
                  <a:pt x="311617" y="120747"/>
                </a:cubicBezTo>
                <a:cubicBezTo>
                  <a:pt x="311617" y="185487"/>
                  <a:pt x="241979" y="239729"/>
                  <a:pt x="156674" y="239729"/>
                </a:cubicBezTo>
                <a:cubicBezTo>
                  <a:pt x="137530" y="239729"/>
                  <a:pt x="118386" y="237978"/>
                  <a:pt x="100973" y="232735"/>
                </a:cubicBezTo>
                <a:cubicBezTo>
                  <a:pt x="94004" y="236239"/>
                  <a:pt x="67892" y="248488"/>
                  <a:pt x="48748" y="260739"/>
                </a:cubicBezTo>
                <a:cubicBezTo>
                  <a:pt x="17413" y="278232"/>
                  <a:pt x="17413" y="278232"/>
                  <a:pt x="17413" y="278232"/>
                </a:cubicBezTo>
                <a:close/>
                <a:moveTo>
                  <a:pt x="156674" y="26252"/>
                </a:moveTo>
                <a:cubicBezTo>
                  <a:pt x="83560" y="26252"/>
                  <a:pt x="26112" y="68243"/>
                  <a:pt x="26112" y="120747"/>
                </a:cubicBezTo>
                <a:cubicBezTo>
                  <a:pt x="26112" y="145233"/>
                  <a:pt x="40034" y="169734"/>
                  <a:pt x="66147" y="187239"/>
                </a:cubicBezTo>
                <a:cubicBezTo>
                  <a:pt x="74860" y="192481"/>
                  <a:pt x="74860" y="192481"/>
                  <a:pt x="74860" y="192481"/>
                </a:cubicBezTo>
                <a:cubicBezTo>
                  <a:pt x="66147" y="220485"/>
                  <a:pt x="66147" y="220485"/>
                  <a:pt x="66147" y="220485"/>
                </a:cubicBezTo>
                <a:cubicBezTo>
                  <a:pt x="94004" y="204732"/>
                  <a:pt x="99226" y="204732"/>
                  <a:pt x="100973" y="204732"/>
                </a:cubicBezTo>
                <a:cubicBezTo>
                  <a:pt x="104450" y="204732"/>
                  <a:pt x="104450" y="204732"/>
                  <a:pt x="104450" y="204732"/>
                </a:cubicBezTo>
                <a:cubicBezTo>
                  <a:pt x="106195" y="206483"/>
                  <a:pt x="106195" y="206483"/>
                  <a:pt x="106195" y="206483"/>
                </a:cubicBezTo>
                <a:cubicBezTo>
                  <a:pt x="121863" y="209987"/>
                  <a:pt x="139276" y="213491"/>
                  <a:pt x="156674" y="213491"/>
                </a:cubicBezTo>
                <a:cubicBezTo>
                  <a:pt x="228058" y="213491"/>
                  <a:pt x="285505" y="171486"/>
                  <a:pt x="285505" y="120747"/>
                </a:cubicBezTo>
                <a:cubicBezTo>
                  <a:pt x="285505" y="68243"/>
                  <a:pt x="228058" y="26252"/>
                  <a:pt x="156674" y="26252"/>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9" name="AutoShape 38">
            <a:extLst>
              <a:ext uri="{FF2B5EF4-FFF2-40B4-BE49-F238E27FC236}">
                <a16:creationId xmlns:a16="http://schemas.microsoft.com/office/drawing/2014/main" id="{A3A1C825-7423-A62A-99C6-BBBE7B09AB13}"/>
              </a:ext>
            </a:extLst>
          </p:cNvPr>
          <p:cNvSpPr/>
          <p:nvPr/>
        </p:nvSpPr>
        <p:spPr>
          <a:xfrm>
            <a:off x="4876800" y="2349500"/>
            <a:ext cx="152400" cy="127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0" name="AutoShape 39">
            <a:extLst>
              <a:ext uri="{FF2B5EF4-FFF2-40B4-BE49-F238E27FC236}">
                <a16:creationId xmlns:a16="http://schemas.microsoft.com/office/drawing/2014/main" id="{FB9EBB77-0209-65EC-D8AA-ECE000B6CEAC}"/>
              </a:ext>
            </a:extLst>
          </p:cNvPr>
          <p:cNvSpPr/>
          <p:nvPr/>
        </p:nvSpPr>
        <p:spPr>
          <a:xfrm>
            <a:off x="4876800" y="2387600"/>
            <a:ext cx="152400" cy="127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1" name="AutoShape 40">
            <a:extLst>
              <a:ext uri="{FF2B5EF4-FFF2-40B4-BE49-F238E27FC236}">
                <a16:creationId xmlns:a16="http://schemas.microsoft.com/office/drawing/2014/main" id="{385F520C-B127-1568-0511-8D481B81B2A4}"/>
              </a:ext>
            </a:extLst>
          </p:cNvPr>
          <p:cNvSpPr/>
          <p:nvPr/>
        </p:nvSpPr>
        <p:spPr>
          <a:xfrm>
            <a:off x="4876800" y="2413000"/>
            <a:ext cx="152400" cy="127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2" name="Freeform 41">
            <a:extLst>
              <a:ext uri="{FF2B5EF4-FFF2-40B4-BE49-F238E27FC236}">
                <a16:creationId xmlns:a16="http://schemas.microsoft.com/office/drawing/2014/main" id="{A30BC8CB-DC67-3B54-DD6F-CBB3DC865199}"/>
              </a:ext>
            </a:extLst>
          </p:cNvPr>
          <p:cNvSpPr/>
          <p:nvPr/>
        </p:nvSpPr>
        <p:spPr>
          <a:xfrm>
            <a:off x="4635500" y="2434044"/>
            <a:ext cx="221192" cy="240669"/>
          </a:xfrm>
          <a:custGeom>
            <a:avLst/>
            <a:gdLst/>
            <a:ahLst/>
            <a:cxnLst/>
            <a:rect l="l" t="t" r="r" b="b"/>
            <a:pathLst>
              <a:path w="221192" h="240669">
                <a:moveTo>
                  <a:pt x="208996" y="165682"/>
                </a:moveTo>
                <a:cubicBezTo>
                  <a:pt x="186355" y="155209"/>
                  <a:pt x="161972" y="148234"/>
                  <a:pt x="137589" y="146496"/>
                </a:cubicBezTo>
                <a:cubicBezTo>
                  <a:pt x="139330" y="139521"/>
                  <a:pt x="139330" y="134283"/>
                  <a:pt x="141072" y="129059"/>
                </a:cubicBezTo>
                <a:cubicBezTo>
                  <a:pt x="146304" y="125571"/>
                  <a:pt x="149786" y="120334"/>
                  <a:pt x="149786" y="115097"/>
                </a:cubicBezTo>
                <a:cubicBezTo>
                  <a:pt x="149786" y="109871"/>
                  <a:pt x="151526" y="104635"/>
                  <a:pt x="151526" y="99409"/>
                </a:cubicBezTo>
                <a:cubicBezTo>
                  <a:pt x="153267" y="101148"/>
                  <a:pt x="153267" y="101148"/>
                  <a:pt x="155009" y="101148"/>
                </a:cubicBezTo>
                <a:cubicBezTo>
                  <a:pt x="156750" y="101148"/>
                  <a:pt x="160231" y="99409"/>
                  <a:pt x="160231" y="97660"/>
                </a:cubicBezTo>
                <a:cubicBezTo>
                  <a:pt x="161972" y="71498"/>
                  <a:pt x="161972" y="71498"/>
                  <a:pt x="161972" y="71498"/>
                </a:cubicBezTo>
                <a:cubicBezTo>
                  <a:pt x="161972" y="69760"/>
                  <a:pt x="160231" y="66272"/>
                  <a:pt x="158490" y="66272"/>
                </a:cubicBezTo>
                <a:cubicBezTo>
                  <a:pt x="156750" y="66272"/>
                  <a:pt x="156750" y="66272"/>
                  <a:pt x="155009" y="68011"/>
                </a:cubicBezTo>
                <a:cubicBezTo>
                  <a:pt x="156750" y="62785"/>
                  <a:pt x="156750" y="57549"/>
                  <a:pt x="156750" y="52323"/>
                </a:cubicBezTo>
                <a:cubicBezTo>
                  <a:pt x="158490" y="47086"/>
                  <a:pt x="160231" y="29648"/>
                  <a:pt x="148045" y="17437"/>
                </a:cubicBezTo>
                <a:cubicBezTo>
                  <a:pt x="130626" y="0"/>
                  <a:pt x="90566" y="0"/>
                  <a:pt x="73147" y="17437"/>
                </a:cubicBezTo>
                <a:cubicBezTo>
                  <a:pt x="59220" y="29648"/>
                  <a:pt x="62701" y="47086"/>
                  <a:pt x="64442" y="52323"/>
                </a:cubicBezTo>
                <a:cubicBezTo>
                  <a:pt x="64442" y="57549"/>
                  <a:pt x="64442" y="62785"/>
                  <a:pt x="64442" y="68011"/>
                </a:cubicBezTo>
                <a:cubicBezTo>
                  <a:pt x="64442" y="66272"/>
                  <a:pt x="62701" y="66272"/>
                  <a:pt x="62701" y="66272"/>
                </a:cubicBezTo>
                <a:cubicBezTo>
                  <a:pt x="59220" y="66272"/>
                  <a:pt x="57479" y="69760"/>
                  <a:pt x="59220" y="71498"/>
                </a:cubicBezTo>
                <a:cubicBezTo>
                  <a:pt x="60961" y="97660"/>
                  <a:pt x="60961" y="97660"/>
                  <a:pt x="60961" y="97660"/>
                </a:cubicBezTo>
                <a:cubicBezTo>
                  <a:pt x="60961" y="99409"/>
                  <a:pt x="62701" y="101148"/>
                  <a:pt x="66184" y="101148"/>
                </a:cubicBezTo>
                <a:cubicBezTo>
                  <a:pt x="67925" y="101148"/>
                  <a:pt x="67925" y="101148"/>
                  <a:pt x="69666" y="99409"/>
                </a:cubicBezTo>
                <a:cubicBezTo>
                  <a:pt x="69666" y="104635"/>
                  <a:pt x="69666" y="109871"/>
                  <a:pt x="71406" y="115097"/>
                </a:cubicBezTo>
                <a:cubicBezTo>
                  <a:pt x="71406" y="120334"/>
                  <a:pt x="74888" y="125571"/>
                  <a:pt x="80120" y="129059"/>
                </a:cubicBezTo>
                <a:cubicBezTo>
                  <a:pt x="81862" y="134283"/>
                  <a:pt x="81862" y="139521"/>
                  <a:pt x="83603" y="146496"/>
                </a:cubicBezTo>
                <a:cubicBezTo>
                  <a:pt x="59220" y="148234"/>
                  <a:pt x="34837" y="155209"/>
                  <a:pt x="12196" y="165682"/>
                </a:cubicBezTo>
                <a:cubicBezTo>
                  <a:pt x="5222" y="170908"/>
                  <a:pt x="0" y="179633"/>
                  <a:pt x="0" y="188345"/>
                </a:cubicBezTo>
                <a:cubicBezTo>
                  <a:pt x="1741" y="197070"/>
                  <a:pt x="1741" y="205793"/>
                  <a:pt x="3482" y="214507"/>
                </a:cubicBezTo>
                <a:cubicBezTo>
                  <a:pt x="3482" y="221482"/>
                  <a:pt x="10446" y="228456"/>
                  <a:pt x="17419" y="230206"/>
                </a:cubicBezTo>
                <a:cubicBezTo>
                  <a:pt x="80120" y="240669"/>
                  <a:pt x="141072" y="240669"/>
                  <a:pt x="203773" y="230206"/>
                </a:cubicBezTo>
                <a:cubicBezTo>
                  <a:pt x="210746" y="228456"/>
                  <a:pt x="217710" y="221482"/>
                  <a:pt x="217710" y="214507"/>
                </a:cubicBezTo>
                <a:cubicBezTo>
                  <a:pt x="217710" y="205793"/>
                  <a:pt x="219451" y="197070"/>
                  <a:pt x="219451" y="188345"/>
                </a:cubicBezTo>
                <a:cubicBezTo>
                  <a:pt x="221192" y="179633"/>
                  <a:pt x="215970" y="170908"/>
                  <a:pt x="208996" y="165682"/>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3" name="Freeform 42">
            <a:extLst>
              <a:ext uri="{FF2B5EF4-FFF2-40B4-BE49-F238E27FC236}">
                <a16:creationId xmlns:a16="http://schemas.microsoft.com/office/drawing/2014/main" id="{A52BC4D1-8C2D-4263-C388-5C64EE40BA91}"/>
              </a:ext>
            </a:extLst>
          </p:cNvPr>
          <p:cNvSpPr/>
          <p:nvPr/>
        </p:nvSpPr>
        <p:spPr>
          <a:xfrm>
            <a:off x="2362200" y="2260600"/>
            <a:ext cx="25706" cy="63586"/>
          </a:xfrm>
          <a:custGeom>
            <a:avLst/>
            <a:gdLst/>
            <a:ahLst/>
            <a:cxnLst/>
            <a:rect l="l" t="t" r="r" b="b"/>
            <a:pathLst>
              <a:path w="25706" h="63586">
                <a:moveTo>
                  <a:pt x="13710" y="63586"/>
                </a:moveTo>
                <a:cubicBezTo>
                  <a:pt x="6855" y="63586"/>
                  <a:pt x="0" y="56892"/>
                  <a:pt x="0" y="50201"/>
                </a:cubicBezTo>
                <a:cubicBezTo>
                  <a:pt x="0" y="11713"/>
                  <a:pt x="0" y="11713"/>
                  <a:pt x="0" y="11713"/>
                </a:cubicBezTo>
                <a:cubicBezTo>
                  <a:pt x="0" y="5019"/>
                  <a:pt x="6855" y="0"/>
                  <a:pt x="13710" y="0"/>
                </a:cubicBezTo>
                <a:cubicBezTo>
                  <a:pt x="20565" y="0"/>
                  <a:pt x="25706" y="5019"/>
                  <a:pt x="25706" y="11713"/>
                </a:cubicBezTo>
                <a:cubicBezTo>
                  <a:pt x="25706" y="50201"/>
                  <a:pt x="25706" y="50201"/>
                  <a:pt x="25706" y="50201"/>
                </a:cubicBezTo>
                <a:cubicBezTo>
                  <a:pt x="25706" y="56892"/>
                  <a:pt x="20565" y="63586"/>
                  <a:pt x="13710" y="63586"/>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4" name="Freeform 43">
            <a:extLst>
              <a:ext uri="{FF2B5EF4-FFF2-40B4-BE49-F238E27FC236}">
                <a16:creationId xmlns:a16="http://schemas.microsoft.com/office/drawing/2014/main" id="{9B0B4C7B-BB97-02D8-33C7-3C718F3BACB8}"/>
              </a:ext>
            </a:extLst>
          </p:cNvPr>
          <p:cNvSpPr/>
          <p:nvPr/>
        </p:nvSpPr>
        <p:spPr>
          <a:xfrm>
            <a:off x="2258978" y="2271599"/>
            <a:ext cx="47352" cy="59527"/>
          </a:xfrm>
          <a:custGeom>
            <a:avLst/>
            <a:gdLst/>
            <a:ahLst/>
            <a:cxnLst/>
            <a:rect l="l" t="t" r="r" b="b"/>
            <a:pathLst>
              <a:path w="47352" h="59527">
                <a:moveTo>
                  <a:pt x="33824" y="59528"/>
                </a:moveTo>
                <a:cubicBezTo>
                  <a:pt x="28749" y="59528"/>
                  <a:pt x="25366" y="57827"/>
                  <a:pt x="21986" y="54426"/>
                </a:cubicBezTo>
                <a:cubicBezTo>
                  <a:pt x="3382" y="20411"/>
                  <a:pt x="3382" y="20411"/>
                  <a:pt x="3382" y="20411"/>
                </a:cubicBezTo>
                <a:cubicBezTo>
                  <a:pt x="0" y="13606"/>
                  <a:pt x="1691" y="6805"/>
                  <a:pt x="6766" y="3402"/>
                </a:cubicBezTo>
                <a:cubicBezTo>
                  <a:pt x="13528" y="0"/>
                  <a:pt x="20294" y="1701"/>
                  <a:pt x="23676" y="8506"/>
                </a:cubicBezTo>
                <a:cubicBezTo>
                  <a:pt x="43970" y="42521"/>
                  <a:pt x="43970" y="42521"/>
                  <a:pt x="43970" y="42521"/>
                </a:cubicBezTo>
                <a:cubicBezTo>
                  <a:pt x="47352" y="47623"/>
                  <a:pt x="45662" y="56127"/>
                  <a:pt x="38896" y="59528"/>
                </a:cubicBezTo>
                <a:cubicBezTo>
                  <a:pt x="37205" y="59528"/>
                  <a:pt x="35514" y="59528"/>
                  <a:pt x="33824" y="5952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5" name="Freeform 44">
            <a:extLst>
              <a:ext uri="{FF2B5EF4-FFF2-40B4-BE49-F238E27FC236}">
                <a16:creationId xmlns:a16="http://schemas.microsoft.com/office/drawing/2014/main" id="{88E159D1-E204-7C76-81CE-D83A54D58A79}"/>
              </a:ext>
            </a:extLst>
          </p:cNvPr>
          <p:cNvSpPr/>
          <p:nvPr/>
        </p:nvSpPr>
        <p:spPr>
          <a:xfrm>
            <a:off x="2195417" y="2347797"/>
            <a:ext cx="62233" cy="45997"/>
          </a:xfrm>
          <a:custGeom>
            <a:avLst/>
            <a:gdLst/>
            <a:ahLst/>
            <a:cxnLst/>
            <a:rect l="l" t="t" r="r" b="b"/>
            <a:pathLst>
              <a:path w="62233" h="45997">
                <a:moveTo>
                  <a:pt x="47096" y="45997"/>
                </a:moveTo>
                <a:cubicBezTo>
                  <a:pt x="45413" y="45997"/>
                  <a:pt x="43730" y="45997"/>
                  <a:pt x="42051" y="44294"/>
                </a:cubicBezTo>
                <a:cubicBezTo>
                  <a:pt x="8410" y="23851"/>
                  <a:pt x="8410" y="23851"/>
                  <a:pt x="8410" y="23851"/>
                </a:cubicBezTo>
                <a:cubicBezTo>
                  <a:pt x="1683" y="20443"/>
                  <a:pt x="0" y="13628"/>
                  <a:pt x="3366" y="8518"/>
                </a:cubicBezTo>
                <a:cubicBezTo>
                  <a:pt x="6727" y="1703"/>
                  <a:pt x="15137" y="0"/>
                  <a:pt x="20183" y="3406"/>
                </a:cubicBezTo>
                <a:cubicBezTo>
                  <a:pt x="53823" y="23851"/>
                  <a:pt x="53823" y="23851"/>
                  <a:pt x="53823" y="23851"/>
                </a:cubicBezTo>
                <a:cubicBezTo>
                  <a:pt x="58869" y="27257"/>
                  <a:pt x="62233" y="34071"/>
                  <a:pt x="58869" y="39182"/>
                </a:cubicBezTo>
                <a:cubicBezTo>
                  <a:pt x="55506" y="44294"/>
                  <a:pt x="52140" y="45997"/>
                  <a:pt x="47096" y="45997"/>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6" name="Freeform 45">
            <a:extLst>
              <a:ext uri="{FF2B5EF4-FFF2-40B4-BE49-F238E27FC236}">
                <a16:creationId xmlns:a16="http://schemas.microsoft.com/office/drawing/2014/main" id="{5BC79689-18A2-D5FF-B2C2-70E6F90DED15}"/>
              </a:ext>
            </a:extLst>
          </p:cNvPr>
          <p:cNvSpPr/>
          <p:nvPr/>
        </p:nvSpPr>
        <p:spPr>
          <a:xfrm>
            <a:off x="2159000" y="2451100"/>
            <a:ext cx="63588" cy="22998"/>
          </a:xfrm>
          <a:custGeom>
            <a:avLst/>
            <a:gdLst/>
            <a:ahLst/>
            <a:cxnLst/>
            <a:rect l="l" t="t" r="r" b="b"/>
            <a:pathLst>
              <a:path w="63588" h="22998">
                <a:moveTo>
                  <a:pt x="51873" y="22998"/>
                </a:moveTo>
                <a:cubicBezTo>
                  <a:pt x="13386" y="22998"/>
                  <a:pt x="13386" y="22998"/>
                  <a:pt x="13386" y="22998"/>
                </a:cubicBezTo>
                <a:cubicBezTo>
                  <a:pt x="6694" y="22998"/>
                  <a:pt x="0" y="18070"/>
                  <a:pt x="0" y="11500"/>
                </a:cubicBezTo>
                <a:cubicBezTo>
                  <a:pt x="0" y="4929"/>
                  <a:pt x="6694" y="0"/>
                  <a:pt x="13386" y="0"/>
                </a:cubicBezTo>
                <a:cubicBezTo>
                  <a:pt x="51873" y="0"/>
                  <a:pt x="51873" y="0"/>
                  <a:pt x="51873" y="0"/>
                </a:cubicBezTo>
                <a:cubicBezTo>
                  <a:pt x="58567" y="0"/>
                  <a:pt x="63588" y="4929"/>
                  <a:pt x="63588" y="11500"/>
                </a:cubicBezTo>
                <a:cubicBezTo>
                  <a:pt x="63588" y="18070"/>
                  <a:pt x="58567" y="22998"/>
                  <a:pt x="51873" y="2299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7" name="Freeform 46">
            <a:extLst>
              <a:ext uri="{FF2B5EF4-FFF2-40B4-BE49-F238E27FC236}">
                <a16:creationId xmlns:a16="http://schemas.microsoft.com/office/drawing/2014/main" id="{6A96BFDD-92D8-2BD0-18BD-C600C71DE98D}"/>
              </a:ext>
            </a:extLst>
          </p:cNvPr>
          <p:cNvSpPr/>
          <p:nvPr/>
        </p:nvSpPr>
        <p:spPr>
          <a:xfrm>
            <a:off x="2182390" y="2525664"/>
            <a:ext cx="62233" cy="45998"/>
          </a:xfrm>
          <a:custGeom>
            <a:avLst/>
            <a:gdLst/>
            <a:ahLst/>
            <a:cxnLst/>
            <a:rect l="l" t="t" r="r" b="b"/>
            <a:pathLst>
              <a:path w="62233" h="45998">
                <a:moveTo>
                  <a:pt x="15137" y="45998"/>
                </a:moveTo>
                <a:cubicBezTo>
                  <a:pt x="10091" y="45998"/>
                  <a:pt x="6727" y="42592"/>
                  <a:pt x="3364" y="39185"/>
                </a:cubicBezTo>
                <a:cubicBezTo>
                  <a:pt x="0" y="34073"/>
                  <a:pt x="3364" y="25555"/>
                  <a:pt x="8410" y="22148"/>
                </a:cubicBezTo>
                <a:cubicBezTo>
                  <a:pt x="42049" y="3408"/>
                  <a:pt x="42049" y="3408"/>
                  <a:pt x="42049" y="3408"/>
                </a:cubicBezTo>
                <a:cubicBezTo>
                  <a:pt x="48776" y="0"/>
                  <a:pt x="55504" y="1705"/>
                  <a:pt x="58867" y="6815"/>
                </a:cubicBezTo>
                <a:cubicBezTo>
                  <a:pt x="62232" y="13630"/>
                  <a:pt x="60549" y="20445"/>
                  <a:pt x="53822" y="23852"/>
                </a:cubicBezTo>
                <a:cubicBezTo>
                  <a:pt x="20181" y="44295"/>
                  <a:pt x="20181" y="44295"/>
                  <a:pt x="20181" y="44295"/>
                </a:cubicBezTo>
                <a:cubicBezTo>
                  <a:pt x="18502" y="44295"/>
                  <a:pt x="16819" y="45998"/>
                  <a:pt x="15137" y="4599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8" name="Freeform 47">
            <a:extLst>
              <a:ext uri="{FF2B5EF4-FFF2-40B4-BE49-F238E27FC236}">
                <a16:creationId xmlns:a16="http://schemas.microsoft.com/office/drawing/2014/main" id="{8F783BDC-3B95-4352-99DF-5D7E16BC892E}"/>
              </a:ext>
            </a:extLst>
          </p:cNvPr>
          <p:cNvSpPr/>
          <p:nvPr/>
        </p:nvSpPr>
        <p:spPr>
          <a:xfrm>
            <a:off x="2500217" y="2538297"/>
            <a:ext cx="62235" cy="45997"/>
          </a:xfrm>
          <a:custGeom>
            <a:avLst/>
            <a:gdLst/>
            <a:ahLst/>
            <a:cxnLst/>
            <a:rect l="l" t="t" r="r" b="b"/>
            <a:pathLst>
              <a:path w="62235" h="45997">
                <a:moveTo>
                  <a:pt x="48780" y="45997"/>
                </a:moveTo>
                <a:cubicBezTo>
                  <a:pt x="45415" y="45997"/>
                  <a:pt x="43733" y="45997"/>
                  <a:pt x="42052" y="44294"/>
                </a:cubicBezTo>
                <a:cubicBezTo>
                  <a:pt x="8410" y="25554"/>
                  <a:pt x="8410" y="25554"/>
                  <a:pt x="8410" y="25554"/>
                </a:cubicBezTo>
                <a:cubicBezTo>
                  <a:pt x="1683" y="22146"/>
                  <a:pt x="0" y="13628"/>
                  <a:pt x="3366" y="8518"/>
                </a:cubicBezTo>
                <a:cubicBezTo>
                  <a:pt x="6729" y="1703"/>
                  <a:pt x="15139" y="0"/>
                  <a:pt x="20183" y="3406"/>
                </a:cubicBezTo>
                <a:cubicBezTo>
                  <a:pt x="53825" y="23851"/>
                  <a:pt x="53825" y="23851"/>
                  <a:pt x="53825" y="23851"/>
                </a:cubicBezTo>
                <a:cubicBezTo>
                  <a:pt x="60553" y="27257"/>
                  <a:pt x="62235" y="34071"/>
                  <a:pt x="58870" y="39182"/>
                </a:cubicBezTo>
                <a:cubicBezTo>
                  <a:pt x="57191" y="44294"/>
                  <a:pt x="52143" y="45997"/>
                  <a:pt x="48780" y="45997"/>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9" name="Freeform 48">
            <a:extLst>
              <a:ext uri="{FF2B5EF4-FFF2-40B4-BE49-F238E27FC236}">
                <a16:creationId xmlns:a16="http://schemas.microsoft.com/office/drawing/2014/main" id="{5FD30585-1182-1E87-DBED-249A98131618}"/>
              </a:ext>
            </a:extLst>
          </p:cNvPr>
          <p:cNvSpPr/>
          <p:nvPr/>
        </p:nvSpPr>
        <p:spPr>
          <a:xfrm>
            <a:off x="2527300" y="2463800"/>
            <a:ext cx="62234" cy="22998"/>
          </a:xfrm>
          <a:custGeom>
            <a:avLst/>
            <a:gdLst/>
            <a:ahLst/>
            <a:cxnLst/>
            <a:rect l="l" t="t" r="r" b="b"/>
            <a:pathLst>
              <a:path w="62234" h="22998">
                <a:moveTo>
                  <a:pt x="50461" y="22998"/>
                </a:moveTo>
                <a:cubicBezTo>
                  <a:pt x="11773" y="22998"/>
                  <a:pt x="11773" y="22998"/>
                  <a:pt x="11773" y="22998"/>
                </a:cubicBezTo>
                <a:cubicBezTo>
                  <a:pt x="5044" y="22998"/>
                  <a:pt x="0" y="18070"/>
                  <a:pt x="0" y="11500"/>
                </a:cubicBezTo>
                <a:cubicBezTo>
                  <a:pt x="0" y="4929"/>
                  <a:pt x="5044" y="0"/>
                  <a:pt x="11773" y="0"/>
                </a:cubicBezTo>
                <a:cubicBezTo>
                  <a:pt x="50461" y="0"/>
                  <a:pt x="50461" y="0"/>
                  <a:pt x="50461" y="0"/>
                </a:cubicBezTo>
                <a:cubicBezTo>
                  <a:pt x="57189" y="0"/>
                  <a:pt x="62234" y="4929"/>
                  <a:pt x="62234" y="11500"/>
                </a:cubicBezTo>
                <a:cubicBezTo>
                  <a:pt x="62234" y="18070"/>
                  <a:pt x="57189" y="22998"/>
                  <a:pt x="50461" y="2299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0" name="Freeform 49">
            <a:extLst>
              <a:ext uri="{FF2B5EF4-FFF2-40B4-BE49-F238E27FC236}">
                <a16:creationId xmlns:a16="http://schemas.microsoft.com/office/drawing/2014/main" id="{3957F574-629D-1D0F-C4CB-1A4F6EC922D2}"/>
              </a:ext>
            </a:extLst>
          </p:cNvPr>
          <p:cNvSpPr/>
          <p:nvPr/>
        </p:nvSpPr>
        <p:spPr>
          <a:xfrm>
            <a:off x="2500217" y="2360497"/>
            <a:ext cx="62233" cy="45997"/>
          </a:xfrm>
          <a:custGeom>
            <a:avLst/>
            <a:gdLst/>
            <a:ahLst/>
            <a:cxnLst/>
            <a:rect l="l" t="t" r="r" b="b"/>
            <a:pathLst>
              <a:path w="62233" h="45997">
                <a:moveTo>
                  <a:pt x="13456" y="45997"/>
                </a:moveTo>
                <a:cubicBezTo>
                  <a:pt x="10093" y="45997"/>
                  <a:pt x="5045" y="44294"/>
                  <a:pt x="3366" y="40886"/>
                </a:cubicBezTo>
                <a:cubicBezTo>
                  <a:pt x="0" y="34071"/>
                  <a:pt x="1683" y="27257"/>
                  <a:pt x="8410" y="23851"/>
                </a:cubicBezTo>
                <a:cubicBezTo>
                  <a:pt x="42051" y="3406"/>
                  <a:pt x="42051" y="3406"/>
                  <a:pt x="42051" y="3406"/>
                </a:cubicBezTo>
                <a:cubicBezTo>
                  <a:pt x="47096" y="0"/>
                  <a:pt x="55506" y="1703"/>
                  <a:pt x="58869" y="8518"/>
                </a:cubicBezTo>
                <a:cubicBezTo>
                  <a:pt x="62233" y="13628"/>
                  <a:pt x="58869" y="22146"/>
                  <a:pt x="53823" y="25554"/>
                </a:cubicBezTo>
                <a:cubicBezTo>
                  <a:pt x="20183" y="44294"/>
                  <a:pt x="20183" y="44294"/>
                  <a:pt x="20183" y="44294"/>
                </a:cubicBezTo>
                <a:cubicBezTo>
                  <a:pt x="18503" y="45997"/>
                  <a:pt x="15137" y="45997"/>
                  <a:pt x="13456" y="45997"/>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1" name="Freeform 50">
            <a:extLst>
              <a:ext uri="{FF2B5EF4-FFF2-40B4-BE49-F238E27FC236}">
                <a16:creationId xmlns:a16="http://schemas.microsoft.com/office/drawing/2014/main" id="{4A9A299C-F477-027A-74D7-6CA3D55F16EC}"/>
              </a:ext>
            </a:extLst>
          </p:cNvPr>
          <p:cNvSpPr/>
          <p:nvPr/>
        </p:nvSpPr>
        <p:spPr>
          <a:xfrm>
            <a:off x="2449431" y="2284368"/>
            <a:ext cx="48705" cy="59527"/>
          </a:xfrm>
          <a:custGeom>
            <a:avLst/>
            <a:gdLst/>
            <a:ahLst/>
            <a:cxnLst/>
            <a:rect l="l" t="t" r="r" b="b"/>
            <a:pathLst>
              <a:path w="48705" h="59527">
                <a:moveTo>
                  <a:pt x="13916" y="59527"/>
                </a:moveTo>
                <a:cubicBezTo>
                  <a:pt x="12177" y="59527"/>
                  <a:pt x="8697" y="59527"/>
                  <a:pt x="6959" y="57827"/>
                </a:cubicBezTo>
                <a:cubicBezTo>
                  <a:pt x="1739" y="54426"/>
                  <a:pt x="0" y="47621"/>
                  <a:pt x="3480" y="40818"/>
                </a:cubicBezTo>
                <a:cubicBezTo>
                  <a:pt x="22614" y="6805"/>
                  <a:pt x="22614" y="6805"/>
                  <a:pt x="22614" y="6805"/>
                </a:cubicBezTo>
                <a:cubicBezTo>
                  <a:pt x="26091" y="1701"/>
                  <a:pt x="33049" y="0"/>
                  <a:pt x="40008" y="3401"/>
                </a:cubicBezTo>
                <a:cubicBezTo>
                  <a:pt x="45226" y="6805"/>
                  <a:pt x="48705" y="13606"/>
                  <a:pt x="45226" y="18710"/>
                </a:cubicBezTo>
                <a:cubicBezTo>
                  <a:pt x="24352" y="54426"/>
                  <a:pt x="24352" y="54426"/>
                  <a:pt x="24352" y="54426"/>
                </a:cubicBezTo>
                <a:cubicBezTo>
                  <a:pt x="22614" y="57827"/>
                  <a:pt x="17394" y="59527"/>
                  <a:pt x="13916" y="59527"/>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2" name="Freeform 51">
            <a:extLst>
              <a:ext uri="{FF2B5EF4-FFF2-40B4-BE49-F238E27FC236}">
                <a16:creationId xmlns:a16="http://schemas.microsoft.com/office/drawing/2014/main" id="{6E688BC9-B9EF-28A1-0AF7-4D0ACD5AC80B}"/>
              </a:ext>
            </a:extLst>
          </p:cNvPr>
          <p:cNvSpPr/>
          <p:nvPr/>
        </p:nvSpPr>
        <p:spPr>
          <a:xfrm>
            <a:off x="2260600" y="2362200"/>
            <a:ext cx="228639" cy="274634"/>
          </a:xfrm>
          <a:custGeom>
            <a:avLst/>
            <a:gdLst/>
            <a:ahLst/>
            <a:cxnLst/>
            <a:rect l="l" t="t" r="r" b="b"/>
            <a:pathLst>
              <a:path w="228639" h="274634">
                <a:moveTo>
                  <a:pt x="228639" y="113579"/>
                </a:moveTo>
                <a:cubicBezTo>
                  <a:pt x="228639" y="50858"/>
                  <a:pt x="177449" y="0"/>
                  <a:pt x="114319" y="0"/>
                </a:cubicBezTo>
                <a:cubicBezTo>
                  <a:pt x="51190" y="0"/>
                  <a:pt x="0" y="50858"/>
                  <a:pt x="0" y="113579"/>
                </a:cubicBezTo>
                <a:cubicBezTo>
                  <a:pt x="0" y="116973"/>
                  <a:pt x="0" y="120368"/>
                  <a:pt x="0" y="123750"/>
                </a:cubicBezTo>
                <a:cubicBezTo>
                  <a:pt x="0" y="125454"/>
                  <a:pt x="1704" y="169523"/>
                  <a:pt x="44362" y="223775"/>
                </a:cubicBezTo>
                <a:cubicBezTo>
                  <a:pt x="58017" y="240725"/>
                  <a:pt x="52894" y="274634"/>
                  <a:pt x="52894" y="274634"/>
                </a:cubicBezTo>
                <a:cubicBezTo>
                  <a:pt x="69957" y="274634"/>
                  <a:pt x="87020" y="274634"/>
                  <a:pt x="105788" y="274634"/>
                </a:cubicBezTo>
                <a:cubicBezTo>
                  <a:pt x="110912" y="274634"/>
                  <a:pt x="116023" y="274634"/>
                  <a:pt x="121147" y="274634"/>
                </a:cubicBezTo>
                <a:cubicBezTo>
                  <a:pt x="139915" y="274634"/>
                  <a:pt x="156977" y="274634"/>
                  <a:pt x="174041" y="274634"/>
                </a:cubicBezTo>
                <a:cubicBezTo>
                  <a:pt x="174041" y="274634"/>
                  <a:pt x="168918" y="240725"/>
                  <a:pt x="182573" y="223775"/>
                </a:cubicBezTo>
                <a:cubicBezTo>
                  <a:pt x="225231" y="169523"/>
                  <a:pt x="228639" y="125454"/>
                  <a:pt x="226935" y="123750"/>
                </a:cubicBezTo>
                <a:cubicBezTo>
                  <a:pt x="226935" y="120368"/>
                  <a:pt x="228639" y="116973"/>
                  <a:pt x="228639" y="113579"/>
                </a:cubicBezTo>
                <a:close/>
                <a:moveTo>
                  <a:pt x="100665" y="254291"/>
                </a:moveTo>
                <a:cubicBezTo>
                  <a:pt x="100665" y="200038"/>
                  <a:pt x="100665" y="200038"/>
                  <a:pt x="100665" y="200038"/>
                </a:cubicBezTo>
                <a:cubicBezTo>
                  <a:pt x="100665" y="198347"/>
                  <a:pt x="100665" y="198347"/>
                  <a:pt x="98961" y="196656"/>
                </a:cubicBezTo>
                <a:cubicBezTo>
                  <a:pt x="76784" y="154266"/>
                  <a:pt x="76784" y="154266"/>
                  <a:pt x="76784" y="154266"/>
                </a:cubicBezTo>
                <a:cubicBezTo>
                  <a:pt x="78489" y="154266"/>
                  <a:pt x="80193" y="154266"/>
                  <a:pt x="81897" y="152574"/>
                </a:cubicBezTo>
                <a:cubicBezTo>
                  <a:pt x="85316" y="152574"/>
                  <a:pt x="88725" y="149179"/>
                  <a:pt x="92133" y="147489"/>
                </a:cubicBezTo>
                <a:cubicBezTo>
                  <a:pt x="95552" y="150884"/>
                  <a:pt x="100665" y="154266"/>
                  <a:pt x="104084" y="154266"/>
                </a:cubicBezTo>
                <a:cubicBezTo>
                  <a:pt x="110912" y="155969"/>
                  <a:pt x="117728" y="152574"/>
                  <a:pt x="124555" y="147489"/>
                </a:cubicBezTo>
                <a:cubicBezTo>
                  <a:pt x="124555" y="147489"/>
                  <a:pt x="124555" y="147489"/>
                  <a:pt x="124555" y="149179"/>
                </a:cubicBezTo>
                <a:cubicBezTo>
                  <a:pt x="127974" y="154266"/>
                  <a:pt x="133087" y="155969"/>
                  <a:pt x="136506" y="155969"/>
                </a:cubicBezTo>
                <a:cubicBezTo>
                  <a:pt x="138210" y="155969"/>
                  <a:pt x="138210" y="155969"/>
                  <a:pt x="138210" y="155969"/>
                </a:cubicBezTo>
                <a:cubicBezTo>
                  <a:pt x="139915" y="155969"/>
                  <a:pt x="141619" y="155969"/>
                  <a:pt x="143323" y="154266"/>
                </a:cubicBezTo>
                <a:cubicBezTo>
                  <a:pt x="121147" y="196656"/>
                  <a:pt x="121147" y="196656"/>
                  <a:pt x="121147" y="196656"/>
                </a:cubicBezTo>
                <a:cubicBezTo>
                  <a:pt x="121147" y="198347"/>
                  <a:pt x="121147" y="198347"/>
                  <a:pt x="121147" y="200038"/>
                </a:cubicBezTo>
                <a:cubicBezTo>
                  <a:pt x="121147" y="254291"/>
                  <a:pt x="121147" y="254291"/>
                  <a:pt x="121147" y="254291"/>
                </a:cubicBezTo>
                <a:lnTo>
                  <a:pt x="100665" y="254291"/>
                </a:lnTo>
                <a:close/>
                <a:moveTo>
                  <a:pt x="93848" y="122060"/>
                </a:moveTo>
                <a:cubicBezTo>
                  <a:pt x="93848" y="122060"/>
                  <a:pt x="93848" y="122060"/>
                  <a:pt x="93848" y="122060"/>
                </a:cubicBezTo>
                <a:cubicBezTo>
                  <a:pt x="93848" y="122060"/>
                  <a:pt x="93848" y="122060"/>
                  <a:pt x="95552" y="122060"/>
                </a:cubicBezTo>
                <a:cubicBezTo>
                  <a:pt x="97257" y="122060"/>
                  <a:pt x="97257" y="122060"/>
                  <a:pt x="97257" y="125454"/>
                </a:cubicBezTo>
                <a:cubicBezTo>
                  <a:pt x="97257" y="127145"/>
                  <a:pt x="95552" y="130541"/>
                  <a:pt x="93848" y="135626"/>
                </a:cubicBezTo>
                <a:cubicBezTo>
                  <a:pt x="92133" y="128836"/>
                  <a:pt x="92133" y="123750"/>
                  <a:pt x="93848" y="122060"/>
                </a:cubicBezTo>
                <a:close/>
                <a:moveTo>
                  <a:pt x="126260" y="120368"/>
                </a:moveTo>
                <a:cubicBezTo>
                  <a:pt x="126260" y="118665"/>
                  <a:pt x="127974" y="118665"/>
                  <a:pt x="127974" y="118665"/>
                </a:cubicBezTo>
                <a:cubicBezTo>
                  <a:pt x="127974" y="118665"/>
                  <a:pt x="127974" y="118665"/>
                  <a:pt x="127974" y="118665"/>
                </a:cubicBezTo>
                <a:cubicBezTo>
                  <a:pt x="129678" y="118665"/>
                  <a:pt x="129678" y="118665"/>
                  <a:pt x="129678" y="118665"/>
                </a:cubicBezTo>
                <a:cubicBezTo>
                  <a:pt x="129678" y="120368"/>
                  <a:pt x="129678" y="125454"/>
                  <a:pt x="126260" y="132231"/>
                </a:cubicBezTo>
                <a:cubicBezTo>
                  <a:pt x="124555" y="127145"/>
                  <a:pt x="124555" y="122060"/>
                  <a:pt x="126260" y="120368"/>
                </a:cubicBezTo>
                <a:close/>
                <a:moveTo>
                  <a:pt x="208167" y="116973"/>
                </a:moveTo>
                <a:cubicBezTo>
                  <a:pt x="206452" y="130541"/>
                  <a:pt x="206452" y="130541"/>
                  <a:pt x="206452" y="130541"/>
                </a:cubicBezTo>
                <a:cubicBezTo>
                  <a:pt x="206452" y="130541"/>
                  <a:pt x="206452" y="130541"/>
                  <a:pt x="206452" y="130541"/>
                </a:cubicBezTo>
                <a:cubicBezTo>
                  <a:pt x="204748" y="142403"/>
                  <a:pt x="196216" y="174608"/>
                  <a:pt x="167213" y="211913"/>
                </a:cubicBezTo>
                <a:cubicBezTo>
                  <a:pt x="156977" y="223775"/>
                  <a:pt x="153558" y="240725"/>
                  <a:pt x="153558" y="254291"/>
                </a:cubicBezTo>
                <a:cubicBezTo>
                  <a:pt x="134791" y="254291"/>
                  <a:pt x="134791" y="254291"/>
                  <a:pt x="134791" y="254291"/>
                </a:cubicBezTo>
                <a:cubicBezTo>
                  <a:pt x="134791" y="201742"/>
                  <a:pt x="134791" y="201742"/>
                  <a:pt x="134791" y="201742"/>
                </a:cubicBezTo>
                <a:cubicBezTo>
                  <a:pt x="160386" y="152574"/>
                  <a:pt x="160386" y="152574"/>
                  <a:pt x="160386" y="152574"/>
                </a:cubicBezTo>
                <a:cubicBezTo>
                  <a:pt x="162090" y="149179"/>
                  <a:pt x="160386" y="144094"/>
                  <a:pt x="156977" y="142403"/>
                </a:cubicBezTo>
                <a:cubicBezTo>
                  <a:pt x="153558" y="140712"/>
                  <a:pt x="150151" y="142403"/>
                  <a:pt x="148446" y="145797"/>
                </a:cubicBezTo>
                <a:cubicBezTo>
                  <a:pt x="145026" y="147489"/>
                  <a:pt x="141619" y="149179"/>
                  <a:pt x="138210" y="149179"/>
                </a:cubicBezTo>
                <a:cubicBezTo>
                  <a:pt x="134791" y="149179"/>
                  <a:pt x="133087" y="147489"/>
                  <a:pt x="131383" y="144094"/>
                </a:cubicBezTo>
                <a:cubicBezTo>
                  <a:pt x="129678" y="144094"/>
                  <a:pt x="129678" y="142403"/>
                  <a:pt x="127974" y="140712"/>
                </a:cubicBezTo>
                <a:cubicBezTo>
                  <a:pt x="127974" y="140712"/>
                  <a:pt x="127974" y="140712"/>
                  <a:pt x="127974" y="140712"/>
                </a:cubicBezTo>
                <a:cubicBezTo>
                  <a:pt x="134791" y="132231"/>
                  <a:pt x="138210" y="122060"/>
                  <a:pt x="134791" y="115283"/>
                </a:cubicBezTo>
                <a:cubicBezTo>
                  <a:pt x="134791" y="111888"/>
                  <a:pt x="131383" y="110197"/>
                  <a:pt x="127974" y="111888"/>
                </a:cubicBezTo>
                <a:cubicBezTo>
                  <a:pt x="124555" y="111888"/>
                  <a:pt x="121147" y="113579"/>
                  <a:pt x="119442" y="116973"/>
                </a:cubicBezTo>
                <a:cubicBezTo>
                  <a:pt x="117728" y="122060"/>
                  <a:pt x="117728" y="132231"/>
                  <a:pt x="121147" y="139008"/>
                </a:cubicBezTo>
                <a:cubicBezTo>
                  <a:pt x="116023" y="144094"/>
                  <a:pt x="110912" y="149179"/>
                  <a:pt x="105788" y="147489"/>
                </a:cubicBezTo>
                <a:cubicBezTo>
                  <a:pt x="102380" y="147489"/>
                  <a:pt x="98961" y="145797"/>
                  <a:pt x="97257" y="142403"/>
                </a:cubicBezTo>
                <a:cubicBezTo>
                  <a:pt x="102380" y="135626"/>
                  <a:pt x="104084" y="130541"/>
                  <a:pt x="104084" y="123750"/>
                </a:cubicBezTo>
                <a:cubicBezTo>
                  <a:pt x="104084" y="120368"/>
                  <a:pt x="102380" y="115283"/>
                  <a:pt x="97257" y="115283"/>
                </a:cubicBezTo>
                <a:cubicBezTo>
                  <a:pt x="93848" y="113579"/>
                  <a:pt x="90429" y="115283"/>
                  <a:pt x="88725" y="116973"/>
                </a:cubicBezTo>
                <a:cubicBezTo>
                  <a:pt x="83612" y="122060"/>
                  <a:pt x="85316" y="130541"/>
                  <a:pt x="87020" y="137317"/>
                </a:cubicBezTo>
                <a:cubicBezTo>
                  <a:pt x="87020" y="139008"/>
                  <a:pt x="87020" y="140712"/>
                  <a:pt x="88725" y="140712"/>
                </a:cubicBezTo>
                <a:cubicBezTo>
                  <a:pt x="85316" y="144094"/>
                  <a:pt x="81897" y="145797"/>
                  <a:pt x="80193" y="147489"/>
                </a:cubicBezTo>
                <a:cubicBezTo>
                  <a:pt x="76784" y="147489"/>
                  <a:pt x="75080" y="147489"/>
                  <a:pt x="73365" y="147489"/>
                </a:cubicBezTo>
                <a:cubicBezTo>
                  <a:pt x="73365" y="145797"/>
                  <a:pt x="73365" y="145797"/>
                  <a:pt x="73365" y="145797"/>
                </a:cubicBezTo>
                <a:cubicBezTo>
                  <a:pt x="71661" y="142403"/>
                  <a:pt x="68254" y="140712"/>
                  <a:pt x="64834" y="142403"/>
                </a:cubicBezTo>
                <a:cubicBezTo>
                  <a:pt x="64834" y="142403"/>
                  <a:pt x="64834" y="142403"/>
                  <a:pt x="63129" y="142403"/>
                </a:cubicBezTo>
                <a:cubicBezTo>
                  <a:pt x="63129" y="142403"/>
                  <a:pt x="63129" y="142403"/>
                  <a:pt x="63129" y="142403"/>
                </a:cubicBezTo>
                <a:cubicBezTo>
                  <a:pt x="63129" y="142403"/>
                  <a:pt x="63129" y="142403"/>
                  <a:pt x="63129" y="142403"/>
                </a:cubicBezTo>
                <a:cubicBezTo>
                  <a:pt x="63129" y="142403"/>
                  <a:pt x="63129" y="142403"/>
                  <a:pt x="63129" y="142403"/>
                </a:cubicBezTo>
                <a:cubicBezTo>
                  <a:pt x="63129" y="142403"/>
                  <a:pt x="63129" y="142403"/>
                  <a:pt x="63129" y="142403"/>
                </a:cubicBezTo>
                <a:cubicBezTo>
                  <a:pt x="59722" y="144094"/>
                  <a:pt x="59722" y="149179"/>
                  <a:pt x="61426" y="152574"/>
                </a:cubicBezTo>
                <a:cubicBezTo>
                  <a:pt x="87020" y="201742"/>
                  <a:pt x="87020" y="201742"/>
                  <a:pt x="87020" y="201742"/>
                </a:cubicBezTo>
                <a:cubicBezTo>
                  <a:pt x="87020" y="254291"/>
                  <a:pt x="87020" y="254291"/>
                  <a:pt x="87020" y="254291"/>
                </a:cubicBezTo>
                <a:cubicBezTo>
                  <a:pt x="73365" y="254291"/>
                  <a:pt x="73365" y="254291"/>
                  <a:pt x="73365" y="254291"/>
                </a:cubicBezTo>
                <a:cubicBezTo>
                  <a:pt x="73365" y="240725"/>
                  <a:pt x="69957" y="223775"/>
                  <a:pt x="61426" y="211913"/>
                </a:cubicBezTo>
                <a:cubicBezTo>
                  <a:pt x="30707" y="174608"/>
                  <a:pt x="22187" y="142403"/>
                  <a:pt x="20471" y="130541"/>
                </a:cubicBezTo>
                <a:cubicBezTo>
                  <a:pt x="20471" y="130541"/>
                  <a:pt x="20471" y="130541"/>
                  <a:pt x="20471" y="130541"/>
                </a:cubicBezTo>
                <a:cubicBezTo>
                  <a:pt x="18768" y="116973"/>
                  <a:pt x="18768" y="116973"/>
                  <a:pt x="18768" y="116973"/>
                </a:cubicBezTo>
                <a:cubicBezTo>
                  <a:pt x="18768" y="115283"/>
                  <a:pt x="18768" y="113579"/>
                  <a:pt x="18768" y="113579"/>
                </a:cubicBezTo>
                <a:cubicBezTo>
                  <a:pt x="18768" y="61030"/>
                  <a:pt x="61426" y="18652"/>
                  <a:pt x="114319" y="18652"/>
                </a:cubicBezTo>
                <a:cubicBezTo>
                  <a:pt x="165509" y="18652"/>
                  <a:pt x="208167" y="61030"/>
                  <a:pt x="208167" y="113579"/>
                </a:cubicBezTo>
                <a:cubicBezTo>
                  <a:pt x="208167" y="113579"/>
                  <a:pt x="208167" y="115283"/>
                  <a:pt x="208167" y="116973"/>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3" name="Freeform 52">
            <a:extLst>
              <a:ext uri="{FF2B5EF4-FFF2-40B4-BE49-F238E27FC236}">
                <a16:creationId xmlns:a16="http://schemas.microsoft.com/office/drawing/2014/main" id="{2B629E9A-7805-74F1-F217-3E50B0D814D9}"/>
              </a:ext>
            </a:extLst>
          </p:cNvPr>
          <p:cNvSpPr/>
          <p:nvPr/>
        </p:nvSpPr>
        <p:spPr>
          <a:xfrm>
            <a:off x="2311400" y="2641600"/>
            <a:ext cx="120409" cy="68998"/>
          </a:xfrm>
          <a:custGeom>
            <a:avLst/>
            <a:gdLst/>
            <a:ahLst/>
            <a:cxnLst/>
            <a:rect l="l" t="t" r="r" b="b"/>
            <a:pathLst>
              <a:path w="120409" h="68998">
                <a:moveTo>
                  <a:pt x="0" y="10349"/>
                </a:moveTo>
                <a:cubicBezTo>
                  <a:pt x="5089" y="10349"/>
                  <a:pt x="5089" y="10349"/>
                  <a:pt x="5089" y="10349"/>
                </a:cubicBezTo>
                <a:cubicBezTo>
                  <a:pt x="5089" y="18975"/>
                  <a:pt x="5089" y="18975"/>
                  <a:pt x="5089" y="18975"/>
                </a:cubicBezTo>
                <a:cubicBezTo>
                  <a:pt x="0" y="18975"/>
                  <a:pt x="0" y="18975"/>
                  <a:pt x="0" y="18975"/>
                </a:cubicBezTo>
                <a:cubicBezTo>
                  <a:pt x="0" y="29324"/>
                  <a:pt x="0" y="29324"/>
                  <a:pt x="0" y="29324"/>
                </a:cubicBezTo>
                <a:cubicBezTo>
                  <a:pt x="5089" y="29324"/>
                  <a:pt x="5089" y="29324"/>
                  <a:pt x="5089" y="29324"/>
                </a:cubicBezTo>
                <a:cubicBezTo>
                  <a:pt x="5089" y="37949"/>
                  <a:pt x="5089" y="37949"/>
                  <a:pt x="5089" y="37949"/>
                </a:cubicBezTo>
                <a:cubicBezTo>
                  <a:pt x="0" y="37949"/>
                  <a:pt x="0" y="37949"/>
                  <a:pt x="0" y="37949"/>
                </a:cubicBezTo>
                <a:cubicBezTo>
                  <a:pt x="1694" y="48298"/>
                  <a:pt x="11873" y="58649"/>
                  <a:pt x="27136" y="58649"/>
                </a:cubicBezTo>
                <a:cubicBezTo>
                  <a:pt x="28832" y="65549"/>
                  <a:pt x="33920" y="68998"/>
                  <a:pt x="40700" y="68998"/>
                </a:cubicBezTo>
                <a:cubicBezTo>
                  <a:pt x="79709" y="68998"/>
                  <a:pt x="79709" y="68998"/>
                  <a:pt x="79709" y="68998"/>
                </a:cubicBezTo>
                <a:cubicBezTo>
                  <a:pt x="86488" y="68998"/>
                  <a:pt x="91577" y="65549"/>
                  <a:pt x="94973" y="58649"/>
                </a:cubicBezTo>
                <a:cubicBezTo>
                  <a:pt x="108535" y="58649"/>
                  <a:pt x="118715" y="48298"/>
                  <a:pt x="120409" y="37949"/>
                </a:cubicBezTo>
                <a:cubicBezTo>
                  <a:pt x="115320" y="37949"/>
                  <a:pt x="115320" y="37949"/>
                  <a:pt x="115320" y="37949"/>
                </a:cubicBezTo>
                <a:cubicBezTo>
                  <a:pt x="115320" y="29324"/>
                  <a:pt x="115320" y="29324"/>
                  <a:pt x="115320" y="29324"/>
                </a:cubicBezTo>
                <a:cubicBezTo>
                  <a:pt x="120409" y="29324"/>
                  <a:pt x="120409" y="29324"/>
                  <a:pt x="120409" y="29324"/>
                </a:cubicBezTo>
                <a:cubicBezTo>
                  <a:pt x="120409" y="18975"/>
                  <a:pt x="120409" y="18975"/>
                  <a:pt x="120409" y="18975"/>
                </a:cubicBezTo>
                <a:cubicBezTo>
                  <a:pt x="115320" y="18975"/>
                  <a:pt x="115320" y="18975"/>
                  <a:pt x="115320" y="18975"/>
                </a:cubicBezTo>
                <a:cubicBezTo>
                  <a:pt x="115320" y="10349"/>
                  <a:pt x="115320" y="10349"/>
                  <a:pt x="115320" y="10349"/>
                </a:cubicBezTo>
                <a:cubicBezTo>
                  <a:pt x="120409" y="10349"/>
                  <a:pt x="120409" y="10349"/>
                  <a:pt x="120409" y="10349"/>
                </a:cubicBezTo>
                <a:cubicBezTo>
                  <a:pt x="120409" y="0"/>
                  <a:pt x="120409" y="0"/>
                  <a:pt x="120409" y="0"/>
                </a:cubicBezTo>
                <a:cubicBezTo>
                  <a:pt x="0" y="0"/>
                  <a:pt x="0" y="0"/>
                  <a:pt x="0" y="0"/>
                </a:cubicBezTo>
                <a:lnTo>
                  <a:pt x="0" y="10349"/>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Tree>
    <p:extLst>
      <p:ext uri="{BB962C8B-B14F-4D97-AF65-F5344CB8AC3E}">
        <p14:creationId xmlns:p14="http://schemas.microsoft.com/office/powerpoint/2010/main" val="64025893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4_标题幻灯片">
    <p:spTree>
      <p:nvGrpSpPr>
        <p:cNvPr id="1" name=""/>
        <p:cNvGrpSpPr/>
        <p:nvPr/>
      </p:nvGrpSpPr>
      <p:grpSpPr>
        <a:xfrm>
          <a:off x="0" y="0"/>
          <a:ext cx="0" cy="0"/>
          <a:chOff x="0" y="0"/>
          <a:chExt cx="0" cy="0"/>
        </a:xfrm>
      </p:grpSpPr>
      <p:sp>
        <p:nvSpPr>
          <p:cNvPr id="24" name="矩形 23">
            <a:extLst>
              <a:ext uri="{FF2B5EF4-FFF2-40B4-BE49-F238E27FC236}">
                <a16:creationId xmlns:a16="http://schemas.microsoft.com/office/drawing/2014/main" id="{6FDE90AF-D06B-A0A7-4121-3791C83777E6}"/>
              </a:ext>
            </a:extLst>
          </p:cNvPr>
          <p:cNvSpPr/>
          <p:nvPr/>
        </p:nvSpPr>
        <p:spPr>
          <a:xfrm>
            <a:off x="666750" y="2740061"/>
            <a:ext cx="10858500" cy="134411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AutoShape 13">
            <a:extLst>
              <a:ext uri="{FF2B5EF4-FFF2-40B4-BE49-F238E27FC236}">
                <a16:creationId xmlns:a16="http://schemas.microsoft.com/office/drawing/2014/main" id="{6557337C-E8A3-E738-19B1-E705B4956512}"/>
              </a:ext>
            </a:extLst>
          </p:cNvPr>
          <p:cNvSpPr/>
          <p:nvPr/>
        </p:nvSpPr>
        <p:spPr>
          <a:xfrm>
            <a:off x="4565650" y="1430925"/>
            <a:ext cx="3060700" cy="3644900"/>
          </a:xfrm>
          <a:prstGeom prst="roundRect">
            <a:avLst>
              <a:gd name="adj" fmla="val 3319"/>
            </a:avLst>
          </a:prstGeom>
          <a:solidFill>
            <a:srgbClr val="F9F9F9">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sp>
        <p:nvSpPr>
          <p:cNvPr id="15" name="AutoShape 14">
            <a:extLst>
              <a:ext uri="{FF2B5EF4-FFF2-40B4-BE49-F238E27FC236}">
                <a16:creationId xmlns:a16="http://schemas.microsoft.com/office/drawing/2014/main" id="{DB99849A-52EA-95E5-FCAF-524325A70610}"/>
              </a:ext>
            </a:extLst>
          </p:cNvPr>
          <p:cNvSpPr/>
          <p:nvPr/>
        </p:nvSpPr>
        <p:spPr>
          <a:xfrm>
            <a:off x="8261350" y="1430925"/>
            <a:ext cx="3060700" cy="3644900"/>
          </a:xfrm>
          <a:prstGeom prst="roundRect">
            <a:avLst>
              <a:gd name="adj" fmla="val 3319"/>
            </a:avLst>
          </a:prstGeom>
          <a:solidFill>
            <a:srgbClr val="F9F9F9">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sp>
        <p:nvSpPr>
          <p:cNvPr id="17" name="Freeform 18">
            <a:extLst>
              <a:ext uri="{FF2B5EF4-FFF2-40B4-BE49-F238E27FC236}">
                <a16:creationId xmlns:a16="http://schemas.microsoft.com/office/drawing/2014/main" id="{4BAC272A-A091-BEDC-9631-7449FE6F123F}"/>
              </a:ext>
            </a:extLst>
          </p:cNvPr>
          <p:cNvSpPr/>
          <p:nvPr/>
        </p:nvSpPr>
        <p:spPr>
          <a:xfrm>
            <a:off x="4578350" y="5012325"/>
            <a:ext cx="3050577" cy="66674"/>
          </a:xfrm>
          <a:custGeom>
            <a:avLst/>
            <a:gdLst/>
            <a:ahLst/>
            <a:cxnLst/>
            <a:rect l="l" t="t" r="r" b="b"/>
            <a:pathLst>
              <a:path w="3050577" h="66674">
                <a:moveTo>
                  <a:pt x="0" y="0"/>
                </a:moveTo>
                <a:lnTo>
                  <a:pt x="3050577" y="0"/>
                </a:lnTo>
                <a:lnTo>
                  <a:pt x="3049436" y="5650"/>
                </a:lnTo>
                <a:cubicBezTo>
                  <a:pt x="3034267" y="41511"/>
                  <a:pt x="2998760" y="66674"/>
                  <a:pt x="2957372" y="66674"/>
                </a:cubicBezTo>
                <a:lnTo>
                  <a:pt x="93205" y="66674"/>
                </a:lnTo>
                <a:cubicBezTo>
                  <a:pt x="51819" y="66674"/>
                  <a:pt x="16308" y="41511"/>
                  <a:pt x="1140" y="5650"/>
                </a:cubicBezTo>
                <a:close/>
              </a:path>
            </a:pathLst>
          </a:custGeom>
          <a:solidFill>
            <a:srgbClr val="17406D">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sp>
        <p:nvSpPr>
          <p:cNvPr id="18" name="Freeform 19">
            <a:extLst>
              <a:ext uri="{FF2B5EF4-FFF2-40B4-BE49-F238E27FC236}">
                <a16:creationId xmlns:a16="http://schemas.microsoft.com/office/drawing/2014/main" id="{8598B6D2-3046-F8D8-FBB0-F4647994D27E}"/>
              </a:ext>
            </a:extLst>
          </p:cNvPr>
          <p:cNvSpPr/>
          <p:nvPr/>
        </p:nvSpPr>
        <p:spPr>
          <a:xfrm>
            <a:off x="8274050" y="5012325"/>
            <a:ext cx="3050577" cy="66674"/>
          </a:xfrm>
          <a:custGeom>
            <a:avLst/>
            <a:gdLst/>
            <a:ahLst/>
            <a:cxnLst/>
            <a:rect l="l" t="t" r="r" b="b"/>
            <a:pathLst>
              <a:path w="3050577" h="66674">
                <a:moveTo>
                  <a:pt x="0" y="0"/>
                </a:moveTo>
                <a:lnTo>
                  <a:pt x="3050577" y="0"/>
                </a:lnTo>
                <a:lnTo>
                  <a:pt x="3049436" y="5650"/>
                </a:lnTo>
                <a:cubicBezTo>
                  <a:pt x="3034267" y="41511"/>
                  <a:pt x="2998760" y="66674"/>
                  <a:pt x="2957372" y="66674"/>
                </a:cubicBezTo>
                <a:lnTo>
                  <a:pt x="93205" y="66674"/>
                </a:lnTo>
                <a:cubicBezTo>
                  <a:pt x="51819" y="66674"/>
                  <a:pt x="16308" y="41511"/>
                  <a:pt x="1140" y="5650"/>
                </a:cubicBezTo>
                <a:close/>
              </a:path>
            </a:pathLst>
          </a:custGeom>
          <a:solidFill>
            <a:srgbClr val="17406D">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cxnSp>
        <p:nvCxnSpPr>
          <p:cNvPr id="20" name="Connector 25">
            <a:extLst>
              <a:ext uri="{FF2B5EF4-FFF2-40B4-BE49-F238E27FC236}">
                <a16:creationId xmlns:a16="http://schemas.microsoft.com/office/drawing/2014/main" id="{08384863-0AF4-D3D8-13D8-FF039DBB945B}"/>
              </a:ext>
            </a:extLst>
          </p:cNvPr>
          <p:cNvCxnSpPr/>
          <p:nvPr/>
        </p:nvCxnSpPr>
        <p:spPr>
          <a:xfrm rot="5">
            <a:off x="5657850" y="2319926"/>
            <a:ext cx="889091" cy="12700"/>
          </a:xfrm>
          <a:prstGeom prst="line">
            <a:avLst/>
          </a:prstGeom>
          <a:solidFill>
            <a:srgbClr val="DEE0E3">
              <a:alpha val="100000"/>
            </a:srgbClr>
          </a:solidFill>
          <a:ln w="25400" cap="flat" cmpd="sng">
            <a:solidFill>
              <a:srgbClr val="17406D">
                <a:alpha val="100000"/>
              </a:srgbClr>
            </a:solidFill>
            <a:prstDash val="solid"/>
            <a:miter lim="10000000"/>
            <a:headEnd type="none" w="med" len="med"/>
            <a:tailEnd type="none" w="med" len="med"/>
          </a:ln>
        </p:spPr>
      </p:cxnSp>
      <p:cxnSp>
        <p:nvCxnSpPr>
          <p:cNvPr id="21" name="Connector 26">
            <a:extLst>
              <a:ext uri="{FF2B5EF4-FFF2-40B4-BE49-F238E27FC236}">
                <a16:creationId xmlns:a16="http://schemas.microsoft.com/office/drawing/2014/main" id="{5CF3A5FD-E24F-F5D6-E620-A9FECD69AAC0}"/>
              </a:ext>
            </a:extLst>
          </p:cNvPr>
          <p:cNvCxnSpPr/>
          <p:nvPr/>
        </p:nvCxnSpPr>
        <p:spPr>
          <a:xfrm rot="4">
            <a:off x="9340850" y="2319926"/>
            <a:ext cx="901789" cy="12700"/>
          </a:xfrm>
          <a:prstGeom prst="line">
            <a:avLst/>
          </a:prstGeom>
          <a:solidFill>
            <a:srgbClr val="DEE0E3">
              <a:alpha val="100000"/>
            </a:srgbClr>
          </a:solidFill>
          <a:ln w="25400" cap="flat" cmpd="sng">
            <a:solidFill>
              <a:srgbClr val="17406D">
                <a:alpha val="100000"/>
              </a:srgbClr>
            </a:solidFill>
            <a:prstDash val="solid"/>
            <a:miter lim="10000000"/>
            <a:headEnd type="none" w="med" len="med"/>
            <a:tailEnd type="none" w="med" len="med"/>
          </a:ln>
        </p:spPr>
      </p:cxnSp>
      <p:sp>
        <p:nvSpPr>
          <p:cNvPr id="5" name="AutoShape 12">
            <a:extLst>
              <a:ext uri="{FF2B5EF4-FFF2-40B4-BE49-F238E27FC236}">
                <a16:creationId xmlns:a16="http://schemas.microsoft.com/office/drawing/2014/main" id="{148892B6-CD71-F624-A4BE-77AC8FBAAB95}"/>
              </a:ext>
            </a:extLst>
          </p:cNvPr>
          <p:cNvSpPr/>
          <p:nvPr/>
        </p:nvSpPr>
        <p:spPr>
          <a:xfrm>
            <a:off x="869950" y="1430925"/>
            <a:ext cx="3060700" cy="3644900"/>
          </a:xfrm>
          <a:prstGeom prst="roundRect">
            <a:avLst>
              <a:gd name="adj" fmla="val 3319"/>
            </a:avLst>
          </a:prstGeom>
          <a:solidFill>
            <a:srgbClr val="F9F9F9">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sp>
        <p:nvSpPr>
          <p:cNvPr id="16" name="Freeform 17">
            <a:extLst>
              <a:ext uri="{FF2B5EF4-FFF2-40B4-BE49-F238E27FC236}">
                <a16:creationId xmlns:a16="http://schemas.microsoft.com/office/drawing/2014/main" id="{F5B0D683-35DA-8DD7-6794-57E57B657050}"/>
              </a:ext>
            </a:extLst>
          </p:cNvPr>
          <p:cNvSpPr/>
          <p:nvPr/>
        </p:nvSpPr>
        <p:spPr>
          <a:xfrm>
            <a:off x="875362" y="5012325"/>
            <a:ext cx="3050577" cy="66674"/>
          </a:xfrm>
          <a:custGeom>
            <a:avLst/>
            <a:gdLst/>
            <a:ahLst/>
            <a:cxnLst/>
            <a:rect l="l" t="t" r="r" b="b"/>
            <a:pathLst>
              <a:path w="3050577" h="66674">
                <a:moveTo>
                  <a:pt x="0" y="0"/>
                </a:moveTo>
                <a:lnTo>
                  <a:pt x="3050577" y="0"/>
                </a:lnTo>
                <a:lnTo>
                  <a:pt x="3049436" y="5650"/>
                </a:lnTo>
                <a:cubicBezTo>
                  <a:pt x="3034267" y="41511"/>
                  <a:pt x="2998760" y="66674"/>
                  <a:pt x="2957372" y="66674"/>
                </a:cubicBezTo>
                <a:lnTo>
                  <a:pt x="93205" y="66674"/>
                </a:lnTo>
                <a:cubicBezTo>
                  <a:pt x="51819" y="66674"/>
                  <a:pt x="16308" y="41511"/>
                  <a:pt x="1140" y="5650"/>
                </a:cubicBezTo>
                <a:close/>
              </a:path>
            </a:pathLst>
          </a:custGeom>
          <a:solidFill>
            <a:srgbClr val="17406D">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cxnSp>
        <p:nvCxnSpPr>
          <p:cNvPr id="19" name="Connector 23">
            <a:extLst>
              <a:ext uri="{FF2B5EF4-FFF2-40B4-BE49-F238E27FC236}">
                <a16:creationId xmlns:a16="http://schemas.microsoft.com/office/drawing/2014/main" id="{6D27593A-F22D-88F9-C79C-97F432C7A2F8}"/>
              </a:ext>
            </a:extLst>
          </p:cNvPr>
          <p:cNvCxnSpPr/>
          <p:nvPr/>
        </p:nvCxnSpPr>
        <p:spPr>
          <a:xfrm rot="4">
            <a:off x="1962150" y="2319926"/>
            <a:ext cx="901789" cy="12700"/>
          </a:xfrm>
          <a:prstGeom prst="line">
            <a:avLst/>
          </a:prstGeom>
          <a:solidFill>
            <a:srgbClr val="DEE0E3">
              <a:alpha val="100000"/>
            </a:srgbClr>
          </a:solidFill>
          <a:ln w="25400" cap="flat" cmpd="sng">
            <a:solidFill>
              <a:srgbClr val="17406D">
                <a:alpha val="100000"/>
              </a:srgbClr>
            </a:solidFill>
            <a:prstDash val="solid"/>
            <a:miter lim="10000000"/>
            <a:headEnd type="none" w="med" len="med"/>
            <a:tailEnd type="none" w="med" len="med"/>
          </a:ln>
        </p:spPr>
      </p:cxnSp>
    </p:spTree>
    <p:extLst>
      <p:ext uri="{BB962C8B-B14F-4D97-AF65-F5344CB8AC3E}">
        <p14:creationId xmlns:p14="http://schemas.microsoft.com/office/powerpoint/2010/main" val="375561449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pic>
        <p:nvPicPr>
          <p:cNvPr id="4" name="Picture 11">
            <a:extLst>
              <a:ext uri="{FF2B5EF4-FFF2-40B4-BE49-F238E27FC236}">
                <a16:creationId xmlns:a16="http://schemas.microsoft.com/office/drawing/2014/main" id="{D67635CD-646D-7B00-FCB3-502BC52DBDF0}"/>
              </a:ext>
            </a:extLst>
          </p:cNvPr>
          <p:cNvPicPr>
            <a:picLocks noChangeAspect="1"/>
          </p:cNvPicPr>
          <p:nvPr/>
        </p:nvPicPr>
        <p:blipFill>
          <a:blip r:embed="rId2"/>
          <a:srcRect t="28415" b="28415"/>
          <a:stretch>
            <a:fillRect/>
          </a:stretch>
        </p:blipFill>
        <p:spPr>
          <a:xfrm>
            <a:off x="2895600" y="1727200"/>
            <a:ext cx="8623300" cy="2006600"/>
          </a:xfrm>
          <a:prstGeom prst="rect">
            <a:avLst/>
          </a:prstGeom>
          <a:noFill/>
          <a:ln w="25400" cap="flat" cmpd="sng">
            <a:noFill/>
            <a:prstDash val="solid"/>
            <a:round/>
          </a:ln>
        </p:spPr>
      </p:pic>
      <p:sp>
        <p:nvSpPr>
          <p:cNvPr id="6" name="AutoShape 12">
            <a:extLst>
              <a:ext uri="{FF2B5EF4-FFF2-40B4-BE49-F238E27FC236}">
                <a16:creationId xmlns:a16="http://schemas.microsoft.com/office/drawing/2014/main" id="{9CF639FF-1518-D6A9-E84A-E75D4DA37251}"/>
              </a:ext>
            </a:extLst>
          </p:cNvPr>
          <p:cNvSpPr/>
          <p:nvPr/>
        </p:nvSpPr>
        <p:spPr>
          <a:xfrm>
            <a:off x="673100" y="1739900"/>
            <a:ext cx="10845800" cy="2006600"/>
          </a:xfrm>
          <a:prstGeom prst="roundRect">
            <a:avLst>
              <a:gd name="adj" fmla="val 0"/>
            </a:avLst>
          </a:prstGeom>
          <a:gradFill rotWithShape="1">
            <a:gsLst>
              <a:gs pos="0">
                <a:srgbClr val="F2F6FA">
                  <a:alpha val="53000"/>
                </a:srgbClr>
              </a:gs>
              <a:gs pos="74000">
                <a:srgbClr val="26476A">
                  <a:alpha val="100000"/>
                </a:srgbClr>
              </a:gs>
              <a:gs pos="83000">
                <a:srgbClr val="26476A">
                  <a:alpha val="100000"/>
                </a:srgbClr>
              </a:gs>
              <a:gs pos="100000">
                <a:srgbClr val="26476A">
                  <a:alpha val="100000"/>
                </a:srgbClr>
              </a:gs>
            </a:gsLst>
            <a:lin ang="10800000"/>
          </a:gradFill>
          <a:ln w="25400" cap="flat" cmpd="sng">
            <a:noFill/>
            <a:prstDash val="solid"/>
            <a:round/>
          </a:ln>
        </p:spPr>
        <p:txBody>
          <a:bodyPr vert="horz" wrap="square" lIns="63500" tIns="63500" rIns="63500" bIns="63500" rtlCol="0" anchor="ctr"/>
          <a:lstStyle/>
          <a:p>
            <a:pPr algn="ctr">
              <a:defRPr/>
            </a:pPr>
            <a:endParaRPr/>
          </a:p>
        </p:txBody>
      </p:sp>
      <p:pic>
        <p:nvPicPr>
          <p:cNvPr id="8" name="Picture 13">
            <a:extLst>
              <a:ext uri="{FF2B5EF4-FFF2-40B4-BE49-F238E27FC236}">
                <a16:creationId xmlns:a16="http://schemas.microsoft.com/office/drawing/2014/main" id="{E818FDEA-2A9D-C31B-55EA-2C411CE978DA}"/>
              </a:ext>
            </a:extLst>
          </p:cNvPr>
          <p:cNvPicPr>
            <a:picLocks noChangeAspect="1"/>
          </p:cNvPicPr>
          <p:nvPr/>
        </p:nvPicPr>
        <p:blipFill>
          <a:blip r:embed="rId3"/>
          <a:srcRect/>
          <a:stretch>
            <a:fillRect/>
          </a:stretch>
        </p:blipFill>
        <p:spPr>
          <a:xfrm>
            <a:off x="596900" y="2273300"/>
            <a:ext cx="749300" cy="749300"/>
          </a:xfrm>
          <a:prstGeom prst="rect">
            <a:avLst/>
          </a:prstGeom>
          <a:noFill/>
          <a:ln w="25400" cap="flat" cmpd="sng">
            <a:noFill/>
            <a:prstDash val="solid"/>
            <a:round/>
          </a:ln>
        </p:spPr>
      </p:pic>
      <p:sp>
        <p:nvSpPr>
          <p:cNvPr id="10" name="AutoShape 14">
            <a:extLst>
              <a:ext uri="{FF2B5EF4-FFF2-40B4-BE49-F238E27FC236}">
                <a16:creationId xmlns:a16="http://schemas.microsoft.com/office/drawing/2014/main" id="{34D927B9-7D42-4BA5-B690-F733FA82FBB2}"/>
              </a:ext>
            </a:extLst>
          </p:cNvPr>
          <p:cNvSpPr/>
          <p:nvPr/>
        </p:nvSpPr>
        <p:spPr>
          <a:xfrm>
            <a:off x="1574800" y="2070100"/>
            <a:ext cx="7137400" cy="11557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25000"/>
              </a:lnSpc>
              <a:defRPr/>
            </a:pPr>
            <a:endParaRPr lang="en-US" sz="1100" dirty="0"/>
          </a:p>
        </p:txBody>
      </p:sp>
      <p:sp>
        <p:nvSpPr>
          <p:cNvPr id="12" name="AutoShape 15">
            <a:extLst>
              <a:ext uri="{FF2B5EF4-FFF2-40B4-BE49-F238E27FC236}">
                <a16:creationId xmlns:a16="http://schemas.microsoft.com/office/drawing/2014/main" id="{4DA18B41-8979-5166-98A7-8E7C79B88FE6}"/>
              </a:ext>
            </a:extLst>
          </p:cNvPr>
          <p:cNvSpPr/>
          <p:nvPr/>
        </p:nvSpPr>
        <p:spPr>
          <a:xfrm rot="5400000">
            <a:off x="1257300" y="2578100"/>
            <a:ext cx="254000" cy="127000"/>
          </a:xfrm>
          <a:prstGeom prst="triangle">
            <a:avLst>
              <a:gd name="adj" fmla="val 5000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6">
            <a:extLst>
              <a:ext uri="{FF2B5EF4-FFF2-40B4-BE49-F238E27FC236}">
                <a16:creationId xmlns:a16="http://schemas.microsoft.com/office/drawing/2014/main" id="{A0AA7D50-A1E0-D31C-9673-874898DD7A2C}"/>
              </a:ext>
            </a:extLst>
          </p:cNvPr>
          <p:cNvSpPr/>
          <p:nvPr/>
        </p:nvSpPr>
        <p:spPr>
          <a:xfrm>
            <a:off x="1016000" y="3492500"/>
            <a:ext cx="3060700" cy="2667000"/>
          </a:xfrm>
          <a:prstGeom prst="roundRect">
            <a:avLst>
              <a:gd name="adj" fmla="val 0"/>
            </a:avLst>
          </a:prstGeom>
          <a:solidFill>
            <a:srgbClr val="FFFFFF">
              <a:alpha val="100000"/>
            </a:srgbClr>
          </a:solidFill>
          <a:ln w="25400" cap="flat" cmpd="sng">
            <a:noFill/>
            <a:prstDash val="solid"/>
            <a:round/>
          </a:ln>
          <a:effectLst>
            <a:outerShdw blurRad="254000" algn="ctr" rotWithShape="0">
              <a:srgbClr val="000000">
                <a:alpha val="15000"/>
              </a:srgbClr>
            </a:outerShdw>
          </a:effectLst>
        </p:spPr>
        <p:txBody>
          <a:bodyPr vert="horz" wrap="square" lIns="63500" tIns="63500" rIns="63500" bIns="63500" rtlCol="0" anchor="ctr"/>
          <a:lstStyle/>
          <a:p>
            <a:pPr algn="ctr">
              <a:defRPr/>
            </a:pPr>
            <a:endParaRPr/>
          </a:p>
        </p:txBody>
      </p:sp>
      <p:sp>
        <p:nvSpPr>
          <p:cNvPr id="16" name="AutoShape 17">
            <a:extLst>
              <a:ext uri="{FF2B5EF4-FFF2-40B4-BE49-F238E27FC236}">
                <a16:creationId xmlns:a16="http://schemas.microsoft.com/office/drawing/2014/main" id="{C8B75C00-2E7F-7A98-39B6-F78DAED698A6}"/>
              </a:ext>
            </a:extLst>
          </p:cNvPr>
          <p:cNvSpPr/>
          <p:nvPr/>
        </p:nvSpPr>
        <p:spPr>
          <a:xfrm>
            <a:off x="4559300" y="3492500"/>
            <a:ext cx="3060700" cy="2667000"/>
          </a:xfrm>
          <a:prstGeom prst="roundRect">
            <a:avLst>
              <a:gd name="adj" fmla="val 0"/>
            </a:avLst>
          </a:prstGeom>
          <a:solidFill>
            <a:srgbClr val="FFFFFF">
              <a:alpha val="100000"/>
            </a:srgbClr>
          </a:solidFill>
          <a:ln w="25400" cap="flat" cmpd="sng">
            <a:noFill/>
            <a:prstDash val="solid"/>
            <a:round/>
          </a:ln>
          <a:effectLst>
            <a:outerShdw blurRad="254000" algn="ctr" rotWithShape="0">
              <a:srgbClr val="000000">
                <a:alpha val="15000"/>
              </a:srgbClr>
            </a:outerShdw>
          </a:effectLst>
        </p:spPr>
        <p:txBody>
          <a:bodyPr vert="horz" wrap="square" lIns="63500" tIns="63500" rIns="63500" bIns="63500" rtlCol="0" anchor="ctr"/>
          <a:lstStyle/>
          <a:p>
            <a:pPr algn="ctr">
              <a:defRPr/>
            </a:pPr>
            <a:endParaRPr/>
          </a:p>
        </p:txBody>
      </p:sp>
      <p:sp>
        <p:nvSpPr>
          <p:cNvPr id="18" name="AutoShape 18">
            <a:extLst>
              <a:ext uri="{FF2B5EF4-FFF2-40B4-BE49-F238E27FC236}">
                <a16:creationId xmlns:a16="http://schemas.microsoft.com/office/drawing/2014/main" id="{3DF8ACAC-F5D3-1791-834A-57AB480033ED}"/>
              </a:ext>
            </a:extLst>
          </p:cNvPr>
          <p:cNvSpPr/>
          <p:nvPr/>
        </p:nvSpPr>
        <p:spPr>
          <a:xfrm>
            <a:off x="8115300" y="3492500"/>
            <a:ext cx="3060700" cy="2667000"/>
          </a:xfrm>
          <a:prstGeom prst="roundRect">
            <a:avLst>
              <a:gd name="adj" fmla="val 0"/>
            </a:avLst>
          </a:prstGeom>
          <a:solidFill>
            <a:srgbClr val="FFFFFF">
              <a:alpha val="100000"/>
            </a:srgbClr>
          </a:solidFill>
          <a:ln w="25400" cap="flat" cmpd="sng">
            <a:noFill/>
            <a:prstDash val="solid"/>
            <a:round/>
          </a:ln>
          <a:effectLst>
            <a:outerShdw blurRad="254000" algn="ctr" rotWithShape="0">
              <a:srgbClr val="000000">
                <a:alpha val="15000"/>
              </a:srgbClr>
            </a:outerShdw>
          </a:effectLst>
        </p:spPr>
        <p:txBody>
          <a:bodyPr vert="horz" wrap="square" lIns="63500" tIns="63500" rIns="63500" bIns="63500" rtlCol="0" anchor="ctr"/>
          <a:lstStyle/>
          <a:p>
            <a:pPr algn="ctr">
              <a:defRPr/>
            </a:pPr>
            <a:endParaRPr/>
          </a:p>
        </p:txBody>
      </p:sp>
      <p:sp>
        <p:nvSpPr>
          <p:cNvPr id="20" name="AutoShape 19">
            <a:extLst>
              <a:ext uri="{FF2B5EF4-FFF2-40B4-BE49-F238E27FC236}">
                <a16:creationId xmlns:a16="http://schemas.microsoft.com/office/drawing/2014/main" id="{A389D54C-1E28-ACA2-8067-2F7E43CB2966}"/>
              </a:ext>
            </a:extLst>
          </p:cNvPr>
          <p:cNvSpPr/>
          <p:nvPr/>
        </p:nvSpPr>
        <p:spPr>
          <a:xfrm>
            <a:off x="1219200" y="4533900"/>
            <a:ext cx="2755900" cy="3683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00000"/>
              </a:lnSpc>
              <a:defRPr/>
            </a:pPr>
            <a:endParaRPr lang="en-US" sz="1100" dirty="0"/>
          </a:p>
        </p:txBody>
      </p:sp>
      <p:sp>
        <p:nvSpPr>
          <p:cNvPr id="22" name="AutoShape 20">
            <a:extLst>
              <a:ext uri="{FF2B5EF4-FFF2-40B4-BE49-F238E27FC236}">
                <a16:creationId xmlns:a16="http://schemas.microsoft.com/office/drawing/2014/main" id="{420DDB25-6659-9E49-231E-EB244D98E151}"/>
              </a:ext>
            </a:extLst>
          </p:cNvPr>
          <p:cNvSpPr/>
          <p:nvPr/>
        </p:nvSpPr>
        <p:spPr>
          <a:xfrm>
            <a:off x="1320800" y="4953000"/>
            <a:ext cx="2476500" cy="8890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16666"/>
              </a:lnSpc>
              <a:defRPr/>
            </a:pPr>
            <a:endParaRPr lang="en-US" sz="1100" dirty="0"/>
          </a:p>
        </p:txBody>
      </p:sp>
      <p:sp>
        <p:nvSpPr>
          <p:cNvPr id="24" name="AutoShape 21">
            <a:extLst>
              <a:ext uri="{FF2B5EF4-FFF2-40B4-BE49-F238E27FC236}">
                <a16:creationId xmlns:a16="http://schemas.microsoft.com/office/drawing/2014/main" id="{5FF928F7-2E1B-69BE-B570-5AD5304AD93E}"/>
              </a:ext>
            </a:extLst>
          </p:cNvPr>
          <p:cNvSpPr/>
          <p:nvPr/>
        </p:nvSpPr>
        <p:spPr>
          <a:xfrm>
            <a:off x="1866900" y="6083300"/>
            <a:ext cx="1371600" cy="762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2">
            <a:extLst>
              <a:ext uri="{FF2B5EF4-FFF2-40B4-BE49-F238E27FC236}">
                <a16:creationId xmlns:a16="http://schemas.microsoft.com/office/drawing/2014/main" id="{6EE6E1BE-923D-18CE-6D5E-B179186DF5F9}"/>
              </a:ext>
            </a:extLst>
          </p:cNvPr>
          <p:cNvSpPr/>
          <p:nvPr/>
        </p:nvSpPr>
        <p:spPr>
          <a:xfrm>
            <a:off x="5410200" y="6083300"/>
            <a:ext cx="1371600" cy="762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3">
            <a:extLst>
              <a:ext uri="{FF2B5EF4-FFF2-40B4-BE49-F238E27FC236}">
                <a16:creationId xmlns:a16="http://schemas.microsoft.com/office/drawing/2014/main" id="{E21A4340-6557-91FD-BB02-DBE3EED720AB}"/>
              </a:ext>
            </a:extLst>
          </p:cNvPr>
          <p:cNvSpPr/>
          <p:nvPr/>
        </p:nvSpPr>
        <p:spPr>
          <a:xfrm>
            <a:off x="8966200" y="6083300"/>
            <a:ext cx="1371600" cy="762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AutoShape 24">
            <a:extLst>
              <a:ext uri="{FF2B5EF4-FFF2-40B4-BE49-F238E27FC236}">
                <a16:creationId xmlns:a16="http://schemas.microsoft.com/office/drawing/2014/main" id="{2BEF0DF9-E39D-63C2-364A-FBA037F34491}"/>
              </a:ext>
            </a:extLst>
          </p:cNvPr>
          <p:cNvSpPr/>
          <p:nvPr/>
        </p:nvSpPr>
        <p:spPr>
          <a:xfrm>
            <a:off x="4762500" y="4533900"/>
            <a:ext cx="2781300" cy="3683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00000"/>
              </a:lnSpc>
              <a:defRPr/>
            </a:pPr>
            <a:endParaRPr lang="en-US" sz="1100" dirty="0"/>
          </a:p>
        </p:txBody>
      </p:sp>
      <p:sp>
        <p:nvSpPr>
          <p:cNvPr id="32" name="AutoShape 25">
            <a:extLst>
              <a:ext uri="{FF2B5EF4-FFF2-40B4-BE49-F238E27FC236}">
                <a16:creationId xmlns:a16="http://schemas.microsoft.com/office/drawing/2014/main" id="{BE0A1C4A-DA1B-BA9C-E658-4D2F4E7C8F55}"/>
              </a:ext>
            </a:extLst>
          </p:cNvPr>
          <p:cNvSpPr/>
          <p:nvPr/>
        </p:nvSpPr>
        <p:spPr>
          <a:xfrm>
            <a:off x="4864100" y="4953000"/>
            <a:ext cx="2476500" cy="8890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16666"/>
              </a:lnSpc>
              <a:defRPr/>
            </a:pPr>
            <a:endParaRPr lang="en-US" sz="1100" dirty="0"/>
          </a:p>
        </p:txBody>
      </p:sp>
      <p:sp>
        <p:nvSpPr>
          <p:cNvPr id="34" name="AutoShape 26">
            <a:extLst>
              <a:ext uri="{FF2B5EF4-FFF2-40B4-BE49-F238E27FC236}">
                <a16:creationId xmlns:a16="http://schemas.microsoft.com/office/drawing/2014/main" id="{EF639CB7-C0C6-78BE-90A2-F36E36BFFE05}"/>
              </a:ext>
            </a:extLst>
          </p:cNvPr>
          <p:cNvSpPr/>
          <p:nvPr/>
        </p:nvSpPr>
        <p:spPr>
          <a:xfrm>
            <a:off x="8293100" y="4533900"/>
            <a:ext cx="2768600" cy="3683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00000"/>
              </a:lnSpc>
              <a:defRPr/>
            </a:pPr>
            <a:endParaRPr lang="en-US" sz="1100" dirty="0"/>
          </a:p>
        </p:txBody>
      </p:sp>
      <p:sp>
        <p:nvSpPr>
          <p:cNvPr id="36" name="AutoShape 27">
            <a:extLst>
              <a:ext uri="{FF2B5EF4-FFF2-40B4-BE49-F238E27FC236}">
                <a16:creationId xmlns:a16="http://schemas.microsoft.com/office/drawing/2014/main" id="{281FBB5F-C6A6-9A45-8DEF-466E1DDE6AB4}"/>
              </a:ext>
            </a:extLst>
          </p:cNvPr>
          <p:cNvSpPr/>
          <p:nvPr/>
        </p:nvSpPr>
        <p:spPr>
          <a:xfrm>
            <a:off x="8407400" y="4953000"/>
            <a:ext cx="2476500" cy="8890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16666"/>
              </a:lnSpc>
              <a:defRPr/>
            </a:pPr>
            <a:endParaRPr lang="en-US" sz="1100" dirty="0"/>
          </a:p>
        </p:txBody>
      </p:sp>
      <p:sp>
        <p:nvSpPr>
          <p:cNvPr id="38" name="Freeform 28">
            <a:extLst>
              <a:ext uri="{FF2B5EF4-FFF2-40B4-BE49-F238E27FC236}">
                <a16:creationId xmlns:a16="http://schemas.microsoft.com/office/drawing/2014/main" id="{88F219D0-E60E-7B40-921E-FFEA251AE664}"/>
              </a:ext>
            </a:extLst>
          </p:cNvPr>
          <p:cNvSpPr/>
          <p:nvPr/>
        </p:nvSpPr>
        <p:spPr>
          <a:xfrm>
            <a:off x="2247900" y="3810000"/>
            <a:ext cx="609685" cy="568123"/>
          </a:xfrm>
          <a:custGeom>
            <a:avLst/>
            <a:gdLst/>
            <a:ahLst/>
            <a:cxnLst/>
            <a:rect l="l" t="t" r="r" b="b"/>
            <a:pathLst>
              <a:path w="609685" h="568123">
                <a:moveTo>
                  <a:pt x="261931" y="446413"/>
                </a:moveTo>
                <a:lnTo>
                  <a:pt x="246750" y="507224"/>
                </a:lnTo>
                <a:lnTo>
                  <a:pt x="362936" y="507224"/>
                </a:lnTo>
                <a:lnTo>
                  <a:pt x="347665" y="446413"/>
                </a:lnTo>
                <a:close/>
                <a:moveTo>
                  <a:pt x="0" y="365272"/>
                </a:moveTo>
                <a:lnTo>
                  <a:pt x="609685" y="365272"/>
                </a:lnTo>
                <a:lnTo>
                  <a:pt x="609685" y="400760"/>
                </a:lnTo>
                <a:cubicBezTo>
                  <a:pt x="609685" y="425905"/>
                  <a:pt x="589145" y="446413"/>
                  <a:pt x="563960" y="446413"/>
                </a:cubicBezTo>
                <a:lnTo>
                  <a:pt x="368651" y="446413"/>
                </a:lnTo>
                <a:lnTo>
                  <a:pt x="383922" y="507224"/>
                </a:lnTo>
                <a:lnTo>
                  <a:pt x="386155" y="507224"/>
                </a:lnTo>
                <a:cubicBezTo>
                  <a:pt x="414106" y="507224"/>
                  <a:pt x="436880" y="530050"/>
                  <a:pt x="436880" y="557958"/>
                </a:cubicBezTo>
                <a:cubicBezTo>
                  <a:pt x="436880" y="563575"/>
                  <a:pt x="432326" y="568123"/>
                  <a:pt x="426789" y="568123"/>
                </a:cubicBezTo>
                <a:lnTo>
                  <a:pt x="182897" y="568123"/>
                </a:lnTo>
                <a:cubicBezTo>
                  <a:pt x="177270" y="568123"/>
                  <a:pt x="172716" y="563575"/>
                  <a:pt x="172716" y="557958"/>
                </a:cubicBezTo>
                <a:cubicBezTo>
                  <a:pt x="172716" y="530050"/>
                  <a:pt x="195489" y="507224"/>
                  <a:pt x="223530" y="507224"/>
                </a:cubicBezTo>
                <a:lnTo>
                  <a:pt x="225763" y="507224"/>
                </a:lnTo>
                <a:lnTo>
                  <a:pt x="241033" y="446413"/>
                </a:lnTo>
                <a:lnTo>
                  <a:pt x="45724" y="446413"/>
                </a:lnTo>
                <a:cubicBezTo>
                  <a:pt x="20540" y="446413"/>
                  <a:pt x="0" y="425905"/>
                  <a:pt x="0" y="400760"/>
                </a:cubicBezTo>
                <a:close/>
                <a:moveTo>
                  <a:pt x="101629" y="284042"/>
                </a:moveTo>
                <a:cubicBezTo>
                  <a:pt x="96003" y="284042"/>
                  <a:pt x="91448" y="288590"/>
                  <a:pt x="91448" y="294208"/>
                </a:cubicBezTo>
                <a:cubicBezTo>
                  <a:pt x="91448" y="299827"/>
                  <a:pt x="96003" y="304375"/>
                  <a:pt x="101629" y="304375"/>
                </a:cubicBezTo>
                <a:lnTo>
                  <a:pt x="142263" y="304375"/>
                </a:lnTo>
                <a:cubicBezTo>
                  <a:pt x="147889" y="304375"/>
                  <a:pt x="152443" y="299827"/>
                  <a:pt x="152443" y="294208"/>
                </a:cubicBezTo>
                <a:cubicBezTo>
                  <a:pt x="152443" y="288590"/>
                  <a:pt x="147889" y="284042"/>
                  <a:pt x="142263" y="284042"/>
                </a:cubicBezTo>
                <a:close/>
                <a:moveTo>
                  <a:pt x="101629" y="243464"/>
                </a:moveTo>
                <a:cubicBezTo>
                  <a:pt x="96003" y="243464"/>
                  <a:pt x="91448" y="248012"/>
                  <a:pt x="91448" y="253630"/>
                </a:cubicBezTo>
                <a:cubicBezTo>
                  <a:pt x="91448" y="259249"/>
                  <a:pt x="96003" y="263797"/>
                  <a:pt x="101629" y="263797"/>
                </a:cubicBezTo>
                <a:lnTo>
                  <a:pt x="121901" y="263797"/>
                </a:lnTo>
                <a:cubicBezTo>
                  <a:pt x="127528" y="263797"/>
                  <a:pt x="132083" y="259249"/>
                  <a:pt x="132083" y="253630"/>
                </a:cubicBezTo>
                <a:cubicBezTo>
                  <a:pt x="132083" y="248012"/>
                  <a:pt x="127528" y="243464"/>
                  <a:pt x="121901" y="243464"/>
                </a:cubicBezTo>
                <a:close/>
                <a:moveTo>
                  <a:pt x="101629" y="202886"/>
                </a:moveTo>
                <a:cubicBezTo>
                  <a:pt x="96003" y="202886"/>
                  <a:pt x="91448" y="207435"/>
                  <a:pt x="91448" y="213054"/>
                </a:cubicBezTo>
                <a:cubicBezTo>
                  <a:pt x="91448" y="218671"/>
                  <a:pt x="96003" y="223220"/>
                  <a:pt x="101629" y="223220"/>
                </a:cubicBezTo>
                <a:lnTo>
                  <a:pt x="142263" y="223220"/>
                </a:lnTo>
                <a:cubicBezTo>
                  <a:pt x="147889" y="223220"/>
                  <a:pt x="152443" y="218671"/>
                  <a:pt x="152443" y="213054"/>
                </a:cubicBezTo>
                <a:cubicBezTo>
                  <a:pt x="152443" y="207435"/>
                  <a:pt x="147889" y="202886"/>
                  <a:pt x="142263" y="202886"/>
                </a:cubicBezTo>
                <a:close/>
                <a:moveTo>
                  <a:pt x="101629" y="162310"/>
                </a:moveTo>
                <a:cubicBezTo>
                  <a:pt x="96003" y="162310"/>
                  <a:pt x="91448" y="166858"/>
                  <a:pt x="91448" y="172476"/>
                </a:cubicBezTo>
                <a:cubicBezTo>
                  <a:pt x="91448" y="178095"/>
                  <a:pt x="96003" y="182643"/>
                  <a:pt x="101629" y="182643"/>
                </a:cubicBezTo>
                <a:lnTo>
                  <a:pt x="121901" y="182643"/>
                </a:lnTo>
                <a:cubicBezTo>
                  <a:pt x="127528" y="182643"/>
                  <a:pt x="132083" y="178095"/>
                  <a:pt x="132083" y="172476"/>
                </a:cubicBezTo>
                <a:cubicBezTo>
                  <a:pt x="132083" y="166858"/>
                  <a:pt x="127528" y="162310"/>
                  <a:pt x="121901" y="162310"/>
                </a:cubicBezTo>
                <a:close/>
                <a:moveTo>
                  <a:pt x="101629" y="121732"/>
                </a:moveTo>
                <a:cubicBezTo>
                  <a:pt x="96003" y="121732"/>
                  <a:pt x="91448" y="126281"/>
                  <a:pt x="91448" y="131898"/>
                </a:cubicBezTo>
                <a:cubicBezTo>
                  <a:pt x="91448" y="137428"/>
                  <a:pt x="96003" y="141976"/>
                  <a:pt x="101629" y="141976"/>
                </a:cubicBezTo>
                <a:lnTo>
                  <a:pt x="142263" y="141976"/>
                </a:lnTo>
                <a:cubicBezTo>
                  <a:pt x="147889" y="141976"/>
                  <a:pt x="152443" y="137428"/>
                  <a:pt x="152443" y="131898"/>
                </a:cubicBezTo>
                <a:cubicBezTo>
                  <a:pt x="152443" y="126281"/>
                  <a:pt x="147889" y="121732"/>
                  <a:pt x="142263" y="121732"/>
                </a:cubicBezTo>
                <a:close/>
                <a:moveTo>
                  <a:pt x="477603" y="101399"/>
                </a:moveTo>
                <a:cubicBezTo>
                  <a:pt x="471976" y="101399"/>
                  <a:pt x="467422" y="105947"/>
                  <a:pt x="467422" y="111566"/>
                </a:cubicBezTo>
                <a:cubicBezTo>
                  <a:pt x="467422" y="117184"/>
                  <a:pt x="471976" y="121732"/>
                  <a:pt x="477603" y="121732"/>
                </a:cubicBezTo>
                <a:lnTo>
                  <a:pt x="524130" y="121732"/>
                </a:lnTo>
                <a:lnTo>
                  <a:pt x="402408" y="243375"/>
                </a:lnTo>
                <a:lnTo>
                  <a:pt x="318105" y="159188"/>
                </a:lnTo>
                <a:cubicBezTo>
                  <a:pt x="318016" y="159099"/>
                  <a:pt x="318016" y="159099"/>
                  <a:pt x="317925" y="159099"/>
                </a:cubicBezTo>
                <a:cubicBezTo>
                  <a:pt x="317925" y="159009"/>
                  <a:pt x="317837" y="158920"/>
                  <a:pt x="317837" y="158920"/>
                </a:cubicBezTo>
                <a:cubicBezTo>
                  <a:pt x="317301" y="158474"/>
                  <a:pt x="316765" y="158297"/>
                  <a:pt x="316229" y="157940"/>
                </a:cubicBezTo>
                <a:cubicBezTo>
                  <a:pt x="315693" y="157583"/>
                  <a:pt x="315158" y="157137"/>
                  <a:pt x="314532" y="156958"/>
                </a:cubicBezTo>
                <a:cubicBezTo>
                  <a:pt x="313907" y="156690"/>
                  <a:pt x="313282" y="156690"/>
                  <a:pt x="312656" y="156514"/>
                </a:cubicBezTo>
                <a:cubicBezTo>
                  <a:pt x="312031" y="156423"/>
                  <a:pt x="311407" y="156246"/>
                  <a:pt x="310692" y="156246"/>
                </a:cubicBezTo>
                <a:cubicBezTo>
                  <a:pt x="310067" y="156246"/>
                  <a:pt x="309442" y="156514"/>
                  <a:pt x="308906" y="156601"/>
                </a:cubicBezTo>
                <a:cubicBezTo>
                  <a:pt x="308191" y="156780"/>
                  <a:pt x="307566" y="156780"/>
                  <a:pt x="306941" y="157048"/>
                </a:cubicBezTo>
                <a:cubicBezTo>
                  <a:pt x="306316" y="157316"/>
                  <a:pt x="305780" y="157851"/>
                  <a:pt x="305244" y="158206"/>
                </a:cubicBezTo>
                <a:cubicBezTo>
                  <a:pt x="304709" y="158565"/>
                  <a:pt x="304173" y="158742"/>
                  <a:pt x="303727" y="159188"/>
                </a:cubicBezTo>
                <a:cubicBezTo>
                  <a:pt x="303727" y="159277"/>
                  <a:pt x="303637" y="159277"/>
                  <a:pt x="303637" y="159367"/>
                </a:cubicBezTo>
                <a:cubicBezTo>
                  <a:pt x="303548" y="159456"/>
                  <a:pt x="303459" y="159456"/>
                  <a:pt x="303459" y="159456"/>
                </a:cubicBezTo>
                <a:lnTo>
                  <a:pt x="185576" y="287341"/>
                </a:lnTo>
                <a:cubicBezTo>
                  <a:pt x="181736" y="291443"/>
                  <a:pt x="182093" y="297865"/>
                  <a:pt x="186201" y="301699"/>
                </a:cubicBezTo>
                <a:cubicBezTo>
                  <a:pt x="188166" y="303483"/>
                  <a:pt x="190576" y="304375"/>
                  <a:pt x="193077" y="304375"/>
                </a:cubicBezTo>
                <a:cubicBezTo>
                  <a:pt x="195757" y="304375"/>
                  <a:pt x="198525" y="303304"/>
                  <a:pt x="200579" y="301075"/>
                </a:cubicBezTo>
                <a:lnTo>
                  <a:pt x="311227" y="181037"/>
                </a:lnTo>
                <a:lnTo>
                  <a:pt x="395174" y="264867"/>
                </a:lnTo>
                <a:cubicBezTo>
                  <a:pt x="397139" y="266830"/>
                  <a:pt x="399730" y="267810"/>
                  <a:pt x="402408" y="267810"/>
                </a:cubicBezTo>
                <a:cubicBezTo>
                  <a:pt x="404998" y="267810"/>
                  <a:pt x="407587" y="266830"/>
                  <a:pt x="409552" y="264867"/>
                </a:cubicBezTo>
                <a:lnTo>
                  <a:pt x="538509" y="136091"/>
                </a:lnTo>
                <a:lnTo>
                  <a:pt x="538509" y="182643"/>
                </a:lnTo>
                <a:cubicBezTo>
                  <a:pt x="538509" y="188172"/>
                  <a:pt x="543063" y="192720"/>
                  <a:pt x="548690" y="192720"/>
                </a:cubicBezTo>
                <a:cubicBezTo>
                  <a:pt x="554316" y="192720"/>
                  <a:pt x="558870" y="188172"/>
                  <a:pt x="558870" y="182643"/>
                </a:cubicBezTo>
                <a:lnTo>
                  <a:pt x="558870" y="111566"/>
                </a:lnTo>
                <a:cubicBezTo>
                  <a:pt x="558870" y="110228"/>
                  <a:pt x="558603" y="108980"/>
                  <a:pt x="558067" y="107730"/>
                </a:cubicBezTo>
                <a:cubicBezTo>
                  <a:pt x="556995" y="105233"/>
                  <a:pt x="555031" y="103271"/>
                  <a:pt x="552530" y="102202"/>
                </a:cubicBezTo>
                <a:cubicBezTo>
                  <a:pt x="551369" y="101666"/>
                  <a:pt x="550029" y="101399"/>
                  <a:pt x="548690" y="101399"/>
                </a:cubicBezTo>
                <a:close/>
                <a:moveTo>
                  <a:pt x="101629" y="81154"/>
                </a:moveTo>
                <a:cubicBezTo>
                  <a:pt x="96003" y="81154"/>
                  <a:pt x="91448" y="85702"/>
                  <a:pt x="91448" y="91322"/>
                </a:cubicBezTo>
                <a:cubicBezTo>
                  <a:pt x="91448" y="96851"/>
                  <a:pt x="96003" y="101399"/>
                  <a:pt x="101629" y="101399"/>
                </a:cubicBezTo>
                <a:lnTo>
                  <a:pt x="121901" y="101399"/>
                </a:lnTo>
                <a:cubicBezTo>
                  <a:pt x="127528" y="101399"/>
                  <a:pt x="132083" y="96851"/>
                  <a:pt x="132083" y="91322"/>
                </a:cubicBezTo>
                <a:cubicBezTo>
                  <a:pt x="132083" y="85702"/>
                  <a:pt x="127528" y="81154"/>
                  <a:pt x="121901" y="81154"/>
                </a:cubicBezTo>
                <a:close/>
                <a:moveTo>
                  <a:pt x="60996" y="70988"/>
                </a:moveTo>
                <a:cubicBezTo>
                  <a:pt x="55368" y="70988"/>
                  <a:pt x="50814" y="75536"/>
                  <a:pt x="50814" y="81154"/>
                </a:cubicBezTo>
                <a:lnTo>
                  <a:pt x="50814" y="304375"/>
                </a:lnTo>
                <a:cubicBezTo>
                  <a:pt x="50814" y="309993"/>
                  <a:pt x="55368" y="314541"/>
                  <a:pt x="60996" y="314541"/>
                </a:cubicBezTo>
                <a:cubicBezTo>
                  <a:pt x="66533" y="314541"/>
                  <a:pt x="71087" y="309993"/>
                  <a:pt x="71087" y="304375"/>
                </a:cubicBezTo>
                <a:lnTo>
                  <a:pt x="71087" y="81154"/>
                </a:lnTo>
                <a:cubicBezTo>
                  <a:pt x="71087" y="75536"/>
                  <a:pt x="66533" y="70988"/>
                  <a:pt x="60996" y="70988"/>
                </a:cubicBezTo>
                <a:close/>
                <a:moveTo>
                  <a:pt x="45724" y="0"/>
                </a:moveTo>
                <a:lnTo>
                  <a:pt x="563960" y="0"/>
                </a:lnTo>
                <a:cubicBezTo>
                  <a:pt x="589145" y="0"/>
                  <a:pt x="609685" y="20423"/>
                  <a:pt x="609685" y="45660"/>
                </a:cubicBezTo>
                <a:lnTo>
                  <a:pt x="609685" y="344952"/>
                </a:lnTo>
                <a:lnTo>
                  <a:pt x="0" y="344952"/>
                </a:lnTo>
                <a:lnTo>
                  <a:pt x="0" y="45660"/>
                </a:lnTo>
                <a:cubicBezTo>
                  <a:pt x="0" y="20423"/>
                  <a:pt x="20540" y="0"/>
                  <a:pt x="45724" y="0"/>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0" name="Freeform 29">
            <a:extLst>
              <a:ext uri="{FF2B5EF4-FFF2-40B4-BE49-F238E27FC236}">
                <a16:creationId xmlns:a16="http://schemas.microsoft.com/office/drawing/2014/main" id="{4B23951E-527C-B3DD-38D7-E5357D859195}"/>
              </a:ext>
            </a:extLst>
          </p:cNvPr>
          <p:cNvSpPr/>
          <p:nvPr/>
        </p:nvSpPr>
        <p:spPr>
          <a:xfrm>
            <a:off x="5803900" y="3797300"/>
            <a:ext cx="575113" cy="609685"/>
          </a:xfrm>
          <a:custGeom>
            <a:avLst/>
            <a:gdLst/>
            <a:ahLst/>
            <a:cxnLst/>
            <a:rect l="l" t="t" r="r" b="b"/>
            <a:pathLst>
              <a:path w="575113" h="609685">
                <a:moveTo>
                  <a:pt x="164238" y="420007"/>
                </a:moveTo>
                <a:cubicBezTo>
                  <a:pt x="186046" y="443031"/>
                  <a:pt x="213065" y="457672"/>
                  <a:pt x="243655" y="457672"/>
                </a:cubicBezTo>
                <a:cubicBezTo>
                  <a:pt x="274244" y="457672"/>
                  <a:pt x="301263" y="443031"/>
                  <a:pt x="323071" y="420007"/>
                </a:cubicBezTo>
                <a:cubicBezTo>
                  <a:pt x="388304" y="425787"/>
                  <a:pt x="444657" y="468944"/>
                  <a:pt x="466080" y="531753"/>
                </a:cubicBezTo>
                <a:lnTo>
                  <a:pt x="477851" y="566431"/>
                </a:lnTo>
                <a:cubicBezTo>
                  <a:pt x="481230" y="576450"/>
                  <a:pt x="479589" y="587432"/>
                  <a:pt x="473511" y="596006"/>
                </a:cubicBezTo>
                <a:cubicBezTo>
                  <a:pt x="467333" y="604580"/>
                  <a:pt x="457396" y="609685"/>
                  <a:pt x="446876" y="609685"/>
                </a:cubicBezTo>
                <a:lnTo>
                  <a:pt x="40433" y="609685"/>
                </a:lnTo>
                <a:cubicBezTo>
                  <a:pt x="29915" y="609685"/>
                  <a:pt x="19976" y="604580"/>
                  <a:pt x="13896" y="596006"/>
                </a:cubicBezTo>
                <a:cubicBezTo>
                  <a:pt x="7720" y="587432"/>
                  <a:pt x="6081" y="576450"/>
                  <a:pt x="9458" y="566431"/>
                </a:cubicBezTo>
                <a:lnTo>
                  <a:pt x="21231" y="531753"/>
                </a:lnTo>
                <a:cubicBezTo>
                  <a:pt x="42652" y="468944"/>
                  <a:pt x="99102" y="425787"/>
                  <a:pt x="164238" y="420007"/>
                </a:cubicBezTo>
                <a:close/>
                <a:moveTo>
                  <a:pt x="407384" y="314457"/>
                </a:moveTo>
                <a:cubicBezTo>
                  <a:pt x="443678" y="314457"/>
                  <a:pt x="473311" y="343945"/>
                  <a:pt x="473311" y="380177"/>
                </a:cubicBezTo>
                <a:cubicBezTo>
                  <a:pt x="473311" y="405039"/>
                  <a:pt x="459218" y="426432"/>
                  <a:pt x="438852" y="437610"/>
                </a:cubicBezTo>
                <a:cubicBezTo>
                  <a:pt x="412405" y="414291"/>
                  <a:pt x="379973" y="398294"/>
                  <a:pt x="344644" y="391645"/>
                </a:cubicBezTo>
                <a:cubicBezTo>
                  <a:pt x="357096" y="371601"/>
                  <a:pt x="366652" y="348571"/>
                  <a:pt x="372636" y="324575"/>
                </a:cubicBezTo>
                <a:cubicBezTo>
                  <a:pt x="382772" y="318215"/>
                  <a:pt x="394644" y="314457"/>
                  <a:pt x="407384" y="314457"/>
                </a:cubicBezTo>
                <a:close/>
                <a:moveTo>
                  <a:pt x="382525" y="212866"/>
                </a:moveTo>
                <a:lnTo>
                  <a:pt x="432312" y="212866"/>
                </a:lnTo>
                <a:cubicBezTo>
                  <a:pt x="439934" y="212866"/>
                  <a:pt x="446109" y="218935"/>
                  <a:pt x="446109" y="226546"/>
                </a:cubicBezTo>
                <a:lnTo>
                  <a:pt x="446109" y="254772"/>
                </a:lnTo>
                <a:cubicBezTo>
                  <a:pt x="454022" y="257181"/>
                  <a:pt x="461644" y="260361"/>
                  <a:pt x="468880" y="264215"/>
                </a:cubicBezTo>
                <a:lnTo>
                  <a:pt x="488950" y="244272"/>
                </a:lnTo>
                <a:cubicBezTo>
                  <a:pt x="491651" y="241574"/>
                  <a:pt x="495125" y="240226"/>
                  <a:pt x="498696" y="240226"/>
                </a:cubicBezTo>
                <a:cubicBezTo>
                  <a:pt x="502169" y="240226"/>
                  <a:pt x="505738" y="241574"/>
                  <a:pt x="508343" y="244272"/>
                </a:cubicBezTo>
                <a:lnTo>
                  <a:pt x="543561" y="279436"/>
                </a:lnTo>
                <a:cubicBezTo>
                  <a:pt x="546167" y="282037"/>
                  <a:pt x="547614" y="285505"/>
                  <a:pt x="547614" y="289165"/>
                </a:cubicBezTo>
                <a:cubicBezTo>
                  <a:pt x="547614" y="292730"/>
                  <a:pt x="546167" y="296295"/>
                  <a:pt x="543561" y="298799"/>
                </a:cubicBezTo>
                <a:lnTo>
                  <a:pt x="523589" y="318837"/>
                </a:lnTo>
                <a:cubicBezTo>
                  <a:pt x="527449" y="326062"/>
                  <a:pt x="530633" y="333673"/>
                  <a:pt x="533141" y="341574"/>
                </a:cubicBezTo>
                <a:lnTo>
                  <a:pt x="561316" y="341574"/>
                </a:lnTo>
                <a:cubicBezTo>
                  <a:pt x="568937" y="341574"/>
                  <a:pt x="575113" y="347739"/>
                  <a:pt x="575113" y="355350"/>
                </a:cubicBezTo>
                <a:lnTo>
                  <a:pt x="575113" y="405060"/>
                </a:lnTo>
                <a:cubicBezTo>
                  <a:pt x="575113" y="408720"/>
                  <a:pt x="573667" y="412189"/>
                  <a:pt x="571061" y="414790"/>
                </a:cubicBezTo>
                <a:cubicBezTo>
                  <a:pt x="568552" y="417391"/>
                  <a:pt x="564982" y="418836"/>
                  <a:pt x="561316" y="418836"/>
                </a:cubicBezTo>
                <a:lnTo>
                  <a:pt x="533141" y="418836"/>
                </a:lnTo>
                <a:cubicBezTo>
                  <a:pt x="530633" y="426737"/>
                  <a:pt x="527449" y="434346"/>
                  <a:pt x="523589" y="441571"/>
                </a:cubicBezTo>
                <a:lnTo>
                  <a:pt x="543658" y="461609"/>
                </a:lnTo>
                <a:cubicBezTo>
                  <a:pt x="546167" y="464114"/>
                  <a:pt x="547614" y="467679"/>
                  <a:pt x="547614" y="471244"/>
                </a:cubicBezTo>
                <a:cubicBezTo>
                  <a:pt x="547614" y="474904"/>
                  <a:pt x="546167" y="478373"/>
                  <a:pt x="543658" y="480973"/>
                </a:cubicBezTo>
                <a:lnTo>
                  <a:pt x="508441" y="516137"/>
                </a:lnTo>
                <a:cubicBezTo>
                  <a:pt x="505738" y="518834"/>
                  <a:pt x="502169" y="520183"/>
                  <a:pt x="498696" y="520183"/>
                </a:cubicBezTo>
                <a:cubicBezTo>
                  <a:pt x="497152" y="520183"/>
                  <a:pt x="495607" y="519797"/>
                  <a:pt x="494161" y="519317"/>
                </a:cubicBezTo>
                <a:cubicBezTo>
                  <a:pt x="485187" y="494076"/>
                  <a:pt x="471390" y="471533"/>
                  <a:pt x="454022" y="452554"/>
                </a:cubicBezTo>
                <a:cubicBezTo>
                  <a:pt x="477854" y="437140"/>
                  <a:pt x="493775" y="410552"/>
                  <a:pt x="493775" y="380205"/>
                </a:cubicBezTo>
                <a:cubicBezTo>
                  <a:pt x="493775" y="332710"/>
                  <a:pt x="454986" y="294079"/>
                  <a:pt x="407419" y="294079"/>
                </a:cubicBezTo>
                <a:cubicBezTo>
                  <a:pt x="396997" y="294079"/>
                  <a:pt x="387156" y="296198"/>
                  <a:pt x="377797" y="299570"/>
                </a:cubicBezTo>
                <a:cubicBezTo>
                  <a:pt x="379437" y="288299"/>
                  <a:pt x="380402" y="276931"/>
                  <a:pt x="380402" y="265659"/>
                </a:cubicBezTo>
                <a:cubicBezTo>
                  <a:pt x="380402" y="248030"/>
                  <a:pt x="378087" y="231460"/>
                  <a:pt x="373841" y="216141"/>
                </a:cubicBezTo>
                <a:cubicBezTo>
                  <a:pt x="376253" y="214215"/>
                  <a:pt x="379244" y="212866"/>
                  <a:pt x="382525" y="212866"/>
                </a:cubicBezTo>
                <a:close/>
                <a:moveTo>
                  <a:pt x="243677" y="144489"/>
                </a:moveTo>
                <a:cubicBezTo>
                  <a:pt x="296652" y="144537"/>
                  <a:pt x="349614" y="184959"/>
                  <a:pt x="349566" y="265609"/>
                </a:cubicBezTo>
                <a:cubicBezTo>
                  <a:pt x="349566" y="343465"/>
                  <a:pt x="302199" y="427006"/>
                  <a:pt x="243641" y="427006"/>
                </a:cubicBezTo>
                <a:cubicBezTo>
                  <a:pt x="185180" y="427006"/>
                  <a:pt x="137716" y="343465"/>
                  <a:pt x="137716" y="265609"/>
                </a:cubicBezTo>
                <a:cubicBezTo>
                  <a:pt x="137716" y="184766"/>
                  <a:pt x="190703" y="144441"/>
                  <a:pt x="243677" y="144489"/>
                </a:cubicBezTo>
                <a:close/>
                <a:moveTo>
                  <a:pt x="280380" y="119369"/>
                </a:moveTo>
                <a:cubicBezTo>
                  <a:pt x="294881" y="119369"/>
                  <a:pt x="309865" y="116862"/>
                  <a:pt x="310638" y="131425"/>
                </a:cubicBezTo>
                <a:cubicBezTo>
                  <a:pt x="301262" y="126216"/>
                  <a:pt x="291112" y="122166"/>
                  <a:pt x="280380" y="119369"/>
                </a:cubicBezTo>
                <a:close/>
                <a:moveTo>
                  <a:pt x="155368" y="95016"/>
                </a:moveTo>
                <a:cubicBezTo>
                  <a:pt x="175439" y="95016"/>
                  <a:pt x="193195" y="104939"/>
                  <a:pt x="204099" y="120065"/>
                </a:cubicBezTo>
                <a:cubicBezTo>
                  <a:pt x="164052" y="131722"/>
                  <a:pt x="133463" y="161106"/>
                  <a:pt x="118022" y="202051"/>
                </a:cubicBezTo>
                <a:cubicBezTo>
                  <a:pt x="72958" y="166211"/>
                  <a:pt x="98916" y="95016"/>
                  <a:pt x="155368" y="95016"/>
                </a:cubicBezTo>
                <a:close/>
                <a:moveTo>
                  <a:pt x="132207" y="0"/>
                </a:moveTo>
                <a:lnTo>
                  <a:pt x="178431" y="0"/>
                </a:lnTo>
                <a:cubicBezTo>
                  <a:pt x="185476" y="0"/>
                  <a:pt x="191169" y="5685"/>
                  <a:pt x="191169" y="12719"/>
                </a:cubicBezTo>
                <a:lnTo>
                  <a:pt x="191169" y="38829"/>
                </a:lnTo>
                <a:cubicBezTo>
                  <a:pt x="198600" y="41142"/>
                  <a:pt x="205646" y="44129"/>
                  <a:pt x="212303" y="47597"/>
                </a:cubicBezTo>
                <a:lnTo>
                  <a:pt x="230928" y="29098"/>
                </a:lnTo>
                <a:cubicBezTo>
                  <a:pt x="233341" y="26593"/>
                  <a:pt x="236621" y="25436"/>
                  <a:pt x="239903" y="25436"/>
                </a:cubicBezTo>
                <a:cubicBezTo>
                  <a:pt x="243183" y="25436"/>
                  <a:pt x="246369" y="26593"/>
                  <a:pt x="248877" y="29098"/>
                </a:cubicBezTo>
                <a:lnTo>
                  <a:pt x="281496" y="61760"/>
                </a:lnTo>
                <a:cubicBezTo>
                  <a:pt x="283908" y="64073"/>
                  <a:pt x="285259" y="67348"/>
                  <a:pt x="285259" y="70721"/>
                </a:cubicBezTo>
                <a:cubicBezTo>
                  <a:pt x="285259" y="74093"/>
                  <a:pt x="283908" y="77370"/>
                  <a:pt x="281496" y="79681"/>
                </a:cubicBezTo>
                <a:lnTo>
                  <a:pt x="262967" y="98181"/>
                </a:lnTo>
                <a:cubicBezTo>
                  <a:pt x="266151" y="104154"/>
                  <a:pt x="268757" y="110609"/>
                  <a:pt x="270880" y="117065"/>
                </a:cubicBezTo>
                <a:cubicBezTo>
                  <a:pt x="254089" y="113886"/>
                  <a:pt x="240193" y="113886"/>
                  <a:pt x="225332" y="115716"/>
                </a:cubicBezTo>
                <a:cubicBezTo>
                  <a:pt x="211435" y="91340"/>
                  <a:pt x="185476" y="74576"/>
                  <a:pt x="155368" y="74576"/>
                </a:cubicBezTo>
                <a:cubicBezTo>
                  <a:pt x="110880" y="74576"/>
                  <a:pt x="74596" y="110706"/>
                  <a:pt x="74596" y="155123"/>
                </a:cubicBezTo>
                <a:cubicBezTo>
                  <a:pt x="74596" y="183547"/>
                  <a:pt x="89554" y="208501"/>
                  <a:pt x="111845" y="222857"/>
                </a:cubicBezTo>
                <a:cubicBezTo>
                  <a:pt x="108758" y="236249"/>
                  <a:pt x="107020" y="250510"/>
                  <a:pt x="107020" y="265637"/>
                </a:cubicBezTo>
                <a:cubicBezTo>
                  <a:pt x="107020" y="265829"/>
                  <a:pt x="107020" y="266118"/>
                  <a:pt x="107020" y="266311"/>
                </a:cubicBezTo>
                <a:cubicBezTo>
                  <a:pt x="104221" y="265059"/>
                  <a:pt x="101133" y="264095"/>
                  <a:pt x="98335" y="262650"/>
                </a:cubicBezTo>
                <a:lnTo>
                  <a:pt x="79807" y="281149"/>
                </a:lnTo>
                <a:cubicBezTo>
                  <a:pt x="77394" y="283558"/>
                  <a:pt x="74210" y="284907"/>
                  <a:pt x="70832" y="284907"/>
                </a:cubicBezTo>
                <a:cubicBezTo>
                  <a:pt x="67455" y="284907"/>
                  <a:pt x="64173" y="283558"/>
                  <a:pt x="61761" y="281149"/>
                </a:cubicBezTo>
                <a:lnTo>
                  <a:pt x="29143" y="248582"/>
                </a:lnTo>
                <a:cubicBezTo>
                  <a:pt x="24126" y="243572"/>
                  <a:pt x="24126" y="235480"/>
                  <a:pt x="29143" y="230565"/>
                </a:cubicBezTo>
                <a:lnTo>
                  <a:pt x="47671" y="212066"/>
                </a:lnTo>
                <a:cubicBezTo>
                  <a:pt x="44102" y="205321"/>
                  <a:pt x="41110" y="198288"/>
                  <a:pt x="38793" y="190966"/>
                </a:cubicBezTo>
                <a:lnTo>
                  <a:pt x="12738" y="190966"/>
                </a:lnTo>
                <a:cubicBezTo>
                  <a:pt x="5693" y="190966"/>
                  <a:pt x="0" y="185185"/>
                  <a:pt x="0" y="178151"/>
                </a:cubicBezTo>
                <a:lnTo>
                  <a:pt x="0" y="132095"/>
                </a:lnTo>
                <a:cubicBezTo>
                  <a:pt x="0" y="125062"/>
                  <a:pt x="5693" y="119377"/>
                  <a:pt x="12738" y="119377"/>
                </a:cubicBezTo>
                <a:lnTo>
                  <a:pt x="38890" y="119377"/>
                </a:lnTo>
                <a:cubicBezTo>
                  <a:pt x="41110" y="111958"/>
                  <a:pt x="44102" y="104925"/>
                  <a:pt x="47671" y="98276"/>
                </a:cubicBezTo>
                <a:lnTo>
                  <a:pt x="29143" y="79778"/>
                </a:lnTo>
                <a:cubicBezTo>
                  <a:pt x="26731" y="77370"/>
                  <a:pt x="25380" y="74093"/>
                  <a:pt x="25380" y="70721"/>
                </a:cubicBezTo>
                <a:cubicBezTo>
                  <a:pt x="25380" y="67348"/>
                  <a:pt x="26731" y="64073"/>
                  <a:pt x="29143" y="61760"/>
                </a:cubicBezTo>
                <a:lnTo>
                  <a:pt x="61761" y="29098"/>
                </a:lnTo>
                <a:cubicBezTo>
                  <a:pt x="64270" y="26689"/>
                  <a:pt x="67551" y="25436"/>
                  <a:pt x="70832" y="25436"/>
                </a:cubicBezTo>
                <a:cubicBezTo>
                  <a:pt x="74113" y="25436"/>
                  <a:pt x="77299" y="26689"/>
                  <a:pt x="79807" y="29193"/>
                </a:cubicBezTo>
                <a:lnTo>
                  <a:pt x="98335" y="47597"/>
                </a:lnTo>
                <a:cubicBezTo>
                  <a:pt x="105090" y="44129"/>
                  <a:pt x="112135" y="41142"/>
                  <a:pt x="119469" y="38829"/>
                </a:cubicBezTo>
                <a:lnTo>
                  <a:pt x="119469" y="12719"/>
                </a:lnTo>
                <a:cubicBezTo>
                  <a:pt x="119469" y="5685"/>
                  <a:pt x="125259" y="0"/>
                  <a:pt x="132207" y="0"/>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2" name="Freeform 30">
            <a:extLst>
              <a:ext uri="{FF2B5EF4-FFF2-40B4-BE49-F238E27FC236}">
                <a16:creationId xmlns:a16="http://schemas.microsoft.com/office/drawing/2014/main" id="{EA9EE65B-6053-F139-8FAB-B6BAF565DE59}"/>
              </a:ext>
            </a:extLst>
          </p:cNvPr>
          <p:cNvSpPr/>
          <p:nvPr/>
        </p:nvSpPr>
        <p:spPr>
          <a:xfrm>
            <a:off x="9347200" y="3797300"/>
            <a:ext cx="609685" cy="608764"/>
          </a:xfrm>
          <a:custGeom>
            <a:avLst/>
            <a:gdLst/>
            <a:ahLst/>
            <a:cxnLst/>
            <a:rect l="l" t="t" r="r" b="b"/>
            <a:pathLst>
              <a:path w="609685" h="608764">
                <a:moveTo>
                  <a:pt x="304843" y="279036"/>
                </a:moveTo>
                <a:cubicBezTo>
                  <a:pt x="318861" y="279036"/>
                  <a:pt x="330227" y="290384"/>
                  <a:pt x="330227" y="304383"/>
                </a:cubicBezTo>
                <a:cubicBezTo>
                  <a:pt x="330227" y="318381"/>
                  <a:pt x="318861" y="329731"/>
                  <a:pt x="304843" y="329731"/>
                </a:cubicBezTo>
                <a:cubicBezTo>
                  <a:pt x="290824" y="329731"/>
                  <a:pt x="279460" y="318381"/>
                  <a:pt x="279460" y="304383"/>
                </a:cubicBezTo>
                <a:cubicBezTo>
                  <a:pt x="279460" y="290384"/>
                  <a:pt x="290824" y="279036"/>
                  <a:pt x="304843" y="279036"/>
                </a:cubicBezTo>
                <a:close/>
                <a:moveTo>
                  <a:pt x="304797" y="253586"/>
                </a:moveTo>
                <a:cubicBezTo>
                  <a:pt x="276850" y="253586"/>
                  <a:pt x="253992" y="276419"/>
                  <a:pt x="253992" y="304338"/>
                </a:cubicBezTo>
                <a:cubicBezTo>
                  <a:pt x="253992" y="332346"/>
                  <a:pt x="276850" y="355091"/>
                  <a:pt x="304797" y="355091"/>
                </a:cubicBezTo>
                <a:cubicBezTo>
                  <a:pt x="332835" y="355091"/>
                  <a:pt x="355604" y="332346"/>
                  <a:pt x="355604" y="304338"/>
                </a:cubicBezTo>
                <a:cubicBezTo>
                  <a:pt x="355604" y="276419"/>
                  <a:pt x="332835" y="253586"/>
                  <a:pt x="304797" y="253586"/>
                </a:cubicBezTo>
                <a:close/>
                <a:moveTo>
                  <a:pt x="304797" y="202922"/>
                </a:moveTo>
                <a:cubicBezTo>
                  <a:pt x="360870" y="202922"/>
                  <a:pt x="406409" y="248412"/>
                  <a:pt x="406409" y="304338"/>
                </a:cubicBezTo>
                <a:cubicBezTo>
                  <a:pt x="406409" y="360352"/>
                  <a:pt x="360870" y="405844"/>
                  <a:pt x="304797" y="405844"/>
                </a:cubicBezTo>
                <a:cubicBezTo>
                  <a:pt x="248813" y="405844"/>
                  <a:pt x="203275" y="360352"/>
                  <a:pt x="203275" y="304338"/>
                </a:cubicBezTo>
                <a:cubicBezTo>
                  <a:pt x="203275" y="248412"/>
                  <a:pt x="248813" y="202922"/>
                  <a:pt x="304797" y="202922"/>
                </a:cubicBezTo>
                <a:close/>
                <a:moveTo>
                  <a:pt x="304797" y="152213"/>
                </a:moveTo>
                <a:cubicBezTo>
                  <a:pt x="220762" y="152213"/>
                  <a:pt x="152443" y="220429"/>
                  <a:pt x="152443" y="304338"/>
                </a:cubicBezTo>
                <a:cubicBezTo>
                  <a:pt x="152443" y="388336"/>
                  <a:pt x="220762" y="456551"/>
                  <a:pt x="304797" y="456551"/>
                </a:cubicBezTo>
                <a:cubicBezTo>
                  <a:pt x="388924" y="456551"/>
                  <a:pt x="457242" y="388336"/>
                  <a:pt x="457242" y="304338"/>
                </a:cubicBezTo>
                <a:cubicBezTo>
                  <a:pt x="457242" y="220429"/>
                  <a:pt x="388924" y="152213"/>
                  <a:pt x="304797" y="152213"/>
                </a:cubicBezTo>
                <a:close/>
                <a:moveTo>
                  <a:pt x="253983" y="0"/>
                </a:moveTo>
                <a:lnTo>
                  <a:pt x="355613" y="0"/>
                </a:lnTo>
                <a:cubicBezTo>
                  <a:pt x="369722" y="0"/>
                  <a:pt x="381065" y="11325"/>
                  <a:pt x="381065" y="25324"/>
                </a:cubicBezTo>
                <a:lnTo>
                  <a:pt x="381065" y="62597"/>
                </a:lnTo>
                <a:cubicBezTo>
                  <a:pt x="395176" y="67056"/>
                  <a:pt x="408927" y="72763"/>
                  <a:pt x="422055" y="79718"/>
                </a:cubicBezTo>
                <a:lnTo>
                  <a:pt x="448490" y="53323"/>
                </a:lnTo>
                <a:cubicBezTo>
                  <a:pt x="458492" y="43336"/>
                  <a:pt x="474566" y="43336"/>
                  <a:pt x="484480" y="53323"/>
                </a:cubicBezTo>
                <a:lnTo>
                  <a:pt x="556280" y="125016"/>
                </a:lnTo>
                <a:cubicBezTo>
                  <a:pt x="566194" y="134915"/>
                  <a:pt x="566194" y="150965"/>
                  <a:pt x="556280" y="160862"/>
                </a:cubicBezTo>
                <a:lnTo>
                  <a:pt x="529847" y="187258"/>
                </a:lnTo>
                <a:cubicBezTo>
                  <a:pt x="536812" y="200454"/>
                  <a:pt x="542527" y="214187"/>
                  <a:pt x="546994" y="228276"/>
                </a:cubicBezTo>
                <a:lnTo>
                  <a:pt x="584233" y="228276"/>
                </a:lnTo>
                <a:cubicBezTo>
                  <a:pt x="598344" y="228276"/>
                  <a:pt x="609685" y="239599"/>
                  <a:pt x="609685" y="253600"/>
                </a:cubicBezTo>
                <a:lnTo>
                  <a:pt x="609685" y="355075"/>
                </a:lnTo>
                <a:cubicBezTo>
                  <a:pt x="609685" y="369165"/>
                  <a:pt x="598255" y="380488"/>
                  <a:pt x="584233" y="380488"/>
                </a:cubicBezTo>
                <a:lnTo>
                  <a:pt x="546994" y="380488"/>
                </a:lnTo>
                <a:cubicBezTo>
                  <a:pt x="542527" y="394578"/>
                  <a:pt x="536812" y="408310"/>
                  <a:pt x="529847" y="421418"/>
                </a:cubicBezTo>
                <a:lnTo>
                  <a:pt x="556280" y="447812"/>
                </a:lnTo>
                <a:cubicBezTo>
                  <a:pt x="566194" y="457798"/>
                  <a:pt x="566194" y="473850"/>
                  <a:pt x="556280" y="483748"/>
                </a:cubicBezTo>
                <a:lnTo>
                  <a:pt x="484480" y="555440"/>
                </a:lnTo>
                <a:cubicBezTo>
                  <a:pt x="474566" y="565338"/>
                  <a:pt x="458492" y="565338"/>
                  <a:pt x="448490" y="555440"/>
                </a:cubicBezTo>
                <a:lnTo>
                  <a:pt x="422055" y="529045"/>
                </a:lnTo>
                <a:cubicBezTo>
                  <a:pt x="408927" y="536001"/>
                  <a:pt x="395176" y="541618"/>
                  <a:pt x="381065" y="546077"/>
                </a:cubicBezTo>
                <a:lnTo>
                  <a:pt x="381065" y="583350"/>
                </a:lnTo>
                <a:cubicBezTo>
                  <a:pt x="381065" y="597438"/>
                  <a:pt x="369634" y="608764"/>
                  <a:pt x="355613" y="608764"/>
                </a:cubicBezTo>
                <a:lnTo>
                  <a:pt x="253983" y="608764"/>
                </a:lnTo>
                <a:cubicBezTo>
                  <a:pt x="239963" y="608764"/>
                  <a:pt x="228622" y="597438"/>
                  <a:pt x="228622" y="583350"/>
                </a:cubicBezTo>
                <a:lnTo>
                  <a:pt x="228622" y="546077"/>
                </a:lnTo>
                <a:cubicBezTo>
                  <a:pt x="214511" y="541618"/>
                  <a:pt x="200758" y="536001"/>
                  <a:pt x="187541" y="529045"/>
                </a:cubicBezTo>
                <a:lnTo>
                  <a:pt x="161107" y="555440"/>
                </a:lnTo>
                <a:cubicBezTo>
                  <a:pt x="151194" y="565338"/>
                  <a:pt x="135118" y="565338"/>
                  <a:pt x="125207" y="555440"/>
                </a:cubicBezTo>
                <a:lnTo>
                  <a:pt x="53405" y="483748"/>
                </a:lnTo>
                <a:cubicBezTo>
                  <a:pt x="43402" y="473850"/>
                  <a:pt x="43402" y="457798"/>
                  <a:pt x="53405" y="447812"/>
                </a:cubicBezTo>
                <a:lnTo>
                  <a:pt x="79750" y="421418"/>
                </a:lnTo>
                <a:cubicBezTo>
                  <a:pt x="72874" y="408310"/>
                  <a:pt x="67158" y="394578"/>
                  <a:pt x="62692" y="380488"/>
                </a:cubicBezTo>
                <a:lnTo>
                  <a:pt x="25363" y="380488"/>
                </a:lnTo>
                <a:cubicBezTo>
                  <a:pt x="11342" y="380488"/>
                  <a:pt x="0" y="369165"/>
                  <a:pt x="0" y="355075"/>
                </a:cubicBezTo>
                <a:lnTo>
                  <a:pt x="0" y="253600"/>
                </a:lnTo>
                <a:cubicBezTo>
                  <a:pt x="0" y="239599"/>
                  <a:pt x="11342" y="228276"/>
                  <a:pt x="25363" y="228276"/>
                </a:cubicBezTo>
                <a:lnTo>
                  <a:pt x="62692" y="228276"/>
                </a:lnTo>
                <a:cubicBezTo>
                  <a:pt x="67158" y="214187"/>
                  <a:pt x="72874" y="200454"/>
                  <a:pt x="79750" y="187258"/>
                </a:cubicBezTo>
                <a:lnTo>
                  <a:pt x="53405" y="160862"/>
                </a:lnTo>
                <a:cubicBezTo>
                  <a:pt x="43402" y="150965"/>
                  <a:pt x="43402" y="134915"/>
                  <a:pt x="53405" y="125016"/>
                </a:cubicBezTo>
                <a:lnTo>
                  <a:pt x="125207" y="53323"/>
                </a:lnTo>
                <a:cubicBezTo>
                  <a:pt x="135118" y="43336"/>
                  <a:pt x="151194" y="43336"/>
                  <a:pt x="161107" y="53323"/>
                </a:cubicBezTo>
                <a:lnTo>
                  <a:pt x="187541" y="79718"/>
                </a:lnTo>
                <a:cubicBezTo>
                  <a:pt x="200758" y="72763"/>
                  <a:pt x="214511" y="67056"/>
                  <a:pt x="228622" y="62597"/>
                </a:cubicBezTo>
                <a:lnTo>
                  <a:pt x="228622" y="25324"/>
                </a:lnTo>
                <a:cubicBezTo>
                  <a:pt x="228622" y="11325"/>
                  <a:pt x="239963" y="0"/>
                  <a:pt x="253983" y="0"/>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Tree>
    <p:extLst>
      <p:ext uri="{BB962C8B-B14F-4D97-AF65-F5344CB8AC3E}">
        <p14:creationId xmlns:p14="http://schemas.microsoft.com/office/powerpoint/2010/main" val="217866300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1_自定义版式">
    <p:spTree>
      <p:nvGrpSpPr>
        <p:cNvPr id="1" name=""/>
        <p:cNvGrpSpPr/>
        <p:nvPr/>
      </p:nvGrpSpPr>
      <p:grpSpPr>
        <a:xfrm>
          <a:off x="0" y="0"/>
          <a:ext cx="0" cy="0"/>
          <a:chOff x="0" y="0"/>
          <a:chExt cx="0" cy="0"/>
        </a:xfrm>
      </p:grpSpPr>
      <p:sp>
        <p:nvSpPr>
          <p:cNvPr id="3" name="AutoShape 11">
            <a:extLst>
              <a:ext uri="{FF2B5EF4-FFF2-40B4-BE49-F238E27FC236}">
                <a16:creationId xmlns:a16="http://schemas.microsoft.com/office/drawing/2014/main" id="{FFB01D0F-41AE-6544-D85A-0FE79166A571}"/>
              </a:ext>
            </a:extLst>
          </p:cNvPr>
          <p:cNvSpPr/>
          <p:nvPr/>
        </p:nvSpPr>
        <p:spPr>
          <a:xfrm>
            <a:off x="1155700" y="1574800"/>
            <a:ext cx="10147300" cy="4178300"/>
          </a:xfrm>
          <a:prstGeom prst="roundRect">
            <a:avLst>
              <a:gd name="adj" fmla="val 0"/>
            </a:avLst>
          </a:prstGeom>
          <a:noFill/>
          <a:ln w="12700" cap="flat" cmpd="sng">
            <a:solidFill>
              <a:srgbClr val="617299">
                <a:alpha val="100000"/>
              </a:srgbClr>
            </a:solidFill>
            <a:prstDash val="solid"/>
            <a:miter lim="8000000"/>
          </a:ln>
        </p:spPr>
        <p:txBody>
          <a:bodyPr vert="horz" wrap="square" lIns="63500" tIns="63500" rIns="63500" bIns="63500" rtlCol="0" anchor="ctr"/>
          <a:lstStyle/>
          <a:p>
            <a:pPr algn="ctr">
              <a:defRPr/>
            </a:pPr>
            <a:endParaRPr/>
          </a:p>
        </p:txBody>
      </p:sp>
      <p:sp>
        <p:nvSpPr>
          <p:cNvPr id="4" name="AutoShape 12">
            <a:extLst>
              <a:ext uri="{FF2B5EF4-FFF2-40B4-BE49-F238E27FC236}">
                <a16:creationId xmlns:a16="http://schemas.microsoft.com/office/drawing/2014/main" id="{1759F09C-A9EC-9BDF-4FA8-03B1CCE6E393}"/>
              </a:ext>
            </a:extLst>
          </p:cNvPr>
          <p:cNvSpPr/>
          <p:nvPr/>
        </p:nvSpPr>
        <p:spPr>
          <a:xfrm>
            <a:off x="1727200" y="2679700"/>
            <a:ext cx="762000" cy="762000"/>
          </a:xfrm>
          <a:prstGeom prst="ellipse">
            <a:avLst/>
          </a:prstGeom>
          <a:solidFill>
            <a:srgbClr val="297FD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13">
            <a:extLst>
              <a:ext uri="{FF2B5EF4-FFF2-40B4-BE49-F238E27FC236}">
                <a16:creationId xmlns:a16="http://schemas.microsoft.com/office/drawing/2014/main" id="{C1018B04-3DCF-D6D4-4DAF-3D4ED589DEB6}"/>
              </a:ext>
            </a:extLst>
          </p:cNvPr>
          <p:cNvSpPr/>
          <p:nvPr/>
        </p:nvSpPr>
        <p:spPr>
          <a:xfrm>
            <a:off x="1625600" y="2806700"/>
            <a:ext cx="965200" cy="5334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endParaRPr/>
          </a:p>
        </p:txBody>
      </p:sp>
      <p:sp>
        <p:nvSpPr>
          <p:cNvPr id="6" name="AutoShape 14">
            <a:extLst>
              <a:ext uri="{FF2B5EF4-FFF2-40B4-BE49-F238E27FC236}">
                <a16:creationId xmlns:a16="http://schemas.microsoft.com/office/drawing/2014/main" id="{B55D8007-F72B-0FED-4319-139F319041FB}"/>
              </a:ext>
            </a:extLst>
          </p:cNvPr>
          <p:cNvSpPr/>
          <p:nvPr/>
        </p:nvSpPr>
        <p:spPr>
          <a:xfrm>
            <a:off x="1727200" y="3898900"/>
            <a:ext cx="762000" cy="762000"/>
          </a:xfrm>
          <a:prstGeom prst="ellipse">
            <a:avLst/>
          </a:prstGeom>
          <a:solidFill>
            <a:srgbClr val="629DD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15">
            <a:extLst>
              <a:ext uri="{FF2B5EF4-FFF2-40B4-BE49-F238E27FC236}">
                <a16:creationId xmlns:a16="http://schemas.microsoft.com/office/drawing/2014/main" id="{852D9BA8-46BC-14E0-580E-5CD0209B3424}"/>
              </a:ext>
            </a:extLst>
          </p:cNvPr>
          <p:cNvSpPr/>
          <p:nvPr/>
        </p:nvSpPr>
        <p:spPr>
          <a:xfrm>
            <a:off x="1625600" y="4025900"/>
            <a:ext cx="965200" cy="5334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endParaRPr/>
          </a:p>
        </p:txBody>
      </p:sp>
      <p:sp>
        <p:nvSpPr>
          <p:cNvPr id="8" name="AutoShape 16">
            <a:extLst>
              <a:ext uri="{FF2B5EF4-FFF2-40B4-BE49-F238E27FC236}">
                <a16:creationId xmlns:a16="http://schemas.microsoft.com/office/drawing/2014/main" id="{18F99D92-8B3B-F39D-3749-0EFA45A5ED45}"/>
              </a:ext>
            </a:extLst>
          </p:cNvPr>
          <p:cNvSpPr/>
          <p:nvPr/>
        </p:nvSpPr>
        <p:spPr>
          <a:xfrm>
            <a:off x="1244600" y="18542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17">
            <a:extLst>
              <a:ext uri="{FF2B5EF4-FFF2-40B4-BE49-F238E27FC236}">
                <a16:creationId xmlns:a16="http://schemas.microsoft.com/office/drawing/2014/main" id="{4287BEF4-C035-C1A9-16FE-03BE163731CF}"/>
              </a:ext>
            </a:extLst>
          </p:cNvPr>
          <p:cNvSpPr/>
          <p:nvPr/>
        </p:nvSpPr>
        <p:spPr>
          <a:xfrm>
            <a:off x="889000" y="18542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8">
            <a:extLst>
              <a:ext uri="{FF2B5EF4-FFF2-40B4-BE49-F238E27FC236}">
                <a16:creationId xmlns:a16="http://schemas.microsoft.com/office/drawing/2014/main" id="{8E8C2DB4-317B-3656-3FB9-D50A6721B959}"/>
              </a:ext>
            </a:extLst>
          </p:cNvPr>
          <p:cNvSpPr/>
          <p:nvPr/>
        </p:nvSpPr>
        <p:spPr>
          <a:xfrm>
            <a:off x="939800" y="19050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9">
            <a:extLst>
              <a:ext uri="{FF2B5EF4-FFF2-40B4-BE49-F238E27FC236}">
                <a16:creationId xmlns:a16="http://schemas.microsoft.com/office/drawing/2014/main" id="{46F2B86F-3C1E-680E-D21F-8B96569A6B26}"/>
              </a:ext>
            </a:extLst>
          </p:cNvPr>
          <p:cNvSpPr/>
          <p:nvPr/>
        </p:nvSpPr>
        <p:spPr>
          <a:xfrm>
            <a:off x="1244600" y="24257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20">
            <a:extLst>
              <a:ext uri="{FF2B5EF4-FFF2-40B4-BE49-F238E27FC236}">
                <a16:creationId xmlns:a16="http://schemas.microsoft.com/office/drawing/2014/main" id="{AE8EF55D-F9E4-8AC0-711E-BDC372122321}"/>
              </a:ext>
            </a:extLst>
          </p:cNvPr>
          <p:cNvSpPr/>
          <p:nvPr/>
        </p:nvSpPr>
        <p:spPr>
          <a:xfrm>
            <a:off x="889000" y="24257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21">
            <a:extLst>
              <a:ext uri="{FF2B5EF4-FFF2-40B4-BE49-F238E27FC236}">
                <a16:creationId xmlns:a16="http://schemas.microsoft.com/office/drawing/2014/main" id="{31676453-E036-FCB6-0740-E77ECDDF9C11}"/>
              </a:ext>
            </a:extLst>
          </p:cNvPr>
          <p:cNvSpPr/>
          <p:nvPr/>
        </p:nvSpPr>
        <p:spPr>
          <a:xfrm>
            <a:off x="939800" y="24765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22">
            <a:extLst>
              <a:ext uri="{FF2B5EF4-FFF2-40B4-BE49-F238E27FC236}">
                <a16:creationId xmlns:a16="http://schemas.microsoft.com/office/drawing/2014/main" id="{DB91BAEC-8889-1B31-4F47-538BDC224A1A}"/>
              </a:ext>
            </a:extLst>
          </p:cNvPr>
          <p:cNvSpPr/>
          <p:nvPr/>
        </p:nvSpPr>
        <p:spPr>
          <a:xfrm>
            <a:off x="1244600" y="3009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23">
            <a:extLst>
              <a:ext uri="{FF2B5EF4-FFF2-40B4-BE49-F238E27FC236}">
                <a16:creationId xmlns:a16="http://schemas.microsoft.com/office/drawing/2014/main" id="{2169DC52-9902-E7E1-60A1-074A2C1A39A9}"/>
              </a:ext>
            </a:extLst>
          </p:cNvPr>
          <p:cNvSpPr/>
          <p:nvPr/>
        </p:nvSpPr>
        <p:spPr>
          <a:xfrm>
            <a:off x="889000" y="3009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24">
            <a:extLst>
              <a:ext uri="{FF2B5EF4-FFF2-40B4-BE49-F238E27FC236}">
                <a16:creationId xmlns:a16="http://schemas.microsoft.com/office/drawing/2014/main" id="{424EEBE2-330D-E44F-FF20-6ADA4F955D71}"/>
              </a:ext>
            </a:extLst>
          </p:cNvPr>
          <p:cNvSpPr/>
          <p:nvPr/>
        </p:nvSpPr>
        <p:spPr>
          <a:xfrm>
            <a:off x="939800" y="30480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25">
            <a:extLst>
              <a:ext uri="{FF2B5EF4-FFF2-40B4-BE49-F238E27FC236}">
                <a16:creationId xmlns:a16="http://schemas.microsoft.com/office/drawing/2014/main" id="{A87317F5-727E-EEB3-8F35-73F62370587D}"/>
              </a:ext>
            </a:extLst>
          </p:cNvPr>
          <p:cNvSpPr/>
          <p:nvPr/>
        </p:nvSpPr>
        <p:spPr>
          <a:xfrm>
            <a:off x="1244600" y="35814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26">
            <a:extLst>
              <a:ext uri="{FF2B5EF4-FFF2-40B4-BE49-F238E27FC236}">
                <a16:creationId xmlns:a16="http://schemas.microsoft.com/office/drawing/2014/main" id="{7369034C-57C7-C540-00C7-182D66713411}"/>
              </a:ext>
            </a:extLst>
          </p:cNvPr>
          <p:cNvSpPr/>
          <p:nvPr/>
        </p:nvSpPr>
        <p:spPr>
          <a:xfrm>
            <a:off x="889000" y="35814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27">
            <a:extLst>
              <a:ext uri="{FF2B5EF4-FFF2-40B4-BE49-F238E27FC236}">
                <a16:creationId xmlns:a16="http://schemas.microsoft.com/office/drawing/2014/main" id="{D86DA17D-FABF-0DA0-5145-C700FE8DBF05}"/>
              </a:ext>
            </a:extLst>
          </p:cNvPr>
          <p:cNvSpPr/>
          <p:nvPr/>
        </p:nvSpPr>
        <p:spPr>
          <a:xfrm>
            <a:off x="939800" y="36322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8">
            <a:extLst>
              <a:ext uri="{FF2B5EF4-FFF2-40B4-BE49-F238E27FC236}">
                <a16:creationId xmlns:a16="http://schemas.microsoft.com/office/drawing/2014/main" id="{9ADA088B-4436-5500-D9C8-A115B487C0AC}"/>
              </a:ext>
            </a:extLst>
          </p:cNvPr>
          <p:cNvSpPr/>
          <p:nvPr/>
        </p:nvSpPr>
        <p:spPr>
          <a:xfrm>
            <a:off x="1244600" y="4152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9">
            <a:extLst>
              <a:ext uri="{FF2B5EF4-FFF2-40B4-BE49-F238E27FC236}">
                <a16:creationId xmlns:a16="http://schemas.microsoft.com/office/drawing/2014/main" id="{4D16C78C-6CD0-B424-4A21-EF3BEAF452B1}"/>
              </a:ext>
            </a:extLst>
          </p:cNvPr>
          <p:cNvSpPr/>
          <p:nvPr/>
        </p:nvSpPr>
        <p:spPr>
          <a:xfrm>
            <a:off x="889000" y="4152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30">
            <a:extLst>
              <a:ext uri="{FF2B5EF4-FFF2-40B4-BE49-F238E27FC236}">
                <a16:creationId xmlns:a16="http://schemas.microsoft.com/office/drawing/2014/main" id="{AC28B12C-639E-9CF3-F73C-1228F7271D79}"/>
              </a:ext>
            </a:extLst>
          </p:cNvPr>
          <p:cNvSpPr/>
          <p:nvPr/>
        </p:nvSpPr>
        <p:spPr>
          <a:xfrm>
            <a:off x="939800" y="42037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31">
            <a:extLst>
              <a:ext uri="{FF2B5EF4-FFF2-40B4-BE49-F238E27FC236}">
                <a16:creationId xmlns:a16="http://schemas.microsoft.com/office/drawing/2014/main" id="{37743A3E-0088-EC55-685E-8F46626AB9A2}"/>
              </a:ext>
            </a:extLst>
          </p:cNvPr>
          <p:cNvSpPr/>
          <p:nvPr/>
        </p:nvSpPr>
        <p:spPr>
          <a:xfrm>
            <a:off x="1244600" y="47244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32">
            <a:extLst>
              <a:ext uri="{FF2B5EF4-FFF2-40B4-BE49-F238E27FC236}">
                <a16:creationId xmlns:a16="http://schemas.microsoft.com/office/drawing/2014/main" id="{6EF4D42B-2B05-8A11-CFAF-EEBD7DB22727}"/>
              </a:ext>
            </a:extLst>
          </p:cNvPr>
          <p:cNvSpPr/>
          <p:nvPr/>
        </p:nvSpPr>
        <p:spPr>
          <a:xfrm>
            <a:off x="889000" y="47244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33">
            <a:extLst>
              <a:ext uri="{FF2B5EF4-FFF2-40B4-BE49-F238E27FC236}">
                <a16:creationId xmlns:a16="http://schemas.microsoft.com/office/drawing/2014/main" id="{A73DC5E0-A810-CDE5-9092-1F479592771A}"/>
              </a:ext>
            </a:extLst>
          </p:cNvPr>
          <p:cNvSpPr/>
          <p:nvPr/>
        </p:nvSpPr>
        <p:spPr>
          <a:xfrm>
            <a:off x="939800" y="47752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34">
            <a:extLst>
              <a:ext uri="{FF2B5EF4-FFF2-40B4-BE49-F238E27FC236}">
                <a16:creationId xmlns:a16="http://schemas.microsoft.com/office/drawing/2014/main" id="{2FDC18C0-4835-FCFB-436A-DDAFED40DB86}"/>
              </a:ext>
            </a:extLst>
          </p:cNvPr>
          <p:cNvSpPr/>
          <p:nvPr/>
        </p:nvSpPr>
        <p:spPr>
          <a:xfrm>
            <a:off x="1244600" y="5295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AutoShape 35">
            <a:extLst>
              <a:ext uri="{FF2B5EF4-FFF2-40B4-BE49-F238E27FC236}">
                <a16:creationId xmlns:a16="http://schemas.microsoft.com/office/drawing/2014/main" id="{8A3D8BBA-F389-3EBF-F2F0-CEEA1FE71E61}"/>
              </a:ext>
            </a:extLst>
          </p:cNvPr>
          <p:cNvSpPr/>
          <p:nvPr/>
        </p:nvSpPr>
        <p:spPr>
          <a:xfrm>
            <a:off x="889000" y="5295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36">
            <a:extLst>
              <a:ext uri="{FF2B5EF4-FFF2-40B4-BE49-F238E27FC236}">
                <a16:creationId xmlns:a16="http://schemas.microsoft.com/office/drawing/2014/main" id="{AE7238FF-42C4-E09D-0999-D91C9F1940DF}"/>
              </a:ext>
            </a:extLst>
          </p:cNvPr>
          <p:cNvSpPr/>
          <p:nvPr/>
        </p:nvSpPr>
        <p:spPr>
          <a:xfrm>
            <a:off x="939800" y="53467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37">
            <a:extLst>
              <a:ext uri="{FF2B5EF4-FFF2-40B4-BE49-F238E27FC236}">
                <a16:creationId xmlns:a16="http://schemas.microsoft.com/office/drawing/2014/main" id="{5D4DD1C1-7615-7967-7FCC-1CF737AC059B}"/>
              </a:ext>
            </a:extLst>
          </p:cNvPr>
          <p:cNvSpPr/>
          <p:nvPr/>
        </p:nvSpPr>
        <p:spPr>
          <a:xfrm>
            <a:off x="2692400" y="2057400"/>
            <a:ext cx="8293100" cy="711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30" name="AutoShape 38">
            <a:extLst>
              <a:ext uri="{FF2B5EF4-FFF2-40B4-BE49-F238E27FC236}">
                <a16:creationId xmlns:a16="http://schemas.microsoft.com/office/drawing/2014/main" id="{6D9AEE91-BEB8-BFA1-A2AF-3800CEA2377A}"/>
              </a:ext>
            </a:extLst>
          </p:cNvPr>
          <p:cNvSpPr/>
          <p:nvPr/>
        </p:nvSpPr>
        <p:spPr>
          <a:xfrm>
            <a:off x="2692400" y="3314700"/>
            <a:ext cx="8293100" cy="711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31" name="AutoShape 39">
            <a:extLst>
              <a:ext uri="{FF2B5EF4-FFF2-40B4-BE49-F238E27FC236}">
                <a16:creationId xmlns:a16="http://schemas.microsoft.com/office/drawing/2014/main" id="{2E679C30-5DB3-CAD4-CE18-EAE2388A1949}"/>
              </a:ext>
            </a:extLst>
          </p:cNvPr>
          <p:cNvSpPr/>
          <p:nvPr/>
        </p:nvSpPr>
        <p:spPr>
          <a:xfrm>
            <a:off x="2692400" y="4572000"/>
            <a:ext cx="8293100" cy="711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cxnSp>
        <p:nvCxnSpPr>
          <p:cNvPr id="32" name="Connector 40">
            <a:extLst>
              <a:ext uri="{FF2B5EF4-FFF2-40B4-BE49-F238E27FC236}">
                <a16:creationId xmlns:a16="http://schemas.microsoft.com/office/drawing/2014/main" id="{0F23ADE6-5341-8DDB-A020-EB0917A539C5}"/>
              </a:ext>
            </a:extLst>
          </p:cNvPr>
          <p:cNvCxnSpPr/>
          <p:nvPr/>
        </p:nvCxnSpPr>
        <p:spPr>
          <a:xfrm>
            <a:off x="2806700" y="3035300"/>
            <a:ext cx="7950210" cy="12700"/>
          </a:xfrm>
          <a:prstGeom prst="line">
            <a:avLst/>
          </a:prstGeom>
          <a:solidFill>
            <a:srgbClr val="DEE0E3">
              <a:alpha val="100000"/>
            </a:srgbClr>
          </a:solidFill>
          <a:ln w="12700" cap="flat" cmpd="sng">
            <a:solidFill>
              <a:srgbClr val="4A66AC">
                <a:alpha val="100000"/>
              </a:srgbClr>
            </a:solidFill>
            <a:prstDash val="solid"/>
            <a:miter lim="8000000"/>
            <a:headEnd type="none" w="med" len="med"/>
            <a:tailEnd type="none" w="med" len="med"/>
          </a:ln>
        </p:spPr>
      </p:cxnSp>
      <p:cxnSp>
        <p:nvCxnSpPr>
          <p:cNvPr id="33" name="Connector 41">
            <a:extLst>
              <a:ext uri="{FF2B5EF4-FFF2-40B4-BE49-F238E27FC236}">
                <a16:creationId xmlns:a16="http://schemas.microsoft.com/office/drawing/2014/main" id="{D2BC8812-EFF3-9FC5-2C66-649566C9D751}"/>
              </a:ext>
            </a:extLst>
          </p:cNvPr>
          <p:cNvCxnSpPr/>
          <p:nvPr/>
        </p:nvCxnSpPr>
        <p:spPr>
          <a:xfrm>
            <a:off x="2806700" y="4292600"/>
            <a:ext cx="7950210" cy="12700"/>
          </a:xfrm>
          <a:prstGeom prst="line">
            <a:avLst/>
          </a:prstGeom>
          <a:solidFill>
            <a:srgbClr val="DEE0E3">
              <a:alpha val="100000"/>
            </a:srgbClr>
          </a:solidFill>
          <a:ln w="12700" cap="flat" cmpd="sng">
            <a:solidFill>
              <a:srgbClr val="4A66AC">
                <a:alpha val="100000"/>
              </a:srgbClr>
            </a:solidFill>
            <a:prstDash val="solid"/>
            <a:miter lim="8000000"/>
            <a:headEnd type="none" w="med" len="med"/>
            <a:tailEnd type="none" w="med" len="med"/>
          </a:ln>
        </p:spPr>
      </p:cxnSp>
    </p:spTree>
    <p:extLst>
      <p:ext uri="{BB962C8B-B14F-4D97-AF65-F5344CB8AC3E}">
        <p14:creationId xmlns:p14="http://schemas.microsoft.com/office/powerpoint/2010/main" val="246066343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2_自定义版式">
    <p:spTree>
      <p:nvGrpSpPr>
        <p:cNvPr id="1" name=""/>
        <p:cNvGrpSpPr/>
        <p:nvPr/>
      </p:nvGrpSpPr>
      <p:grpSpPr>
        <a:xfrm>
          <a:off x="0" y="0"/>
          <a:ext cx="0" cy="0"/>
          <a:chOff x="0" y="0"/>
          <a:chExt cx="0" cy="0"/>
        </a:xfrm>
      </p:grpSpPr>
      <p:sp>
        <p:nvSpPr>
          <p:cNvPr id="4" name="AutoShape 11">
            <a:extLst>
              <a:ext uri="{FF2B5EF4-FFF2-40B4-BE49-F238E27FC236}">
                <a16:creationId xmlns:a16="http://schemas.microsoft.com/office/drawing/2014/main" id="{777666A5-E308-86CE-DB68-04FFD47C8F01}"/>
              </a:ext>
            </a:extLst>
          </p:cNvPr>
          <p:cNvSpPr/>
          <p:nvPr/>
        </p:nvSpPr>
        <p:spPr>
          <a:xfrm>
            <a:off x="723900" y="1485900"/>
            <a:ext cx="5092700" cy="4267200"/>
          </a:xfrm>
          <a:prstGeom prst="roundRect">
            <a:avLst>
              <a:gd name="adj" fmla="val 0"/>
            </a:avLst>
          </a:prstGeom>
          <a:solidFill>
            <a:srgbClr val="FFFFFF">
              <a:alpha val="67000"/>
            </a:srgbClr>
          </a:solidFill>
          <a:ln w="25400" cap="flat" cmpd="sng">
            <a:noFill/>
            <a:prstDash val="solid"/>
            <a:round/>
          </a:ln>
          <a:effectLst>
            <a:outerShdw blurRad="63500" algn="ctr" rotWithShape="0">
              <a:srgbClr val="000000">
                <a:alpha val="5000"/>
              </a:srgbClr>
            </a:outerShdw>
          </a:effectLst>
        </p:spPr>
        <p:txBody>
          <a:bodyPr vert="horz" wrap="square" lIns="63500" tIns="63500" rIns="63500" bIns="63500" rtlCol="0" anchor="ctr"/>
          <a:lstStyle/>
          <a:p>
            <a:pPr algn="ctr">
              <a:defRPr/>
            </a:pPr>
            <a:endParaRPr/>
          </a:p>
        </p:txBody>
      </p:sp>
      <p:sp>
        <p:nvSpPr>
          <p:cNvPr id="6" name="AutoShape 12">
            <a:extLst>
              <a:ext uri="{FF2B5EF4-FFF2-40B4-BE49-F238E27FC236}">
                <a16:creationId xmlns:a16="http://schemas.microsoft.com/office/drawing/2014/main" id="{337FB9E3-E239-1B90-EBCD-5F7FC9294357}"/>
              </a:ext>
            </a:extLst>
          </p:cNvPr>
          <p:cNvSpPr/>
          <p:nvPr/>
        </p:nvSpPr>
        <p:spPr>
          <a:xfrm>
            <a:off x="850900" y="1651000"/>
            <a:ext cx="4800600" cy="3924300"/>
          </a:xfrm>
          <a:prstGeom prst="roundRect">
            <a:avLst>
              <a:gd name="adj" fmla="val 0"/>
            </a:avLst>
          </a:prstGeom>
          <a:noFill/>
          <a:ln w="12700" cap="flat" cmpd="sng">
            <a:solidFill>
              <a:srgbClr val="D9D9D9">
                <a:alpha val="100000"/>
              </a:srgbClr>
            </a:solidFill>
            <a:prstDash val="solid"/>
            <a:miter lim="10000000"/>
          </a:ln>
          <a:effectLst>
            <a:outerShdw blurRad="63500" algn="ctr" rotWithShape="0">
              <a:srgbClr val="000000">
                <a:alpha val="13000"/>
              </a:srgbClr>
            </a:outerShdw>
          </a:effectLst>
        </p:spPr>
        <p:txBody>
          <a:bodyPr vert="horz" wrap="square" lIns="63500" tIns="63500" rIns="63500" bIns="63500" rtlCol="0" anchor="ctr"/>
          <a:lstStyle/>
          <a:p>
            <a:pPr algn="ctr">
              <a:defRPr/>
            </a:pPr>
            <a:endParaRPr/>
          </a:p>
        </p:txBody>
      </p:sp>
      <p:sp>
        <p:nvSpPr>
          <p:cNvPr id="8" name="AutoShape 13">
            <a:extLst>
              <a:ext uri="{FF2B5EF4-FFF2-40B4-BE49-F238E27FC236}">
                <a16:creationId xmlns:a16="http://schemas.microsoft.com/office/drawing/2014/main" id="{B1A6A787-0ADD-6E7E-0BC4-6263E3623362}"/>
              </a:ext>
            </a:extLst>
          </p:cNvPr>
          <p:cNvSpPr/>
          <p:nvPr/>
        </p:nvSpPr>
        <p:spPr>
          <a:xfrm>
            <a:off x="1905000" y="2133600"/>
            <a:ext cx="27051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spcAft>
                <a:spcPts val="1200"/>
              </a:spcAft>
              <a:defRPr/>
            </a:pPr>
            <a:endParaRPr lang="en-US" sz="1100" dirty="0"/>
          </a:p>
        </p:txBody>
      </p:sp>
      <p:sp>
        <p:nvSpPr>
          <p:cNvPr id="10" name="AutoShape 14">
            <a:extLst>
              <a:ext uri="{FF2B5EF4-FFF2-40B4-BE49-F238E27FC236}">
                <a16:creationId xmlns:a16="http://schemas.microsoft.com/office/drawing/2014/main" id="{F3A838E8-0B3E-7CC4-4A80-B195DB077401}"/>
              </a:ext>
            </a:extLst>
          </p:cNvPr>
          <p:cNvSpPr/>
          <p:nvPr/>
        </p:nvSpPr>
        <p:spPr>
          <a:xfrm>
            <a:off x="1257300" y="2552700"/>
            <a:ext cx="3987800" cy="1244600"/>
          </a:xfrm>
          <a:prstGeom prst="rect">
            <a:avLst/>
          </a:prstGeom>
          <a:noFill/>
          <a:ln w="12700" cap="flat" cmpd="sng">
            <a:noFill/>
            <a:prstDash val="solid"/>
            <a:round/>
          </a:ln>
        </p:spPr>
        <p:txBody>
          <a:bodyPr vert="horz" wrap="square" lIns="88900" tIns="50800" rIns="88900" bIns="50800" rtlCol="0" anchor="t" anchorCtr="0"/>
          <a:lstStyle/>
          <a:p>
            <a:pPr marL="0" indent="0" algn="just">
              <a:lnSpc>
                <a:spcPct val="116666"/>
              </a:lnSpc>
              <a:defRPr/>
            </a:pPr>
            <a:endParaRPr lang="en-US" sz="1100" dirty="0"/>
          </a:p>
        </p:txBody>
      </p:sp>
      <p:sp>
        <p:nvSpPr>
          <p:cNvPr id="12" name="AutoShape 15">
            <a:extLst>
              <a:ext uri="{FF2B5EF4-FFF2-40B4-BE49-F238E27FC236}">
                <a16:creationId xmlns:a16="http://schemas.microsoft.com/office/drawing/2014/main" id="{B2FF78B2-2499-AFB2-6E70-925A1C36DC00}"/>
              </a:ext>
            </a:extLst>
          </p:cNvPr>
          <p:cNvSpPr/>
          <p:nvPr/>
        </p:nvSpPr>
        <p:spPr>
          <a:xfrm>
            <a:off x="6362700" y="1485900"/>
            <a:ext cx="5092700" cy="4267200"/>
          </a:xfrm>
          <a:prstGeom prst="roundRect">
            <a:avLst>
              <a:gd name="adj" fmla="val 0"/>
            </a:avLst>
          </a:prstGeom>
          <a:solidFill>
            <a:srgbClr val="FFFFFF">
              <a:alpha val="67000"/>
            </a:srgbClr>
          </a:solidFill>
          <a:ln w="25400" cap="flat" cmpd="sng">
            <a:noFill/>
            <a:prstDash val="solid"/>
            <a:round/>
          </a:ln>
          <a:effectLst>
            <a:outerShdw blurRad="63500" algn="ctr" rotWithShape="0">
              <a:srgbClr val="000000">
                <a:alpha val="5000"/>
              </a:srgbClr>
            </a:outerShdw>
          </a:effectLst>
        </p:spPr>
        <p:txBody>
          <a:bodyPr vert="horz" wrap="square" lIns="63500" tIns="63500" rIns="63500" bIns="63500" rtlCol="0" anchor="ctr"/>
          <a:lstStyle/>
          <a:p>
            <a:pPr algn="ctr">
              <a:defRPr/>
            </a:pPr>
            <a:endParaRPr/>
          </a:p>
        </p:txBody>
      </p:sp>
      <p:sp>
        <p:nvSpPr>
          <p:cNvPr id="14" name="AutoShape 16">
            <a:extLst>
              <a:ext uri="{FF2B5EF4-FFF2-40B4-BE49-F238E27FC236}">
                <a16:creationId xmlns:a16="http://schemas.microsoft.com/office/drawing/2014/main" id="{D3793847-702C-7BA1-103F-7EE22A8334BF}"/>
              </a:ext>
            </a:extLst>
          </p:cNvPr>
          <p:cNvSpPr/>
          <p:nvPr/>
        </p:nvSpPr>
        <p:spPr>
          <a:xfrm>
            <a:off x="6489700" y="1651000"/>
            <a:ext cx="4800600" cy="3924300"/>
          </a:xfrm>
          <a:prstGeom prst="roundRect">
            <a:avLst>
              <a:gd name="adj" fmla="val 0"/>
            </a:avLst>
          </a:prstGeom>
          <a:noFill/>
          <a:ln w="12700" cap="flat" cmpd="sng">
            <a:solidFill>
              <a:srgbClr val="D9D9D9">
                <a:alpha val="100000"/>
              </a:srgbClr>
            </a:solidFill>
            <a:prstDash val="solid"/>
            <a:miter lim="10000000"/>
          </a:ln>
          <a:effectLst>
            <a:outerShdw blurRad="63500" algn="ctr" rotWithShape="0">
              <a:srgbClr val="000000">
                <a:alpha val="13000"/>
              </a:srgbClr>
            </a:outerShdw>
          </a:effectLst>
        </p:spPr>
        <p:txBody>
          <a:bodyPr vert="horz" wrap="square" lIns="63500" tIns="63500" rIns="63500" bIns="63500" rtlCol="0" anchor="ctr"/>
          <a:lstStyle/>
          <a:p>
            <a:pPr algn="ctr">
              <a:defRPr/>
            </a:pPr>
            <a:endParaRPr/>
          </a:p>
        </p:txBody>
      </p:sp>
      <p:sp>
        <p:nvSpPr>
          <p:cNvPr id="16" name="AutoShape 17">
            <a:extLst>
              <a:ext uri="{FF2B5EF4-FFF2-40B4-BE49-F238E27FC236}">
                <a16:creationId xmlns:a16="http://schemas.microsoft.com/office/drawing/2014/main" id="{6BFC270F-646B-4252-442B-2C561115A40A}"/>
              </a:ext>
            </a:extLst>
          </p:cNvPr>
          <p:cNvSpPr/>
          <p:nvPr/>
        </p:nvSpPr>
        <p:spPr>
          <a:xfrm>
            <a:off x="7543800" y="2133600"/>
            <a:ext cx="27051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spcAft>
                <a:spcPts val="1200"/>
              </a:spcAft>
              <a:defRPr/>
            </a:pPr>
            <a:endParaRPr lang="en-US" sz="1100" dirty="0"/>
          </a:p>
        </p:txBody>
      </p:sp>
      <p:sp>
        <p:nvSpPr>
          <p:cNvPr id="18" name="AutoShape 18">
            <a:extLst>
              <a:ext uri="{FF2B5EF4-FFF2-40B4-BE49-F238E27FC236}">
                <a16:creationId xmlns:a16="http://schemas.microsoft.com/office/drawing/2014/main" id="{C4CA4FF0-7961-EA3C-3962-CA3D0214682D}"/>
              </a:ext>
            </a:extLst>
          </p:cNvPr>
          <p:cNvSpPr/>
          <p:nvPr/>
        </p:nvSpPr>
        <p:spPr>
          <a:xfrm>
            <a:off x="6896100" y="2552700"/>
            <a:ext cx="3987800" cy="1244600"/>
          </a:xfrm>
          <a:prstGeom prst="rect">
            <a:avLst/>
          </a:prstGeom>
          <a:noFill/>
          <a:ln w="12700" cap="flat" cmpd="sng">
            <a:noFill/>
            <a:prstDash val="solid"/>
            <a:round/>
          </a:ln>
        </p:spPr>
        <p:txBody>
          <a:bodyPr vert="horz" wrap="square" lIns="88900" tIns="50800" rIns="88900" bIns="50800" rtlCol="0" anchor="t" anchorCtr="0"/>
          <a:lstStyle/>
          <a:p>
            <a:pPr marL="0" indent="0" algn="just">
              <a:lnSpc>
                <a:spcPct val="116666"/>
              </a:lnSpc>
              <a:defRPr/>
            </a:pPr>
            <a:endParaRPr lang="en-US" sz="1100" dirty="0"/>
          </a:p>
        </p:txBody>
      </p:sp>
    </p:spTree>
    <p:extLst>
      <p:ext uri="{BB962C8B-B14F-4D97-AF65-F5344CB8AC3E}">
        <p14:creationId xmlns:p14="http://schemas.microsoft.com/office/powerpoint/2010/main" val="393063503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3_自定义版式">
    <p:spTree>
      <p:nvGrpSpPr>
        <p:cNvPr id="1" name=""/>
        <p:cNvGrpSpPr/>
        <p:nvPr/>
      </p:nvGrpSpPr>
      <p:grpSpPr>
        <a:xfrm>
          <a:off x="0" y="0"/>
          <a:ext cx="0" cy="0"/>
          <a:chOff x="0" y="0"/>
          <a:chExt cx="0" cy="0"/>
        </a:xfrm>
      </p:grpSpPr>
      <p:sp>
        <p:nvSpPr>
          <p:cNvPr id="3" name="Freeform 11">
            <a:extLst>
              <a:ext uri="{FF2B5EF4-FFF2-40B4-BE49-F238E27FC236}">
                <a16:creationId xmlns:a16="http://schemas.microsoft.com/office/drawing/2014/main" id="{3DA67CB2-74D5-95D4-E4C5-300370DF0582}"/>
              </a:ext>
            </a:extLst>
          </p:cNvPr>
          <p:cNvSpPr/>
          <p:nvPr/>
        </p:nvSpPr>
        <p:spPr>
          <a:xfrm>
            <a:off x="6146800" y="1866900"/>
            <a:ext cx="1795729" cy="1795725"/>
          </a:xfrm>
          <a:custGeom>
            <a:avLst/>
            <a:gdLst/>
            <a:ahLst/>
            <a:cxnLst/>
            <a:rect l="l" t="t" r="r" b="b"/>
            <a:pathLst>
              <a:path w="1795729" h="1795725">
                <a:moveTo>
                  <a:pt x="0" y="0"/>
                </a:moveTo>
                <a:lnTo>
                  <a:pt x="88795" y="4483"/>
                </a:lnTo>
                <a:cubicBezTo>
                  <a:pt x="986448" y="95645"/>
                  <a:pt x="1700083" y="809280"/>
                  <a:pt x="1791245" y="1706935"/>
                </a:cubicBezTo>
                <a:lnTo>
                  <a:pt x="1795729" y="1795725"/>
                </a:lnTo>
                <a:lnTo>
                  <a:pt x="1210380" y="1795725"/>
                </a:lnTo>
                <a:lnTo>
                  <a:pt x="1208742" y="1763292"/>
                </a:lnTo>
                <a:cubicBezTo>
                  <a:pt x="1144880" y="1134455"/>
                  <a:pt x="644954" y="634528"/>
                  <a:pt x="16116" y="570666"/>
                </a:cubicBezTo>
                <a:lnTo>
                  <a:pt x="0" y="569852"/>
                </a:lnTo>
                <a:lnTo>
                  <a:pt x="0" y="0"/>
                </a:ln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Freeform 12">
            <a:extLst>
              <a:ext uri="{FF2B5EF4-FFF2-40B4-BE49-F238E27FC236}">
                <a16:creationId xmlns:a16="http://schemas.microsoft.com/office/drawing/2014/main" id="{95CB6475-C771-37E2-17B0-99975A140F6B}"/>
              </a:ext>
            </a:extLst>
          </p:cNvPr>
          <p:cNvSpPr/>
          <p:nvPr/>
        </p:nvSpPr>
        <p:spPr>
          <a:xfrm>
            <a:off x="4140200" y="1866900"/>
            <a:ext cx="1795725" cy="1795725"/>
          </a:xfrm>
          <a:custGeom>
            <a:avLst/>
            <a:gdLst/>
            <a:ahLst/>
            <a:cxnLst/>
            <a:rect l="l" t="t" r="r" b="b"/>
            <a:pathLst>
              <a:path w="1795725" h="1795725">
                <a:moveTo>
                  <a:pt x="1795725" y="0"/>
                </a:moveTo>
                <a:lnTo>
                  <a:pt x="1795725" y="568411"/>
                </a:lnTo>
                <a:lnTo>
                  <a:pt x="1751054" y="570666"/>
                </a:lnTo>
                <a:cubicBezTo>
                  <a:pt x="1122216" y="634528"/>
                  <a:pt x="622290" y="1134455"/>
                  <a:pt x="558428" y="1763292"/>
                </a:cubicBezTo>
                <a:lnTo>
                  <a:pt x="556791" y="1795725"/>
                </a:lnTo>
                <a:lnTo>
                  <a:pt x="0" y="1795725"/>
                </a:lnTo>
                <a:lnTo>
                  <a:pt x="4483" y="1706935"/>
                </a:lnTo>
                <a:cubicBezTo>
                  <a:pt x="95645" y="809280"/>
                  <a:pt x="809281" y="95645"/>
                  <a:pt x="1706935" y="4483"/>
                </a:cubicBezTo>
                <a:lnTo>
                  <a:pt x="1795725" y="0"/>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Freeform 13">
            <a:extLst>
              <a:ext uri="{FF2B5EF4-FFF2-40B4-BE49-F238E27FC236}">
                <a16:creationId xmlns:a16="http://schemas.microsoft.com/office/drawing/2014/main" id="{94CBADAD-25F7-840F-69A7-EE69DF79A74C}"/>
              </a:ext>
            </a:extLst>
          </p:cNvPr>
          <p:cNvSpPr/>
          <p:nvPr/>
        </p:nvSpPr>
        <p:spPr>
          <a:xfrm>
            <a:off x="4140200" y="3873500"/>
            <a:ext cx="1795725" cy="1795728"/>
          </a:xfrm>
          <a:custGeom>
            <a:avLst/>
            <a:gdLst/>
            <a:ahLst/>
            <a:cxnLst/>
            <a:rect l="l" t="t" r="r" b="b"/>
            <a:pathLst>
              <a:path w="1795725" h="1795728">
                <a:moveTo>
                  <a:pt x="0" y="0"/>
                </a:moveTo>
                <a:lnTo>
                  <a:pt x="556997" y="0"/>
                </a:lnTo>
                <a:lnTo>
                  <a:pt x="558428" y="28353"/>
                </a:lnTo>
                <a:cubicBezTo>
                  <a:pt x="622290" y="657191"/>
                  <a:pt x="1122216" y="1157117"/>
                  <a:pt x="1751054" y="1220979"/>
                </a:cubicBezTo>
                <a:lnTo>
                  <a:pt x="1795725" y="1223235"/>
                </a:lnTo>
                <a:lnTo>
                  <a:pt x="1795725" y="1795728"/>
                </a:lnTo>
                <a:lnTo>
                  <a:pt x="1706935" y="1791244"/>
                </a:lnTo>
                <a:cubicBezTo>
                  <a:pt x="809281" y="1700082"/>
                  <a:pt x="95645" y="986448"/>
                  <a:pt x="4483" y="88793"/>
                </a:cubicBezTo>
                <a:lnTo>
                  <a:pt x="0" y="0"/>
                </a:ln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Freeform 14">
            <a:extLst>
              <a:ext uri="{FF2B5EF4-FFF2-40B4-BE49-F238E27FC236}">
                <a16:creationId xmlns:a16="http://schemas.microsoft.com/office/drawing/2014/main" id="{DBD16696-4C93-46B5-ACA4-21F917533263}"/>
              </a:ext>
            </a:extLst>
          </p:cNvPr>
          <p:cNvSpPr/>
          <p:nvPr/>
        </p:nvSpPr>
        <p:spPr>
          <a:xfrm>
            <a:off x="6146800" y="3873500"/>
            <a:ext cx="1795729" cy="1795728"/>
          </a:xfrm>
          <a:custGeom>
            <a:avLst/>
            <a:gdLst/>
            <a:ahLst/>
            <a:cxnLst/>
            <a:rect l="l" t="t" r="r" b="b"/>
            <a:pathLst>
              <a:path w="1795729" h="1795728">
                <a:moveTo>
                  <a:pt x="1210174" y="0"/>
                </a:moveTo>
                <a:lnTo>
                  <a:pt x="1795729" y="0"/>
                </a:lnTo>
                <a:lnTo>
                  <a:pt x="1791245" y="88793"/>
                </a:lnTo>
                <a:cubicBezTo>
                  <a:pt x="1700083" y="986448"/>
                  <a:pt x="986448" y="1700082"/>
                  <a:pt x="88795" y="1791244"/>
                </a:cubicBezTo>
                <a:lnTo>
                  <a:pt x="0" y="1795728"/>
                </a:lnTo>
                <a:lnTo>
                  <a:pt x="0" y="1221793"/>
                </a:lnTo>
                <a:lnTo>
                  <a:pt x="16116" y="1220979"/>
                </a:lnTo>
                <a:cubicBezTo>
                  <a:pt x="644954" y="1157117"/>
                  <a:pt x="1144880" y="657191"/>
                  <a:pt x="1208742" y="28353"/>
                </a:cubicBezTo>
                <a:lnTo>
                  <a:pt x="1210174" y="0"/>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15">
            <a:extLst>
              <a:ext uri="{FF2B5EF4-FFF2-40B4-BE49-F238E27FC236}">
                <a16:creationId xmlns:a16="http://schemas.microsoft.com/office/drawing/2014/main" id="{D4096B83-C640-E964-FDD1-11C9A0A61157}"/>
              </a:ext>
            </a:extLst>
          </p:cNvPr>
          <p:cNvSpPr/>
          <p:nvPr/>
        </p:nvSpPr>
        <p:spPr>
          <a:xfrm>
            <a:off x="4445000" y="3073400"/>
            <a:ext cx="3302000" cy="584200"/>
          </a:xfrm>
          <a:prstGeom prst="rect">
            <a:avLst/>
          </a:prstGeom>
          <a:noFill/>
          <a:ln w="12700" cap="flat" cmpd="sng">
            <a:noFill/>
            <a:prstDash val="solid"/>
            <a:round/>
          </a:ln>
        </p:spPr>
        <p:txBody>
          <a:bodyPr vert="horz" wrap="none" lIns="88900" tIns="50800" rIns="88900" bIns="50800" rtlCol="0" anchor="t" anchorCtr="0"/>
          <a:lstStyle/>
          <a:p>
            <a:pPr marL="0" indent="0" algn="ctr">
              <a:lnSpc>
                <a:spcPct val="100000"/>
              </a:lnSpc>
              <a:defRPr/>
            </a:pPr>
            <a:endParaRPr lang="en-US" sz="1100" dirty="0"/>
          </a:p>
        </p:txBody>
      </p:sp>
      <p:sp>
        <p:nvSpPr>
          <p:cNvPr id="8" name="Freeform 16">
            <a:extLst>
              <a:ext uri="{FF2B5EF4-FFF2-40B4-BE49-F238E27FC236}">
                <a16:creationId xmlns:a16="http://schemas.microsoft.com/office/drawing/2014/main" id="{5563BAA9-F7C7-3106-A9C9-E972856FCBB2}"/>
              </a:ext>
            </a:extLst>
          </p:cNvPr>
          <p:cNvSpPr/>
          <p:nvPr/>
        </p:nvSpPr>
        <p:spPr>
          <a:xfrm>
            <a:off x="5727700" y="3873500"/>
            <a:ext cx="631999" cy="627784"/>
          </a:xfrm>
          <a:custGeom>
            <a:avLst/>
            <a:gdLst/>
            <a:ahLst/>
            <a:cxnLst/>
            <a:rect l="l" t="t" r="r" b="b"/>
            <a:pathLst>
              <a:path w="631999" h="627784">
                <a:moveTo>
                  <a:pt x="59280" y="0"/>
                </a:moveTo>
                <a:cubicBezTo>
                  <a:pt x="23905" y="0"/>
                  <a:pt x="0" y="29790"/>
                  <a:pt x="0" y="64261"/>
                </a:cubicBezTo>
                <a:lnTo>
                  <a:pt x="0" y="340224"/>
                </a:lnTo>
                <a:cubicBezTo>
                  <a:pt x="0" y="377339"/>
                  <a:pt x="37686" y="386203"/>
                  <a:pt x="37686" y="386203"/>
                </a:cubicBezTo>
                <a:cubicBezTo>
                  <a:pt x="37686" y="386203"/>
                  <a:pt x="37686" y="103090"/>
                  <a:pt x="37686" y="74811"/>
                </a:cubicBezTo>
                <a:cubicBezTo>
                  <a:pt x="37686" y="46502"/>
                  <a:pt x="53047" y="41562"/>
                  <a:pt x="83125" y="41562"/>
                </a:cubicBezTo>
                <a:cubicBezTo>
                  <a:pt x="113175" y="41562"/>
                  <a:pt x="547996" y="41562"/>
                  <a:pt x="547996" y="41562"/>
                </a:cubicBezTo>
                <a:cubicBezTo>
                  <a:pt x="547996" y="41562"/>
                  <a:pt x="533864" y="0"/>
                  <a:pt x="506419" y="0"/>
                </a:cubicBezTo>
                <a:lnTo>
                  <a:pt x="59280" y="0"/>
                </a:lnTo>
                <a:close/>
                <a:moveTo>
                  <a:pt x="108610" y="70917"/>
                </a:moveTo>
                <a:cubicBezTo>
                  <a:pt x="67940" y="70917"/>
                  <a:pt x="70924" y="105270"/>
                  <a:pt x="70924" y="105270"/>
                </a:cubicBezTo>
                <a:cubicBezTo>
                  <a:pt x="70924" y="105270"/>
                  <a:pt x="70924" y="415529"/>
                  <a:pt x="70924" y="439391"/>
                </a:cubicBezTo>
                <a:cubicBezTo>
                  <a:pt x="70924" y="463281"/>
                  <a:pt x="85057" y="480953"/>
                  <a:pt x="108054" y="480953"/>
                </a:cubicBezTo>
                <a:cubicBezTo>
                  <a:pt x="131053" y="480953"/>
                  <a:pt x="262631" y="480953"/>
                  <a:pt x="262631" y="480953"/>
                </a:cubicBezTo>
                <a:lnTo>
                  <a:pt x="344089" y="627784"/>
                </a:lnTo>
                <a:lnTo>
                  <a:pt x="436051" y="478192"/>
                </a:lnTo>
                <a:cubicBezTo>
                  <a:pt x="436051" y="478192"/>
                  <a:pt x="559027" y="478192"/>
                  <a:pt x="587320" y="478192"/>
                </a:cubicBezTo>
                <a:cubicBezTo>
                  <a:pt x="615615" y="478192"/>
                  <a:pt x="629425" y="478046"/>
                  <a:pt x="629425" y="433840"/>
                </a:cubicBezTo>
                <a:lnTo>
                  <a:pt x="629425" y="121895"/>
                </a:lnTo>
                <a:cubicBezTo>
                  <a:pt x="629425" y="92714"/>
                  <a:pt x="631999" y="70917"/>
                  <a:pt x="593962" y="70917"/>
                </a:cubicBezTo>
                <a:lnTo>
                  <a:pt x="108610" y="70917"/>
                </a:lnTo>
                <a:close/>
              </a:path>
            </a:pathLst>
          </a:custGeom>
          <a:solidFill>
            <a:srgbClr val="284E7D">
              <a:alpha val="100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9" name="Connector 17">
            <a:extLst>
              <a:ext uri="{FF2B5EF4-FFF2-40B4-BE49-F238E27FC236}">
                <a16:creationId xmlns:a16="http://schemas.microsoft.com/office/drawing/2014/main" id="{1755CC42-AF77-37AB-D2FB-D3878D85654C}"/>
              </a:ext>
            </a:extLst>
          </p:cNvPr>
          <p:cNvCxnSpPr/>
          <p:nvPr/>
        </p:nvCxnSpPr>
        <p:spPr>
          <a:xfrm rot="3">
            <a:off x="3543300" y="2057400"/>
            <a:ext cx="1028778"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0" name="Connector 18">
            <a:extLst>
              <a:ext uri="{FF2B5EF4-FFF2-40B4-BE49-F238E27FC236}">
                <a16:creationId xmlns:a16="http://schemas.microsoft.com/office/drawing/2014/main" id="{4B272935-1530-FF7E-4523-541C8ECB743B}"/>
              </a:ext>
            </a:extLst>
          </p:cNvPr>
          <p:cNvCxnSpPr/>
          <p:nvPr/>
        </p:nvCxnSpPr>
        <p:spPr>
          <a:xfrm rot="5223772">
            <a:off x="4330621" y="2298781"/>
            <a:ext cx="495463"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1" name="Connector 19">
            <a:extLst>
              <a:ext uri="{FF2B5EF4-FFF2-40B4-BE49-F238E27FC236}">
                <a16:creationId xmlns:a16="http://schemas.microsoft.com/office/drawing/2014/main" id="{01E825D4-C761-C3A5-C8B7-F31EC43E5484}"/>
              </a:ext>
            </a:extLst>
          </p:cNvPr>
          <p:cNvCxnSpPr/>
          <p:nvPr/>
        </p:nvCxnSpPr>
        <p:spPr>
          <a:xfrm rot="3">
            <a:off x="7505700" y="2057400"/>
            <a:ext cx="1016079"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2" name="Connector 20">
            <a:extLst>
              <a:ext uri="{FF2B5EF4-FFF2-40B4-BE49-F238E27FC236}">
                <a16:creationId xmlns:a16="http://schemas.microsoft.com/office/drawing/2014/main" id="{E5D6AE73-5266-42FA-1FBF-80556DCBC3E4}"/>
              </a:ext>
            </a:extLst>
          </p:cNvPr>
          <p:cNvCxnSpPr/>
          <p:nvPr/>
        </p:nvCxnSpPr>
        <p:spPr>
          <a:xfrm rot="5223772">
            <a:off x="7238921" y="2298781"/>
            <a:ext cx="495463"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3" name="Connector 21">
            <a:extLst>
              <a:ext uri="{FF2B5EF4-FFF2-40B4-BE49-F238E27FC236}">
                <a16:creationId xmlns:a16="http://schemas.microsoft.com/office/drawing/2014/main" id="{8C9C02C5-5F20-329C-ED7A-1527C8BFEA2F}"/>
              </a:ext>
            </a:extLst>
          </p:cNvPr>
          <p:cNvCxnSpPr/>
          <p:nvPr/>
        </p:nvCxnSpPr>
        <p:spPr>
          <a:xfrm rot="3">
            <a:off x="3543300" y="5486400"/>
            <a:ext cx="1028778"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4" name="Connector 22">
            <a:extLst>
              <a:ext uri="{FF2B5EF4-FFF2-40B4-BE49-F238E27FC236}">
                <a16:creationId xmlns:a16="http://schemas.microsoft.com/office/drawing/2014/main" id="{A2C5BB72-C508-3A04-AF55-46C8B3E76327}"/>
              </a:ext>
            </a:extLst>
          </p:cNvPr>
          <p:cNvCxnSpPr/>
          <p:nvPr/>
        </p:nvCxnSpPr>
        <p:spPr>
          <a:xfrm rot="5223772">
            <a:off x="4330621" y="5232481"/>
            <a:ext cx="495463"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5" name="Connector 23">
            <a:extLst>
              <a:ext uri="{FF2B5EF4-FFF2-40B4-BE49-F238E27FC236}">
                <a16:creationId xmlns:a16="http://schemas.microsoft.com/office/drawing/2014/main" id="{CE10274B-30FF-9A07-C8A9-53BDD470907A}"/>
              </a:ext>
            </a:extLst>
          </p:cNvPr>
          <p:cNvCxnSpPr/>
          <p:nvPr/>
        </p:nvCxnSpPr>
        <p:spPr>
          <a:xfrm rot="3">
            <a:off x="7480300" y="5486400"/>
            <a:ext cx="1028778"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6" name="Connector 24">
            <a:extLst>
              <a:ext uri="{FF2B5EF4-FFF2-40B4-BE49-F238E27FC236}">
                <a16:creationId xmlns:a16="http://schemas.microsoft.com/office/drawing/2014/main" id="{AB4321F1-92DA-11D2-83F1-93B60EA127DB}"/>
              </a:ext>
            </a:extLst>
          </p:cNvPr>
          <p:cNvCxnSpPr/>
          <p:nvPr/>
        </p:nvCxnSpPr>
        <p:spPr>
          <a:xfrm rot="5223772">
            <a:off x="7251621" y="5232481"/>
            <a:ext cx="495463"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sp>
        <p:nvSpPr>
          <p:cNvPr id="17" name="AutoShape 25">
            <a:extLst>
              <a:ext uri="{FF2B5EF4-FFF2-40B4-BE49-F238E27FC236}">
                <a16:creationId xmlns:a16="http://schemas.microsoft.com/office/drawing/2014/main" id="{93008BEA-E94D-1DEC-55C8-A0D57986AE54}"/>
              </a:ext>
            </a:extLst>
          </p:cNvPr>
          <p:cNvSpPr/>
          <p:nvPr/>
        </p:nvSpPr>
        <p:spPr>
          <a:xfrm>
            <a:off x="3302000" y="1930400"/>
            <a:ext cx="254000" cy="254000"/>
          </a:xfrm>
          <a:prstGeom prst="ellipse">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26">
            <a:extLst>
              <a:ext uri="{FF2B5EF4-FFF2-40B4-BE49-F238E27FC236}">
                <a16:creationId xmlns:a16="http://schemas.microsoft.com/office/drawing/2014/main" id="{3A88A187-F5DD-4281-7B2A-748351EB4A6B}"/>
              </a:ext>
            </a:extLst>
          </p:cNvPr>
          <p:cNvSpPr/>
          <p:nvPr/>
        </p:nvSpPr>
        <p:spPr>
          <a:xfrm>
            <a:off x="3289300" y="5372100"/>
            <a:ext cx="254000" cy="2540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27">
            <a:extLst>
              <a:ext uri="{FF2B5EF4-FFF2-40B4-BE49-F238E27FC236}">
                <a16:creationId xmlns:a16="http://schemas.microsoft.com/office/drawing/2014/main" id="{181862E4-B5C0-89B6-CA49-3FAAFC7A3062}"/>
              </a:ext>
            </a:extLst>
          </p:cNvPr>
          <p:cNvSpPr/>
          <p:nvPr/>
        </p:nvSpPr>
        <p:spPr>
          <a:xfrm>
            <a:off x="8521700" y="1930400"/>
            <a:ext cx="254000" cy="2540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8">
            <a:extLst>
              <a:ext uri="{FF2B5EF4-FFF2-40B4-BE49-F238E27FC236}">
                <a16:creationId xmlns:a16="http://schemas.microsoft.com/office/drawing/2014/main" id="{BBF3AD1D-EE2F-D470-E13A-B497CC424F61}"/>
              </a:ext>
            </a:extLst>
          </p:cNvPr>
          <p:cNvSpPr/>
          <p:nvPr/>
        </p:nvSpPr>
        <p:spPr>
          <a:xfrm>
            <a:off x="8470900" y="5372100"/>
            <a:ext cx="254000" cy="254000"/>
          </a:xfrm>
          <a:prstGeom prst="ellipse">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Freeform 29">
            <a:extLst>
              <a:ext uri="{FF2B5EF4-FFF2-40B4-BE49-F238E27FC236}">
                <a16:creationId xmlns:a16="http://schemas.microsoft.com/office/drawing/2014/main" id="{0982D153-4420-00C6-DE2E-FB9371D4B6AA}"/>
              </a:ext>
            </a:extLst>
          </p:cNvPr>
          <p:cNvSpPr/>
          <p:nvPr/>
        </p:nvSpPr>
        <p:spPr>
          <a:xfrm>
            <a:off x="2283941" y="1646933"/>
            <a:ext cx="542149" cy="631850"/>
          </a:xfrm>
          <a:custGeom>
            <a:avLst/>
            <a:gdLst/>
            <a:ahLst/>
            <a:cxnLst/>
            <a:rect l="l" t="t" r="r" b="b"/>
            <a:pathLst>
              <a:path w="542149" h="631850">
                <a:moveTo>
                  <a:pt x="301044" y="452505"/>
                </a:moveTo>
                <a:lnTo>
                  <a:pt x="301044" y="303055"/>
                </a:lnTo>
                <a:cubicBezTo>
                  <a:pt x="301044" y="286498"/>
                  <a:pt x="287616" y="273100"/>
                  <a:pt x="271075" y="273100"/>
                </a:cubicBezTo>
                <a:cubicBezTo>
                  <a:pt x="254585" y="273100"/>
                  <a:pt x="241206" y="286498"/>
                  <a:pt x="241206" y="303055"/>
                </a:cubicBezTo>
                <a:lnTo>
                  <a:pt x="241206" y="452505"/>
                </a:lnTo>
                <a:lnTo>
                  <a:pt x="94149" y="452505"/>
                </a:lnTo>
                <a:lnTo>
                  <a:pt x="174869" y="351585"/>
                </a:lnTo>
                <a:cubicBezTo>
                  <a:pt x="182022" y="342546"/>
                  <a:pt x="183503" y="330319"/>
                  <a:pt x="178559" y="319992"/>
                </a:cubicBezTo>
                <a:cubicBezTo>
                  <a:pt x="173614" y="309520"/>
                  <a:pt x="163072" y="303055"/>
                  <a:pt x="151527" y="303055"/>
                </a:cubicBezTo>
                <a:lnTo>
                  <a:pt x="119324" y="303055"/>
                </a:lnTo>
                <a:lnTo>
                  <a:pt x="271075" y="86119"/>
                </a:lnTo>
                <a:lnTo>
                  <a:pt x="423053" y="303055"/>
                </a:lnTo>
                <a:lnTo>
                  <a:pt x="390674" y="303055"/>
                </a:lnTo>
                <a:cubicBezTo>
                  <a:pt x="379305" y="303055"/>
                  <a:pt x="368712" y="309520"/>
                  <a:pt x="363742" y="319992"/>
                </a:cubicBezTo>
                <a:cubicBezTo>
                  <a:pt x="358773" y="330319"/>
                  <a:pt x="360153" y="342546"/>
                  <a:pt x="367433" y="351585"/>
                </a:cubicBezTo>
                <a:lnTo>
                  <a:pt x="448177" y="452505"/>
                </a:lnTo>
                <a:cubicBezTo>
                  <a:pt x="448177" y="452505"/>
                  <a:pt x="301044" y="452505"/>
                  <a:pt x="301044" y="452505"/>
                </a:cubicBezTo>
                <a:close/>
                <a:moveTo>
                  <a:pt x="533666" y="463680"/>
                </a:moveTo>
                <a:lnTo>
                  <a:pt x="452946" y="362701"/>
                </a:lnTo>
                <a:lnTo>
                  <a:pt x="480380" y="362701"/>
                </a:lnTo>
                <a:cubicBezTo>
                  <a:pt x="491525" y="362701"/>
                  <a:pt x="501739" y="356528"/>
                  <a:pt x="506960" y="346641"/>
                </a:cubicBezTo>
                <a:cubicBezTo>
                  <a:pt x="512055" y="336724"/>
                  <a:pt x="511202" y="324877"/>
                  <a:pt x="504978" y="315721"/>
                </a:cubicBezTo>
                <a:lnTo>
                  <a:pt x="295598" y="16733"/>
                </a:lnTo>
                <a:cubicBezTo>
                  <a:pt x="286110" y="3335"/>
                  <a:pt x="267410" y="0"/>
                  <a:pt x="254033" y="9478"/>
                </a:cubicBezTo>
                <a:cubicBezTo>
                  <a:pt x="251222" y="11409"/>
                  <a:pt x="249214" y="13866"/>
                  <a:pt x="247306" y="16382"/>
                </a:cubicBezTo>
                <a:cubicBezTo>
                  <a:pt x="246578" y="16733"/>
                  <a:pt x="37374" y="315721"/>
                  <a:pt x="37374" y="315721"/>
                </a:cubicBezTo>
                <a:cubicBezTo>
                  <a:pt x="30973" y="324877"/>
                  <a:pt x="30271" y="336724"/>
                  <a:pt x="35366" y="346641"/>
                </a:cubicBezTo>
                <a:cubicBezTo>
                  <a:pt x="40461" y="356528"/>
                  <a:pt x="50652" y="362701"/>
                  <a:pt x="61896" y="362701"/>
                </a:cubicBezTo>
                <a:lnTo>
                  <a:pt x="89380" y="362701"/>
                </a:lnTo>
                <a:lnTo>
                  <a:pt x="8686" y="463680"/>
                </a:lnTo>
                <a:cubicBezTo>
                  <a:pt x="1457" y="472602"/>
                  <a:pt x="0" y="484917"/>
                  <a:pt x="4995" y="495360"/>
                </a:cubicBezTo>
                <a:cubicBezTo>
                  <a:pt x="9941" y="505568"/>
                  <a:pt x="20482" y="512180"/>
                  <a:pt x="32027" y="512180"/>
                </a:cubicBezTo>
                <a:lnTo>
                  <a:pt x="241206" y="512180"/>
                </a:lnTo>
                <a:lnTo>
                  <a:pt x="241206" y="601955"/>
                </a:lnTo>
                <a:cubicBezTo>
                  <a:pt x="241206" y="618395"/>
                  <a:pt x="254585" y="631851"/>
                  <a:pt x="271075" y="631851"/>
                </a:cubicBezTo>
                <a:cubicBezTo>
                  <a:pt x="287616" y="631851"/>
                  <a:pt x="301044" y="618395"/>
                  <a:pt x="301044" y="601955"/>
                </a:cubicBezTo>
                <a:lnTo>
                  <a:pt x="301044" y="512180"/>
                </a:lnTo>
                <a:lnTo>
                  <a:pt x="510349" y="512180"/>
                </a:lnTo>
                <a:cubicBezTo>
                  <a:pt x="521719" y="512180"/>
                  <a:pt x="532236" y="505568"/>
                  <a:pt x="537180" y="495360"/>
                </a:cubicBezTo>
                <a:cubicBezTo>
                  <a:pt x="542149" y="484917"/>
                  <a:pt x="540845" y="472602"/>
                  <a:pt x="533666" y="463680"/>
                </a:cubicBezTo>
                <a:cubicBezTo>
                  <a:pt x="533666" y="463680"/>
                  <a:pt x="533666" y="463680"/>
                  <a:pt x="533666" y="463680"/>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Freeform 30">
            <a:extLst>
              <a:ext uri="{FF2B5EF4-FFF2-40B4-BE49-F238E27FC236}">
                <a16:creationId xmlns:a16="http://schemas.microsoft.com/office/drawing/2014/main" id="{FDFA3E8F-FEE3-C21C-6025-D0F7094C4977}"/>
              </a:ext>
            </a:extLst>
          </p:cNvPr>
          <p:cNvSpPr/>
          <p:nvPr/>
        </p:nvSpPr>
        <p:spPr>
          <a:xfrm>
            <a:off x="9182100" y="1651000"/>
            <a:ext cx="630241" cy="627784"/>
          </a:xfrm>
          <a:custGeom>
            <a:avLst/>
            <a:gdLst/>
            <a:ahLst/>
            <a:cxnLst/>
            <a:rect l="l" t="t" r="r" b="b"/>
            <a:pathLst>
              <a:path w="630241" h="627784">
                <a:moveTo>
                  <a:pt x="154175" y="0"/>
                </a:moveTo>
                <a:cubicBezTo>
                  <a:pt x="143584" y="0"/>
                  <a:pt x="137603" y="6656"/>
                  <a:pt x="137603" y="17206"/>
                </a:cubicBezTo>
                <a:lnTo>
                  <a:pt x="137603" y="75566"/>
                </a:lnTo>
                <a:cubicBezTo>
                  <a:pt x="135969" y="66672"/>
                  <a:pt x="129170" y="59581"/>
                  <a:pt x="119775" y="59581"/>
                </a:cubicBezTo>
                <a:cubicBezTo>
                  <a:pt x="112277" y="59581"/>
                  <a:pt x="104719" y="59204"/>
                  <a:pt x="97658" y="58971"/>
                </a:cubicBezTo>
                <a:cubicBezTo>
                  <a:pt x="67022" y="58042"/>
                  <a:pt x="37960" y="57198"/>
                  <a:pt x="18440" y="76177"/>
                </a:cubicBezTo>
                <a:cubicBezTo>
                  <a:pt x="5777" y="88412"/>
                  <a:pt x="0" y="106723"/>
                  <a:pt x="0" y="132067"/>
                </a:cubicBezTo>
                <a:cubicBezTo>
                  <a:pt x="0" y="201530"/>
                  <a:pt x="46568" y="334150"/>
                  <a:pt x="119775" y="334150"/>
                </a:cubicBezTo>
                <a:cubicBezTo>
                  <a:pt x="130367" y="334150"/>
                  <a:pt x="138828" y="325692"/>
                  <a:pt x="138828" y="315112"/>
                </a:cubicBezTo>
                <a:cubicBezTo>
                  <a:pt x="138828" y="304563"/>
                  <a:pt x="130367" y="296075"/>
                  <a:pt x="119775" y="296075"/>
                </a:cubicBezTo>
                <a:cubicBezTo>
                  <a:pt x="81902" y="296075"/>
                  <a:pt x="38077" y="196851"/>
                  <a:pt x="38077" y="132067"/>
                </a:cubicBezTo>
                <a:cubicBezTo>
                  <a:pt x="38077" y="122273"/>
                  <a:pt x="38952" y="109572"/>
                  <a:pt x="44846" y="103817"/>
                </a:cubicBezTo>
                <a:cubicBezTo>
                  <a:pt x="52812" y="96115"/>
                  <a:pt x="73995" y="96347"/>
                  <a:pt x="96432" y="97045"/>
                </a:cubicBezTo>
                <a:cubicBezTo>
                  <a:pt x="103844" y="97306"/>
                  <a:pt x="111868" y="97655"/>
                  <a:pt x="119775" y="97655"/>
                </a:cubicBezTo>
                <a:cubicBezTo>
                  <a:pt x="129170" y="97655"/>
                  <a:pt x="135969" y="90564"/>
                  <a:pt x="137603" y="81699"/>
                </a:cubicBezTo>
                <a:lnTo>
                  <a:pt x="137603" y="299767"/>
                </a:lnTo>
                <a:cubicBezTo>
                  <a:pt x="137603" y="395300"/>
                  <a:pt x="207192" y="478452"/>
                  <a:pt x="294842" y="498159"/>
                </a:cubicBezTo>
                <a:lnTo>
                  <a:pt x="294842" y="589711"/>
                </a:lnTo>
                <a:lnTo>
                  <a:pt x="195958" y="589711"/>
                </a:lnTo>
                <a:cubicBezTo>
                  <a:pt x="185425" y="589711"/>
                  <a:pt x="176905" y="598197"/>
                  <a:pt x="176905" y="608747"/>
                </a:cubicBezTo>
                <a:cubicBezTo>
                  <a:pt x="176905" y="619269"/>
                  <a:pt x="185425" y="627784"/>
                  <a:pt x="195958" y="627784"/>
                </a:cubicBezTo>
                <a:lnTo>
                  <a:pt x="473001" y="627784"/>
                </a:lnTo>
                <a:cubicBezTo>
                  <a:pt x="483593" y="627784"/>
                  <a:pt x="492026" y="619269"/>
                  <a:pt x="492026" y="608747"/>
                </a:cubicBezTo>
                <a:cubicBezTo>
                  <a:pt x="492026" y="598197"/>
                  <a:pt x="483535" y="589711"/>
                  <a:pt x="473001" y="589711"/>
                </a:cubicBezTo>
                <a:lnTo>
                  <a:pt x="332948" y="589711"/>
                </a:lnTo>
                <a:lnTo>
                  <a:pt x="332948" y="506151"/>
                </a:lnTo>
                <a:lnTo>
                  <a:pt x="340302" y="506151"/>
                </a:lnTo>
                <a:cubicBezTo>
                  <a:pt x="434924" y="506151"/>
                  <a:pt x="517294" y="425237"/>
                  <a:pt x="532583" y="329237"/>
                </a:cubicBezTo>
                <a:cubicBezTo>
                  <a:pt x="592630" y="305812"/>
                  <a:pt x="630241" y="194061"/>
                  <a:pt x="630241" y="132067"/>
                </a:cubicBezTo>
                <a:cubicBezTo>
                  <a:pt x="630241" y="106665"/>
                  <a:pt x="623792" y="88412"/>
                  <a:pt x="611188" y="76177"/>
                </a:cubicBezTo>
                <a:cubicBezTo>
                  <a:pt x="593098" y="58651"/>
                  <a:pt x="566809" y="58216"/>
                  <a:pt x="538710" y="58971"/>
                </a:cubicBezTo>
                <a:lnTo>
                  <a:pt x="538710" y="17206"/>
                </a:lnTo>
                <a:cubicBezTo>
                  <a:pt x="538710" y="6656"/>
                  <a:pt x="527740" y="0"/>
                  <a:pt x="517206" y="0"/>
                </a:cubicBezTo>
                <a:lnTo>
                  <a:pt x="154175" y="0"/>
                </a:lnTo>
                <a:close/>
                <a:moveTo>
                  <a:pt x="175679" y="38073"/>
                </a:moveTo>
                <a:cubicBezTo>
                  <a:pt x="175679" y="38073"/>
                  <a:pt x="500633" y="38073"/>
                  <a:pt x="500633" y="38073"/>
                </a:cubicBezTo>
                <a:lnTo>
                  <a:pt x="500633" y="63882"/>
                </a:lnTo>
                <a:cubicBezTo>
                  <a:pt x="495440" y="67313"/>
                  <a:pt x="491413" y="71963"/>
                  <a:pt x="491413" y="78618"/>
                </a:cubicBezTo>
                <a:cubicBezTo>
                  <a:pt x="491413" y="85303"/>
                  <a:pt x="495440" y="89953"/>
                  <a:pt x="500633" y="93383"/>
                </a:cubicBezTo>
                <a:lnTo>
                  <a:pt x="500633" y="299767"/>
                </a:lnTo>
                <a:cubicBezTo>
                  <a:pt x="500633" y="299970"/>
                  <a:pt x="500633" y="300173"/>
                  <a:pt x="500633" y="300377"/>
                </a:cubicBezTo>
                <a:cubicBezTo>
                  <a:pt x="495440" y="303807"/>
                  <a:pt x="491413" y="308428"/>
                  <a:pt x="491413" y="315112"/>
                </a:cubicBezTo>
                <a:cubicBezTo>
                  <a:pt x="491413" y="318920"/>
                  <a:pt x="493193" y="321972"/>
                  <a:pt x="495089" y="324936"/>
                </a:cubicBezTo>
                <a:cubicBezTo>
                  <a:pt x="481843" y="401462"/>
                  <a:pt x="414617" y="468076"/>
                  <a:pt x="340302" y="468076"/>
                </a:cubicBezTo>
                <a:lnTo>
                  <a:pt x="331081" y="468076"/>
                </a:lnTo>
                <a:cubicBezTo>
                  <a:pt x="248303" y="468076"/>
                  <a:pt x="175679" y="386639"/>
                  <a:pt x="175679" y="299767"/>
                </a:cubicBezTo>
                <a:lnTo>
                  <a:pt x="175679" y="38073"/>
                </a:lnTo>
                <a:close/>
                <a:moveTo>
                  <a:pt x="538710" y="97045"/>
                </a:moveTo>
                <a:cubicBezTo>
                  <a:pt x="558872" y="96493"/>
                  <a:pt x="577517" y="96783"/>
                  <a:pt x="584782" y="103817"/>
                </a:cubicBezTo>
                <a:cubicBezTo>
                  <a:pt x="590647" y="109572"/>
                  <a:pt x="592164" y="122273"/>
                  <a:pt x="592164" y="132067"/>
                </a:cubicBezTo>
                <a:cubicBezTo>
                  <a:pt x="592164" y="181069"/>
                  <a:pt x="567304" y="249516"/>
                  <a:pt x="538710" y="280120"/>
                </a:cubicBezTo>
                <a:lnTo>
                  <a:pt x="538710" y="97045"/>
                </a:lnTo>
                <a:close/>
                <a:moveTo>
                  <a:pt x="225428" y="216237"/>
                </a:moveTo>
                <a:cubicBezTo>
                  <a:pt x="220205" y="216237"/>
                  <a:pt x="216237" y="220102"/>
                  <a:pt x="216237" y="225450"/>
                </a:cubicBezTo>
                <a:lnTo>
                  <a:pt x="216237" y="280120"/>
                </a:lnTo>
                <a:cubicBezTo>
                  <a:pt x="216237" y="355802"/>
                  <a:pt x="245678" y="397626"/>
                  <a:pt x="308964" y="409106"/>
                </a:cubicBezTo>
                <a:cubicBezTo>
                  <a:pt x="309576" y="409193"/>
                  <a:pt x="309023" y="409716"/>
                  <a:pt x="309606" y="409716"/>
                </a:cubicBezTo>
                <a:cubicBezTo>
                  <a:pt x="314187" y="409716"/>
                  <a:pt x="318621" y="406345"/>
                  <a:pt x="319410" y="401724"/>
                </a:cubicBezTo>
                <a:cubicBezTo>
                  <a:pt x="320344" y="396521"/>
                  <a:pt x="317222" y="391639"/>
                  <a:pt x="312057" y="390679"/>
                </a:cubicBezTo>
                <a:cubicBezTo>
                  <a:pt x="257874" y="380884"/>
                  <a:pt x="235261" y="346822"/>
                  <a:pt x="235261" y="280120"/>
                </a:cubicBezTo>
                <a:lnTo>
                  <a:pt x="235261" y="225450"/>
                </a:lnTo>
                <a:cubicBezTo>
                  <a:pt x="235261" y="220102"/>
                  <a:pt x="230709" y="216237"/>
                  <a:pt x="225428" y="216237"/>
                </a:cubicBezTo>
                <a:close/>
                <a:moveTo>
                  <a:pt x="323728" y="412797"/>
                </a:moveTo>
                <a:cubicBezTo>
                  <a:pt x="318446" y="412797"/>
                  <a:pt x="314508" y="416721"/>
                  <a:pt x="314508" y="422011"/>
                </a:cubicBezTo>
                <a:cubicBezTo>
                  <a:pt x="314508" y="427271"/>
                  <a:pt x="318446" y="431834"/>
                  <a:pt x="323728" y="431834"/>
                </a:cubicBezTo>
                <a:lnTo>
                  <a:pt x="333560" y="431834"/>
                </a:lnTo>
                <a:cubicBezTo>
                  <a:pt x="338842" y="431834"/>
                  <a:pt x="342751" y="427271"/>
                  <a:pt x="342751" y="422011"/>
                </a:cubicBezTo>
                <a:cubicBezTo>
                  <a:pt x="342751" y="416721"/>
                  <a:pt x="338842" y="412797"/>
                  <a:pt x="333560" y="412797"/>
                </a:cubicBezTo>
                <a:lnTo>
                  <a:pt x="323728" y="412797"/>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Freeform 31">
            <a:extLst>
              <a:ext uri="{FF2B5EF4-FFF2-40B4-BE49-F238E27FC236}">
                <a16:creationId xmlns:a16="http://schemas.microsoft.com/office/drawing/2014/main" id="{859AFF46-CC10-4EA7-C5E3-979BE4E20DAE}"/>
              </a:ext>
            </a:extLst>
          </p:cNvPr>
          <p:cNvSpPr/>
          <p:nvPr/>
        </p:nvSpPr>
        <p:spPr>
          <a:xfrm>
            <a:off x="9182100" y="5295900"/>
            <a:ext cx="627784" cy="627784"/>
          </a:xfrm>
          <a:custGeom>
            <a:avLst/>
            <a:gdLst/>
            <a:ahLst/>
            <a:cxnLst/>
            <a:rect l="l" t="t" r="r" b="b"/>
            <a:pathLst>
              <a:path w="627784" h="627784">
                <a:moveTo>
                  <a:pt x="313892" y="448429"/>
                </a:moveTo>
                <a:cubicBezTo>
                  <a:pt x="239663" y="448429"/>
                  <a:pt x="179354" y="388093"/>
                  <a:pt x="179354" y="313892"/>
                </a:cubicBezTo>
                <a:cubicBezTo>
                  <a:pt x="179354" y="239720"/>
                  <a:pt x="239663" y="179384"/>
                  <a:pt x="313892" y="179384"/>
                </a:cubicBezTo>
                <a:cubicBezTo>
                  <a:pt x="388035" y="179384"/>
                  <a:pt x="448400" y="239720"/>
                  <a:pt x="448400" y="313892"/>
                </a:cubicBezTo>
                <a:cubicBezTo>
                  <a:pt x="448400" y="388093"/>
                  <a:pt x="388035" y="448429"/>
                  <a:pt x="313892" y="448429"/>
                </a:cubicBezTo>
                <a:cubicBezTo>
                  <a:pt x="313892" y="448429"/>
                  <a:pt x="313892" y="448429"/>
                  <a:pt x="313892" y="448429"/>
                </a:cubicBezTo>
                <a:close/>
                <a:moveTo>
                  <a:pt x="313892" y="125586"/>
                </a:moveTo>
                <a:cubicBezTo>
                  <a:pt x="210017" y="125586"/>
                  <a:pt x="125586" y="210047"/>
                  <a:pt x="125586" y="313892"/>
                </a:cubicBezTo>
                <a:cubicBezTo>
                  <a:pt x="125586" y="417766"/>
                  <a:pt x="210017" y="502199"/>
                  <a:pt x="313892" y="502199"/>
                </a:cubicBezTo>
                <a:cubicBezTo>
                  <a:pt x="417739" y="502199"/>
                  <a:pt x="502169" y="417766"/>
                  <a:pt x="502169" y="313892"/>
                </a:cubicBezTo>
                <a:cubicBezTo>
                  <a:pt x="502169" y="210047"/>
                  <a:pt x="417739" y="125586"/>
                  <a:pt x="313892" y="125586"/>
                </a:cubicBezTo>
                <a:cubicBezTo>
                  <a:pt x="313892" y="125586"/>
                  <a:pt x="313892" y="125586"/>
                  <a:pt x="313892" y="125586"/>
                </a:cubicBezTo>
                <a:close/>
                <a:moveTo>
                  <a:pt x="313892" y="520131"/>
                </a:moveTo>
                <a:cubicBezTo>
                  <a:pt x="298953" y="520131"/>
                  <a:pt x="287007" y="532251"/>
                  <a:pt x="287007" y="547014"/>
                </a:cubicBezTo>
                <a:lnTo>
                  <a:pt x="287007" y="600899"/>
                </a:lnTo>
                <a:cubicBezTo>
                  <a:pt x="287007" y="615693"/>
                  <a:pt x="298953" y="627784"/>
                  <a:pt x="313892" y="627784"/>
                </a:cubicBezTo>
                <a:cubicBezTo>
                  <a:pt x="328773" y="627784"/>
                  <a:pt x="340777" y="615693"/>
                  <a:pt x="340777" y="600899"/>
                </a:cubicBezTo>
                <a:lnTo>
                  <a:pt x="340777" y="547014"/>
                </a:lnTo>
                <a:cubicBezTo>
                  <a:pt x="340777" y="532251"/>
                  <a:pt x="328773" y="520131"/>
                  <a:pt x="313892" y="520131"/>
                </a:cubicBezTo>
                <a:cubicBezTo>
                  <a:pt x="313892" y="520131"/>
                  <a:pt x="313892" y="520131"/>
                  <a:pt x="313892" y="520131"/>
                </a:cubicBezTo>
                <a:close/>
                <a:moveTo>
                  <a:pt x="512225" y="474268"/>
                </a:moveTo>
                <a:cubicBezTo>
                  <a:pt x="507430" y="469355"/>
                  <a:pt x="500658" y="466362"/>
                  <a:pt x="493246" y="466362"/>
                </a:cubicBezTo>
                <a:cubicBezTo>
                  <a:pt x="478366" y="466362"/>
                  <a:pt x="466362" y="478395"/>
                  <a:pt x="466362" y="493246"/>
                </a:cubicBezTo>
                <a:cubicBezTo>
                  <a:pt x="466362" y="500687"/>
                  <a:pt x="469327" y="507459"/>
                  <a:pt x="474268" y="512284"/>
                </a:cubicBezTo>
                <a:lnTo>
                  <a:pt x="510017" y="548178"/>
                </a:lnTo>
                <a:cubicBezTo>
                  <a:pt x="514957" y="553002"/>
                  <a:pt x="521729" y="556054"/>
                  <a:pt x="529170" y="556054"/>
                </a:cubicBezTo>
                <a:cubicBezTo>
                  <a:pt x="543935" y="556054"/>
                  <a:pt x="556025" y="543963"/>
                  <a:pt x="556025" y="529170"/>
                </a:cubicBezTo>
                <a:cubicBezTo>
                  <a:pt x="556025" y="521729"/>
                  <a:pt x="553002" y="514986"/>
                  <a:pt x="548178" y="510103"/>
                </a:cubicBezTo>
                <a:cubicBezTo>
                  <a:pt x="548178" y="510103"/>
                  <a:pt x="512225" y="474268"/>
                  <a:pt x="512225" y="474268"/>
                </a:cubicBezTo>
                <a:close/>
                <a:moveTo>
                  <a:pt x="600842" y="287007"/>
                </a:moveTo>
                <a:lnTo>
                  <a:pt x="547014" y="287007"/>
                </a:lnTo>
                <a:cubicBezTo>
                  <a:pt x="532192" y="287007"/>
                  <a:pt x="520131" y="299011"/>
                  <a:pt x="520131" y="313892"/>
                </a:cubicBezTo>
                <a:cubicBezTo>
                  <a:pt x="520131" y="328773"/>
                  <a:pt x="532192" y="340777"/>
                  <a:pt x="547014" y="340777"/>
                </a:cubicBezTo>
                <a:lnTo>
                  <a:pt x="600842" y="340777"/>
                </a:lnTo>
                <a:cubicBezTo>
                  <a:pt x="615635" y="340777"/>
                  <a:pt x="627784" y="328773"/>
                  <a:pt x="627784" y="313892"/>
                </a:cubicBezTo>
                <a:cubicBezTo>
                  <a:pt x="627784" y="299011"/>
                  <a:pt x="615635" y="287007"/>
                  <a:pt x="600842" y="287007"/>
                </a:cubicBezTo>
                <a:cubicBezTo>
                  <a:pt x="600842" y="287007"/>
                  <a:pt x="600842" y="287007"/>
                  <a:pt x="600842" y="287007"/>
                </a:cubicBezTo>
                <a:close/>
                <a:moveTo>
                  <a:pt x="115500" y="153546"/>
                </a:moveTo>
                <a:cubicBezTo>
                  <a:pt x="120296" y="158399"/>
                  <a:pt x="127069" y="161422"/>
                  <a:pt x="134537" y="161422"/>
                </a:cubicBezTo>
                <a:cubicBezTo>
                  <a:pt x="149418" y="161422"/>
                  <a:pt x="161393" y="149389"/>
                  <a:pt x="161393" y="134537"/>
                </a:cubicBezTo>
                <a:cubicBezTo>
                  <a:pt x="161393" y="127069"/>
                  <a:pt x="158370" y="120354"/>
                  <a:pt x="153516" y="115500"/>
                </a:cubicBezTo>
                <a:lnTo>
                  <a:pt x="117681" y="79635"/>
                </a:lnTo>
                <a:cubicBezTo>
                  <a:pt x="112798" y="74811"/>
                  <a:pt x="106055" y="71730"/>
                  <a:pt x="98614" y="71730"/>
                </a:cubicBezTo>
                <a:cubicBezTo>
                  <a:pt x="83792" y="71730"/>
                  <a:pt x="71702" y="83821"/>
                  <a:pt x="71702" y="98585"/>
                </a:cubicBezTo>
                <a:cubicBezTo>
                  <a:pt x="71702" y="106055"/>
                  <a:pt x="74752" y="112827"/>
                  <a:pt x="79606" y="117652"/>
                </a:cubicBezTo>
                <a:cubicBezTo>
                  <a:pt x="79606" y="117652"/>
                  <a:pt x="115500" y="153546"/>
                  <a:pt x="115500" y="153546"/>
                </a:cubicBezTo>
                <a:close/>
                <a:moveTo>
                  <a:pt x="493246" y="161422"/>
                </a:moveTo>
                <a:cubicBezTo>
                  <a:pt x="500658" y="161422"/>
                  <a:pt x="507430" y="158399"/>
                  <a:pt x="512225" y="153546"/>
                </a:cubicBezTo>
                <a:lnTo>
                  <a:pt x="548178" y="117710"/>
                </a:lnTo>
                <a:cubicBezTo>
                  <a:pt x="553002" y="112798"/>
                  <a:pt x="556025" y="106055"/>
                  <a:pt x="556025" y="98585"/>
                </a:cubicBezTo>
                <a:cubicBezTo>
                  <a:pt x="556025" y="83821"/>
                  <a:pt x="543935" y="71730"/>
                  <a:pt x="529170" y="71730"/>
                </a:cubicBezTo>
                <a:cubicBezTo>
                  <a:pt x="521729" y="71730"/>
                  <a:pt x="514957" y="74781"/>
                  <a:pt x="510017" y="79606"/>
                </a:cubicBezTo>
                <a:lnTo>
                  <a:pt x="474268" y="115500"/>
                </a:lnTo>
                <a:cubicBezTo>
                  <a:pt x="469327" y="120354"/>
                  <a:pt x="466362" y="127069"/>
                  <a:pt x="466362" y="134537"/>
                </a:cubicBezTo>
                <a:cubicBezTo>
                  <a:pt x="466362" y="149389"/>
                  <a:pt x="478366" y="161422"/>
                  <a:pt x="493246" y="161422"/>
                </a:cubicBezTo>
                <a:cubicBezTo>
                  <a:pt x="493246" y="161422"/>
                  <a:pt x="493246" y="161422"/>
                  <a:pt x="493246" y="161422"/>
                </a:cubicBezTo>
                <a:close/>
                <a:moveTo>
                  <a:pt x="313892" y="107653"/>
                </a:moveTo>
                <a:cubicBezTo>
                  <a:pt x="328773" y="107653"/>
                  <a:pt x="340777" y="95592"/>
                  <a:pt x="340777" y="80769"/>
                </a:cubicBezTo>
                <a:lnTo>
                  <a:pt x="340777" y="26885"/>
                </a:lnTo>
                <a:cubicBezTo>
                  <a:pt x="340777" y="12090"/>
                  <a:pt x="328773" y="0"/>
                  <a:pt x="313892" y="0"/>
                </a:cubicBezTo>
                <a:cubicBezTo>
                  <a:pt x="298953" y="0"/>
                  <a:pt x="287007" y="12090"/>
                  <a:pt x="287007" y="26885"/>
                </a:cubicBezTo>
                <a:lnTo>
                  <a:pt x="287007" y="80769"/>
                </a:lnTo>
                <a:cubicBezTo>
                  <a:pt x="287007" y="95592"/>
                  <a:pt x="298953" y="107653"/>
                  <a:pt x="313892" y="107653"/>
                </a:cubicBezTo>
                <a:cubicBezTo>
                  <a:pt x="313892" y="107653"/>
                  <a:pt x="313892" y="107653"/>
                  <a:pt x="313892" y="107653"/>
                </a:cubicBezTo>
                <a:close/>
                <a:moveTo>
                  <a:pt x="134537" y="466362"/>
                </a:moveTo>
                <a:cubicBezTo>
                  <a:pt x="127069" y="466362"/>
                  <a:pt x="120296" y="469355"/>
                  <a:pt x="115500" y="474268"/>
                </a:cubicBezTo>
                <a:lnTo>
                  <a:pt x="79606" y="510103"/>
                </a:lnTo>
                <a:cubicBezTo>
                  <a:pt x="74752" y="514986"/>
                  <a:pt x="71702" y="521729"/>
                  <a:pt x="71702" y="529170"/>
                </a:cubicBezTo>
                <a:cubicBezTo>
                  <a:pt x="71702" y="543992"/>
                  <a:pt x="83792" y="556054"/>
                  <a:pt x="98614" y="556054"/>
                </a:cubicBezTo>
                <a:cubicBezTo>
                  <a:pt x="106055" y="556054"/>
                  <a:pt x="112798" y="553002"/>
                  <a:pt x="117593" y="548178"/>
                </a:cubicBezTo>
                <a:lnTo>
                  <a:pt x="153516" y="512284"/>
                </a:lnTo>
                <a:cubicBezTo>
                  <a:pt x="158370" y="507459"/>
                  <a:pt x="161393" y="500687"/>
                  <a:pt x="161393" y="493246"/>
                </a:cubicBezTo>
                <a:cubicBezTo>
                  <a:pt x="161393" y="478395"/>
                  <a:pt x="149418" y="466362"/>
                  <a:pt x="134537" y="466362"/>
                </a:cubicBezTo>
                <a:cubicBezTo>
                  <a:pt x="134537" y="466362"/>
                  <a:pt x="134537" y="466362"/>
                  <a:pt x="134537" y="466362"/>
                </a:cubicBezTo>
                <a:close/>
                <a:moveTo>
                  <a:pt x="107596" y="313921"/>
                </a:moveTo>
                <a:cubicBezTo>
                  <a:pt x="107596" y="299011"/>
                  <a:pt x="95533" y="287037"/>
                  <a:pt x="80740" y="287037"/>
                </a:cubicBezTo>
                <a:lnTo>
                  <a:pt x="26855" y="287037"/>
                </a:lnTo>
                <a:cubicBezTo>
                  <a:pt x="12090" y="287037"/>
                  <a:pt x="0" y="299011"/>
                  <a:pt x="0" y="313921"/>
                </a:cubicBezTo>
                <a:cubicBezTo>
                  <a:pt x="0" y="328773"/>
                  <a:pt x="12090" y="340806"/>
                  <a:pt x="26855" y="340806"/>
                </a:cubicBezTo>
                <a:lnTo>
                  <a:pt x="80740" y="340806"/>
                </a:lnTo>
                <a:cubicBezTo>
                  <a:pt x="95533" y="340806"/>
                  <a:pt x="107596" y="328773"/>
                  <a:pt x="107596" y="313921"/>
                </a:cubicBezTo>
                <a:cubicBezTo>
                  <a:pt x="107596" y="313921"/>
                  <a:pt x="107596" y="313921"/>
                  <a:pt x="107596" y="313921"/>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Freeform 32">
            <a:extLst>
              <a:ext uri="{FF2B5EF4-FFF2-40B4-BE49-F238E27FC236}">
                <a16:creationId xmlns:a16="http://schemas.microsoft.com/office/drawing/2014/main" id="{FA3B6DC7-A2E3-52AE-0C9E-CE07FD529609}"/>
              </a:ext>
            </a:extLst>
          </p:cNvPr>
          <p:cNvSpPr/>
          <p:nvPr/>
        </p:nvSpPr>
        <p:spPr>
          <a:xfrm>
            <a:off x="2336800" y="5280603"/>
            <a:ext cx="431869" cy="630381"/>
          </a:xfrm>
          <a:custGeom>
            <a:avLst/>
            <a:gdLst/>
            <a:ahLst/>
            <a:cxnLst/>
            <a:rect l="l" t="t" r="r" b="b"/>
            <a:pathLst>
              <a:path w="431869" h="630381">
                <a:moveTo>
                  <a:pt x="159851" y="3443"/>
                </a:moveTo>
                <a:cubicBezTo>
                  <a:pt x="146876" y="0"/>
                  <a:pt x="134019" y="7296"/>
                  <a:pt x="130580" y="20225"/>
                </a:cubicBezTo>
                <a:lnTo>
                  <a:pt x="122462" y="51656"/>
                </a:lnTo>
                <a:cubicBezTo>
                  <a:pt x="119103" y="64584"/>
                  <a:pt x="126322" y="77542"/>
                  <a:pt x="139258" y="80928"/>
                </a:cubicBezTo>
                <a:cubicBezTo>
                  <a:pt x="141317" y="81628"/>
                  <a:pt x="143676" y="82008"/>
                  <a:pt x="145755" y="82008"/>
                </a:cubicBezTo>
                <a:cubicBezTo>
                  <a:pt x="155952" y="82008"/>
                  <a:pt x="165769" y="75033"/>
                  <a:pt x="168529" y="64117"/>
                </a:cubicBezTo>
                <a:lnTo>
                  <a:pt x="176646" y="32686"/>
                </a:lnTo>
                <a:cubicBezTo>
                  <a:pt x="180045" y="19757"/>
                  <a:pt x="172747" y="6829"/>
                  <a:pt x="159851" y="3443"/>
                </a:cubicBezTo>
                <a:close/>
                <a:moveTo>
                  <a:pt x="333238" y="3443"/>
                </a:moveTo>
                <a:cubicBezTo>
                  <a:pt x="320302" y="0"/>
                  <a:pt x="307406" y="7296"/>
                  <a:pt x="303987" y="20225"/>
                </a:cubicBezTo>
                <a:lnTo>
                  <a:pt x="295849" y="51656"/>
                </a:lnTo>
                <a:cubicBezTo>
                  <a:pt x="292430" y="64584"/>
                  <a:pt x="299688" y="77542"/>
                  <a:pt x="312664" y="80928"/>
                </a:cubicBezTo>
                <a:cubicBezTo>
                  <a:pt x="314664" y="81628"/>
                  <a:pt x="317102" y="82008"/>
                  <a:pt x="319162" y="82008"/>
                </a:cubicBezTo>
                <a:cubicBezTo>
                  <a:pt x="329339" y="82008"/>
                  <a:pt x="339216" y="75033"/>
                  <a:pt x="341916" y="64117"/>
                </a:cubicBezTo>
                <a:lnTo>
                  <a:pt x="350053" y="32686"/>
                </a:lnTo>
                <a:cubicBezTo>
                  <a:pt x="353432" y="19757"/>
                  <a:pt x="346194" y="6829"/>
                  <a:pt x="333238" y="3443"/>
                </a:cubicBezTo>
                <a:close/>
                <a:moveTo>
                  <a:pt x="246545" y="55449"/>
                </a:moveTo>
                <a:cubicBezTo>
                  <a:pt x="233609" y="52065"/>
                  <a:pt x="220712" y="59332"/>
                  <a:pt x="217293" y="72260"/>
                </a:cubicBezTo>
                <a:lnTo>
                  <a:pt x="209156" y="103662"/>
                </a:lnTo>
                <a:cubicBezTo>
                  <a:pt x="205737" y="116591"/>
                  <a:pt x="213035" y="129520"/>
                  <a:pt x="225951" y="132935"/>
                </a:cubicBezTo>
                <a:cubicBezTo>
                  <a:pt x="227990" y="133634"/>
                  <a:pt x="230430" y="134014"/>
                  <a:pt x="232468" y="134014"/>
                </a:cubicBezTo>
                <a:cubicBezTo>
                  <a:pt x="243365" y="134014"/>
                  <a:pt x="252523" y="127039"/>
                  <a:pt x="255222" y="116153"/>
                </a:cubicBezTo>
                <a:lnTo>
                  <a:pt x="263340" y="84722"/>
                </a:lnTo>
                <a:cubicBezTo>
                  <a:pt x="266779" y="71764"/>
                  <a:pt x="259500" y="58864"/>
                  <a:pt x="246545" y="55449"/>
                </a:cubicBezTo>
                <a:close/>
                <a:moveTo>
                  <a:pt x="73157" y="90120"/>
                </a:moveTo>
                <a:cubicBezTo>
                  <a:pt x="60241" y="86736"/>
                  <a:pt x="47245" y="94003"/>
                  <a:pt x="43886" y="106931"/>
                </a:cubicBezTo>
                <a:lnTo>
                  <a:pt x="35770" y="138363"/>
                </a:lnTo>
                <a:cubicBezTo>
                  <a:pt x="32351" y="151291"/>
                  <a:pt x="39607" y="164191"/>
                  <a:pt x="52564" y="167606"/>
                </a:cubicBezTo>
                <a:cubicBezTo>
                  <a:pt x="54563" y="168276"/>
                  <a:pt x="57023" y="168714"/>
                  <a:pt x="59061" y="168714"/>
                </a:cubicBezTo>
                <a:cubicBezTo>
                  <a:pt x="69338" y="168714"/>
                  <a:pt x="79136" y="161710"/>
                  <a:pt x="81815" y="150824"/>
                </a:cubicBezTo>
                <a:lnTo>
                  <a:pt x="89953" y="119393"/>
                </a:lnTo>
                <a:cubicBezTo>
                  <a:pt x="93372" y="106464"/>
                  <a:pt x="86114" y="93506"/>
                  <a:pt x="73157" y="90120"/>
                </a:cubicBezTo>
                <a:close/>
                <a:moveTo>
                  <a:pt x="402617" y="90120"/>
                </a:moveTo>
                <a:cubicBezTo>
                  <a:pt x="389661" y="86736"/>
                  <a:pt x="376765" y="94003"/>
                  <a:pt x="373346" y="106931"/>
                </a:cubicBezTo>
                <a:lnTo>
                  <a:pt x="365209" y="138363"/>
                </a:lnTo>
                <a:cubicBezTo>
                  <a:pt x="361850" y="151291"/>
                  <a:pt x="369087" y="164191"/>
                  <a:pt x="382024" y="167606"/>
                </a:cubicBezTo>
                <a:cubicBezTo>
                  <a:pt x="384082" y="168276"/>
                  <a:pt x="386462" y="168714"/>
                  <a:pt x="388521" y="168714"/>
                </a:cubicBezTo>
                <a:cubicBezTo>
                  <a:pt x="398738" y="168714"/>
                  <a:pt x="407895" y="161710"/>
                  <a:pt x="411274" y="150824"/>
                </a:cubicBezTo>
                <a:lnTo>
                  <a:pt x="419412" y="119393"/>
                </a:lnTo>
                <a:cubicBezTo>
                  <a:pt x="422791" y="106464"/>
                  <a:pt x="415553" y="93506"/>
                  <a:pt x="402617" y="90120"/>
                </a:cubicBezTo>
                <a:close/>
                <a:moveTo>
                  <a:pt x="216214" y="176303"/>
                </a:moveTo>
                <a:cubicBezTo>
                  <a:pt x="167209" y="176303"/>
                  <a:pt x="118904" y="191711"/>
                  <a:pt x="80735" y="219641"/>
                </a:cubicBezTo>
                <a:cubicBezTo>
                  <a:pt x="29671" y="256413"/>
                  <a:pt x="0" y="312126"/>
                  <a:pt x="0" y="371371"/>
                </a:cubicBezTo>
                <a:cubicBezTo>
                  <a:pt x="0" y="384270"/>
                  <a:pt x="10897" y="395214"/>
                  <a:pt x="23833" y="395214"/>
                </a:cubicBezTo>
                <a:cubicBezTo>
                  <a:pt x="34050" y="395214"/>
                  <a:pt x="43207" y="390107"/>
                  <a:pt x="46605" y="380563"/>
                </a:cubicBezTo>
                <a:cubicBezTo>
                  <a:pt x="47266" y="378521"/>
                  <a:pt x="55523" y="359988"/>
                  <a:pt x="83454" y="359988"/>
                </a:cubicBezTo>
                <a:cubicBezTo>
                  <a:pt x="108627" y="359988"/>
                  <a:pt x="118284" y="374697"/>
                  <a:pt x="120303" y="379483"/>
                </a:cubicBezTo>
                <a:cubicBezTo>
                  <a:pt x="120983" y="381527"/>
                  <a:pt x="121623" y="383598"/>
                  <a:pt x="123002" y="384911"/>
                </a:cubicBezTo>
                <a:cubicBezTo>
                  <a:pt x="127820" y="391740"/>
                  <a:pt x="134879" y="395739"/>
                  <a:pt x="143057" y="395739"/>
                </a:cubicBezTo>
                <a:cubicBezTo>
                  <a:pt x="152613" y="395739"/>
                  <a:pt x="161351" y="389961"/>
                  <a:pt x="164729" y="381118"/>
                </a:cubicBezTo>
                <a:cubicBezTo>
                  <a:pt x="168209" y="376331"/>
                  <a:pt x="182145" y="359988"/>
                  <a:pt x="216214" y="359988"/>
                </a:cubicBezTo>
                <a:cubicBezTo>
                  <a:pt x="251604" y="359988"/>
                  <a:pt x="264939" y="377557"/>
                  <a:pt x="267678" y="381672"/>
                </a:cubicBezTo>
                <a:lnTo>
                  <a:pt x="269857" y="385991"/>
                </a:lnTo>
                <a:cubicBezTo>
                  <a:pt x="274616" y="392120"/>
                  <a:pt x="281894" y="395739"/>
                  <a:pt x="289352" y="395739"/>
                </a:cubicBezTo>
                <a:cubicBezTo>
                  <a:pt x="300269" y="395739"/>
                  <a:pt x="309965" y="388473"/>
                  <a:pt x="312664" y="378958"/>
                </a:cubicBezTo>
                <a:cubicBezTo>
                  <a:pt x="315403" y="373501"/>
                  <a:pt x="325140" y="359988"/>
                  <a:pt x="348953" y="359988"/>
                </a:cubicBezTo>
                <a:cubicBezTo>
                  <a:pt x="376185" y="359988"/>
                  <a:pt x="385102" y="379221"/>
                  <a:pt x="385802" y="380563"/>
                </a:cubicBezTo>
                <a:cubicBezTo>
                  <a:pt x="389161" y="390107"/>
                  <a:pt x="397759" y="395739"/>
                  <a:pt x="408036" y="395739"/>
                </a:cubicBezTo>
                <a:cubicBezTo>
                  <a:pt x="420952" y="395739"/>
                  <a:pt x="431869" y="384941"/>
                  <a:pt x="431869" y="371371"/>
                </a:cubicBezTo>
                <a:cubicBezTo>
                  <a:pt x="431869" y="312126"/>
                  <a:pt x="402737" y="257055"/>
                  <a:pt x="351672" y="219641"/>
                </a:cubicBezTo>
                <a:cubicBezTo>
                  <a:pt x="313544" y="191711"/>
                  <a:pt x="265219" y="176303"/>
                  <a:pt x="216214" y="176303"/>
                </a:cubicBezTo>
                <a:close/>
                <a:moveTo>
                  <a:pt x="216214" y="224514"/>
                </a:moveTo>
                <a:cubicBezTo>
                  <a:pt x="255702" y="224514"/>
                  <a:pt x="293530" y="236860"/>
                  <a:pt x="323501" y="258661"/>
                </a:cubicBezTo>
                <a:cubicBezTo>
                  <a:pt x="344614" y="274303"/>
                  <a:pt x="360930" y="293244"/>
                  <a:pt x="371187" y="315016"/>
                </a:cubicBezTo>
                <a:cubicBezTo>
                  <a:pt x="364368" y="312972"/>
                  <a:pt x="357151" y="312300"/>
                  <a:pt x="348953" y="312300"/>
                </a:cubicBezTo>
                <a:cubicBezTo>
                  <a:pt x="319663" y="312300"/>
                  <a:pt x="300648" y="322953"/>
                  <a:pt x="287732" y="334510"/>
                </a:cubicBezTo>
                <a:cubicBezTo>
                  <a:pt x="272736" y="322953"/>
                  <a:pt x="250243" y="312300"/>
                  <a:pt x="216214" y="312300"/>
                </a:cubicBezTo>
                <a:cubicBezTo>
                  <a:pt x="182145" y="312300"/>
                  <a:pt x="159631" y="322953"/>
                  <a:pt x="144676" y="334510"/>
                </a:cubicBezTo>
                <a:cubicBezTo>
                  <a:pt x="131719" y="322953"/>
                  <a:pt x="112046" y="312300"/>
                  <a:pt x="83454" y="312300"/>
                </a:cubicBezTo>
                <a:cubicBezTo>
                  <a:pt x="75297" y="312300"/>
                  <a:pt x="67520" y="313673"/>
                  <a:pt x="60682" y="315016"/>
                </a:cubicBezTo>
                <a:cubicBezTo>
                  <a:pt x="70879" y="293244"/>
                  <a:pt x="87273" y="274303"/>
                  <a:pt x="108367" y="258661"/>
                </a:cubicBezTo>
                <a:cubicBezTo>
                  <a:pt x="138337" y="236860"/>
                  <a:pt x="176707" y="224514"/>
                  <a:pt x="216214" y="224514"/>
                </a:cubicBezTo>
                <a:close/>
                <a:moveTo>
                  <a:pt x="214574" y="401722"/>
                </a:moveTo>
                <a:cubicBezTo>
                  <a:pt x="201638" y="401722"/>
                  <a:pt x="190741" y="412578"/>
                  <a:pt x="190741" y="425565"/>
                </a:cubicBezTo>
                <a:lnTo>
                  <a:pt x="190741" y="556690"/>
                </a:lnTo>
                <a:cubicBezTo>
                  <a:pt x="190741" y="597549"/>
                  <a:pt x="223572" y="630381"/>
                  <a:pt x="264439" y="630381"/>
                </a:cubicBezTo>
                <a:cubicBezTo>
                  <a:pt x="305266" y="630381"/>
                  <a:pt x="338117" y="596994"/>
                  <a:pt x="338117" y="556137"/>
                </a:cubicBezTo>
                <a:cubicBezTo>
                  <a:pt x="338117" y="543207"/>
                  <a:pt x="327221" y="532292"/>
                  <a:pt x="314284" y="532292"/>
                </a:cubicBezTo>
                <a:cubicBezTo>
                  <a:pt x="301328" y="532292"/>
                  <a:pt x="290431" y="543207"/>
                  <a:pt x="290431" y="556137"/>
                </a:cubicBezTo>
                <a:cubicBezTo>
                  <a:pt x="290431" y="570437"/>
                  <a:pt x="278714" y="582169"/>
                  <a:pt x="264439" y="582169"/>
                </a:cubicBezTo>
                <a:cubicBezTo>
                  <a:pt x="250124" y="582140"/>
                  <a:pt x="238427" y="570437"/>
                  <a:pt x="238427" y="556137"/>
                </a:cubicBezTo>
                <a:lnTo>
                  <a:pt x="238427" y="425565"/>
                </a:lnTo>
                <a:cubicBezTo>
                  <a:pt x="238427" y="412578"/>
                  <a:pt x="227510" y="401722"/>
                  <a:pt x="214574" y="401722"/>
                </a:cubicBez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33">
            <a:extLst>
              <a:ext uri="{FF2B5EF4-FFF2-40B4-BE49-F238E27FC236}">
                <a16:creationId xmlns:a16="http://schemas.microsoft.com/office/drawing/2014/main" id="{EAB323E1-1B5B-9C75-5A6A-894C871D7780}"/>
              </a:ext>
            </a:extLst>
          </p:cNvPr>
          <p:cNvSpPr/>
          <p:nvPr/>
        </p:nvSpPr>
        <p:spPr>
          <a:xfrm>
            <a:off x="1435100" y="2400300"/>
            <a:ext cx="2844800" cy="9525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endParaRPr lang="en-US" sz="1400" b="0" i="0" u="none" strike="noStrike" dirty="0">
              <a:solidFill>
                <a:srgbClr val="505050"/>
              </a:solidFill>
              <a:latin typeface="Noto Sans SC"/>
              <a:ea typeface="Noto Sans SC"/>
              <a:cs typeface="Noto Sans SC"/>
              <a:sym typeface="Noto Sans SC"/>
            </a:endParaRPr>
          </a:p>
        </p:txBody>
      </p:sp>
      <p:sp>
        <p:nvSpPr>
          <p:cNvPr id="26" name="AutoShape 34">
            <a:extLst>
              <a:ext uri="{FF2B5EF4-FFF2-40B4-BE49-F238E27FC236}">
                <a16:creationId xmlns:a16="http://schemas.microsoft.com/office/drawing/2014/main" id="{5FE067AE-055C-0FF7-F903-7214B5604250}"/>
              </a:ext>
            </a:extLst>
          </p:cNvPr>
          <p:cNvSpPr/>
          <p:nvPr/>
        </p:nvSpPr>
        <p:spPr>
          <a:xfrm>
            <a:off x="1435100" y="4356100"/>
            <a:ext cx="2844800" cy="9398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endParaRPr lang="en-US" sz="1400" b="0" i="0" u="none" strike="noStrike" dirty="0">
              <a:solidFill>
                <a:srgbClr val="505050"/>
              </a:solidFill>
              <a:latin typeface="Noto Sans SC"/>
              <a:ea typeface="Noto Sans SC"/>
              <a:cs typeface="Noto Sans SC"/>
              <a:sym typeface="Noto Sans SC"/>
            </a:endParaRPr>
          </a:p>
        </p:txBody>
      </p:sp>
      <p:sp>
        <p:nvSpPr>
          <p:cNvPr id="27" name="AutoShape 35">
            <a:extLst>
              <a:ext uri="{FF2B5EF4-FFF2-40B4-BE49-F238E27FC236}">
                <a16:creationId xmlns:a16="http://schemas.microsoft.com/office/drawing/2014/main" id="{2180B7F8-3DFA-2C97-92AE-185B8A9622B8}"/>
              </a:ext>
            </a:extLst>
          </p:cNvPr>
          <p:cNvSpPr/>
          <p:nvPr/>
        </p:nvSpPr>
        <p:spPr>
          <a:xfrm>
            <a:off x="8039100" y="4356100"/>
            <a:ext cx="2844800" cy="9398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endParaRPr lang="en-US" sz="1400" b="0" i="0" u="none" strike="noStrike" dirty="0">
              <a:solidFill>
                <a:srgbClr val="505050"/>
              </a:solidFill>
              <a:latin typeface="Noto Sans SC"/>
              <a:ea typeface="Noto Sans SC"/>
              <a:cs typeface="Noto Sans SC"/>
              <a:sym typeface="Noto Sans SC"/>
            </a:endParaRPr>
          </a:p>
        </p:txBody>
      </p:sp>
      <p:sp>
        <p:nvSpPr>
          <p:cNvPr id="28" name="AutoShape 36">
            <a:extLst>
              <a:ext uri="{FF2B5EF4-FFF2-40B4-BE49-F238E27FC236}">
                <a16:creationId xmlns:a16="http://schemas.microsoft.com/office/drawing/2014/main" id="{37CEF1AC-AA83-80DF-A536-631B770D1FFB}"/>
              </a:ext>
            </a:extLst>
          </p:cNvPr>
          <p:cNvSpPr/>
          <p:nvPr/>
        </p:nvSpPr>
        <p:spPr>
          <a:xfrm>
            <a:off x="8026400" y="2374900"/>
            <a:ext cx="2844800" cy="9398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endParaRPr lang="en-US" sz="1400" b="0" i="0" u="none" strike="noStrike" dirty="0">
              <a:solidFill>
                <a:srgbClr val="505050"/>
              </a:solidFill>
              <a:latin typeface="Noto Sans SC"/>
              <a:ea typeface="Noto Sans SC"/>
              <a:cs typeface="Noto Sans SC"/>
              <a:sym typeface="Noto Sans SC"/>
            </a:endParaRPr>
          </a:p>
        </p:txBody>
      </p:sp>
    </p:spTree>
    <p:extLst>
      <p:ext uri="{BB962C8B-B14F-4D97-AF65-F5344CB8AC3E}">
        <p14:creationId xmlns:p14="http://schemas.microsoft.com/office/powerpoint/2010/main" val="372175694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4_自定义版式">
    <p:spTree>
      <p:nvGrpSpPr>
        <p:cNvPr id="1" name=""/>
        <p:cNvGrpSpPr/>
        <p:nvPr/>
      </p:nvGrpSpPr>
      <p:grpSpPr>
        <a:xfrm>
          <a:off x="0" y="0"/>
          <a:ext cx="0" cy="0"/>
          <a:chOff x="0" y="0"/>
          <a:chExt cx="0" cy="0"/>
        </a:xfrm>
      </p:grpSpPr>
      <p:sp>
        <p:nvSpPr>
          <p:cNvPr id="3" name="Freeform 11">
            <a:extLst>
              <a:ext uri="{FF2B5EF4-FFF2-40B4-BE49-F238E27FC236}">
                <a16:creationId xmlns:a16="http://schemas.microsoft.com/office/drawing/2014/main" id="{FBF16A7B-58F2-97AB-32FE-C0AED742F73C}"/>
              </a:ext>
            </a:extLst>
          </p:cNvPr>
          <p:cNvSpPr/>
          <p:nvPr/>
        </p:nvSpPr>
        <p:spPr>
          <a:xfrm>
            <a:off x="5575300" y="5283200"/>
            <a:ext cx="309557" cy="309557"/>
          </a:xfrm>
          <a:custGeom>
            <a:avLst/>
            <a:gdLst/>
            <a:ahLst/>
            <a:cxnLst/>
            <a:rect l="l" t="t" r="r" b="b"/>
            <a:pathLst>
              <a:path w="309557" h="309557">
                <a:moveTo>
                  <a:pt x="154779" y="0"/>
                </a:moveTo>
                <a:cubicBezTo>
                  <a:pt x="70756" y="0"/>
                  <a:pt x="0" y="70756"/>
                  <a:pt x="0" y="154779"/>
                </a:cubicBezTo>
                <a:cubicBezTo>
                  <a:pt x="0" y="241012"/>
                  <a:pt x="70756" y="309557"/>
                  <a:pt x="154779" y="309557"/>
                </a:cubicBezTo>
                <a:cubicBezTo>
                  <a:pt x="241012" y="309557"/>
                  <a:pt x="309557" y="241012"/>
                  <a:pt x="309557" y="154779"/>
                </a:cubicBezTo>
                <a:cubicBezTo>
                  <a:pt x="309557" y="70756"/>
                  <a:pt x="241012" y="0"/>
                  <a:pt x="154779" y="0"/>
                </a:cubicBezTo>
                <a:close/>
                <a:moveTo>
                  <a:pt x="154779" y="283023"/>
                </a:moveTo>
                <a:cubicBezTo>
                  <a:pt x="84023" y="283023"/>
                  <a:pt x="26533" y="225534"/>
                  <a:pt x="26533" y="154779"/>
                </a:cubicBezTo>
                <a:cubicBezTo>
                  <a:pt x="26533" y="84023"/>
                  <a:pt x="84023" y="26533"/>
                  <a:pt x="154779" y="26533"/>
                </a:cubicBezTo>
                <a:cubicBezTo>
                  <a:pt x="225534" y="26533"/>
                  <a:pt x="283023" y="84023"/>
                  <a:pt x="283023" y="154779"/>
                </a:cubicBezTo>
                <a:cubicBezTo>
                  <a:pt x="283023" y="225534"/>
                  <a:pt x="225534" y="283023"/>
                  <a:pt x="154779" y="283023"/>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Freeform 12">
            <a:extLst>
              <a:ext uri="{FF2B5EF4-FFF2-40B4-BE49-F238E27FC236}">
                <a16:creationId xmlns:a16="http://schemas.microsoft.com/office/drawing/2014/main" id="{E4257F3E-DD8A-C668-498A-58512791D1B2}"/>
              </a:ext>
            </a:extLst>
          </p:cNvPr>
          <p:cNvSpPr/>
          <p:nvPr/>
        </p:nvSpPr>
        <p:spPr>
          <a:xfrm>
            <a:off x="5664200" y="5372100"/>
            <a:ext cx="131373" cy="129233"/>
          </a:xfrm>
          <a:custGeom>
            <a:avLst/>
            <a:gdLst/>
            <a:ahLst/>
            <a:cxnLst/>
            <a:rect l="l" t="t" r="r" b="b"/>
            <a:pathLst>
              <a:path w="131373" h="129233">
                <a:moveTo>
                  <a:pt x="124692" y="4456"/>
                </a:moveTo>
                <a:cubicBezTo>
                  <a:pt x="120240" y="0"/>
                  <a:pt x="111333" y="0"/>
                  <a:pt x="106879" y="4456"/>
                </a:cubicBezTo>
                <a:cubicBezTo>
                  <a:pt x="64573" y="46792"/>
                  <a:pt x="64573" y="46792"/>
                  <a:pt x="64573" y="46792"/>
                </a:cubicBezTo>
                <a:cubicBezTo>
                  <a:pt x="24493" y="4456"/>
                  <a:pt x="24493" y="4456"/>
                  <a:pt x="24493" y="4456"/>
                </a:cubicBezTo>
                <a:cubicBezTo>
                  <a:pt x="17813" y="0"/>
                  <a:pt x="11133" y="0"/>
                  <a:pt x="4454" y="4456"/>
                </a:cubicBezTo>
                <a:cubicBezTo>
                  <a:pt x="0" y="11140"/>
                  <a:pt x="0" y="17826"/>
                  <a:pt x="4454" y="24510"/>
                </a:cubicBezTo>
                <a:cubicBezTo>
                  <a:pt x="46760" y="64616"/>
                  <a:pt x="46760" y="64616"/>
                  <a:pt x="46760" y="64616"/>
                </a:cubicBezTo>
                <a:cubicBezTo>
                  <a:pt x="4454" y="106952"/>
                  <a:pt x="4454" y="106952"/>
                  <a:pt x="4454" y="106952"/>
                </a:cubicBezTo>
                <a:cubicBezTo>
                  <a:pt x="0" y="111408"/>
                  <a:pt x="0" y="120320"/>
                  <a:pt x="4454" y="124776"/>
                </a:cubicBezTo>
                <a:cubicBezTo>
                  <a:pt x="6680" y="129233"/>
                  <a:pt x="11133" y="129233"/>
                  <a:pt x="15587" y="129233"/>
                </a:cubicBezTo>
                <a:cubicBezTo>
                  <a:pt x="17813" y="129233"/>
                  <a:pt x="22267" y="129233"/>
                  <a:pt x="24493" y="124776"/>
                </a:cubicBezTo>
                <a:cubicBezTo>
                  <a:pt x="64573" y="84670"/>
                  <a:pt x="64573" y="84670"/>
                  <a:pt x="64573" y="84670"/>
                </a:cubicBezTo>
                <a:cubicBezTo>
                  <a:pt x="106879" y="124776"/>
                  <a:pt x="106879" y="124776"/>
                  <a:pt x="106879" y="124776"/>
                </a:cubicBezTo>
                <a:cubicBezTo>
                  <a:pt x="109107" y="129233"/>
                  <a:pt x="113560" y="129233"/>
                  <a:pt x="115786" y="129233"/>
                </a:cubicBezTo>
                <a:cubicBezTo>
                  <a:pt x="120240" y="129233"/>
                  <a:pt x="122466" y="129233"/>
                  <a:pt x="124692" y="124776"/>
                </a:cubicBezTo>
                <a:cubicBezTo>
                  <a:pt x="131373" y="120320"/>
                  <a:pt x="131373" y="111408"/>
                  <a:pt x="124692" y="106952"/>
                </a:cubicBezTo>
                <a:cubicBezTo>
                  <a:pt x="84614" y="64616"/>
                  <a:pt x="84614" y="64616"/>
                  <a:pt x="84614" y="64616"/>
                </a:cubicBezTo>
                <a:cubicBezTo>
                  <a:pt x="124692" y="24510"/>
                  <a:pt x="124692" y="24510"/>
                  <a:pt x="124692" y="24510"/>
                </a:cubicBezTo>
                <a:cubicBezTo>
                  <a:pt x="131373" y="17826"/>
                  <a:pt x="131373" y="11140"/>
                  <a:pt x="124692" y="4456"/>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Freeform 13">
            <a:extLst>
              <a:ext uri="{FF2B5EF4-FFF2-40B4-BE49-F238E27FC236}">
                <a16:creationId xmlns:a16="http://schemas.microsoft.com/office/drawing/2014/main" id="{0ED34B00-B0D1-3914-51F3-0D1813072B61}"/>
              </a:ext>
            </a:extLst>
          </p:cNvPr>
          <p:cNvSpPr/>
          <p:nvPr/>
        </p:nvSpPr>
        <p:spPr>
          <a:xfrm>
            <a:off x="5575300" y="5283200"/>
            <a:ext cx="309557" cy="309557"/>
          </a:xfrm>
          <a:custGeom>
            <a:avLst/>
            <a:gdLst/>
            <a:ahLst/>
            <a:cxnLst/>
            <a:rect l="l" t="t" r="r" b="b"/>
            <a:pathLst>
              <a:path w="309557" h="309557">
                <a:moveTo>
                  <a:pt x="154779" y="0"/>
                </a:moveTo>
                <a:cubicBezTo>
                  <a:pt x="70756" y="0"/>
                  <a:pt x="0" y="70756"/>
                  <a:pt x="0" y="154779"/>
                </a:cubicBezTo>
                <a:cubicBezTo>
                  <a:pt x="0" y="241012"/>
                  <a:pt x="70756" y="309557"/>
                  <a:pt x="154779" y="309557"/>
                </a:cubicBezTo>
                <a:cubicBezTo>
                  <a:pt x="241012" y="309557"/>
                  <a:pt x="309557" y="241012"/>
                  <a:pt x="309557" y="154779"/>
                </a:cubicBezTo>
                <a:cubicBezTo>
                  <a:pt x="309557" y="70756"/>
                  <a:pt x="241012" y="0"/>
                  <a:pt x="154779" y="0"/>
                </a:cubicBezTo>
                <a:close/>
                <a:moveTo>
                  <a:pt x="154779" y="283023"/>
                </a:moveTo>
                <a:cubicBezTo>
                  <a:pt x="84023" y="283023"/>
                  <a:pt x="26533" y="225534"/>
                  <a:pt x="26533" y="154779"/>
                </a:cubicBezTo>
                <a:cubicBezTo>
                  <a:pt x="26533" y="84023"/>
                  <a:pt x="84023" y="26533"/>
                  <a:pt x="154779" y="26533"/>
                </a:cubicBezTo>
                <a:cubicBezTo>
                  <a:pt x="225534" y="26533"/>
                  <a:pt x="283023" y="84023"/>
                  <a:pt x="283023" y="154779"/>
                </a:cubicBezTo>
                <a:cubicBezTo>
                  <a:pt x="283023" y="225534"/>
                  <a:pt x="225534" y="283023"/>
                  <a:pt x="154779" y="283023"/>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Freeform 14">
            <a:extLst>
              <a:ext uri="{FF2B5EF4-FFF2-40B4-BE49-F238E27FC236}">
                <a16:creationId xmlns:a16="http://schemas.microsoft.com/office/drawing/2014/main" id="{4AD5E7D8-3065-BE2B-0589-6B7023273604}"/>
              </a:ext>
            </a:extLst>
          </p:cNvPr>
          <p:cNvSpPr/>
          <p:nvPr/>
        </p:nvSpPr>
        <p:spPr>
          <a:xfrm>
            <a:off x="5664200" y="5372100"/>
            <a:ext cx="131373" cy="129233"/>
          </a:xfrm>
          <a:custGeom>
            <a:avLst/>
            <a:gdLst/>
            <a:ahLst/>
            <a:cxnLst/>
            <a:rect l="l" t="t" r="r" b="b"/>
            <a:pathLst>
              <a:path w="131373" h="129233">
                <a:moveTo>
                  <a:pt x="124692" y="4456"/>
                </a:moveTo>
                <a:cubicBezTo>
                  <a:pt x="120240" y="0"/>
                  <a:pt x="111333" y="0"/>
                  <a:pt x="106879" y="4456"/>
                </a:cubicBezTo>
                <a:cubicBezTo>
                  <a:pt x="64573" y="46792"/>
                  <a:pt x="64573" y="46792"/>
                  <a:pt x="64573" y="46792"/>
                </a:cubicBezTo>
                <a:cubicBezTo>
                  <a:pt x="24493" y="4456"/>
                  <a:pt x="24493" y="4456"/>
                  <a:pt x="24493" y="4456"/>
                </a:cubicBezTo>
                <a:cubicBezTo>
                  <a:pt x="17813" y="0"/>
                  <a:pt x="11133" y="0"/>
                  <a:pt x="4454" y="4456"/>
                </a:cubicBezTo>
                <a:cubicBezTo>
                  <a:pt x="0" y="11140"/>
                  <a:pt x="0" y="17826"/>
                  <a:pt x="4454" y="24510"/>
                </a:cubicBezTo>
                <a:cubicBezTo>
                  <a:pt x="46760" y="64616"/>
                  <a:pt x="46760" y="64616"/>
                  <a:pt x="46760" y="64616"/>
                </a:cubicBezTo>
                <a:cubicBezTo>
                  <a:pt x="4454" y="106952"/>
                  <a:pt x="4454" y="106952"/>
                  <a:pt x="4454" y="106952"/>
                </a:cubicBezTo>
                <a:cubicBezTo>
                  <a:pt x="0" y="111408"/>
                  <a:pt x="0" y="120320"/>
                  <a:pt x="4454" y="124776"/>
                </a:cubicBezTo>
                <a:cubicBezTo>
                  <a:pt x="6680" y="129233"/>
                  <a:pt x="11133" y="129233"/>
                  <a:pt x="15587" y="129233"/>
                </a:cubicBezTo>
                <a:cubicBezTo>
                  <a:pt x="17813" y="129233"/>
                  <a:pt x="22267" y="129233"/>
                  <a:pt x="24493" y="124776"/>
                </a:cubicBezTo>
                <a:cubicBezTo>
                  <a:pt x="64573" y="84670"/>
                  <a:pt x="64573" y="84670"/>
                  <a:pt x="64573" y="84670"/>
                </a:cubicBezTo>
                <a:cubicBezTo>
                  <a:pt x="106879" y="124776"/>
                  <a:pt x="106879" y="124776"/>
                  <a:pt x="106879" y="124776"/>
                </a:cubicBezTo>
                <a:cubicBezTo>
                  <a:pt x="109107" y="129233"/>
                  <a:pt x="113560" y="129233"/>
                  <a:pt x="115786" y="129233"/>
                </a:cubicBezTo>
                <a:cubicBezTo>
                  <a:pt x="120240" y="129233"/>
                  <a:pt x="122466" y="129233"/>
                  <a:pt x="124692" y="124776"/>
                </a:cubicBezTo>
                <a:cubicBezTo>
                  <a:pt x="131373" y="120320"/>
                  <a:pt x="131373" y="111408"/>
                  <a:pt x="124692" y="106952"/>
                </a:cubicBezTo>
                <a:cubicBezTo>
                  <a:pt x="84614" y="64616"/>
                  <a:pt x="84614" y="64616"/>
                  <a:pt x="84614" y="64616"/>
                </a:cubicBezTo>
                <a:cubicBezTo>
                  <a:pt x="124692" y="24510"/>
                  <a:pt x="124692" y="24510"/>
                  <a:pt x="124692" y="24510"/>
                </a:cubicBezTo>
                <a:cubicBezTo>
                  <a:pt x="131373" y="17826"/>
                  <a:pt x="131373" y="11140"/>
                  <a:pt x="124692" y="4456"/>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Freeform 15">
            <a:extLst>
              <a:ext uri="{FF2B5EF4-FFF2-40B4-BE49-F238E27FC236}">
                <a16:creationId xmlns:a16="http://schemas.microsoft.com/office/drawing/2014/main" id="{0F70A29F-AC20-9DFF-BDB3-3AEF1F4AFEAE}"/>
              </a:ext>
            </a:extLst>
          </p:cNvPr>
          <p:cNvSpPr/>
          <p:nvPr/>
        </p:nvSpPr>
        <p:spPr>
          <a:xfrm>
            <a:off x="5575300" y="1968500"/>
            <a:ext cx="309557" cy="309557"/>
          </a:xfrm>
          <a:custGeom>
            <a:avLst/>
            <a:gdLst/>
            <a:ahLst/>
            <a:cxnLst/>
            <a:rect l="l" t="t" r="r" b="b"/>
            <a:pathLst>
              <a:path w="309557" h="309557">
                <a:moveTo>
                  <a:pt x="0" y="0"/>
                </a:moveTo>
                <a:lnTo>
                  <a:pt x="0" y="309557"/>
                </a:lnTo>
                <a:lnTo>
                  <a:pt x="309557" y="309557"/>
                </a:lnTo>
                <a:lnTo>
                  <a:pt x="309557" y="0"/>
                </a:lnTo>
                <a:lnTo>
                  <a:pt x="0" y="0"/>
                </a:lnTo>
                <a:close/>
                <a:moveTo>
                  <a:pt x="283887" y="282509"/>
                </a:moveTo>
                <a:lnTo>
                  <a:pt x="25671" y="282509"/>
                </a:lnTo>
                <a:lnTo>
                  <a:pt x="25671" y="25546"/>
                </a:lnTo>
                <a:lnTo>
                  <a:pt x="283887" y="25546"/>
                </a:lnTo>
                <a:lnTo>
                  <a:pt x="283887" y="282509"/>
                </a:lnTo>
                <a:close/>
              </a:path>
            </a:pathLst>
          </a:cu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Freeform 16">
            <a:extLst>
              <a:ext uri="{FF2B5EF4-FFF2-40B4-BE49-F238E27FC236}">
                <a16:creationId xmlns:a16="http://schemas.microsoft.com/office/drawing/2014/main" id="{C0E1B826-D779-CC29-79E4-F8FA59168F72}"/>
              </a:ext>
            </a:extLst>
          </p:cNvPr>
          <p:cNvSpPr/>
          <p:nvPr/>
        </p:nvSpPr>
        <p:spPr>
          <a:xfrm>
            <a:off x="5638800" y="2057400"/>
            <a:ext cx="169125" cy="135244"/>
          </a:xfrm>
          <a:custGeom>
            <a:avLst/>
            <a:gdLst/>
            <a:ahLst/>
            <a:cxnLst/>
            <a:rect l="l" t="t" r="r" b="b"/>
            <a:pathLst>
              <a:path w="169125" h="135244">
                <a:moveTo>
                  <a:pt x="169125" y="18033"/>
                </a:moveTo>
                <a:lnTo>
                  <a:pt x="149493" y="0"/>
                </a:lnTo>
                <a:lnTo>
                  <a:pt x="66441" y="99178"/>
                </a:lnTo>
                <a:lnTo>
                  <a:pt x="15100" y="57103"/>
                </a:lnTo>
                <a:lnTo>
                  <a:pt x="0" y="79643"/>
                </a:lnTo>
                <a:lnTo>
                  <a:pt x="70971" y="135244"/>
                </a:lnTo>
                <a:lnTo>
                  <a:pt x="169125" y="18033"/>
                </a:lnTo>
                <a:close/>
              </a:path>
            </a:pathLst>
          </a:cu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Freeform 17">
            <a:extLst>
              <a:ext uri="{FF2B5EF4-FFF2-40B4-BE49-F238E27FC236}">
                <a16:creationId xmlns:a16="http://schemas.microsoft.com/office/drawing/2014/main" id="{67ACC2A3-6E12-3E81-1853-D9CBBB92D8FE}"/>
              </a:ext>
            </a:extLst>
          </p:cNvPr>
          <p:cNvSpPr/>
          <p:nvPr/>
        </p:nvSpPr>
        <p:spPr>
          <a:xfrm>
            <a:off x="5575300" y="4178300"/>
            <a:ext cx="309557" cy="314043"/>
          </a:xfrm>
          <a:custGeom>
            <a:avLst/>
            <a:gdLst/>
            <a:ahLst/>
            <a:cxnLst/>
            <a:rect l="l" t="t" r="r" b="b"/>
            <a:pathLst>
              <a:path w="309557" h="314043">
                <a:moveTo>
                  <a:pt x="307346" y="133636"/>
                </a:moveTo>
                <a:cubicBezTo>
                  <a:pt x="307346" y="129181"/>
                  <a:pt x="305135" y="124727"/>
                  <a:pt x="300713" y="122499"/>
                </a:cubicBezTo>
                <a:cubicBezTo>
                  <a:pt x="276390" y="113590"/>
                  <a:pt x="276390" y="113590"/>
                  <a:pt x="276390" y="113590"/>
                </a:cubicBezTo>
                <a:cubicBezTo>
                  <a:pt x="274179" y="111362"/>
                  <a:pt x="271968" y="106909"/>
                  <a:pt x="269757" y="102453"/>
                </a:cubicBezTo>
                <a:cubicBezTo>
                  <a:pt x="280812" y="80181"/>
                  <a:pt x="280812" y="80181"/>
                  <a:pt x="280812" y="80181"/>
                </a:cubicBezTo>
                <a:cubicBezTo>
                  <a:pt x="283023" y="75726"/>
                  <a:pt x="283023" y="69045"/>
                  <a:pt x="280812" y="64591"/>
                </a:cubicBezTo>
                <a:cubicBezTo>
                  <a:pt x="271968" y="53454"/>
                  <a:pt x="258702" y="42318"/>
                  <a:pt x="247646" y="31181"/>
                </a:cubicBezTo>
                <a:cubicBezTo>
                  <a:pt x="243223" y="28955"/>
                  <a:pt x="238801" y="28955"/>
                  <a:pt x="234378" y="31181"/>
                </a:cubicBezTo>
                <a:cubicBezTo>
                  <a:pt x="210057" y="42318"/>
                  <a:pt x="210057" y="42318"/>
                  <a:pt x="210057" y="42318"/>
                </a:cubicBezTo>
                <a:cubicBezTo>
                  <a:pt x="205635" y="40090"/>
                  <a:pt x="201212" y="37864"/>
                  <a:pt x="199001" y="37864"/>
                </a:cubicBezTo>
                <a:cubicBezTo>
                  <a:pt x="190156" y="13363"/>
                  <a:pt x="190156" y="13363"/>
                  <a:pt x="190156" y="13363"/>
                </a:cubicBezTo>
                <a:cubicBezTo>
                  <a:pt x="187945" y="8909"/>
                  <a:pt x="183523" y="4454"/>
                  <a:pt x="179100" y="4454"/>
                </a:cubicBezTo>
                <a:cubicBezTo>
                  <a:pt x="161412" y="0"/>
                  <a:pt x="148146" y="0"/>
                  <a:pt x="132667" y="4454"/>
                </a:cubicBezTo>
                <a:cubicBezTo>
                  <a:pt x="128245" y="4454"/>
                  <a:pt x="123822" y="8909"/>
                  <a:pt x="121611" y="13363"/>
                </a:cubicBezTo>
                <a:cubicBezTo>
                  <a:pt x="112767" y="37864"/>
                  <a:pt x="112767" y="37864"/>
                  <a:pt x="112767" y="37864"/>
                </a:cubicBezTo>
                <a:cubicBezTo>
                  <a:pt x="108345" y="37864"/>
                  <a:pt x="103923" y="40090"/>
                  <a:pt x="101712" y="42318"/>
                </a:cubicBezTo>
                <a:cubicBezTo>
                  <a:pt x="77389" y="31181"/>
                  <a:pt x="77389" y="31181"/>
                  <a:pt x="77389" y="31181"/>
                </a:cubicBezTo>
                <a:cubicBezTo>
                  <a:pt x="72967" y="28955"/>
                  <a:pt x="68544" y="28955"/>
                  <a:pt x="64122" y="31181"/>
                </a:cubicBezTo>
                <a:cubicBezTo>
                  <a:pt x="50856" y="42318"/>
                  <a:pt x="39801" y="53454"/>
                  <a:pt x="30956" y="64591"/>
                </a:cubicBezTo>
                <a:cubicBezTo>
                  <a:pt x="28745" y="69045"/>
                  <a:pt x="26533" y="75726"/>
                  <a:pt x="28745" y="80181"/>
                </a:cubicBezTo>
                <a:cubicBezTo>
                  <a:pt x="39801" y="102453"/>
                  <a:pt x="39801" y="102453"/>
                  <a:pt x="39801" y="102453"/>
                </a:cubicBezTo>
                <a:cubicBezTo>
                  <a:pt x="39801" y="106909"/>
                  <a:pt x="37589" y="111362"/>
                  <a:pt x="35378" y="113590"/>
                </a:cubicBezTo>
                <a:cubicBezTo>
                  <a:pt x="11055" y="122499"/>
                  <a:pt x="11055" y="122499"/>
                  <a:pt x="11055" y="122499"/>
                </a:cubicBezTo>
                <a:cubicBezTo>
                  <a:pt x="6633" y="124727"/>
                  <a:pt x="4422" y="129181"/>
                  <a:pt x="2211" y="133636"/>
                </a:cubicBezTo>
                <a:cubicBezTo>
                  <a:pt x="2211" y="142545"/>
                  <a:pt x="0" y="149226"/>
                  <a:pt x="0" y="158135"/>
                </a:cubicBezTo>
                <a:cubicBezTo>
                  <a:pt x="0" y="164817"/>
                  <a:pt x="2211" y="171498"/>
                  <a:pt x="2211" y="180407"/>
                </a:cubicBezTo>
                <a:cubicBezTo>
                  <a:pt x="4422" y="187090"/>
                  <a:pt x="6633" y="189316"/>
                  <a:pt x="11055" y="191544"/>
                </a:cubicBezTo>
                <a:cubicBezTo>
                  <a:pt x="35378" y="200453"/>
                  <a:pt x="35378" y="200453"/>
                  <a:pt x="35378" y="200453"/>
                </a:cubicBezTo>
                <a:cubicBezTo>
                  <a:pt x="37589" y="204907"/>
                  <a:pt x="39801" y="209362"/>
                  <a:pt x="39801" y="211590"/>
                </a:cubicBezTo>
                <a:cubicBezTo>
                  <a:pt x="28745" y="236089"/>
                  <a:pt x="28745" y="236089"/>
                  <a:pt x="28745" y="236089"/>
                </a:cubicBezTo>
                <a:cubicBezTo>
                  <a:pt x="26533" y="240543"/>
                  <a:pt x="28745" y="244998"/>
                  <a:pt x="30956" y="249452"/>
                </a:cubicBezTo>
                <a:cubicBezTo>
                  <a:pt x="39801" y="262816"/>
                  <a:pt x="50856" y="273953"/>
                  <a:pt x="64122" y="282862"/>
                </a:cubicBezTo>
                <a:cubicBezTo>
                  <a:pt x="68544" y="285088"/>
                  <a:pt x="72967" y="287316"/>
                  <a:pt x="77389" y="285088"/>
                </a:cubicBezTo>
                <a:cubicBezTo>
                  <a:pt x="101712" y="273953"/>
                  <a:pt x="101712" y="273953"/>
                  <a:pt x="101712" y="273953"/>
                </a:cubicBezTo>
                <a:cubicBezTo>
                  <a:pt x="103923" y="276179"/>
                  <a:pt x="108345" y="276179"/>
                  <a:pt x="112767" y="278407"/>
                </a:cubicBezTo>
                <a:cubicBezTo>
                  <a:pt x="121611" y="302906"/>
                  <a:pt x="121611" y="302906"/>
                  <a:pt x="121611" y="302906"/>
                </a:cubicBezTo>
                <a:cubicBezTo>
                  <a:pt x="123822" y="307362"/>
                  <a:pt x="128245" y="311815"/>
                  <a:pt x="132667" y="311815"/>
                </a:cubicBezTo>
                <a:cubicBezTo>
                  <a:pt x="141512" y="311815"/>
                  <a:pt x="148146" y="314043"/>
                  <a:pt x="154779" y="314043"/>
                </a:cubicBezTo>
                <a:cubicBezTo>
                  <a:pt x="163623" y="314043"/>
                  <a:pt x="170256" y="311815"/>
                  <a:pt x="179100" y="311815"/>
                </a:cubicBezTo>
                <a:cubicBezTo>
                  <a:pt x="183523" y="311815"/>
                  <a:pt x="187945" y="307362"/>
                  <a:pt x="190156" y="302906"/>
                </a:cubicBezTo>
                <a:cubicBezTo>
                  <a:pt x="199001" y="278407"/>
                  <a:pt x="199001" y="278407"/>
                  <a:pt x="199001" y="278407"/>
                </a:cubicBezTo>
                <a:cubicBezTo>
                  <a:pt x="201212" y="276179"/>
                  <a:pt x="205635" y="276179"/>
                  <a:pt x="210057" y="273953"/>
                </a:cubicBezTo>
                <a:cubicBezTo>
                  <a:pt x="234378" y="285088"/>
                  <a:pt x="234378" y="285088"/>
                  <a:pt x="234378" y="285088"/>
                </a:cubicBezTo>
                <a:cubicBezTo>
                  <a:pt x="238801" y="287316"/>
                  <a:pt x="243223" y="285088"/>
                  <a:pt x="247646" y="282862"/>
                </a:cubicBezTo>
                <a:cubicBezTo>
                  <a:pt x="258702" y="273953"/>
                  <a:pt x="271968" y="262816"/>
                  <a:pt x="280812" y="249452"/>
                </a:cubicBezTo>
                <a:cubicBezTo>
                  <a:pt x="283023" y="244998"/>
                  <a:pt x="283023" y="240543"/>
                  <a:pt x="280812" y="236089"/>
                </a:cubicBezTo>
                <a:cubicBezTo>
                  <a:pt x="269757" y="211590"/>
                  <a:pt x="269757" y="211590"/>
                  <a:pt x="269757" y="211590"/>
                </a:cubicBezTo>
                <a:cubicBezTo>
                  <a:pt x="271968" y="209362"/>
                  <a:pt x="274179" y="204907"/>
                  <a:pt x="276390" y="200453"/>
                </a:cubicBezTo>
                <a:cubicBezTo>
                  <a:pt x="300713" y="191544"/>
                  <a:pt x="300713" y="191544"/>
                  <a:pt x="300713" y="191544"/>
                </a:cubicBezTo>
                <a:cubicBezTo>
                  <a:pt x="305135" y="189316"/>
                  <a:pt x="307346" y="187090"/>
                  <a:pt x="307346" y="180407"/>
                </a:cubicBezTo>
                <a:cubicBezTo>
                  <a:pt x="309557" y="171498"/>
                  <a:pt x="309557" y="164817"/>
                  <a:pt x="309557" y="158135"/>
                </a:cubicBezTo>
                <a:cubicBezTo>
                  <a:pt x="309557" y="149226"/>
                  <a:pt x="309557" y="142545"/>
                  <a:pt x="307346" y="133636"/>
                </a:cubicBezTo>
                <a:close/>
                <a:moveTo>
                  <a:pt x="283023" y="169272"/>
                </a:moveTo>
                <a:cubicBezTo>
                  <a:pt x="260913" y="178181"/>
                  <a:pt x="260913" y="178181"/>
                  <a:pt x="260913" y="178181"/>
                </a:cubicBezTo>
                <a:cubicBezTo>
                  <a:pt x="256490" y="178181"/>
                  <a:pt x="254279" y="182635"/>
                  <a:pt x="252068" y="187090"/>
                </a:cubicBezTo>
                <a:cubicBezTo>
                  <a:pt x="249857" y="193772"/>
                  <a:pt x="247646" y="200453"/>
                  <a:pt x="243223" y="204907"/>
                </a:cubicBezTo>
                <a:cubicBezTo>
                  <a:pt x="241012" y="209362"/>
                  <a:pt x="241012" y="213816"/>
                  <a:pt x="243223" y="218271"/>
                </a:cubicBezTo>
                <a:cubicBezTo>
                  <a:pt x="254279" y="240543"/>
                  <a:pt x="254279" y="240543"/>
                  <a:pt x="254279" y="240543"/>
                </a:cubicBezTo>
                <a:cubicBezTo>
                  <a:pt x="249857" y="247226"/>
                  <a:pt x="243223" y="251680"/>
                  <a:pt x="236590" y="256135"/>
                </a:cubicBezTo>
                <a:cubicBezTo>
                  <a:pt x="216690" y="247226"/>
                  <a:pt x="216690" y="247226"/>
                  <a:pt x="216690" y="247226"/>
                </a:cubicBezTo>
                <a:cubicBezTo>
                  <a:pt x="212268" y="244998"/>
                  <a:pt x="207846" y="244998"/>
                  <a:pt x="203424" y="247226"/>
                </a:cubicBezTo>
                <a:cubicBezTo>
                  <a:pt x="196790" y="249452"/>
                  <a:pt x="190156" y="251680"/>
                  <a:pt x="183523" y="253907"/>
                </a:cubicBezTo>
                <a:cubicBezTo>
                  <a:pt x="179100" y="256135"/>
                  <a:pt x="176889" y="258361"/>
                  <a:pt x="174678" y="262816"/>
                </a:cubicBezTo>
                <a:cubicBezTo>
                  <a:pt x="168045" y="285088"/>
                  <a:pt x="168045" y="285088"/>
                  <a:pt x="168045" y="285088"/>
                </a:cubicBezTo>
                <a:cubicBezTo>
                  <a:pt x="159201" y="287316"/>
                  <a:pt x="152568" y="287316"/>
                  <a:pt x="143723" y="285088"/>
                </a:cubicBezTo>
                <a:cubicBezTo>
                  <a:pt x="134878" y="262816"/>
                  <a:pt x="134878" y="262816"/>
                  <a:pt x="134878" y="262816"/>
                </a:cubicBezTo>
                <a:cubicBezTo>
                  <a:pt x="134878" y="258361"/>
                  <a:pt x="130456" y="256135"/>
                  <a:pt x="126034" y="253907"/>
                </a:cubicBezTo>
                <a:cubicBezTo>
                  <a:pt x="119400" y="251680"/>
                  <a:pt x="112767" y="249452"/>
                  <a:pt x="108345" y="247226"/>
                </a:cubicBezTo>
                <a:cubicBezTo>
                  <a:pt x="103923" y="244998"/>
                  <a:pt x="99501" y="244998"/>
                  <a:pt x="95079" y="247226"/>
                </a:cubicBezTo>
                <a:cubicBezTo>
                  <a:pt x="72967" y="256135"/>
                  <a:pt x="72967" y="256135"/>
                  <a:pt x="72967" y="256135"/>
                </a:cubicBezTo>
                <a:cubicBezTo>
                  <a:pt x="68544" y="251680"/>
                  <a:pt x="61911" y="247226"/>
                  <a:pt x="57489" y="240543"/>
                </a:cubicBezTo>
                <a:cubicBezTo>
                  <a:pt x="68544" y="218271"/>
                  <a:pt x="68544" y="218271"/>
                  <a:pt x="68544" y="218271"/>
                </a:cubicBezTo>
                <a:cubicBezTo>
                  <a:pt x="68544" y="213816"/>
                  <a:pt x="68544" y="209362"/>
                  <a:pt x="66333" y="204907"/>
                </a:cubicBezTo>
                <a:cubicBezTo>
                  <a:pt x="64122" y="200453"/>
                  <a:pt x="61911" y="193772"/>
                  <a:pt x="59700" y="187090"/>
                </a:cubicBezTo>
                <a:cubicBezTo>
                  <a:pt x="57489" y="182635"/>
                  <a:pt x="55278" y="178181"/>
                  <a:pt x="50856" y="178181"/>
                </a:cubicBezTo>
                <a:cubicBezTo>
                  <a:pt x="28745" y="169272"/>
                  <a:pt x="28745" y="169272"/>
                  <a:pt x="28745" y="169272"/>
                </a:cubicBezTo>
                <a:cubicBezTo>
                  <a:pt x="26533" y="164817"/>
                  <a:pt x="26533" y="160363"/>
                  <a:pt x="26533" y="158135"/>
                </a:cubicBezTo>
                <a:cubicBezTo>
                  <a:pt x="26533" y="153680"/>
                  <a:pt x="26533" y="149226"/>
                  <a:pt x="28745" y="144771"/>
                </a:cubicBezTo>
                <a:cubicBezTo>
                  <a:pt x="50856" y="138090"/>
                  <a:pt x="50856" y="138090"/>
                  <a:pt x="50856" y="138090"/>
                </a:cubicBezTo>
                <a:cubicBezTo>
                  <a:pt x="55278" y="135862"/>
                  <a:pt x="57489" y="133636"/>
                  <a:pt x="59700" y="129181"/>
                </a:cubicBezTo>
                <a:cubicBezTo>
                  <a:pt x="61911" y="122499"/>
                  <a:pt x="64122" y="115818"/>
                  <a:pt x="66333" y="109135"/>
                </a:cubicBezTo>
                <a:cubicBezTo>
                  <a:pt x="68544" y="104681"/>
                  <a:pt x="68544" y="100226"/>
                  <a:pt x="68544" y="98000"/>
                </a:cubicBezTo>
                <a:cubicBezTo>
                  <a:pt x="57489" y="75726"/>
                  <a:pt x="57489" y="75726"/>
                  <a:pt x="57489" y="75726"/>
                </a:cubicBezTo>
                <a:cubicBezTo>
                  <a:pt x="61911" y="69045"/>
                  <a:pt x="68544" y="62363"/>
                  <a:pt x="72967" y="57908"/>
                </a:cubicBezTo>
                <a:cubicBezTo>
                  <a:pt x="95079" y="69045"/>
                  <a:pt x="95079" y="69045"/>
                  <a:pt x="95079" y="69045"/>
                </a:cubicBezTo>
                <a:cubicBezTo>
                  <a:pt x="99501" y="71272"/>
                  <a:pt x="103923" y="71272"/>
                  <a:pt x="108345" y="69045"/>
                </a:cubicBezTo>
                <a:cubicBezTo>
                  <a:pt x="112767" y="64591"/>
                  <a:pt x="119400" y="62363"/>
                  <a:pt x="126034" y="60136"/>
                </a:cubicBezTo>
                <a:cubicBezTo>
                  <a:pt x="130456" y="60136"/>
                  <a:pt x="134878" y="55682"/>
                  <a:pt x="134878" y="51227"/>
                </a:cubicBezTo>
                <a:cubicBezTo>
                  <a:pt x="143723" y="28955"/>
                  <a:pt x="143723" y="28955"/>
                  <a:pt x="143723" y="28955"/>
                </a:cubicBezTo>
                <a:cubicBezTo>
                  <a:pt x="152568" y="28955"/>
                  <a:pt x="159201" y="28955"/>
                  <a:pt x="168045" y="28955"/>
                </a:cubicBezTo>
                <a:cubicBezTo>
                  <a:pt x="174678" y="51227"/>
                  <a:pt x="174678" y="51227"/>
                  <a:pt x="174678" y="51227"/>
                </a:cubicBezTo>
                <a:cubicBezTo>
                  <a:pt x="176889" y="55682"/>
                  <a:pt x="179100" y="60136"/>
                  <a:pt x="183523" y="60136"/>
                </a:cubicBezTo>
                <a:cubicBezTo>
                  <a:pt x="190156" y="62363"/>
                  <a:pt x="196790" y="64591"/>
                  <a:pt x="203424" y="69045"/>
                </a:cubicBezTo>
                <a:cubicBezTo>
                  <a:pt x="207846" y="71272"/>
                  <a:pt x="212268" y="71272"/>
                  <a:pt x="216690" y="69045"/>
                </a:cubicBezTo>
                <a:cubicBezTo>
                  <a:pt x="236590" y="57908"/>
                  <a:pt x="236590" y="57908"/>
                  <a:pt x="236590" y="57908"/>
                </a:cubicBezTo>
                <a:cubicBezTo>
                  <a:pt x="243223" y="62363"/>
                  <a:pt x="249857" y="69045"/>
                  <a:pt x="254279" y="75726"/>
                </a:cubicBezTo>
                <a:cubicBezTo>
                  <a:pt x="243223" y="98000"/>
                  <a:pt x="243223" y="98000"/>
                  <a:pt x="243223" y="98000"/>
                </a:cubicBezTo>
                <a:cubicBezTo>
                  <a:pt x="241012" y="100226"/>
                  <a:pt x="241012" y="104681"/>
                  <a:pt x="243223" y="109135"/>
                </a:cubicBezTo>
                <a:cubicBezTo>
                  <a:pt x="247646" y="115818"/>
                  <a:pt x="249857" y="122499"/>
                  <a:pt x="252068" y="129181"/>
                </a:cubicBezTo>
                <a:cubicBezTo>
                  <a:pt x="254279" y="133636"/>
                  <a:pt x="256490" y="135862"/>
                  <a:pt x="260913" y="138090"/>
                </a:cubicBezTo>
                <a:cubicBezTo>
                  <a:pt x="283023" y="144771"/>
                  <a:pt x="283023" y="144771"/>
                  <a:pt x="283023" y="144771"/>
                </a:cubicBezTo>
                <a:cubicBezTo>
                  <a:pt x="283023" y="149226"/>
                  <a:pt x="283023" y="153680"/>
                  <a:pt x="283023" y="158135"/>
                </a:cubicBezTo>
                <a:cubicBezTo>
                  <a:pt x="283023" y="160363"/>
                  <a:pt x="283023" y="164817"/>
                  <a:pt x="283023" y="169272"/>
                </a:cubicBezTo>
                <a:close/>
              </a:path>
            </a:pathLst>
          </a:cu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Freeform 18">
            <a:extLst>
              <a:ext uri="{FF2B5EF4-FFF2-40B4-BE49-F238E27FC236}">
                <a16:creationId xmlns:a16="http://schemas.microsoft.com/office/drawing/2014/main" id="{916DB8AA-EE32-AE66-FBF7-F3FA103B4930}"/>
              </a:ext>
            </a:extLst>
          </p:cNvPr>
          <p:cNvSpPr/>
          <p:nvPr/>
        </p:nvSpPr>
        <p:spPr>
          <a:xfrm>
            <a:off x="5664200" y="4267200"/>
            <a:ext cx="122312" cy="122296"/>
          </a:xfrm>
          <a:custGeom>
            <a:avLst/>
            <a:gdLst/>
            <a:ahLst/>
            <a:cxnLst/>
            <a:rect l="l" t="t" r="r" b="b"/>
            <a:pathLst>
              <a:path w="122312" h="122296">
                <a:moveTo>
                  <a:pt x="60044" y="0"/>
                </a:moveTo>
                <a:cubicBezTo>
                  <a:pt x="26687" y="0"/>
                  <a:pt x="0" y="26683"/>
                  <a:pt x="0" y="60037"/>
                </a:cubicBezTo>
                <a:cubicBezTo>
                  <a:pt x="0" y="95613"/>
                  <a:pt x="26687" y="122296"/>
                  <a:pt x="60044" y="122296"/>
                </a:cubicBezTo>
                <a:cubicBezTo>
                  <a:pt x="95626" y="122296"/>
                  <a:pt x="122312" y="95613"/>
                  <a:pt x="122312" y="60037"/>
                </a:cubicBezTo>
                <a:cubicBezTo>
                  <a:pt x="122312" y="26683"/>
                  <a:pt x="95626" y="0"/>
                  <a:pt x="60044" y="0"/>
                </a:cubicBezTo>
                <a:close/>
                <a:moveTo>
                  <a:pt x="60044" y="95613"/>
                </a:moveTo>
                <a:cubicBezTo>
                  <a:pt x="42254" y="95613"/>
                  <a:pt x="26687" y="80048"/>
                  <a:pt x="26687" y="60037"/>
                </a:cubicBezTo>
                <a:cubicBezTo>
                  <a:pt x="26687" y="42248"/>
                  <a:pt x="42254" y="26683"/>
                  <a:pt x="60044" y="26683"/>
                </a:cubicBezTo>
                <a:cubicBezTo>
                  <a:pt x="80060" y="26683"/>
                  <a:pt x="95626" y="42248"/>
                  <a:pt x="95626" y="60037"/>
                </a:cubicBezTo>
                <a:cubicBezTo>
                  <a:pt x="95626" y="80048"/>
                  <a:pt x="80060" y="95613"/>
                  <a:pt x="60044" y="95613"/>
                </a:cubicBezTo>
                <a:close/>
              </a:path>
            </a:pathLst>
          </a:cu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Freeform 19">
            <a:extLst>
              <a:ext uri="{FF2B5EF4-FFF2-40B4-BE49-F238E27FC236}">
                <a16:creationId xmlns:a16="http://schemas.microsoft.com/office/drawing/2014/main" id="{287DCE6D-D1AF-1CA7-0BDC-91BCF6839734}"/>
              </a:ext>
            </a:extLst>
          </p:cNvPr>
          <p:cNvSpPr/>
          <p:nvPr/>
        </p:nvSpPr>
        <p:spPr>
          <a:xfrm>
            <a:off x="5575300" y="3073400"/>
            <a:ext cx="309557" cy="309557"/>
          </a:xfrm>
          <a:custGeom>
            <a:avLst/>
            <a:gdLst/>
            <a:ahLst/>
            <a:cxnLst/>
            <a:rect l="l" t="t" r="r" b="b"/>
            <a:pathLst>
              <a:path w="309557" h="309557">
                <a:moveTo>
                  <a:pt x="154779" y="309557"/>
                </a:moveTo>
                <a:cubicBezTo>
                  <a:pt x="70756" y="309557"/>
                  <a:pt x="0" y="241012"/>
                  <a:pt x="0" y="154779"/>
                </a:cubicBezTo>
                <a:cubicBezTo>
                  <a:pt x="0" y="70756"/>
                  <a:pt x="70756" y="0"/>
                  <a:pt x="154779" y="0"/>
                </a:cubicBezTo>
                <a:cubicBezTo>
                  <a:pt x="241012" y="0"/>
                  <a:pt x="309557" y="70756"/>
                  <a:pt x="309557" y="154779"/>
                </a:cubicBezTo>
                <a:cubicBezTo>
                  <a:pt x="309557" y="241012"/>
                  <a:pt x="241012" y="309557"/>
                  <a:pt x="154779" y="309557"/>
                </a:cubicBezTo>
                <a:close/>
                <a:moveTo>
                  <a:pt x="154779" y="26533"/>
                </a:moveTo>
                <a:cubicBezTo>
                  <a:pt x="84023" y="26533"/>
                  <a:pt x="26533" y="84023"/>
                  <a:pt x="26533" y="154779"/>
                </a:cubicBezTo>
                <a:cubicBezTo>
                  <a:pt x="26533" y="225534"/>
                  <a:pt x="84023" y="283023"/>
                  <a:pt x="154779" y="283023"/>
                </a:cubicBezTo>
                <a:cubicBezTo>
                  <a:pt x="225534" y="283023"/>
                  <a:pt x="283023" y="225534"/>
                  <a:pt x="283023" y="154779"/>
                </a:cubicBezTo>
                <a:cubicBezTo>
                  <a:pt x="283023" y="84023"/>
                  <a:pt x="225534" y="26533"/>
                  <a:pt x="154779" y="26533"/>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Freeform 20">
            <a:extLst>
              <a:ext uri="{FF2B5EF4-FFF2-40B4-BE49-F238E27FC236}">
                <a16:creationId xmlns:a16="http://schemas.microsoft.com/office/drawing/2014/main" id="{9B45316D-66A0-3175-D3E4-1C0BC2434989}"/>
              </a:ext>
            </a:extLst>
          </p:cNvPr>
          <p:cNvSpPr/>
          <p:nvPr/>
        </p:nvSpPr>
        <p:spPr>
          <a:xfrm>
            <a:off x="5715000" y="3124200"/>
            <a:ext cx="95132" cy="107672"/>
          </a:xfrm>
          <a:custGeom>
            <a:avLst/>
            <a:gdLst/>
            <a:ahLst/>
            <a:cxnLst/>
            <a:rect l="l" t="t" r="r" b="b"/>
            <a:pathLst>
              <a:path w="95132" h="107672">
                <a:moveTo>
                  <a:pt x="81858" y="107672"/>
                </a:moveTo>
                <a:cubicBezTo>
                  <a:pt x="13274" y="107672"/>
                  <a:pt x="13274" y="107672"/>
                  <a:pt x="13274" y="107672"/>
                </a:cubicBezTo>
                <a:cubicBezTo>
                  <a:pt x="6637" y="107672"/>
                  <a:pt x="0" y="101079"/>
                  <a:pt x="0" y="94488"/>
                </a:cubicBezTo>
                <a:cubicBezTo>
                  <a:pt x="0" y="13184"/>
                  <a:pt x="0" y="13184"/>
                  <a:pt x="0" y="13184"/>
                </a:cubicBezTo>
                <a:cubicBezTo>
                  <a:pt x="0" y="6593"/>
                  <a:pt x="6637" y="0"/>
                  <a:pt x="13274" y="0"/>
                </a:cubicBezTo>
                <a:cubicBezTo>
                  <a:pt x="22123" y="0"/>
                  <a:pt x="26548" y="6593"/>
                  <a:pt x="26548" y="13184"/>
                </a:cubicBezTo>
                <a:cubicBezTo>
                  <a:pt x="26548" y="81303"/>
                  <a:pt x="26548" y="81303"/>
                  <a:pt x="26548" y="81303"/>
                </a:cubicBezTo>
                <a:cubicBezTo>
                  <a:pt x="81858" y="81303"/>
                  <a:pt x="81858" y="81303"/>
                  <a:pt x="81858" y="81303"/>
                </a:cubicBezTo>
                <a:cubicBezTo>
                  <a:pt x="88495" y="81303"/>
                  <a:pt x="95132" y="87895"/>
                  <a:pt x="95132" y="94488"/>
                </a:cubicBezTo>
                <a:cubicBezTo>
                  <a:pt x="95132" y="101079"/>
                  <a:pt x="88495" y="107672"/>
                  <a:pt x="81858" y="107672"/>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13" name="Connector 21">
            <a:extLst>
              <a:ext uri="{FF2B5EF4-FFF2-40B4-BE49-F238E27FC236}">
                <a16:creationId xmlns:a16="http://schemas.microsoft.com/office/drawing/2014/main" id="{F02A35E7-1C85-3160-DD30-C6C27BD30C2F}"/>
              </a:ext>
            </a:extLst>
          </p:cNvPr>
          <p:cNvCxnSpPr/>
          <p:nvPr/>
        </p:nvCxnSpPr>
        <p:spPr>
          <a:xfrm rot="5377383">
            <a:off x="3117840" y="3752860"/>
            <a:ext cx="3860821" cy="12700"/>
          </a:xfrm>
          <a:prstGeom prst="line">
            <a:avLst/>
          </a:prstGeom>
          <a:solidFill>
            <a:srgbClr val="DEE0E3">
              <a:alpha val="100000"/>
            </a:srgbClr>
          </a:solidFill>
          <a:ln w="12700" cap="sq" cmpd="sng">
            <a:solidFill>
              <a:srgbClr val="00C0BB">
                <a:alpha val="100000"/>
              </a:srgbClr>
            </a:solidFill>
            <a:prstDash val="solid"/>
            <a:round/>
            <a:headEnd type="oval" w="sm" len="sm"/>
            <a:tailEnd type="oval" w="sm" len="sm"/>
          </a:ln>
        </p:spPr>
      </p:cxnSp>
      <p:sp>
        <p:nvSpPr>
          <p:cNvPr id="14" name="AutoShape 22">
            <a:extLst>
              <a:ext uri="{FF2B5EF4-FFF2-40B4-BE49-F238E27FC236}">
                <a16:creationId xmlns:a16="http://schemas.microsoft.com/office/drawing/2014/main" id="{AC3CA4BD-81ED-B316-2EA5-D04A361F56CC}"/>
              </a:ext>
            </a:extLst>
          </p:cNvPr>
          <p:cNvSpPr/>
          <p:nvPr/>
        </p:nvSpPr>
        <p:spPr>
          <a:xfrm>
            <a:off x="1676400" y="2324100"/>
            <a:ext cx="1422400" cy="1422400"/>
          </a:xfrm>
          <a:prstGeom prst="ellipse">
            <a:avLst/>
          </a:pr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23">
            <a:extLst>
              <a:ext uri="{FF2B5EF4-FFF2-40B4-BE49-F238E27FC236}">
                <a16:creationId xmlns:a16="http://schemas.microsoft.com/office/drawing/2014/main" id="{595FF08A-E306-B665-3213-30891E2E71FF}"/>
              </a:ext>
            </a:extLst>
          </p:cNvPr>
          <p:cNvSpPr/>
          <p:nvPr/>
        </p:nvSpPr>
        <p:spPr>
          <a:xfrm>
            <a:off x="3098800" y="2324100"/>
            <a:ext cx="1422400" cy="14224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24">
            <a:extLst>
              <a:ext uri="{FF2B5EF4-FFF2-40B4-BE49-F238E27FC236}">
                <a16:creationId xmlns:a16="http://schemas.microsoft.com/office/drawing/2014/main" id="{1677D183-94BC-1738-83F9-1DE3A3D0A32C}"/>
              </a:ext>
            </a:extLst>
          </p:cNvPr>
          <p:cNvSpPr/>
          <p:nvPr/>
        </p:nvSpPr>
        <p:spPr>
          <a:xfrm>
            <a:off x="1676400" y="3759200"/>
            <a:ext cx="1422400" cy="14224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25">
            <a:extLst>
              <a:ext uri="{FF2B5EF4-FFF2-40B4-BE49-F238E27FC236}">
                <a16:creationId xmlns:a16="http://schemas.microsoft.com/office/drawing/2014/main" id="{F4B290E6-3BAD-D5BD-BCB0-9DEEB679F09C}"/>
              </a:ext>
            </a:extLst>
          </p:cNvPr>
          <p:cNvSpPr/>
          <p:nvPr/>
        </p:nvSpPr>
        <p:spPr>
          <a:xfrm>
            <a:off x="3098800" y="3771900"/>
            <a:ext cx="1422400" cy="1422400"/>
          </a:xfrm>
          <a:prstGeom prst="ellipse">
            <a:avLst/>
          </a:pr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26">
            <a:extLst>
              <a:ext uri="{FF2B5EF4-FFF2-40B4-BE49-F238E27FC236}">
                <a16:creationId xmlns:a16="http://schemas.microsoft.com/office/drawing/2014/main" id="{CE630ED2-7284-E2DE-213F-8E68EBC0FAAF}"/>
              </a:ext>
            </a:extLst>
          </p:cNvPr>
          <p:cNvSpPr/>
          <p:nvPr/>
        </p:nvSpPr>
        <p:spPr>
          <a:xfrm>
            <a:off x="2387600" y="3048000"/>
            <a:ext cx="736600" cy="7366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27">
            <a:extLst>
              <a:ext uri="{FF2B5EF4-FFF2-40B4-BE49-F238E27FC236}">
                <a16:creationId xmlns:a16="http://schemas.microsoft.com/office/drawing/2014/main" id="{547799D4-A8EE-D90D-0B3D-4AABCE4201F6}"/>
              </a:ext>
            </a:extLst>
          </p:cNvPr>
          <p:cNvSpPr/>
          <p:nvPr/>
        </p:nvSpPr>
        <p:spPr>
          <a:xfrm>
            <a:off x="3022600" y="3048000"/>
            <a:ext cx="736600" cy="736600"/>
          </a:xfrm>
          <a:prstGeom prst="ellipse">
            <a:avLst/>
          </a:pr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8">
            <a:extLst>
              <a:ext uri="{FF2B5EF4-FFF2-40B4-BE49-F238E27FC236}">
                <a16:creationId xmlns:a16="http://schemas.microsoft.com/office/drawing/2014/main" id="{98CFED0F-BC8A-06D1-41BD-1F0F97283360}"/>
              </a:ext>
            </a:extLst>
          </p:cNvPr>
          <p:cNvSpPr/>
          <p:nvPr/>
        </p:nvSpPr>
        <p:spPr>
          <a:xfrm>
            <a:off x="2387600" y="3644900"/>
            <a:ext cx="736600" cy="736600"/>
          </a:xfrm>
          <a:prstGeom prst="ellipse">
            <a:avLst/>
          </a:pr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9">
            <a:extLst>
              <a:ext uri="{FF2B5EF4-FFF2-40B4-BE49-F238E27FC236}">
                <a16:creationId xmlns:a16="http://schemas.microsoft.com/office/drawing/2014/main" id="{00640663-BD6D-2742-A272-59EF4E769BC4}"/>
              </a:ext>
            </a:extLst>
          </p:cNvPr>
          <p:cNvSpPr/>
          <p:nvPr/>
        </p:nvSpPr>
        <p:spPr>
          <a:xfrm>
            <a:off x="3022600" y="3644900"/>
            <a:ext cx="736600" cy="7366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30">
            <a:extLst>
              <a:ext uri="{FF2B5EF4-FFF2-40B4-BE49-F238E27FC236}">
                <a16:creationId xmlns:a16="http://schemas.microsoft.com/office/drawing/2014/main" id="{E19C12EB-063E-6529-E48B-6E5D45C64D60}"/>
              </a:ext>
            </a:extLst>
          </p:cNvPr>
          <p:cNvSpPr/>
          <p:nvPr/>
        </p:nvSpPr>
        <p:spPr>
          <a:xfrm>
            <a:off x="1841500" y="2679700"/>
            <a:ext cx="9271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Noto Sans SC"/>
                <a:ea typeface="Noto Sans SC"/>
                <a:cs typeface="Noto Sans SC"/>
                <a:sym typeface="Noto Sans SC"/>
              </a:rPr>
              <a:t>01</a:t>
            </a:r>
            <a:endParaRPr lang="en-US" sz="1100"/>
          </a:p>
        </p:txBody>
      </p:sp>
      <p:sp>
        <p:nvSpPr>
          <p:cNvPr id="23" name="Freeform 31">
            <a:extLst>
              <a:ext uri="{FF2B5EF4-FFF2-40B4-BE49-F238E27FC236}">
                <a16:creationId xmlns:a16="http://schemas.microsoft.com/office/drawing/2014/main" id="{2623A36D-1138-14F9-0B49-000FCCF7B734}"/>
              </a:ext>
            </a:extLst>
          </p:cNvPr>
          <p:cNvSpPr/>
          <p:nvPr/>
        </p:nvSpPr>
        <p:spPr>
          <a:xfrm>
            <a:off x="2603500" y="3263900"/>
            <a:ext cx="309557" cy="309557"/>
          </a:xfrm>
          <a:custGeom>
            <a:avLst/>
            <a:gdLst/>
            <a:ahLst/>
            <a:cxnLst/>
            <a:rect l="l" t="t" r="r" b="b"/>
            <a:pathLst>
              <a:path w="309557" h="309557">
                <a:moveTo>
                  <a:pt x="0" y="0"/>
                </a:moveTo>
                <a:lnTo>
                  <a:pt x="0" y="309557"/>
                </a:lnTo>
                <a:lnTo>
                  <a:pt x="309557" y="309557"/>
                </a:lnTo>
                <a:lnTo>
                  <a:pt x="309557" y="0"/>
                </a:lnTo>
                <a:lnTo>
                  <a:pt x="0" y="0"/>
                </a:lnTo>
                <a:close/>
                <a:moveTo>
                  <a:pt x="283887" y="282509"/>
                </a:moveTo>
                <a:lnTo>
                  <a:pt x="25671" y="282509"/>
                </a:lnTo>
                <a:lnTo>
                  <a:pt x="25671" y="25546"/>
                </a:lnTo>
                <a:lnTo>
                  <a:pt x="283887" y="25546"/>
                </a:lnTo>
                <a:lnTo>
                  <a:pt x="283887" y="282509"/>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Freeform 32">
            <a:extLst>
              <a:ext uri="{FF2B5EF4-FFF2-40B4-BE49-F238E27FC236}">
                <a16:creationId xmlns:a16="http://schemas.microsoft.com/office/drawing/2014/main" id="{22962014-1931-ADC8-DC9F-AEEC6D4CB34F}"/>
              </a:ext>
            </a:extLst>
          </p:cNvPr>
          <p:cNvSpPr/>
          <p:nvPr/>
        </p:nvSpPr>
        <p:spPr>
          <a:xfrm>
            <a:off x="2679700" y="3352800"/>
            <a:ext cx="169125" cy="135244"/>
          </a:xfrm>
          <a:custGeom>
            <a:avLst/>
            <a:gdLst/>
            <a:ahLst/>
            <a:cxnLst/>
            <a:rect l="l" t="t" r="r" b="b"/>
            <a:pathLst>
              <a:path w="169125" h="135244">
                <a:moveTo>
                  <a:pt x="169125" y="18033"/>
                </a:moveTo>
                <a:lnTo>
                  <a:pt x="149493" y="0"/>
                </a:lnTo>
                <a:lnTo>
                  <a:pt x="66441" y="99178"/>
                </a:lnTo>
                <a:lnTo>
                  <a:pt x="15100" y="57103"/>
                </a:lnTo>
                <a:lnTo>
                  <a:pt x="0" y="79643"/>
                </a:lnTo>
                <a:lnTo>
                  <a:pt x="70971" y="135244"/>
                </a:lnTo>
                <a:lnTo>
                  <a:pt x="169125" y="18033"/>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33">
            <a:extLst>
              <a:ext uri="{FF2B5EF4-FFF2-40B4-BE49-F238E27FC236}">
                <a16:creationId xmlns:a16="http://schemas.microsoft.com/office/drawing/2014/main" id="{B2406F23-8EFB-F2A1-1967-2CF0C09D7FEB}"/>
              </a:ext>
            </a:extLst>
          </p:cNvPr>
          <p:cNvSpPr/>
          <p:nvPr/>
        </p:nvSpPr>
        <p:spPr>
          <a:xfrm>
            <a:off x="3619500" y="2667000"/>
            <a:ext cx="9271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Noto Sans SC"/>
                <a:ea typeface="Noto Sans SC"/>
                <a:cs typeface="Noto Sans SC"/>
                <a:sym typeface="Noto Sans SC"/>
              </a:rPr>
              <a:t>02</a:t>
            </a:r>
            <a:endParaRPr lang="en-US" sz="1100"/>
          </a:p>
        </p:txBody>
      </p:sp>
      <p:sp>
        <p:nvSpPr>
          <p:cNvPr id="26" name="Freeform 34">
            <a:extLst>
              <a:ext uri="{FF2B5EF4-FFF2-40B4-BE49-F238E27FC236}">
                <a16:creationId xmlns:a16="http://schemas.microsoft.com/office/drawing/2014/main" id="{AF7A49D3-6FC8-448B-72CD-530F6C1C4DB0}"/>
              </a:ext>
            </a:extLst>
          </p:cNvPr>
          <p:cNvSpPr/>
          <p:nvPr/>
        </p:nvSpPr>
        <p:spPr>
          <a:xfrm>
            <a:off x="3225800" y="3263900"/>
            <a:ext cx="309557" cy="309557"/>
          </a:xfrm>
          <a:custGeom>
            <a:avLst/>
            <a:gdLst/>
            <a:ahLst/>
            <a:cxnLst/>
            <a:rect l="l" t="t" r="r" b="b"/>
            <a:pathLst>
              <a:path w="309557" h="309557">
                <a:moveTo>
                  <a:pt x="154779" y="309557"/>
                </a:moveTo>
                <a:cubicBezTo>
                  <a:pt x="70756" y="309557"/>
                  <a:pt x="0" y="241012"/>
                  <a:pt x="0" y="154779"/>
                </a:cubicBezTo>
                <a:cubicBezTo>
                  <a:pt x="0" y="70756"/>
                  <a:pt x="70756" y="0"/>
                  <a:pt x="154779" y="0"/>
                </a:cubicBezTo>
                <a:cubicBezTo>
                  <a:pt x="241012" y="0"/>
                  <a:pt x="309557" y="70756"/>
                  <a:pt x="309557" y="154779"/>
                </a:cubicBezTo>
                <a:cubicBezTo>
                  <a:pt x="309557" y="241012"/>
                  <a:pt x="241012" y="309557"/>
                  <a:pt x="154779" y="309557"/>
                </a:cubicBezTo>
                <a:close/>
                <a:moveTo>
                  <a:pt x="154779" y="26533"/>
                </a:moveTo>
                <a:cubicBezTo>
                  <a:pt x="84023" y="26533"/>
                  <a:pt x="26533" y="84023"/>
                  <a:pt x="26533" y="154779"/>
                </a:cubicBezTo>
                <a:cubicBezTo>
                  <a:pt x="26533" y="225534"/>
                  <a:pt x="84023" y="283023"/>
                  <a:pt x="154779" y="283023"/>
                </a:cubicBezTo>
                <a:cubicBezTo>
                  <a:pt x="225534" y="283023"/>
                  <a:pt x="283023" y="225534"/>
                  <a:pt x="283023" y="154779"/>
                </a:cubicBezTo>
                <a:cubicBezTo>
                  <a:pt x="283023" y="84023"/>
                  <a:pt x="225534" y="26533"/>
                  <a:pt x="154779" y="26533"/>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Freeform 35">
            <a:extLst>
              <a:ext uri="{FF2B5EF4-FFF2-40B4-BE49-F238E27FC236}">
                <a16:creationId xmlns:a16="http://schemas.microsoft.com/office/drawing/2014/main" id="{78BE89B1-5092-DBFC-8B3A-170C49BA72F8}"/>
              </a:ext>
            </a:extLst>
          </p:cNvPr>
          <p:cNvSpPr/>
          <p:nvPr/>
        </p:nvSpPr>
        <p:spPr>
          <a:xfrm>
            <a:off x="3365500" y="3314700"/>
            <a:ext cx="95132" cy="107672"/>
          </a:xfrm>
          <a:custGeom>
            <a:avLst/>
            <a:gdLst/>
            <a:ahLst/>
            <a:cxnLst/>
            <a:rect l="l" t="t" r="r" b="b"/>
            <a:pathLst>
              <a:path w="95132" h="107672">
                <a:moveTo>
                  <a:pt x="81858" y="107672"/>
                </a:moveTo>
                <a:cubicBezTo>
                  <a:pt x="13274" y="107672"/>
                  <a:pt x="13274" y="107672"/>
                  <a:pt x="13274" y="107672"/>
                </a:cubicBezTo>
                <a:cubicBezTo>
                  <a:pt x="6637" y="107672"/>
                  <a:pt x="0" y="101079"/>
                  <a:pt x="0" y="94488"/>
                </a:cubicBezTo>
                <a:cubicBezTo>
                  <a:pt x="0" y="13184"/>
                  <a:pt x="0" y="13184"/>
                  <a:pt x="0" y="13184"/>
                </a:cubicBezTo>
                <a:cubicBezTo>
                  <a:pt x="0" y="6593"/>
                  <a:pt x="6637" y="0"/>
                  <a:pt x="13274" y="0"/>
                </a:cubicBezTo>
                <a:cubicBezTo>
                  <a:pt x="22123" y="0"/>
                  <a:pt x="26548" y="6593"/>
                  <a:pt x="26548" y="13184"/>
                </a:cubicBezTo>
                <a:cubicBezTo>
                  <a:pt x="26548" y="81303"/>
                  <a:pt x="26548" y="81303"/>
                  <a:pt x="26548" y="81303"/>
                </a:cubicBezTo>
                <a:cubicBezTo>
                  <a:pt x="81858" y="81303"/>
                  <a:pt x="81858" y="81303"/>
                  <a:pt x="81858" y="81303"/>
                </a:cubicBezTo>
                <a:cubicBezTo>
                  <a:pt x="88495" y="81303"/>
                  <a:pt x="95132" y="87895"/>
                  <a:pt x="95132" y="94488"/>
                </a:cubicBezTo>
                <a:cubicBezTo>
                  <a:pt x="95132" y="101079"/>
                  <a:pt x="88495" y="107672"/>
                  <a:pt x="81858" y="107672"/>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Freeform 36">
            <a:extLst>
              <a:ext uri="{FF2B5EF4-FFF2-40B4-BE49-F238E27FC236}">
                <a16:creationId xmlns:a16="http://schemas.microsoft.com/office/drawing/2014/main" id="{49284F50-B66C-AC09-4E23-B223604A1CB8}"/>
              </a:ext>
            </a:extLst>
          </p:cNvPr>
          <p:cNvSpPr/>
          <p:nvPr/>
        </p:nvSpPr>
        <p:spPr>
          <a:xfrm>
            <a:off x="3175000" y="3886200"/>
            <a:ext cx="309557" cy="314043"/>
          </a:xfrm>
          <a:custGeom>
            <a:avLst/>
            <a:gdLst/>
            <a:ahLst/>
            <a:cxnLst/>
            <a:rect l="l" t="t" r="r" b="b"/>
            <a:pathLst>
              <a:path w="309557" h="314043">
                <a:moveTo>
                  <a:pt x="307346" y="133636"/>
                </a:moveTo>
                <a:cubicBezTo>
                  <a:pt x="307346" y="129181"/>
                  <a:pt x="305135" y="124727"/>
                  <a:pt x="300713" y="122499"/>
                </a:cubicBezTo>
                <a:cubicBezTo>
                  <a:pt x="276390" y="113590"/>
                  <a:pt x="276390" y="113590"/>
                  <a:pt x="276390" y="113590"/>
                </a:cubicBezTo>
                <a:cubicBezTo>
                  <a:pt x="274179" y="111362"/>
                  <a:pt x="271968" y="106909"/>
                  <a:pt x="269757" y="102453"/>
                </a:cubicBezTo>
                <a:cubicBezTo>
                  <a:pt x="280812" y="80181"/>
                  <a:pt x="280812" y="80181"/>
                  <a:pt x="280812" y="80181"/>
                </a:cubicBezTo>
                <a:cubicBezTo>
                  <a:pt x="283023" y="75726"/>
                  <a:pt x="283023" y="69045"/>
                  <a:pt x="280812" y="64591"/>
                </a:cubicBezTo>
                <a:cubicBezTo>
                  <a:pt x="271968" y="53454"/>
                  <a:pt x="258702" y="42318"/>
                  <a:pt x="247646" y="31181"/>
                </a:cubicBezTo>
                <a:cubicBezTo>
                  <a:pt x="243223" y="28955"/>
                  <a:pt x="238801" y="28955"/>
                  <a:pt x="234378" y="31181"/>
                </a:cubicBezTo>
                <a:cubicBezTo>
                  <a:pt x="210057" y="42318"/>
                  <a:pt x="210057" y="42318"/>
                  <a:pt x="210057" y="42318"/>
                </a:cubicBezTo>
                <a:cubicBezTo>
                  <a:pt x="205635" y="40090"/>
                  <a:pt x="201212" y="37864"/>
                  <a:pt x="199001" y="37864"/>
                </a:cubicBezTo>
                <a:cubicBezTo>
                  <a:pt x="190156" y="13363"/>
                  <a:pt x="190156" y="13363"/>
                  <a:pt x="190156" y="13363"/>
                </a:cubicBezTo>
                <a:cubicBezTo>
                  <a:pt x="187945" y="8909"/>
                  <a:pt x="183523" y="4454"/>
                  <a:pt x="179100" y="4454"/>
                </a:cubicBezTo>
                <a:cubicBezTo>
                  <a:pt x="161412" y="0"/>
                  <a:pt x="148146" y="0"/>
                  <a:pt x="132667" y="4454"/>
                </a:cubicBezTo>
                <a:cubicBezTo>
                  <a:pt x="128245" y="4454"/>
                  <a:pt x="123822" y="8909"/>
                  <a:pt x="121611" y="13363"/>
                </a:cubicBezTo>
                <a:cubicBezTo>
                  <a:pt x="112767" y="37864"/>
                  <a:pt x="112767" y="37864"/>
                  <a:pt x="112767" y="37864"/>
                </a:cubicBezTo>
                <a:cubicBezTo>
                  <a:pt x="108345" y="37864"/>
                  <a:pt x="103923" y="40090"/>
                  <a:pt x="101712" y="42318"/>
                </a:cubicBezTo>
                <a:cubicBezTo>
                  <a:pt x="77389" y="31181"/>
                  <a:pt x="77389" y="31181"/>
                  <a:pt x="77389" y="31181"/>
                </a:cubicBezTo>
                <a:cubicBezTo>
                  <a:pt x="72967" y="28955"/>
                  <a:pt x="68544" y="28955"/>
                  <a:pt x="64122" y="31181"/>
                </a:cubicBezTo>
                <a:cubicBezTo>
                  <a:pt x="50856" y="42318"/>
                  <a:pt x="39801" y="53454"/>
                  <a:pt x="30956" y="64591"/>
                </a:cubicBezTo>
                <a:cubicBezTo>
                  <a:pt x="28745" y="69045"/>
                  <a:pt x="26533" y="75726"/>
                  <a:pt x="28745" y="80181"/>
                </a:cubicBezTo>
                <a:cubicBezTo>
                  <a:pt x="39801" y="102453"/>
                  <a:pt x="39801" y="102453"/>
                  <a:pt x="39801" y="102453"/>
                </a:cubicBezTo>
                <a:cubicBezTo>
                  <a:pt x="39801" y="106909"/>
                  <a:pt x="37589" y="111362"/>
                  <a:pt x="35378" y="113590"/>
                </a:cubicBezTo>
                <a:cubicBezTo>
                  <a:pt x="11055" y="122499"/>
                  <a:pt x="11055" y="122499"/>
                  <a:pt x="11055" y="122499"/>
                </a:cubicBezTo>
                <a:cubicBezTo>
                  <a:pt x="6633" y="124727"/>
                  <a:pt x="4422" y="129181"/>
                  <a:pt x="2211" y="133636"/>
                </a:cubicBezTo>
                <a:cubicBezTo>
                  <a:pt x="2211" y="142545"/>
                  <a:pt x="0" y="149226"/>
                  <a:pt x="0" y="158135"/>
                </a:cubicBezTo>
                <a:cubicBezTo>
                  <a:pt x="0" y="164817"/>
                  <a:pt x="2211" y="171498"/>
                  <a:pt x="2211" y="180407"/>
                </a:cubicBezTo>
                <a:cubicBezTo>
                  <a:pt x="4422" y="187090"/>
                  <a:pt x="6633" y="189316"/>
                  <a:pt x="11055" y="191544"/>
                </a:cubicBezTo>
                <a:cubicBezTo>
                  <a:pt x="35378" y="200453"/>
                  <a:pt x="35378" y="200453"/>
                  <a:pt x="35378" y="200453"/>
                </a:cubicBezTo>
                <a:cubicBezTo>
                  <a:pt x="37589" y="204907"/>
                  <a:pt x="39801" y="209362"/>
                  <a:pt x="39801" y="211590"/>
                </a:cubicBezTo>
                <a:cubicBezTo>
                  <a:pt x="28745" y="236089"/>
                  <a:pt x="28745" y="236089"/>
                  <a:pt x="28745" y="236089"/>
                </a:cubicBezTo>
                <a:cubicBezTo>
                  <a:pt x="26533" y="240543"/>
                  <a:pt x="28745" y="244998"/>
                  <a:pt x="30956" y="249452"/>
                </a:cubicBezTo>
                <a:cubicBezTo>
                  <a:pt x="39801" y="262816"/>
                  <a:pt x="50856" y="273953"/>
                  <a:pt x="64122" y="282862"/>
                </a:cubicBezTo>
                <a:cubicBezTo>
                  <a:pt x="68544" y="285088"/>
                  <a:pt x="72967" y="287316"/>
                  <a:pt x="77389" y="285088"/>
                </a:cubicBezTo>
                <a:cubicBezTo>
                  <a:pt x="101712" y="273953"/>
                  <a:pt x="101712" y="273953"/>
                  <a:pt x="101712" y="273953"/>
                </a:cubicBezTo>
                <a:cubicBezTo>
                  <a:pt x="103923" y="276179"/>
                  <a:pt x="108345" y="276179"/>
                  <a:pt x="112767" y="278407"/>
                </a:cubicBezTo>
                <a:cubicBezTo>
                  <a:pt x="121611" y="302906"/>
                  <a:pt x="121611" y="302906"/>
                  <a:pt x="121611" y="302906"/>
                </a:cubicBezTo>
                <a:cubicBezTo>
                  <a:pt x="123822" y="307362"/>
                  <a:pt x="128245" y="311815"/>
                  <a:pt x="132667" y="311815"/>
                </a:cubicBezTo>
                <a:cubicBezTo>
                  <a:pt x="141512" y="311815"/>
                  <a:pt x="148146" y="314043"/>
                  <a:pt x="154779" y="314043"/>
                </a:cubicBezTo>
                <a:cubicBezTo>
                  <a:pt x="163623" y="314043"/>
                  <a:pt x="170256" y="311815"/>
                  <a:pt x="179100" y="311815"/>
                </a:cubicBezTo>
                <a:cubicBezTo>
                  <a:pt x="183523" y="311815"/>
                  <a:pt x="187945" y="307362"/>
                  <a:pt x="190156" y="302906"/>
                </a:cubicBezTo>
                <a:cubicBezTo>
                  <a:pt x="199001" y="278407"/>
                  <a:pt x="199001" y="278407"/>
                  <a:pt x="199001" y="278407"/>
                </a:cubicBezTo>
                <a:cubicBezTo>
                  <a:pt x="201212" y="276179"/>
                  <a:pt x="205635" y="276179"/>
                  <a:pt x="210057" y="273953"/>
                </a:cubicBezTo>
                <a:cubicBezTo>
                  <a:pt x="234378" y="285088"/>
                  <a:pt x="234378" y="285088"/>
                  <a:pt x="234378" y="285088"/>
                </a:cubicBezTo>
                <a:cubicBezTo>
                  <a:pt x="238801" y="287316"/>
                  <a:pt x="243223" y="285088"/>
                  <a:pt x="247646" y="282862"/>
                </a:cubicBezTo>
                <a:cubicBezTo>
                  <a:pt x="258702" y="273953"/>
                  <a:pt x="271968" y="262816"/>
                  <a:pt x="280812" y="249452"/>
                </a:cubicBezTo>
                <a:cubicBezTo>
                  <a:pt x="283023" y="244998"/>
                  <a:pt x="283023" y="240543"/>
                  <a:pt x="280812" y="236089"/>
                </a:cubicBezTo>
                <a:cubicBezTo>
                  <a:pt x="269757" y="211590"/>
                  <a:pt x="269757" y="211590"/>
                  <a:pt x="269757" y="211590"/>
                </a:cubicBezTo>
                <a:cubicBezTo>
                  <a:pt x="271968" y="209362"/>
                  <a:pt x="274179" y="204907"/>
                  <a:pt x="276390" y="200453"/>
                </a:cubicBezTo>
                <a:cubicBezTo>
                  <a:pt x="300713" y="191544"/>
                  <a:pt x="300713" y="191544"/>
                  <a:pt x="300713" y="191544"/>
                </a:cubicBezTo>
                <a:cubicBezTo>
                  <a:pt x="305135" y="189316"/>
                  <a:pt x="307346" y="187090"/>
                  <a:pt x="307346" y="180407"/>
                </a:cubicBezTo>
                <a:cubicBezTo>
                  <a:pt x="309557" y="171498"/>
                  <a:pt x="309557" y="164817"/>
                  <a:pt x="309557" y="158135"/>
                </a:cubicBezTo>
                <a:cubicBezTo>
                  <a:pt x="309557" y="149226"/>
                  <a:pt x="309557" y="142545"/>
                  <a:pt x="307346" y="133636"/>
                </a:cubicBezTo>
                <a:close/>
                <a:moveTo>
                  <a:pt x="283023" y="169272"/>
                </a:moveTo>
                <a:cubicBezTo>
                  <a:pt x="260913" y="178181"/>
                  <a:pt x="260913" y="178181"/>
                  <a:pt x="260913" y="178181"/>
                </a:cubicBezTo>
                <a:cubicBezTo>
                  <a:pt x="256490" y="178181"/>
                  <a:pt x="254279" y="182635"/>
                  <a:pt x="252068" y="187090"/>
                </a:cubicBezTo>
                <a:cubicBezTo>
                  <a:pt x="249857" y="193772"/>
                  <a:pt x="247646" y="200453"/>
                  <a:pt x="243223" y="204907"/>
                </a:cubicBezTo>
                <a:cubicBezTo>
                  <a:pt x="241012" y="209362"/>
                  <a:pt x="241012" y="213816"/>
                  <a:pt x="243223" y="218271"/>
                </a:cubicBezTo>
                <a:cubicBezTo>
                  <a:pt x="254279" y="240543"/>
                  <a:pt x="254279" y="240543"/>
                  <a:pt x="254279" y="240543"/>
                </a:cubicBezTo>
                <a:cubicBezTo>
                  <a:pt x="249857" y="247226"/>
                  <a:pt x="243223" y="251680"/>
                  <a:pt x="236590" y="256135"/>
                </a:cubicBezTo>
                <a:cubicBezTo>
                  <a:pt x="216690" y="247226"/>
                  <a:pt x="216690" y="247226"/>
                  <a:pt x="216690" y="247226"/>
                </a:cubicBezTo>
                <a:cubicBezTo>
                  <a:pt x="212268" y="244998"/>
                  <a:pt x="207846" y="244998"/>
                  <a:pt x="203424" y="247226"/>
                </a:cubicBezTo>
                <a:cubicBezTo>
                  <a:pt x="196790" y="249452"/>
                  <a:pt x="190156" y="251680"/>
                  <a:pt x="183523" y="253907"/>
                </a:cubicBezTo>
                <a:cubicBezTo>
                  <a:pt x="179100" y="256135"/>
                  <a:pt x="176889" y="258361"/>
                  <a:pt x="174678" y="262816"/>
                </a:cubicBezTo>
                <a:cubicBezTo>
                  <a:pt x="168045" y="285088"/>
                  <a:pt x="168045" y="285088"/>
                  <a:pt x="168045" y="285088"/>
                </a:cubicBezTo>
                <a:cubicBezTo>
                  <a:pt x="159201" y="287316"/>
                  <a:pt x="152568" y="287316"/>
                  <a:pt x="143723" y="285088"/>
                </a:cubicBezTo>
                <a:cubicBezTo>
                  <a:pt x="134878" y="262816"/>
                  <a:pt x="134878" y="262816"/>
                  <a:pt x="134878" y="262816"/>
                </a:cubicBezTo>
                <a:cubicBezTo>
                  <a:pt x="134878" y="258361"/>
                  <a:pt x="130456" y="256135"/>
                  <a:pt x="126034" y="253907"/>
                </a:cubicBezTo>
                <a:cubicBezTo>
                  <a:pt x="119400" y="251680"/>
                  <a:pt x="112767" y="249452"/>
                  <a:pt x="108345" y="247226"/>
                </a:cubicBezTo>
                <a:cubicBezTo>
                  <a:pt x="103923" y="244998"/>
                  <a:pt x="99501" y="244998"/>
                  <a:pt x="95079" y="247226"/>
                </a:cubicBezTo>
                <a:cubicBezTo>
                  <a:pt x="72967" y="256135"/>
                  <a:pt x="72967" y="256135"/>
                  <a:pt x="72967" y="256135"/>
                </a:cubicBezTo>
                <a:cubicBezTo>
                  <a:pt x="68544" y="251680"/>
                  <a:pt x="61911" y="247226"/>
                  <a:pt x="57489" y="240543"/>
                </a:cubicBezTo>
                <a:cubicBezTo>
                  <a:pt x="68544" y="218271"/>
                  <a:pt x="68544" y="218271"/>
                  <a:pt x="68544" y="218271"/>
                </a:cubicBezTo>
                <a:cubicBezTo>
                  <a:pt x="68544" y="213816"/>
                  <a:pt x="68544" y="209362"/>
                  <a:pt x="66333" y="204907"/>
                </a:cubicBezTo>
                <a:cubicBezTo>
                  <a:pt x="64122" y="200453"/>
                  <a:pt x="61911" y="193772"/>
                  <a:pt x="59700" y="187090"/>
                </a:cubicBezTo>
                <a:cubicBezTo>
                  <a:pt x="57489" y="182635"/>
                  <a:pt x="55278" y="178181"/>
                  <a:pt x="50856" y="178181"/>
                </a:cubicBezTo>
                <a:cubicBezTo>
                  <a:pt x="28745" y="169272"/>
                  <a:pt x="28745" y="169272"/>
                  <a:pt x="28745" y="169272"/>
                </a:cubicBezTo>
                <a:cubicBezTo>
                  <a:pt x="26533" y="164817"/>
                  <a:pt x="26533" y="160363"/>
                  <a:pt x="26533" y="158135"/>
                </a:cubicBezTo>
                <a:cubicBezTo>
                  <a:pt x="26533" y="153680"/>
                  <a:pt x="26533" y="149226"/>
                  <a:pt x="28745" y="144771"/>
                </a:cubicBezTo>
                <a:cubicBezTo>
                  <a:pt x="50856" y="138090"/>
                  <a:pt x="50856" y="138090"/>
                  <a:pt x="50856" y="138090"/>
                </a:cubicBezTo>
                <a:cubicBezTo>
                  <a:pt x="55278" y="135862"/>
                  <a:pt x="57489" y="133636"/>
                  <a:pt x="59700" y="129181"/>
                </a:cubicBezTo>
                <a:cubicBezTo>
                  <a:pt x="61911" y="122499"/>
                  <a:pt x="64122" y="115818"/>
                  <a:pt x="66333" y="109135"/>
                </a:cubicBezTo>
                <a:cubicBezTo>
                  <a:pt x="68544" y="104681"/>
                  <a:pt x="68544" y="100226"/>
                  <a:pt x="68544" y="98000"/>
                </a:cubicBezTo>
                <a:cubicBezTo>
                  <a:pt x="57489" y="75726"/>
                  <a:pt x="57489" y="75726"/>
                  <a:pt x="57489" y="75726"/>
                </a:cubicBezTo>
                <a:cubicBezTo>
                  <a:pt x="61911" y="69045"/>
                  <a:pt x="68544" y="62363"/>
                  <a:pt x="72967" y="57908"/>
                </a:cubicBezTo>
                <a:cubicBezTo>
                  <a:pt x="95079" y="69045"/>
                  <a:pt x="95079" y="69045"/>
                  <a:pt x="95079" y="69045"/>
                </a:cubicBezTo>
                <a:cubicBezTo>
                  <a:pt x="99501" y="71272"/>
                  <a:pt x="103923" y="71272"/>
                  <a:pt x="108345" y="69045"/>
                </a:cubicBezTo>
                <a:cubicBezTo>
                  <a:pt x="112767" y="64591"/>
                  <a:pt x="119400" y="62363"/>
                  <a:pt x="126034" y="60136"/>
                </a:cubicBezTo>
                <a:cubicBezTo>
                  <a:pt x="130456" y="60136"/>
                  <a:pt x="134878" y="55682"/>
                  <a:pt x="134878" y="51227"/>
                </a:cubicBezTo>
                <a:cubicBezTo>
                  <a:pt x="143723" y="28955"/>
                  <a:pt x="143723" y="28955"/>
                  <a:pt x="143723" y="28955"/>
                </a:cubicBezTo>
                <a:cubicBezTo>
                  <a:pt x="152568" y="28955"/>
                  <a:pt x="159201" y="28955"/>
                  <a:pt x="168045" y="28955"/>
                </a:cubicBezTo>
                <a:cubicBezTo>
                  <a:pt x="174678" y="51227"/>
                  <a:pt x="174678" y="51227"/>
                  <a:pt x="174678" y="51227"/>
                </a:cubicBezTo>
                <a:cubicBezTo>
                  <a:pt x="176889" y="55682"/>
                  <a:pt x="179100" y="60136"/>
                  <a:pt x="183523" y="60136"/>
                </a:cubicBezTo>
                <a:cubicBezTo>
                  <a:pt x="190156" y="62363"/>
                  <a:pt x="196790" y="64591"/>
                  <a:pt x="203424" y="69045"/>
                </a:cubicBezTo>
                <a:cubicBezTo>
                  <a:pt x="207846" y="71272"/>
                  <a:pt x="212268" y="71272"/>
                  <a:pt x="216690" y="69045"/>
                </a:cubicBezTo>
                <a:cubicBezTo>
                  <a:pt x="236590" y="57908"/>
                  <a:pt x="236590" y="57908"/>
                  <a:pt x="236590" y="57908"/>
                </a:cubicBezTo>
                <a:cubicBezTo>
                  <a:pt x="243223" y="62363"/>
                  <a:pt x="249857" y="69045"/>
                  <a:pt x="254279" y="75726"/>
                </a:cubicBezTo>
                <a:cubicBezTo>
                  <a:pt x="243223" y="98000"/>
                  <a:pt x="243223" y="98000"/>
                  <a:pt x="243223" y="98000"/>
                </a:cubicBezTo>
                <a:cubicBezTo>
                  <a:pt x="241012" y="100226"/>
                  <a:pt x="241012" y="104681"/>
                  <a:pt x="243223" y="109135"/>
                </a:cubicBezTo>
                <a:cubicBezTo>
                  <a:pt x="247646" y="115818"/>
                  <a:pt x="249857" y="122499"/>
                  <a:pt x="252068" y="129181"/>
                </a:cubicBezTo>
                <a:cubicBezTo>
                  <a:pt x="254279" y="133636"/>
                  <a:pt x="256490" y="135862"/>
                  <a:pt x="260913" y="138090"/>
                </a:cubicBezTo>
                <a:cubicBezTo>
                  <a:pt x="283023" y="144771"/>
                  <a:pt x="283023" y="144771"/>
                  <a:pt x="283023" y="144771"/>
                </a:cubicBezTo>
                <a:cubicBezTo>
                  <a:pt x="283023" y="149226"/>
                  <a:pt x="283023" y="153680"/>
                  <a:pt x="283023" y="158135"/>
                </a:cubicBezTo>
                <a:cubicBezTo>
                  <a:pt x="283023" y="160363"/>
                  <a:pt x="283023" y="164817"/>
                  <a:pt x="283023" y="169272"/>
                </a:cubicBez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Freeform 37">
            <a:extLst>
              <a:ext uri="{FF2B5EF4-FFF2-40B4-BE49-F238E27FC236}">
                <a16:creationId xmlns:a16="http://schemas.microsoft.com/office/drawing/2014/main" id="{EA9AB64E-D2B2-2F4B-74DD-A93F8072538C}"/>
              </a:ext>
            </a:extLst>
          </p:cNvPr>
          <p:cNvSpPr/>
          <p:nvPr/>
        </p:nvSpPr>
        <p:spPr>
          <a:xfrm>
            <a:off x="3263900" y="3975100"/>
            <a:ext cx="122312" cy="122296"/>
          </a:xfrm>
          <a:custGeom>
            <a:avLst/>
            <a:gdLst/>
            <a:ahLst/>
            <a:cxnLst/>
            <a:rect l="l" t="t" r="r" b="b"/>
            <a:pathLst>
              <a:path w="122312" h="122296">
                <a:moveTo>
                  <a:pt x="60044" y="0"/>
                </a:moveTo>
                <a:cubicBezTo>
                  <a:pt x="26687" y="0"/>
                  <a:pt x="0" y="26683"/>
                  <a:pt x="0" y="60037"/>
                </a:cubicBezTo>
                <a:cubicBezTo>
                  <a:pt x="0" y="95613"/>
                  <a:pt x="26687" y="122296"/>
                  <a:pt x="60044" y="122296"/>
                </a:cubicBezTo>
                <a:cubicBezTo>
                  <a:pt x="95626" y="122296"/>
                  <a:pt x="122312" y="95613"/>
                  <a:pt x="122312" y="60037"/>
                </a:cubicBezTo>
                <a:cubicBezTo>
                  <a:pt x="122312" y="26683"/>
                  <a:pt x="95626" y="0"/>
                  <a:pt x="60044" y="0"/>
                </a:cubicBezTo>
                <a:close/>
                <a:moveTo>
                  <a:pt x="60044" y="95613"/>
                </a:moveTo>
                <a:cubicBezTo>
                  <a:pt x="42254" y="95613"/>
                  <a:pt x="26687" y="80048"/>
                  <a:pt x="26687" y="60037"/>
                </a:cubicBezTo>
                <a:cubicBezTo>
                  <a:pt x="26687" y="42248"/>
                  <a:pt x="42254" y="26683"/>
                  <a:pt x="60044" y="26683"/>
                </a:cubicBezTo>
                <a:cubicBezTo>
                  <a:pt x="80060" y="26683"/>
                  <a:pt x="95626" y="42248"/>
                  <a:pt x="95626" y="60037"/>
                </a:cubicBezTo>
                <a:cubicBezTo>
                  <a:pt x="95626" y="80048"/>
                  <a:pt x="80060" y="95613"/>
                  <a:pt x="60044" y="95613"/>
                </a:cubicBez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Freeform 38">
            <a:extLst>
              <a:ext uri="{FF2B5EF4-FFF2-40B4-BE49-F238E27FC236}">
                <a16:creationId xmlns:a16="http://schemas.microsoft.com/office/drawing/2014/main" id="{3FE1B40B-62BF-1F70-1887-CE36819F885B}"/>
              </a:ext>
            </a:extLst>
          </p:cNvPr>
          <p:cNvSpPr/>
          <p:nvPr/>
        </p:nvSpPr>
        <p:spPr>
          <a:xfrm>
            <a:off x="2578100" y="3835400"/>
            <a:ext cx="309557" cy="309557"/>
          </a:xfrm>
          <a:custGeom>
            <a:avLst/>
            <a:gdLst/>
            <a:ahLst/>
            <a:cxnLst/>
            <a:rect l="l" t="t" r="r" b="b"/>
            <a:pathLst>
              <a:path w="309557" h="309557">
                <a:moveTo>
                  <a:pt x="154779" y="0"/>
                </a:moveTo>
                <a:cubicBezTo>
                  <a:pt x="70756" y="0"/>
                  <a:pt x="0" y="70756"/>
                  <a:pt x="0" y="154779"/>
                </a:cubicBezTo>
                <a:cubicBezTo>
                  <a:pt x="0" y="241012"/>
                  <a:pt x="70756" y="309557"/>
                  <a:pt x="154779" y="309557"/>
                </a:cubicBezTo>
                <a:cubicBezTo>
                  <a:pt x="241012" y="309557"/>
                  <a:pt x="309557" y="241012"/>
                  <a:pt x="309557" y="154779"/>
                </a:cubicBezTo>
                <a:cubicBezTo>
                  <a:pt x="309557" y="70756"/>
                  <a:pt x="241012" y="0"/>
                  <a:pt x="154779" y="0"/>
                </a:cubicBezTo>
                <a:close/>
                <a:moveTo>
                  <a:pt x="154779" y="283023"/>
                </a:moveTo>
                <a:cubicBezTo>
                  <a:pt x="84023" y="283023"/>
                  <a:pt x="26533" y="225534"/>
                  <a:pt x="26533" y="154779"/>
                </a:cubicBezTo>
                <a:cubicBezTo>
                  <a:pt x="26533" y="84023"/>
                  <a:pt x="84023" y="26533"/>
                  <a:pt x="154779" y="26533"/>
                </a:cubicBezTo>
                <a:cubicBezTo>
                  <a:pt x="225534" y="26533"/>
                  <a:pt x="283023" y="84023"/>
                  <a:pt x="283023" y="154779"/>
                </a:cubicBezTo>
                <a:cubicBezTo>
                  <a:pt x="283023" y="225534"/>
                  <a:pt x="225534" y="283023"/>
                  <a:pt x="154779" y="283023"/>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Freeform 39">
            <a:extLst>
              <a:ext uri="{FF2B5EF4-FFF2-40B4-BE49-F238E27FC236}">
                <a16:creationId xmlns:a16="http://schemas.microsoft.com/office/drawing/2014/main" id="{BB5A7E2E-A941-21E6-5D1D-8950A974F179}"/>
              </a:ext>
            </a:extLst>
          </p:cNvPr>
          <p:cNvSpPr/>
          <p:nvPr/>
        </p:nvSpPr>
        <p:spPr>
          <a:xfrm>
            <a:off x="2667000" y="3924300"/>
            <a:ext cx="131373" cy="129233"/>
          </a:xfrm>
          <a:custGeom>
            <a:avLst/>
            <a:gdLst/>
            <a:ahLst/>
            <a:cxnLst/>
            <a:rect l="l" t="t" r="r" b="b"/>
            <a:pathLst>
              <a:path w="131373" h="129233">
                <a:moveTo>
                  <a:pt x="124692" y="4456"/>
                </a:moveTo>
                <a:cubicBezTo>
                  <a:pt x="120240" y="0"/>
                  <a:pt x="111333" y="0"/>
                  <a:pt x="106879" y="4456"/>
                </a:cubicBezTo>
                <a:cubicBezTo>
                  <a:pt x="64573" y="46792"/>
                  <a:pt x="64573" y="46792"/>
                  <a:pt x="64573" y="46792"/>
                </a:cubicBezTo>
                <a:cubicBezTo>
                  <a:pt x="24493" y="4456"/>
                  <a:pt x="24493" y="4456"/>
                  <a:pt x="24493" y="4456"/>
                </a:cubicBezTo>
                <a:cubicBezTo>
                  <a:pt x="17813" y="0"/>
                  <a:pt x="11133" y="0"/>
                  <a:pt x="4454" y="4456"/>
                </a:cubicBezTo>
                <a:cubicBezTo>
                  <a:pt x="0" y="11140"/>
                  <a:pt x="0" y="17826"/>
                  <a:pt x="4454" y="24510"/>
                </a:cubicBezTo>
                <a:cubicBezTo>
                  <a:pt x="46760" y="64616"/>
                  <a:pt x="46760" y="64616"/>
                  <a:pt x="46760" y="64616"/>
                </a:cubicBezTo>
                <a:cubicBezTo>
                  <a:pt x="4454" y="106952"/>
                  <a:pt x="4454" y="106952"/>
                  <a:pt x="4454" y="106952"/>
                </a:cubicBezTo>
                <a:cubicBezTo>
                  <a:pt x="0" y="111408"/>
                  <a:pt x="0" y="120320"/>
                  <a:pt x="4454" y="124776"/>
                </a:cubicBezTo>
                <a:cubicBezTo>
                  <a:pt x="6680" y="129233"/>
                  <a:pt x="11133" y="129233"/>
                  <a:pt x="15587" y="129233"/>
                </a:cubicBezTo>
                <a:cubicBezTo>
                  <a:pt x="17813" y="129233"/>
                  <a:pt x="22267" y="129233"/>
                  <a:pt x="24493" y="124776"/>
                </a:cubicBezTo>
                <a:cubicBezTo>
                  <a:pt x="64573" y="84670"/>
                  <a:pt x="64573" y="84670"/>
                  <a:pt x="64573" y="84670"/>
                </a:cubicBezTo>
                <a:cubicBezTo>
                  <a:pt x="106879" y="124776"/>
                  <a:pt x="106879" y="124776"/>
                  <a:pt x="106879" y="124776"/>
                </a:cubicBezTo>
                <a:cubicBezTo>
                  <a:pt x="109107" y="129233"/>
                  <a:pt x="113560" y="129233"/>
                  <a:pt x="115786" y="129233"/>
                </a:cubicBezTo>
                <a:cubicBezTo>
                  <a:pt x="120240" y="129233"/>
                  <a:pt x="122466" y="129233"/>
                  <a:pt x="124692" y="124776"/>
                </a:cubicBezTo>
                <a:cubicBezTo>
                  <a:pt x="131373" y="120320"/>
                  <a:pt x="131373" y="111408"/>
                  <a:pt x="124692" y="106952"/>
                </a:cubicBezTo>
                <a:cubicBezTo>
                  <a:pt x="84614" y="64616"/>
                  <a:pt x="84614" y="64616"/>
                  <a:pt x="84614" y="64616"/>
                </a:cubicBezTo>
                <a:cubicBezTo>
                  <a:pt x="124692" y="24510"/>
                  <a:pt x="124692" y="24510"/>
                  <a:pt x="124692" y="24510"/>
                </a:cubicBezTo>
                <a:cubicBezTo>
                  <a:pt x="131373" y="17826"/>
                  <a:pt x="131373" y="11140"/>
                  <a:pt x="124692" y="4456"/>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Freeform 40">
            <a:extLst>
              <a:ext uri="{FF2B5EF4-FFF2-40B4-BE49-F238E27FC236}">
                <a16:creationId xmlns:a16="http://schemas.microsoft.com/office/drawing/2014/main" id="{C2A5642B-99BA-62AC-D53F-402FF1F6BC03}"/>
              </a:ext>
            </a:extLst>
          </p:cNvPr>
          <p:cNvSpPr/>
          <p:nvPr/>
        </p:nvSpPr>
        <p:spPr>
          <a:xfrm>
            <a:off x="2578100" y="3835400"/>
            <a:ext cx="309557" cy="309557"/>
          </a:xfrm>
          <a:custGeom>
            <a:avLst/>
            <a:gdLst/>
            <a:ahLst/>
            <a:cxnLst/>
            <a:rect l="l" t="t" r="r" b="b"/>
            <a:pathLst>
              <a:path w="309557" h="309557">
                <a:moveTo>
                  <a:pt x="154779" y="0"/>
                </a:moveTo>
                <a:cubicBezTo>
                  <a:pt x="70756" y="0"/>
                  <a:pt x="0" y="70756"/>
                  <a:pt x="0" y="154779"/>
                </a:cubicBezTo>
                <a:cubicBezTo>
                  <a:pt x="0" y="241012"/>
                  <a:pt x="70756" y="309557"/>
                  <a:pt x="154779" y="309557"/>
                </a:cubicBezTo>
                <a:cubicBezTo>
                  <a:pt x="241012" y="309557"/>
                  <a:pt x="309557" y="241012"/>
                  <a:pt x="309557" y="154779"/>
                </a:cubicBezTo>
                <a:cubicBezTo>
                  <a:pt x="309557" y="70756"/>
                  <a:pt x="241012" y="0"/>
                  <a:pt x="154779" y="0"/>
                </a:cubicBezTo>
                <a:close/>
                <a:moveTo>
                  <a:pt x="154779" y="283023"/>
                </a:moveTo>
                <a:cubicBezTo>
                  <a:pt x="84023" y="283023"/>
                  <a:pt x="26533" y="225534"/>
                  <a:pt x="26533" y="154779"/>
                </a:cubicBezTo>
                <a:cubicBezTo>
                  <a:pt x="26533" y="84023"/>
                  <a:pt x="84023" y="26533"/>
                  <a:pt x="154779" y="26533"/>
                </a:cubicBezTo>
                <a:cubicBezTo>
                  <a:pt x="225534" y="26533"/>
                  <a:pt x="283023" y="84023"/>
                  <a:pt x="283023" y="154779"/>
                </a:cubicBezTo>
                <a:cubicBezTo>
                  <a:pt x="283023" y="225534"/>
                  <a:pt x="225534" y="283023"/>
                  <a:pt x="154779" y="283023"/>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3" name="Freeform 41">
            <a:extLst>
              <a:ext uri="{FF2B5EF4-FFF2-40B4-BE49-F238E27FC236}">
                <a16:creationId xmlns:a16="http://schemas.microsoft.com/office/drawing/2014/main" id="{275D9F2E-8B01-07D1-851E-60D1B3177B86}"/>
              </a:ext>
            </a:extLst>
          </p:cNvPr>
          <p:cNvSpPr/>
          <p:nvPr/>
        </p:nvSpPr>
        <p:spPr>
          <a:xfrm>
            <a:off x="2667000" y="3924300"/>
            <a:ext cx="131373" cy="129233"/>
          </a:xfrm>
          <a:custGeom>
            <a:avLst/>
            <a:gdLst/>
            <a:ahLst/>
            <a:cxnLst/>
            <a:rect l="l" t="t" r="r" b="b"/>
            <a:pathLst>
              <a:path w="131373" h="129233">
                <a:moveTo>
                  <a:pt x="124692" y="4456"/>
                </a:moveTo>
                <a:cubicBezTo>
                  <a:pt x="120240" y="0"/>
                  <a:pt x="111333" y="0"/>
                  <a:pt x="106879" y="4456"/>
                </a:cubicBezTo>
                <a:cubicBezTo>
                  <a:pt x="64573" y="46792"/>
                  <a:pt x="64573" y="46792"/>
                  <a:pt x="64573" y="46792"/>
                </a:cubicBezTo>
                <a:cubicBezTo>
                  <a:pt x="24493" y="4456"/>
                  <a:pt x="24493" y="4456"/>
                  <a:pt x="24493" y="4456"/>
                </a:cubicBezTo>
                <a:cubicBezTo>
                  <a:pt x="17813" y="0"/>
                  <a:pt x="11133" y="0"/>
                  <a:pt x="4454" y="4456"/>
                </a:cubicBezTo>
                <a:cubicBezTo>
                  <a:pt x="0" y="11140"/>
                  <a:pt x="0" y="17826"/>
                  <a:pt x="4454" y="24510"/>
                </a:cubicBezTo>
                <a:cubicBezTo>
                  <a:pt x="46760" y="64616"/>
                  <a:pt x="46760" y="64616"/>
                  <a:pt x="46760" y="64616"/>
                </a:cubicBezTo>
                <a:cubicBezTo>
                  <a:pt x="4454" y="106952"/>
                  <a:pt x="4454" y="106952"/>
                  <a:pt x="4454" y="106952"/>
                </a:cubicBezTo>
                <a:cubicBezTo>
                  <a:pt x="0" y="111408"/>
                  <a:pt x="0" y="120320"/>
                  <a:pt x="4454" y="124776"/>
                </a:cubicBezTo>
                <a:cubicBezTo>
                  <a:pt x="6680" y="129233"/>
                  <a:pt x="11133" y="129233"/>
                  <a:pt x="15587" y="129233"/>
                </a:cubicBezTo>
                <a:cubicBezTo>
                  <a:pt x="17813" y="129233"/>
                  <a:pt x="22267" y="129233"/>
                  <a:pt x="24493" y="124776"/>
                </a:cubicBezTo>
                <a:cubicBezTo>
                  <a:pt x="64573" y="84670"/>
                  <a:pt x="64573" y="84670"/>
                  <a:pt x="64573" y="84670"/>
                </a:cubicBezTo>
                <a:cubicBezTo>
                  <a:pt x="106879" y="124776"/>
                  <a:pt x="106879" y="124776"/>
                  <a:pt x="106879" y="124776"/>
                </a:cubicBezTo>
                <a:cubicBezTo>
                  <a:pt x="109107" y="129233"/>
                  <a:pt x="113560" y="129233"/>
                  <a:pt x="115786" y="129233"/>
                </a:cubicBezTo>
                <a:cubicBezTo>
                  <a:pt x="120240" y="129233"/>
                  <a:pt x="122466" y="129233"/>
                  <a:pt x="124692" y="124776"/>
                </a:cubicBezTo>
                <a:cubicBezTo>
                  <a:pt x="131373" y="120320"/>
                  <a:pt x="131373" y="111408"/>
                  <a:pt x="124692" y="106952"/>
                </a:cubicBezTo>
                <a:cubicBezTo>
                  <a:pt x="84614" y="64616"/>
                  <a:pt x="84614" y="64616"/>
                  <a:pt x="84614" y="64616"/>
                </a:cubicBezTo>
                <a:cubicBezTo>
                  <a:pt x="124692" y="24510"/>
                  <a:pt x="124692" y="24510"/>
                  <a:pt x="124692" y="24510"/>
                </a:cubicBezTo>
                <a:cubicBezTo>
                  <a:pt x="131373" y="17826"/>
                  <a:pt x="131373" y="11140"/>
                  <a:pt x="124692" y="4456"/>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4" name="AutoShape 42">
            <a:extLst>
              <a:ext uri="{FF2B5EF4-FFF2-40B4-BE49-F238E27FC236}">
                <a16:creationId xmlns:a16="http://schemas.microsoft.com/office/drawing/2014/main" id="{E39FBD9A-9E5C-A777-130D-0E139A6E52C9}"/>
              </a:ext>
            </a:extLst>
          </p:cNvPr>
          <p:cNvSpPr/>
          <p:nvPr/>
        </p:nvSpPr>
        <p:spPr>
          <a:xfrm>
            <a:off x="1816100" y="4292600"/>
            <a:ext cx="9271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Noto Sans SC"/>
                <a:ea typeface="Noto Sans SC"/>
                <a:cs typeface="Noto Sans SC"/>
                <a:sym typeface="Noto Sans SC"/>
              </a:rPr>
              <a:t>04</a:t>
            </a:r>
            <a:endParaRPr lang="en-US" sz="1100"/>
          </a:p>
        </p:txBody>
      </p:sp>
      <p:sp>
        <p:nvSpPr>
          <p:cNvPr id="35" name="AutoShape 43">
            <a:extLst>
              <a:ext uri="{FF2B5EF4-FFF2-40B4-BE49-F238E27FC236}">
                <a16:creationId xmlns:a16="http://schemas.microsoft.com/office/drawing/2014/main" id="{6C1BED2E-A20D-9643-FE5D-838BDCB97DC9}"/>
              </a:ext>
            </a:extLst>
          </p:cNvPr>
          <p:cNvSpPr/>
          <p:nvPr/>
        </p:nvSpPr>
        <p:spPr>
          <a:xfrm>
            <a:off x="3606800" y="4267200"/>
            <a:ext cx="9271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Noto Sans SC"/>
                <a:ea typeface="Noto Sans SC"/>
                <a:cs typeface="Noto Sans SC"/>
                <a:sym typeface="Noto Sans SC"/>
              </a:rPr>
              <a:t>03</a:t>
            </a:r>
            <a:endParaRPr lang="en-US" sz="1100"/>
          </a:p>
        </p:txBody>
      </p:sp>
      <p:sp>
        <p:nvSpPr>
          <p:cNvPr id="36" name="AutoShape 44">
            <a:extLst>
              <a:ext uri="{FF2B5EF4-FFF2-40B4-BE49-F238E27FC236}">
                <a16:creationId xmlns:a16="http://schemas.microsoft.com/office/drawing/2014/main" id="{FA6A42CB-BC59-040E-6D8A-7C9CC4BA19DC}"/>
              </a:ext>
            </a:extLst>
          </p:cNvPr>
          <p:cNvSpPr/>
          <p:nvPr/>
        </p:nvSpPr>
        <p:spPr>
          <a:xfrm>
            <a:off x="6400800" y="15494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37" name="AutoShape 45">
            <a:extLst>
              <a:ext uri="{FF2B5EF4-FFF2-40B4-BE49-F238E27FC236}">
                <a16:creationId xmlns:a16="http://schemas.microsoft.com/office/drawing/2014/main" id="{55B81F03-20DC-ADF2-5015-5BA16B51045C}"/>
              </a:ext>
            </a:extLst>
          </p:cNvPr>
          <p:cNvSpPr/>
          <p:nvPr/>
        </p:nvSpPr>
        <p:spPr>
          <a:xfrm>
            <a:off x="6413500" y="26924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38" name="AutoShape 46">
            <a:extLst>
              <a:ext uri="{FF2B5EF4-FFF2-40B4-BE49-F238E27FC236}">
                <a16:creationId xmlns:a16="http://schemas.microsoft.com/office/drawing/2014/main" id="{04C36F31-131A-5570-A5AF-10B0DE508F5D}"/>
              </a:ext>
            </a:extLst>
          </p:cNvPr>
          <p:cNvSpPr/>
          <p:nvPr/>
        </p:nvSpPr>
        <p:spPr>
          <a:xfrm>
            <a:off x="6438900" y="38227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39" name="AutoShape 47">
            <a:extLst>
              <a:ext uri="{FF2B5EF4-FFF2-40B4-BE49-F238E27FC236}">
                <a16:creationId xmlns:a16="http://schemas.microsoft.com/office/drawing/2014/main" id="{46EC8251-9567-95BF-E045-7BF6DC8FAF40}"/>
              </a:ext>
            </a:extLst>
          </p:cNvPr>
          <p:cNvSpPr/>
          <p:nvPr/>
        </p:nvSpPr>
        <p:spPr>
          <a:xfrm>
            <a:off x="6451600" y="49911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Tree>
    <p:extLst>
      <p:ext uri="{BB962C8B-B14F-4D97-AF65-F5344CB8AC3E}">
        <p14:creationId xmlns:p14="http://schemas.microsoft.com/office/powerpoint/2010/main" val="104106607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5_自定义版式">
    <p:spTree>
      <p:nvGrpSpPr>
        <p:cNvPr id="1" name=""/>
        <p:cNvGrpSpPr/>
        <p:nvPr/>
      </p:nvGrpSpPr>
      <p:grpSpPr>
        <a:xfrm>
          <a:off x="0" y="0"/>
          <a:ext cx="0" cy="0"/>
          <a:chOff x="0" y="0"/>
          <a:chExt cx="0" cy="0"/>
        </a:xfrm>
      </p:grpSpPr>
      <p:sp>
        <p:nvSpPr>
          <p:cNvPr id="4" name="AutoShape 11">
            <a:extLst>
              <a:ext uri="{FF2B5EF4-FFF2-40B4-BE49-F238E27FC236}">
                <a16:creationId xmlns:a16="http://schemas.microsoft.com/office/drawing/2014/main" id="{3CB35F4C-268A-AF59-EE72-9D03EE282EAB}"/>
              </a:ext>
            </a:extLst>
          </p:cNvPr>
          <p:cNvSpPr/>
          <p:nvPr/>
        </p:nvSpPr>
        <p:spPr>
          <a:xfrm>
            <a:off x="1676400" y="3213721"/>
            <a:ext cx="1219200" cy="1117600"/>
          </a:xfrm>
          <a:prstGeom prst="roundRect">
            <a:avLst>
              <a:gd name="adj" fmla="val 0"/>
            </a:avLst>
          </a:prstGeom>
          <a:noFill/>
          <a:ln w="25400" cap="flat" cmpd="sng">
            <a:noFill/>
            <a:prstDash val="solid"/>
            <a:round/>
          </a:ln>
        </p:spPr>
        <p:txBody>
          <a:bodyPr vert="horz" wrap="none" lIns="127000" tIns="63500" rIns="127000" bIns="63500" rtlCol="0" anchor="t" anchorCtr="0"/>
          <a:lstStyle/>
          <a:p>
            <a:pPr marL="0" indent="0" algn="l">
              <a:lnSpc>
                <a:spcPct val="100000"/>
              </a:lnSpc>
              <a:defRPr/>
            </a:pPr>
            <a:r>
              <a:rPr lang="en-US" sz="6500" b="1" i="0" u="none" strike="noStrike" dirty="0">
                <a:latin typeface="Noto Sans SC"/>
                <a:ea typeface="Noto Sans SC"/>
                <a:cs typeface="Noto Sans SC"/>
                <a:sym typeface="Noto Sans SC"/>
              </a:rPr>
              <a:t>01</a:t>
            </a:r>
            <a:endParaRPr lang="en-US" sz="1100" dirty="0"/>
          </a:p>
        </p:txBody>
      </p:sp>
      <p:sp>
        <p:nvSpPr>
          <p:cNvPr id="6" name="AutoShape 12">
            <a:extLst>
              <a:ext uri="{FF2B5EF4-FFF2-40B4-BE49-F238E27FC236}">
                <a16:creationId xmlns:a16="http://schemas.microsoft.com/office/drawing/2014/main" id="{5B1C1C04-4538-56D7-F2A1-425A9558629D}"/>
              </a:ext>
            </a:extLst>
          </p:cNvPr>
          <p:cNvSpPr/>
          <p:nvPr/>
        </p:nvSpPr>
        <p:spPr>
          <a:xfrm>
            <a:off x="9245600" y="3213721"/>
            <a:ext cx="1219200" cy="1117600"/>
          </a:xfrm>
          <a:prstGeom prst="roundRect">
            <a:avLst>
              <a:gd name="adj" fmla="val 0"/>
            </a:avLst>
          </a:prstGeom>
          <a:noFill/>
          <a:ln w="25400" cap="flat" cmpd="sng">
            <a:noFill/>
            <a:prstDash val="solid"/>
            <a:round/>
          </a:ln>
        </p:spPr>
        <p:txBody>
          <a:bodyPr vert="horz" wrap="none" lIns="127000" tIns="63500" rIns="127000" bIns="63500" rtlCol="0" anchor="t" anchorCtr="0"/>
          <a:lstStyle/>
          <a:p>
            <a:pPr marL="0" indent="0" algn="l">
              <a:lnSpc>
                <a:spcPct val="100000"/>
              </a:lnSpc>
              <a:defRPr/>
            </a:pPr>
            <a:r>
              <a:rPr lang="en-US" sz="6500" b="1" i="0" u="none" strike="noStrike">
                <a:latin typeface="Noto Sans SC"/>
                <a:ea typeface="Noto Sans SC"/>
                <a:cs typeface="Noto Sans SC"/>
                <a:sym typeface="Noto Sans SC"/>
              </a:rPr>
              <a:t>03</a:t>
            </a:r>
            <a:endParaRPr lang="en-US" sz="1100"/>
          </a:p>
        </p:txBody>
      </p:sp>
      <p:sp>
        <p:nvSpPr>
          <p:cNvPr id="8" name="AutoShape 13">
            <a:extLst>
              <a:ext uri="{FF2B5EF4-FFF2-40B4-BE49-F238E27FC236}">
                <a16:creationId xmlns:a16="http://schemas.microsoft.com/office/drawing/2014/main" id="{A59B2510-F421-CEDE-3FDF-3633D0185974}"/>
              </a:ext>
            </a:extLst>
          </p:cNvPr>
          <p:cNvSpPr/>
          <p:nvPr/>
        </p:nvSpPr>
        <p:spPr>
          <a:xfrm>
            <a:off x="673100" y="1587500"/>
            <a:ext cx="10845800" cy="1775293"/>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4">
            <a:extLst>
              <a:ext uri="{FF2B5EF4-FFF2-40B4-BE49-F238E27FC236}">
                <a16:creationId xmlns:a16="http://schemas.microsoft.com/office/drawing/2014/main" id="{306826D7-CA97-FEE1-665C-C40E7B68E70C}"/>
              </a:ext>
            </a:extLst>
          </p:cNvPr>
          <p:cNvSpPr/>
          <p:nvPr/>
        </p:nvSpPr>
        <p:spPr>
          <a:xfrm>
            <a:off x="977900" y="1790700"/>
            <a:ext cx="2324100" cy="4191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00000"/>
              </a:lnSpc>
              <a:defRPr/>
            </a:pPr>
            <a:endParaRPr lang="en-US" sz="1100" dirty="0"/>
          </a:p>
        </p:txBody>
      </p:sp>
      <p:sp>
        <p:nvSpPr>
          <p:cNvPr id="12" name="AutoShape 15">
            <a:extLst>
              <a:ext uri="{FF2B5EF4-FFF2-40B4-BE49-F238E27FC236}">
                <a16:creationId xmlns:a16="http://schemas.microsoft.com/office/drawing/2014/main" id="{B23F6934-A6F9-C35D-FAE4-1795520E8F16}"/>
              </a:ext>
            </a:extLst>
          </p:cNvPr>
          <p:cNvSpPr/>
          <p:nvPr/>
        </p:nvSpPr>
        <p:spPr>
          <a:xfrm>
            <a:off x="977900" y="2286000"/>
            <a:ext cx="10388600" cy="9398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25000"/>
              </a:lnSpc>
              <a:defRPr/>
            </a:pPr>
            <a:endParaRPr lang="en-US" sz="1100" dirty="0"/>
          </a:p>
        </p:txBody>
      </p:sp>
      <p:sp>
        <p:nvSpPr>
          <p:cNvPr id="14" name="AutoShape 16">
            <a:extLst>
              <a:ext uri="{FF2B5EF4-FFF2-40B4-BE49-F238E27FC236}">
                <a16:creationId xmlns:a16="http://schemas.microsoft.com/office/drawing/2014/main" id="{F8C2B705-8395-13AD-EB66-BC2A3E463CD5}"/>
              </a:ext>
            </a:extLst>
          </p:cNvPr>
          <p:cNvSpPr/>
          <p:nvPr/>
        </p:nvSpPr>
        <p:spPr>
          <a:xfrm>
            <a:off x="977900" y="4787900"/>
            <a:ext cx="2654300" cy="10668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25000"/>
              </a:lnSpc>
              <a:spcBef>
                <a:spcPts val="600"/>
              </a:spcBef>
              <a:defRPr/>
            </a:pPr>
            <a:endParaRPr lang="en-US" sz="1100" dirty="0"/>
          </a:p>
        </p:txBody>
      </p:sp>
      <p:sp>
        <p:nvSpPr>
          <p:cNvPr id="16" name="AutoShape 17">
            <a:extLst>
              <a:ext uri="{FF2B5EF4-FFF2-40B4-BE49-F238E27FC236}">
                <a16:creationId xmlns:a16="http://schemas.microsoft.com/office/drawing/2014/main" id="{AE47F250-6DBB-9684-E439-30F204BB13A7}"/>
              </a:ext>
            </a:extLst>
          </p:cNvPr>
          <p:cNvSpPr/>
          <p:nvPr/>
        </p:nvSpPr>
        <p:spPr>
          <a:xfrm>
            <a:off x="1295400" y="4330700"/>
            <a:ext cx="2019300" cy="4572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00000"/>
              </a:lnSpc>
              <a:defRPr/>
            </a:pPr>
            <a:endParaRPr lang="en-US" sz="1100" dirty="0"/>
          </a:p>
        </p:txBody>
      </p:sp>
      <p:sp>
        <p:nvSpPr>
          <p:cNvPr id="18" name="AutoShape 18">
            <a:extLst>
              <a:ext uri="{FF2B5EF4-FFF2-40B4-BE49-F238E27FC236}">
                <a16:creationId xmlns:a16="http://schemas.microsoft.com/office/drawing/2014/main" id="{12A82319-67C4-1759-5B5F-9F024B7917B6}"/>
              </a:ext>
            </a:extLst>
          </p:cNvPr>
          <p:cNvSpPr/>
          <p:nvPr/>
        </p:nvSpPr>
        <p:spPr>
          <a:xfrm>
            <a:off x="5461000" y="3213721"/>
            <a:ext cx="1219200" cy="1117600"/>
          </a:xfrm>
          <a:prstGeom prst="roundRect">
            <a:avLst>
              <a:gd name="adj" fmla="val 0"/>
            </a:avLst>
          </a:prstGeom>
          <a:noFill/>
          <a:ln w="25400" cap="flat" cmpd="sng">
            <a:noFill/>
            <a:prstDash val="solid"/>
            <a:round/>
          </a:ln>
        </p:spPr>
        <p:txBody>
          <a:bodyPr vert="horz" wrap="none" lIns="127000" tIns="63500" rIns="127000" bIns="63500" rtlCol="0" anchor="t" anchorCtr="0"/>
          <a:lstStyle/>
          <a:p>
            <a:pPr marL="0" indent="0" algn="l">
              <a:lnSpc>
                <a:spcPct val="100000"/>
              </a:lnSpc>
              <a:defRPr/>
            </a:pPr>
            <a:r>
              <a:rPr lang="en-US" sz="6500" b="1" i="0" u="none" strike="noStrike">
                <a:latin typeface="Noto Sans SC"/>
                <a:ea typeface="Noto Sans SC"/>
                <a:cs typeface="Noto Sans SC"/>
                <a:sym typeface="Noto Sans SC"/>
              </a:rPr>
              <a:t>02</a:t>
            </a:r>
            <a:endParaRPr lang="en-US" sz="1100"/>
          </a:p>
        </p:txBody>
      </p:sp>
      <p:sp>
        <p:nvSpPr>
          <p:cNvPr id="20" name="AutoShape 19">
            <a:extLst>
              <a:ext uri="{FF2B5EF4-FFF2-40B4-BE49-F238E27FC236}">
                <a16:creationId xmlns:a16="http://schemas.microsoft.com/office/drawing/2014/main" id="{D3668D57-E8D8-5890-17F9-93BCB1F4A640}"/>
              </a:ext>
            </a:extLst>
          </p:cNvPr>
          <p:cNvSpPr/>
          <p:nvPr/>
        </p:nvSpPr>
        <p:spPr>
          <a:xfrm>
            <a:off x="4775200" y="4787900"/>
            <a:ext cx="2654300" cy="10668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25000"/>
              </a:lnSpc>
              <a:spcBef>
                <a:spcPts val="600"/>
              </a:spcBef>
              <a:defRPr/>
            </a:pPr>
            <a:r>
              <a:rPr lang="en-US" sz="1100" dirty="0"/>
              <a:t>	</a:t>
            </a:r>
          </a:p>
        </p:txBody>
      </p:sp>
      <p:sp>
        <p:nvSpPr>
          <p:cNvPr id="22" name="AutoShape 20">
            <a:extLst>
              <a:ext uri="{FF2B5EF4-FFF2-40B4-BE49-F238E27FC236}">
                <a16:creationId xmlns:a16="http://schemas.microsoft.com/office/drawing/2014/main" id="{CD29A42C-4226-AD18-AEAD-027BFC1EED55}"/>
              </a:ext>
            </a:extLst>
          </p:cNvPr>
          <p:cNvSpPr/>
          <p:nvPr/>
        </p:nvSpPr>
        <p:spPr>
          <a:xfrm>
            <a:off x="5092700" y="4330700"/>
            <a:ext cx="2019300" cy="4572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00000"/>
              </a:lnSpc>
              <a:defRPr/>
            </a:pPr>
            <a:endParaRPr lang="en-US" sz="1100" dirty="0"/>
          </a:p>
        </p:txBody>
      </p:sp>
      <p:sp>
        <p:nvSpPr>
          <p:cNvPr id="24" name="AutoShape 21">
            <a:extLst>
              <a:ext uri="{FF2B5EF4-FFF2-40B4-BE49-F238E27FC236}">
                <a16:creationId xmlns:a16="http://schemas.microsoft.com/office/drawing/2014/main" id="{E6B4029C-16E1-5F77-2A1C-2C3F8461A86B}"/>
              </a:ext>
            </a:extLst>
          </p:cNvPr>
          <p:cNvSpPr/>
          <p:nvPr/>
        </p:nvSpPr>
        <p:spPr>
          <a:xfrm>
            <a:off x="8559800" y="4787900"/>
            <a:ext cx="2654300" cy="10668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25000"/>
              </a:lnSpc>
              <a:spcBef>
                <a:spcPts val="600"/>
              </a:spcBef>
              <a:defRPr/>
            </a:pPr>
            <a:endParaRPr lang="en-US" sz="1100" dirty="0"/>
          </a:p>
        </p:txBody>
      </p:sp>
      <p:sp>
        <p:nvSpPr>
          <p:cNvPr id="26" name="AutoShape 22">
            <a:extLst>
              <a:ext uri="{FF2B5EF4-FFF2-40B4-BE49-F238E27FC236}">
                <a16:creationId xmlns:a16="http://schemas.microsoft.com/office/drawing/2014/main" id="{9BD53BFA-7837-01CC-30D1-F7C5720977D6}"/>
              </a:ext>
            </a:extLst>
          </p:cNvPr>
          <p:cNvSpPr/>
          <p:nvPr/>
        </p:nvSpPr>
        <p:spPr>
          <a:xfrm>
            <a:off x="8877300" y="4343400"/>
            <a:ext cx="2019300" cy="4572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00000"/>
              </a:lnSpc>
              <a:defRPr/>
            </a:pPr>
            <a:endParaRPr lang="en-US" sz="1100" dirty="0"/>
          </a:p>
        </p:txBody>
      </p:sp>
    </p:spTree>
    <p:extLst>
      <p:ext uri="{BB962C8B-B14F-4D97-AF65-F5344CB8AC3E}">
        <p14:creationId xmlns:p14="http://schemas.microsoft.com/office/powerpoint/2010/main" val="102747031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6_自定义版式">
    <p:spTree>
      <p:nvGrpSpPr>
        <p:cNvPr id="1" name=""/>
        <p:cNvGrpSpPr/>
        <p:nvPr/>
      </p:nvGrpSpPr>
      <p:grpSpPr>
        <a:xfrm>
          <a:off x="0" y="0"/>
          <a:ext cx="0" cy="0"/>
          <a:chOff x="0" y="0"/>
          <a:chExt cx="0" cy="0"/>
        </a:xfrm>
      </p:grpSpPr>
      <p:sp>
        <p:nvSpPr>
          <p:cNvPr id="4" name="AutoShape 11">
            <a:extLst>
              <a:ext uri="{FF2B5EF4-FFF2-40B4-BE49-F238E27FC236}">
                <a16:creationId xmlns:a16="http://schemas.microsoft.com/office/drawing/2014/main" id="{A9CEBC97-BF41-AB8E-2EB5-73A22334FB3E}"/>
              </a:ext>
            </a:extLst>
          </p:cNvPr>
          <p:cNvSpPr/>
          <p:nvPr/>
        </p:nvSpPr>
        <p:spPr>
          <a:xfrm rot="5400000">
            <a:off x="1752600" y="1485900"/>
            <a:ext cx="2159000" cy="2794000"/>
          </a:xfrm>
          <a:prstGeom prst="homePlate">
            <a:avLst>
              <a:gd name="adj" fmla="val 50000"/>
            </a:avLst>
          </a:prstGeom>
          <a:solidFill>
            <a:srgbClr val="17406D">
              <a:alpha val="100000"/>
            </a:srgbClr>
          </a:solidFill>
          <a:ln w="25400" cap="flat" cmpd="sng">
            <a:noFill/>
            <a:prstDash val="solid"/>
            <a:round/>
          </a:ln>
        </p:spPr>
        <p:txBody>
          <a:bodyPr vert="vert270" wrap="square" lIns="63500" tIns="63500" rIns="63500" bIns="63500" rtlCol="0" anchor="ctr"/>
          <a:lstStyle/>
          <a:p>
            <a:pPr algn="ctr">
              <a:defRPr/>
            </a:pPr>
            <a:endParaRPr/>
          </a:p>
        </p:txBody>
      </p:sp>
      <p:sp>
        <p:nvSpPr>
          <p:cNvPr id="6" name="Freeform 12">
            <a:extLst>
              <a:ext uri="{FF2B5EF4-FFF2-40B4-BE49-F238E27FC236}">
                <a16:creationId xmlns:a16="http://schemas.microsoft.com/office/drawing/2014/main" id="{45868A40-A3B6-4F0F-B7F8-1E17216769AB}"/>
              </a:ext>
            </a:extLst>
          </p:cNvPr>
          <p:cNvSpPr/>
          <p:nvPr/>
        </p:nvSpPr>
        <p:spPr>
          <a:xfrm>
            <a:off x="2552700" y="2768600"/>
            <a:ext cx="565032" cy="565032"/>
          </a:xfrm>
          <a:custGeom>
            <a:avLst/>
            <a:gdLst/>
            <a:ahLst/>
            <a:cxnLst/>
            <a:rect l="l" t="t" r="r" b="b"/>
            <a:pathLst>
              <a:path w="565032" h="565032">
                <a:moveTo>
                  <a:pt x="552640" y="235430"/>
                </a:moveTo>
                <a:cubicBezTo>
                  <a:pt x="485729" y="223039"/>
                  <a:pt x="485729" y="223039"/>
                  <a:pt x="485729" y="223039"/>
                </a:cubicBezTo>
                <a:cubicBezTo>
                  <a:pt x="480772" y="208170"/>
                  <a:pt x="475817" y="195778"/>
                  <a:pt x="468382" y="183388"/>
                </a:cubicBezTo>
                <a:cubicBezTo>
                  <a:pt x="508033" y="123910"/>
                  <a:pt x="508033" y="123910"/>
                  <a:pt x="508033" y="123910"/>
                </a:cubicBezTo>
                <a:cubicBezTo>
                  <a:pt x="512990" y="118955"/>
                  <a:pt x="510511" y="111520"/>
                  <a:pt x="508033" y="106563"/>
                </a:cubicBezTo>
                <a:cubicBezTo>
                  <a:pt x="458469" y="59477"/>
                  <a:pt x="458469" y="59477"/>
                  <a:pt x="458469" y="59477"/>
                </a:cubicBezTo>
                <a:cubicBezTo>
                  <a:pt x="453512" y="54521"/>
                  <a:pt x="446077" y="52042"/>
                  <a:pt x="441122" y="56999"/>
                </a:cubicBezTo>
                <a:cubicBezTo>
                  <a:pt x="384123" y="96651"/>
                  <a:pt x="384123" y="96651"/>
                  <a:pt x="384123" y="96651"/>
                </a:cubicBezTo>
                <a:cubicBezTo>
                  <a:pt x="369254" y="89215"/>
                  <a:pt x="356862" y="84259"/>
                  <a:pt x="341993" y="79303"/>
                </a:cubicBezTo>
                <a:cubicBezTo>
                  <a:pt x="329602" y="12391"/>
                  <a:pt x="329602" y="12391"/>
                  <a:pt x="329602" y="12391"/>
                </a:cubicBezTo>
                <a:cubicBezTo>
                  <a:pt x="329602" y="4957"/>
                  <a:pt x="322167" y="0"/>
                  <a:pt x="314733" y="0"/>
                </a:cubicBezTo>
                <a:cubicBezTo>
                  <a:pt x="247821" y="0"/>
                  <a:pt x="247821" y="0"/>
                  <a:pt x="247821" y="0"/>
                </a:cubicBezTo>
                <a:cubicBezTo>
                  <a:pt x="240387" y="0"/>
                  <a:pt x="235430" y="4957"/>
                  <a:pt x="232952" y="12391"/>
                </a:cubicBezTo>
                <a:cubicBezTo>
                  <a:pt x="220561" y="79303"/>
                  <a:pt x="220561" y="79303"/>
                  <a:pt x="220561" y="79303"/>
                </a:cubicBezTo>
                <a:cubicBezTo>
                  <a:pt x="205692" y="84259"/>
                  <a:pt x="193300" y="89215"/>
                  <a:pt x="180909" y="96651"/>
                </a:cubicBezTo>
                <a:cubicBezTo>
                  <a:pt x="123910" y="56999"/>
                  <a:pt x="123910" y="56999"/>
                  <a:pt x="123910" y="56999"/>
                </a:cubicBezTo>
                <a:cubicBezTo>
                  <a:pt x="118955" y="54521"/>
                  <a:pt x="111520" y="54521"/>
                  <a:pt x="106563" y="59477"/>
                </a:cubicBezTo>
                <a:cubicBezTo>
                  <a:pt x="56999" y="106563"/>
                  <a:pt x="56999" y="106563"/>
                  <a:pt x="56999" y="106563"/>
                </a:cubicBezTo>
                <a:cubicBezTo>
                  <a:pt x="54521" y="111520"/>
                  <a:pt x="52042" y="121432"/>
                  <a:pt x="56999" y="126389"/>
                </a:cubicBezTo>
                <a:cubicBezTo>
                  <a:pt x="96651" y="183388"/>
                  <a:pt x="96651" y="183388"/>
                  <a:pt x="96651" y="183388"/>
                </a:cubicBezTo>
                <a:cubicBezTo>
                  <a:pt x="89215" y="195778"/>
                  <a:pt x="84259" y="208170"/>
                  <a:pt x="79303" y="223039"/>
                </a:cubicBezTo>
                <a:cubicBezTo>
                  <a:pt x="12391" y="235430"/>
                  <a:pt x="12391" y="235430"/>
                  <a:pt x="12391" y="235430"/>
                </a:cubicBezTo>
                <a:cubicBezTo>
                  <a:pt x="4957" y="235430"/>
                  <a:pt x="0" y="242865"/>
                  <a:pt x="0" y="247821"/>
                </a:cubicBezTo>
                <a:cubicBezTo>
                  <a:pt x="0" y="317210"/>
                  <a:pt x="0" y="317210"/>
                  <a:pt x="0" y="317210"/>
                </a:cubicBezTo>
                <a:cubicBezTo>
                  <a:pt x="0" y="324645"/>
                  <a:pt x="4957" y="329602"/>
                  <a:pt x="12391" y="332080"/>
                </a:cubicBezTo>
                <a:cubicBezTo>
                  <a:pt x="79303" y="344471"/>
                  <a:pt x="79303" y="344471"/>
                  <a:pt x="79303" y="344471"/>
                </a:cubicBezTo>
                <a:cubicBezTo>
                  <a:pt x="84259" y="356862"/>
                  <a:pt x="89215" y="371732"/>
                  <a:pt x="96651" y="384123"/>
                </a:cubicBezTo>
                <a:cubicBezTo>
                  <a:pt x="56999" y="441122"/>
                  <a:pt x="56999" y="441122"/>
                  <a:pt x="56999" y="441122"/>
                </a:cubicBezTo>
                <a:cubicBezTo>
                  <a:pt x="54521" y="446077"/>
                  <a:pt x="54521" y="453512"/>
                  <a:pt x="59477" y="458469"/>
                </a:cubicBezTo>
                <a:cubicBezTo>
                  <a:pt x="106563" y="505555"/>
                  <a:pt x="106563" y="505555"/>
                  <a:pt x="106563" y="505555"/>
                </a:cubicBezTo>
                <a:cubicBezTo>
                  <a:pt x="111520" y="510511"/>
                  <a:pt x="118955" y="512990"/>
                  <a:pt x="126389" y="508033"/>
                </a:cubicBezTo>
                <a:cubicBezTo>
                  <a:pt x="180909" y="468382"/>
                  <a:pt x="180909" y="468382"/>
                  <a:pt x="180909" y="468382"/>
                </a:cubicBezTo>
                <a:cubicBezTo>
                  <a:pt x="193300" y="475817"/>
                  <a:pt x="208170" y="480772"/>
                  <a:pt x="220561" y="485729"/>
                </a:cubicBezTo>
                <a:cubicBezTo>
                  <a:pt x="232952" y="552640"/>
                  <a:pt x="232952" y="552640"/>
                  <a:pt x="232952" y="552640"/>
                </a:cubicBezTo>
                <a:cubicBezTo>
                  <a:pt x="235430" y="560075"/>
                  <a:pt x="240387" y="565032"/>
                  <a:pt x="247821" y="565032"/>
                </a:cubicBezTo>
                <a:cubicBezTo>
                  <a:pt x="314733" y="565032"/>
                  <a:pt x="314733" y="565032"/>
                  <a:pt x="314733" y="565032"/>
                </a:cubicBezTo>
                <a:cubicBezTo>
                  <a:pt x="322167" y="565032"/>
                  <a:pt x="329602" y="560075"/>
                  <a:pt x="329602" y="552640"/>
                </a:cubicBezTo>
                <a:cubicBezTo>
                  <a:pt x="341993" y="485729"/>
                  <a:pt x="341993" y="485729"/>
                  <a:pt x="341993" y="485729"/>
                </a:cubicBezTo>
                <a:cubicBezTo>
                  <a:pt x="356862" y="480772"/>
                  <a:pt x="369254" y="475817"/>
                  <a:pt x="381644" y="470860"/>
                </a:cubicBezTo>
                <a:cubicBezTo>
                  <a:pt x="438643" y="508033"/>
                  <a:pt x="438643" y="508033"/>
                  <a:pt x="438643" y="508033"/>
                </a:cubicBezTo>
                <a:cubicBezTo>
                  <a:pt x="446077" y="512990"/>
                  <a:pt x="453512" y="512990"/>
                  <a:pt x="458469" y="508033"/>
                </a:cubicBezTo>
                <a:cubicBezTo>
                  <a:pt x="505555" y="458469"/>
                  <a:pt x="505555" y="458469"/>
                  <a:pt x="505555" y="458469"/>
                </a:cubicBezTo>
                <a:cubicBezTo>
                  <a:pt x="510511" y="453512"/>
                  <a:pt x="510511" y="446077"/>
                  <a:pt x="508033" y="441122"/>
                </a:cubicBezTo>
                <a:cubicBezTo>
                  <a:pt x="468382" y="384123"/>
                  <a:pt x="468382" y="384123"/>
                  <a:pt x="468382" y="384123"/>
                </a:cubicBezTo>
                <a:cubicBezTo>
                  <a:pt x="475817" y="371732"/>
                  <a:pt x="480772" y="356862"/>
                  <a:pt x="485729" y="344471"/>
                </a:cubicBezTo>
                <a:cubicBezTo>
                  <a:pt x="552640" y="332080"/>
                  <a:pt x="552640" y="332080"/>
                  <a:pt x="552640" y="332080"/>
                </a:cubicBezTo>
                <a:cubicBezTo>
                  <a:pt x="560075" y="329602"/>
                  <a:pt x="565032" y="324645"/>
                  <a:pt x="565032" y="317210"/>
                </a:cubicBezTo>
                <a:cubicBezTo>
                  <a:pt x="565032" y="247821"/>
                  <a:pt x="565032" y="247821"/>
                  <a:pt x="565032" y="247821"/>
                </a:cubicBezTo>
                <a:cubicBezTo>
                  <a:pt x="565032" y="242865"/>
                  <a:pt x="560075" y="235430"/>
                  <a:pt x="552640" y="235430"/>
                </a:cubicBezTo>
                <a:close/>
                <a:moveTo>
                  <a:pt x="282517" y="369254"/>
                </a:moveTo>
                <a:cubicBezTo>
                  <a:pt x="235430" y="369254"/>
                  <a:pt x="195778" y="329602"/>
                  <a:pt x="195778" y="282517"/>
                </a:cubicBezTo>
                <a:cubicBezTo>
                  <a:pt x="195778" y="235430"/>
                  <a:pt x="235430" y="195778"/>
                  <a:pt x="282517" y="195778"/>
                </a:cubicBezTo>
                <a:cubicBezTo>
                  <a:pt x="329602" y="195778"/>
                  <a:pt x="369254" y="235430"/>
                  <a:pt x="369254" y="282517"/>
                </a:cubicBezTo>
                <a:cubicBezTo>
                  <a:pt x="369254" y="329602"/>
                  <a:pt x="329602" y="369254"/>
                  <a:pt x="282517" y="369254"/>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13">
            <a:extLst>
              <a:ext uri="{FF2B5EF4-FFF2-40B4-BE49-F238E27FC236}">
                <a16:creationId xmlns:a16="http://schemas.microsoft.com/office/drawing/2014/main" id="{2883F5DA-48AC-1BD0-72C7-08E0EC1803C4}"/>
              </a:ext>
            </a:extLst>
          </p:cNvPr>
          <p:cNvSpPr/>
          <p:nvPr/>
        </p:nvSpPr>
        <p:spPr>
          <a:xfrm>
            <a:off x="1435100" y="1803400"/>
            <a:ext cx="2794000" cy="3797300"/>
          </a:xfrm>
          <a:prstGeom prst="roundRect">
            <a:avLst>
              <a:gd name="adj" fmla="val 0"/>
            </a:avLst>
          </a:prstGeom>
          <a:noFill/>
          <a:ln w="12700" cap="flat" cmpd="sng">
            <a:solidFill>
              <a:srgbClr val="26476A">
                <a:alpha val="100000"/>
              </a:srgbClr>
            </a:solidFill>
            <a:prstDash val="sysDash"/>
            <a:miter lim="10000000"/>
          </a:ln>
        </p:spPr>
        <p:txBody>
          <a:bodyPr vert="horz" wrap="square" lIns="63500" tIns="63500" rIns="63500" bIns="63500" rtlCol="0" anchor="ctr"/>
          <a:lstStyle/>
          <a:p>
            <a:pPr algn="ctr">
              <a:defRPr/>
            </a:pPr>
            <a:endParaRPr/>
          </a:p>
        </p:txBody>
      </p:sp>
      <p:sp>
        <p:nvSpPr>
          <p:cNvPr id="10" name="AutoShape 14">
            <a:extLst>
              <a:ext uri="{FF2B5EF4-FFF2-40B4-BE49-F238E27FC236}">
                <a16:creationId xmlns:a16="http://schemas.microsoft.com/office/drawing/2014/main" id="{8E60BF4B-C75B-48EF-FF90-54A6B9A290A5}"/>
              </a:ext>
            </a:extLst>
          </p:cNvPr>
          <p:cNvSpPr/>
          <p:nvPr/>
        </p:nvSpPr>
        <p:spPr>
          <a:xfrm>
            <a:off x="1714500" y="4102100"/>
            <a:ext cx="2247900" cy="13589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12" name="AutoShape 15">
            <a:extLst>
              <a:ext uri="{FF2B5EF4-FFF2-40B4-BE49-F238E27FC236}">
                <a16:creationId xmlns:a16="http://schemas.microsoft.com/office/drawing/2014/main" id="{C033B28F-DC0E-2DBC-AC71-699BD730A50F}"/>
              </a:ext>
            </a:extLst>
          </p:cNvPr>
          <p:cNvSpPr/>
          <p:nvPr/>
        </p:nvSpPr>
        <p:spPr>
          <a:xfrm>
            <a:off x="1714500" y="2032000"/>
            <a:ext cx="2324100" cy="3683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endParaRPr lang="en-US" sz="1100" dirty="0"/>
          </a:p>
        </p:txBody>
      </p:sp>
      <p:sp>
        <p:nvSpPr>
          <p:cNvPr id="14" name="AutoShape 16">
            <a:extLst>
              <a:ext uri="{FF2B5EF4-FFF2-40B4-BE49-F238E27FC236}">
                <a16:creationId xmlns:a16="http://schemas.microsoft.com/office/drawing/2014/main" id="{BAC4252F-89E2-7976-0446-FA391568F9C6}"/>
              </a:ext>
            </a:extLst>
          </p:cNvPr>
          <p:cNvSpPr/>
          <p:nvPr/>
        </p:nvSpPr>
        <p:spPr>
          <a:xfrm rot="5400000">
            <a:off x="5016500" y="1485900"/>
            <a:ext cx="2159000" cy="2794000"/>
          </a:xfrm>
          <a:prstGeom prst="homePlate">
            <a:avLst>
              <a:gd name="adj" fmla="val 50000"/>
            </a:avLst>
          </a:prstGeom>
          <a:solidFill>
            <a:srgbClr val="448AD7">
              <a:alpha val="100000"/>
            </a:srgbClr>
          </a:solidFill>
          <a:ln w="25400" cap="flat" cmpd="sng">
            <a:noFill/>
            <a:prstDash val="solid"/>
            <a:round/>
          </a:ln>
        </p:spPr>
        <p:txBody>
          <a:bodyPr vert="vert270" wrap="square" lIns="63500" tIns="63500" rIns="63500" bIns="63500" rtlCol="0" anchor="ctr"/>
          <a:lstStyle/>
          <a:p>
            <a:pPr algn="ctr">
              <a:defRPr/>
            </a:pPr>
            <a:endParaRPr/>
          </a:p>
        </p:txBody>
      </p:sp>
      <p:sp>
        <p:nvSpPr>
          <p:cNvPr id="16" name="Freeform 17">
            <a:extLst>
              <a:ext uri="{FF2B5EF4-FFF2-40B4-BE49-F238E27FC236}">
                <a16:creationId xmlns:a16="http://schemas.microsoft.com/office/drawing/2014/main" id="{B13DA7AB-840C-1374-65B8-9CF900B31E7E}"/>
              </a:ext>
            </a:extLst>
          </p:cNvPr>
          <p:cNvSpPr/>
          <p:nvPr/>
        </p:nvSpPr>
        <p:spPr>
          <a:xfrm>
            <a:off x="5829300" y="2768600"/>
            <a:ext cx="565032" cy="565032"/>
          </a:xfrm>
          <a:custGeom>
            <a:avLst/>
            <a:gdLst/>
            <a:ahLst/>
            <a:cxnLst/>
            <a:rect l="l" t="t" r="r" b="b"/>
            <a:pathLst>
              <a:path w="565032" h="565032">
                <a:moveTo>
                  <a:pt x="311247" y="2394"/>
                </a:moveTo>
                <a:cubicBezTo>
                  <a:pt x="301669" y="0"/>
                  <a:pt x="292092" y="0"/>
                  <a:pt x="282517" y="0"/>
                </a:cubicBezTo>
                <a:cubicBezTo>
                  <a:pt x="198719" y="0"/>
                  <a:pt x="122104" y="38307"/>
                  <a:pt x="71826" y="95768"/>
                </a:cubicBezTo>
                <a:cubicBezTo>
                  <a:pt x="162806" y="251391"/>
                  <a:pt x="162806" y="251391"/>
                  <a:pt x="162806" y="251391"/>
                </a:cubicBezTo>
                <a:lnTo>
                  <a:pt x="311247" y="2394"/>
                </a:lnTo>
                <a:close/>
                <a:moveTo>
                  <a:pt x="47884" y="124498"/>
                </a:moveTo>
                <a:cubicBezTo>
                  <a:pt x="16759" y="169988"/>
                  <a:pt x="0" y="225055"/>
                  <a:pt x="0" y="282517"/>
                </a:cubicBezTo>
                <a:cubicBezTo>
                  <a:pt x="0" y="311247"/>
                  <a:pt x="4788" y="339976"/>
                  <a:pt x="11971" y="366314"/>
                </a:cubicBezTo>
                <a:cubicBezTo>
                  <a:pt x="193930" y="366314"/>
                  <a:pt x="193930" y="366314"/>
                  <a:pt x="193930" y="366314"/>
                </a:cubicBezTo>
                <a:lnTo>
                  <a:pt x="47884" y="124498"/>
                </a:lnTo>
                <a:close/>
                <a:moveTo>
                  <a:pt x="538696" y="162806"/>
                </a:moveTo>
                <a:cubicBezTo>
                  <a:pt x="502783" y="86191"/>
                  <a:pt x="430957" y="26336"/>
                  <a:pt x="347160" y="7183"/>
                </a:cubicBezTo>
                <a:cubicBezTo>
                  <a:pt x="253785" y="162806"/>
                  <a:pt x="253785" y="162806"/>
                  <a:pt x="253785" y="162806"/>
                </a:cubicBezTo>
                <a:lnTo>
                  <a:pt x="538696" y="162806"/>
                </a:lnTo>
                <a:close/>
                <a:moveTo>
                  <a:pt x="311247" y="399832"/>
                </a:moveTo>
                <a:cubicBezTo>
                  <a:pt x="26336" y="399832"/>
                  <a:pt x="26336" y="399832"/>
                  <a:pt x="26336" y="399832"/>
                </a:cubicBezTo>
                <a:cubicBezTo>
                  <a:pt x="62249" y="481235"/>
                  <a:pt x="138864" y="543484"/>
                  <a:pt x="229843" y="560244"/>
                </a:cubicBezTo>
                <a:cubicBezTo>
                  <a:pt x="222661" y="555455"/>
                  <a:pt x="222661" y="555455"/>
                  <a:pt x="222661" y="555455"/>
                </a:cubicBezTo>
                <a:lnTo>
                  <a:pt x="311247" y="399832"/>
                </a:lnTo>
                <a:close/>
                <a:moveTo>
                  <a:pt x="550667" y="196324"/>
                </a:moveTo>
                <a:cubicBezTo>
                  <a:pt x="371102" y="196324"/>
                  <a:pt x="371102" y="196324"/>
                  <a:pt x="371102" y="196324"/>
                </a:cubicBezTo>
                <a:cubicBezTo>
                  <a:pt x="514754" y="445322"/>
                  <a:pt x="514754" y="445322"/>
                  <a:pt x="514754" y="445322"/>
                </a:cubicBezTo>
                <a:cubicBezTo>
                  <a:pt x="545878" y="399832"/>
                  <a:pt x="565032" y="342372"/>
                  <a:pt x="565032" y="282517"/>
                </a:cubicBezTo>
                <a:cubicBezTo>
                  <a:pt x="565032" y="253785"/>
                  <a:pt x="560244" y="225055"/>
                  <a:pt x="550667" y="196324"/>
                </a:cubicBezTo>
                <a:close/>
                <a:moveTo>
                  <a:pt x="258575" y="565032"/>
                </a:moveTo>
                <a:cubicBezTo>
                  <a:pt x="265756" y="565032"/>
                  <a:pt x="275333" y="565032"/>
                  <a:pt x="282517" y="565032"/>
                </a:cubicBezTo>
                <a:cubicBezTo>
                  <a:pt x="363918" y="565032"/>
                  <a:pt x="438140" y="529119"/>
                  <a:pt x="490812" y="474053"/>
                </a:cubicBezTo>
                <a:cubicBezTo>
                  <a:pt x="399832" y="316034"/>
                  <a:pt x="399832" y="316034"/>
                  <a:pt x="399832" y="316034"/>
                </a:cubicBezTo>
                <a:lnTo>
                  <a:pt x="258575" y="565032"/>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a:extLst>
              <a:ext uri="{FF2B5EF4-FFF2-40B4-BE49-F238E27FC236}">
                <a16:creationId xmlns:a16="http://schemas.microsoft.com/office/drawing/2014/main" id="{5F73CAF8-F4AB-6DFF-753D-6B8059FEC75A}"/>
              </a:ext>
            </a:extLst>
          </p:cNvPr>
          <p:cNvSpPr/>
          <p:nvPr/>
        </p:nvSpPr>
        <p:spPr>
          <a:xfrm>
            <a:off x="4699000" y="1803400"/>
            <a:ext cx="2794000" cy="3797300"/>
          </a:xfrm>
          <a:prstGeom prst="roundRect">
            <a:avLst>
              <a:gd name="adj" fmla="val 0"/>
            </a:avLst>
          </a:prstGeom>
          <a:noFill/>
          <a:ln w="12700" cap="flat" cmpd="sng">
            <a:solidFill>
              <a:srgbClr val="009DD9">
                <a:alpha val="100000"/>
              </a:srgbClr>
            </a:solidFill>
            <a:prstDash val="sysDash"/>
            <a:miter lim="10000000"/>
          </a:ln>
        </p:spPr>
        <p:txBody>
          <a:bodyPr vert="horz" wrap="square" lIns="63500" tIns="63500" rIns="63500" bIns="63500" rtlCol="0" anchor="ctr"/>
          <a:lstStyle/>
          <a:p>
            <a:pPr algn="ctr">
              <a:defRPr/>
            </a:pPr>
            <a:endParaRPr/>
          </a:p>
        </p:txBody>
      </p:sp>
      <p:sp>
        <p:nvSpPr>
          <p:cNvPr id="20" name="AutoShape 19">
            <a:extLst>
              <a:ext uri="{FF2B5EF4-FFF2-40B4-BE49-F238E27FC236}">
                <a16:creationId xmlns:a16="http://schemas.microsoft.com/office/drawing/2014/main" id="{3801955C-EB39-EB20-EC17-C7DE07CE0B73}"/>
              </a:ext>
            </a:extLst>
          </p:cNvPr>
          <p:cNvSpPr/>
          <p:nvPr/>
        </p:nvSpPr>
        <p:spPr>
          <a:xfrm>
            <a:off x="4978400" y="2032000"/>
            <a:ext cx="2324100" cy="3683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endParaRPr lang="en-US" sz="1100" dirty="0"/>
          </a:p>
        </p:txBody>
      </p:sp>
      <p:sp>
        <p:nvSpPr>
          <p:cNvPr id="22" name="AutoShape 20">
            <a:extLst>
              <a:ext uri="{FF2B5EF4-FFF2-40B4-BE49-F238E27FC236}">
                <a16:creationId xmlns:a16="http://schemas.microsoft.com/office/drawing/2014/main" id="{50B799EE-E599-ABAB-0ADA-C185A45B9E28}"/>
              </a:ext>
            </a:extLst>
          </p:cNvPr>
          <p:cNvSpPr/>
          <p:nvPr/>
        </p:nvSpPr>
        <p:spPr>
          <a:xfrm>
            <a:off x="4978400" y="4102100"/>
            <a:ext cx="2247900" cy="13589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24" name="AutoShape 21">
            <a:extLst>
              <a:ext uri="{FF2B5EF4-FFF2-40B4-BE49-F238E27FC236}">
                <a16:creationId xmlns:a16="http://schemas.microsoft.com/office/drawing/2014/main" id="{4411208B-4DE0-5584-AA90-166B2070B570}"/>
              </a:ext>
            </a:extLst>
          </p:cNvPr>
          <p:cNvSpPr/>
          <p:nvPr/>
        </p:nvSpPr>
        <p:spPr>
          <a:xfrm rot="5400000">
            <a:off x="8280400" y="1485900"/>
            <a:ext cx="2159000" cy="2794000"/>
          </a:xfrm>
          <a:prstGeom prst="homePlate">
            <a:avLst>
              <a:gd name="adj" fmla="val 50000"/>
            </a:avLst>
          </a:prstGeom>
          <a:solidFill>
            <a:srgbClr val="5D90C5">
              <a:alpha val="100000"/>
            </a:srgbClr>
          </a:solidFill>
          <a:ln w="25400" cap="flat" cmpd="sng">
            <a:noFill/>
            <a:prstDash val="solid"/>
            <a:round/>
          </a:ln>
        </p:spPr>
        <p:txBody>
          <a:bodyPr vert="vert270" wrap="square" lIns="63500" tIns="63500" rIns="63500" bIns="63500" rtlCol="0" anchor="ctr"/>
          <a:lstStyle/>
          <a:p>
            <a:pPr algn="ctr">
              <a:defRPr/>
            </a:pPr>
            <a:endParaRPr/>
          </a:p>
        </p:txBody>
      </p:sp>
      <p:sp>
        <p:nvSpPr>
          <p:cNvPr id="26" name="Freeform 22">
            <a:extLst>
              <a:ext uri="{FF2B5EF4-FFF2-40B4-BE49-F238E27FC236}">
                <a16:creationId xmlns:a16="http://schemas.microsoft.com/office/drawing/2014/main" id="{51F336C0-D055-2568-FC78-5DE5B76F5126}"/>
              </a:ext>
            </a:extLst>
          </p:cNvPr>
          <p:cNvSpPr/>
          <p:nvPr/>
        </p:nvSpPr>
        <p:spPr>
          <a:xfrm>
            <a:off x="9080500" y="2768600"/>
            <a:ext cx="565032" cy="565032"/>
          </a:xfrm>
          <a:custGeom>
            <a:avLst/>
            <a:gdLst/>
            <a:ahLst/>
            <a:cxnLst/>
            <a:rect l="l" t="t" r="r" b="b"/>
            <a:pathLst>
              <a:path w="565032" h="565032">
                <a:moveTo>
                  <a:pt x="282517" y="0"/>
                </a:moveTo>
                <a:cubicBezTo>
                  <a:pt x="126893" y="0"/>
                  <a:pt x="0" y="126893"/>
                  <a:pt x="0" y="282517"/>
                </a:cubicBezTo>
                <a:cubicBezTo>
                  <a:pt x="0" y="438140"/>
                  <a:pt x="126893" y="565032"/>
                  <a:pt x="282517" y="565032"/>
                </a:cubicBezTo>
                <a:cubicBezTo>
                  <a:pt x="438140" y="565032"/>
                  <a:pt x="565032" y="438140"/>
                  <a:pt x="565032" y="282517"/>
                </a:cubicBezTo>
                <a:cubicBezTo>
                  <a:pt x="565032" y="126893"/>
                  <a:pt x="438140" y="0"/>
                  <a:pt x="282517" y="0"/>
                </a:cubicBezTo>
                <a:close/>
                <a:moveTo>
                  <a:pt x="253785" y="409409"/>
                </a:moveTo>
                <a:cubicBezTo>
                  <a:pt x="129287" y="390256"/>
                  <a:pt x="129287" y="390256"/>
                  <a:pt x="129287" y="390256"/>
                </a:cubicBezTo>
                <a:cubicBezTo>
                  <a:pt x="129287" y="289698"/>
                  <a:pt x="129287" y="289698"/>
                  <a:pt x="129287" y="289698"/>
                </a:cubicBezTo>
                <a:cubicBezTo>
                  <a:pt x="253785" y="289698"/>
                  <a:pt x="253785" y="289698"/>
                  <a:pt x="253785" y="289698"/>
                </a:cubicBezTo>
                <a:lnTo>
                  <a:pt x="253785" y="409409"/>
                </a:lnTo>
                <a:close/>
                <a:moveTo>
                  <a:pt x="253785" y="272940"/>
                </a:moveTo>
                <a:cubicBezTo>
                  <a:pt x="129287" y="272940"/>
                  <a:pt x="129287" y="272940"/>
                  <a:pt x="129287" y="272940"/>
                </a:cubicBezTo>
                <a:cubicBezTo>
                  <a:pt x="129287" y="172382"/>
                  <a:pt x="129287" y="172382"/>
                  <a:pt x="129287" y="172382"/>
                </a:cubicBezTo>
                <a:cubicBezTo>
                  <a:pt x="253785" y="153229"/>
                  <a:pt x="253785" y="153229"/>
                  <a:pt x="253785" y="153229"/>
                </a:cubicBezTo>
                <a:lnTo>
                  <a:pt x="253785" y="272940"/>
                </a:lnTo>
                <a:close/>
                <a:moveTo>
                  <a:pt x="435745" y="435745"/>
                </a:moveTo>
                <a:cubicBezTo>
                  <a:pt x="270546" y="411803"/>
                  <a:pt x="270546" y="411803"/>
                  <a:pt x="270546" y="411803"/>
                </a:cubicBezTo>
                <a:cubicBezTo>
                  <a:pt x="270546" y="289698"/>
                  <a:pt x="270546" y="289698"/>
                  <a:pt x="270546" y="289698"/>
                </a:cubicBezTo>
                <a:cubicBezTo>
                  <a:pt x="435745" y="289698"/>
                  <a:pt x="435745" y="289698"/>
                  <a:pt x="435745" y="289698"/>
                </a:cubicBezTo>
                <a:lnTo>
                  <a:pt x="435745" y="435745"/>
                </a:lnTo>
                <a:close/>
                <a:moveTo>
                  <a:pt x="435745" y="272940"/>
                </a:moveTo>
                <a:cubicBezTo>
                  <a:pt x="270546" y="272940"/>
                  <a:pt x="270546" y="272940"/>
                  <a:pt x="270546" y="272940"/>
                </a:cubicBezTo>
                <a:cubicBezTo>
                  <a:pt x="270546" y="150835"/>
                  <a:pt x="270546" y="150835"/>
                  <a:pt x="270546" y="150835"/>
                </a:cubicBezTo>
                <a:cubicBezTo>
                  <a:pt x="435745" y="126893"/>
                  <a:pt x="435745" y="126893"/>
                  <a:pt x="435745" y="126893"/>
                </a:cubicBezTo>
                <a:lnTo>
                  <a:pt x="435745" y="272940"/>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3">
            <a:extLst>
              <a:ext uri="{FF2B5EF4-FFF2-40B4-BE49-F238E27FC236}">
                <a16:creationId xmlns:a16="http://schemas.microsoft.com/office/drawing/2014/main" id="{52C3F0F6-5389-8853-F6E6-46C93F4CA46D}"/>
              </a:ext>
            </a:extLst>
          </p:cNvPr>
          <p:cNvSpPr/>
          <p:nvPr/>
        </p:nvSpPr>
        <p:spPr>
          <a:xfrm>
            <a:off x="7962900" y="1803400"/>
            <a:ext cx="2794000" cy="3797300"/>
          </a:xfrm>
          <a:prstGeom prst="roundRect">
            <a:avLst>
              <a:gd name="adj" fmla="val 0"/>
            </a:avLst>
          </a:prstGeom>
          <a:noFill/>
          <a:ln w="12700" cap="flat" cmpd="sng">
            <a:solidFill>
              <a:srgbClr val="0BD0D9">
                <a:alpha val="100000"/>
              </a:srgbClr>
            </a:solidFill>
            <a:prstDash val="sysDash"/>
            <a:miter lim="10000000"/>
          </a:ln>
        </p:spPr>
        <p:txBody>
          <a:bodyPr vert="horz" wrap="square" lIns="63500" tIns="63500" rIns="63500" bIns="63500" rtlCol="0" anchor="ctr"/>
          <a:lstStyle/>
          <a:p>
            <a:pPr algn="ctr">
              <a:defRPr/>
            </a:pPr>
            <a:endParaRPr/>
          </a:p>
        </p:txBody>
      </p:sp>
      <p:sp>
        <p:nvSpPr>
          <p:cNvPr id="30" name="AutoShape 24">
            <a:extLst>
              <a:ext uri="{FF2B5EF4-FFF2-40B4-BE49-F238E27FC236}">
                <a16:creationId xmlns:a16="http://schemas.microsoft.com/office/drawing/2014/main" id="{5D2158F1-D1C5-BF4F-76FF-6C8D43C46FDF}"/>
              </a:ext>
            </a:extLst>
          </p:cNvPr>
          <p:cNvSpPr/>
          <p:nvPr/>
        </p:nvSpPr>
        <p:spPr>
          <a:xfrm>
            <a:off x="8229600" y="2032000"/>
            <a:ext cx="2324100" cy="3683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endParaRPr lang="en-US" sz="1100" dirty="0"/>
          </a:p>
        </p:txBody>
      </p:sp>
      <p:sp>
        <p:nvSpPr>
          <p:cNvPr id="32" name="AutoShape 25">
            <a:extLst>
              <a:ext uri="{FF2B5EF4-FFF2-40B4-BE49-F238E27FC236}">
                <a16:creationId xmlns:a16="http://schemas.microsoft.com/office/drawing/2014/main" id="{DBFA3E45-57BB-6CC2-FC04-9F2BAA84BF73}"/>
              </a:ext>
            </a:extLst>
          </p:cNvPr>
          <p:cNvSpPr/>
          <p:nvPr/>
        </p:nvSpPr>
        <p:spPr>
          <a:xfrm>
            <a:off x="8318500" y="4102100"/>
            <a:ext cx="2247900" cy="13589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Tree>
    <p:extLst>
      <p:ext uri="{BB962C8B-B14F-4D97-AF65-F5344CB8AC3E}">
        <p14:creationId xmlns:p14="http://schemas.microsoft.com/office/powerpoint/2010/main" val="251930629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7_自定义版式">
    <p:spTree>
      <p:nvGrpSpPr>
        <p:cNvPr id="1" name=""/>
        <p:cNvGrpSpPr/>
        <p:nvPr/>
      </p:nvGrpSpPr>
      <p:grpSpPr>
        <a:xfrm>
          <a:off x="0" y="0"/>
          <a:ext cx="0" cy="0"/>
          <a:chOff x="0" y="0"/>
          <a:chExt cx="0" cy="0"/>
        </a:xfrm>
      </p:grpSpPr>
      <p:sp>
        <p:nvSpPr>
          <p:cNvPr id="4" name="任意多边形: 形状 3">
            <a:extLst>
              <a:ext uri="{FF2B5EF4-FFF2-40B4-BE49-F238E27FC236}">
                <a16:creationId xmlns:a16="http://schemas.microsoft.com/office/drawing/2014/main" id="{DA860E43-ED1B-00AC-09F7-33B5922AF3D9}"/>
              </a:ext>
            </a:extLst>
          </p:cNvPr>
          <p:cNvSpPr/>
          <p:nvPr/>
        </p:nvSpPr>
        <p:spPr>
          <a:xfrm>
            <a:off x="643783" y="1899186"/>
            <a:ext cx="2726778" cy="1459359"/>
          </a:xfrm>
          <a:custGeom>
            <a:avLst/>
            <a:gdLst>
              <a:gd name="connsiteX0" fmla="*/ 0 w 2754321"/>
              <a:gd name="connsiteY0" fmla="*/ 0 h 1474101"/>
              <a:gd name="connsiteX1" fmla="*/ 2754322 w 2754321"/>
              <a:gd name="connsiteY1" fmla="*/ 0 h 1474101"/>
              <a:gd name="connsiteX2" fmla="*/ 2754322 w 2754321"/>
              <a:gd name="connsiteY2" fmla="*/ 1474102 h 1474101"/>
              <a:gd name="connsiteX3" fmla="*/ 0 w 2754321"/>
              <a:gd name="connsiteY3" fmla="*/ 1474102 h 1474101"/>
            </a:gdLst>
            <a:ahLst/>
            <a:cxnLst>
              <a:cxn ang="0">
                <a:pos x="connsiteX0" y="connsiteY0"/>
              </a:cxn>
              <a:cxn ang="0">
                <a:pos x="connsiteX1" y="connsiteY1"/>
              </a:cxn>
              <a:cxn ang="0">
                <a:pos x="connsiteX2" y="connsiteY2"/>
              </a:cxn>
              <a:cxn ang="0">
                <a:pos x="connsiteX3" y="connsiteY3"/>
              </a:cxn>
            </a:cxnLst>
            <a:rect l="l" t="t" r="r" b="b"/>
            <a:pathLst>
              <a:path w="2754321" h="1474101">
                <a:moveTo>
                  <a:pt x="0" y="0"/>
                </a:moveTo>
                <a:lnTo>
                  <a:pt x="2754322" y="0"/>
                </a:lnTo>
                <a:lnTo>
                  <a:pt x="2754322" y="1474102"/>
                </a:lnTo>
                <a:lnTo>
                  <a:pt x="0" y="1474102"/>
                </a:lnTo>
                <a:close/>
              </a:path>
            </a:pathLst>
          </a:custGeom>
          <a:solidFill>
            <a:srgbClr val="4A66AC"/>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 name="任意多边形: 形状 4">
            <a:extLst>
              <a:ext uri="{FF2B5EF4-FFF2-40B4-BE49-F238E27FC236}">
                <a16:creationId xmlns:a16="http://schemas.microsoft.com/office/drawing/2014/main" id="{7D12B520-2826-BB4F-561F-129162B2E170}"/>
              </a:ext>
            </a:extLst>
          </p:cNvPr>
          <p:cNvSpPr/>
          <p:nvPr/>
        </p:nvSpPr>
        <p:spPr>
          <a:xfrm>
            <a:off x="905957" y="1528394"/>
            <a:ext cx="2202135" cy="2202135"/>
          </a:xfrm>
          <a:custGeom>
            <a:avLst/>
            <a:gdLst>
              <a:gd name="connsiteX0" fmla="*/ 1112189 w 2224378"/>
              <a:gd name="connsiteY0" fmla="*/ 2224379 h 2224378"/>
              <a:gd name="connsiteX1" fmla="*/ 679337 w 2224378"/>
              <a:gd name="connsiteY1" fmla="*/ 2136907 h 2224378"/>
              <a:gd name="connsiteX2" fmla="*/ 325841 w 2224378"/>
              <a:gd name="connsiteY2" fmla="*/ 1898538 h 2224378"/>
              <a:gd name="connsiteX3" fmla="*/ 87472 w 2224378"/>
              <a:gd name="connsiteY3" fmla="*/ 1545042 h 2224378"/>
              <a:gd name="connsiteX4" fmla="*/ 0 w 2224378"/>
              <a:gd name="connsiteY4" fmla="*/ 1112189 h 2224378"/>
              <a:gd name="connsiteX5" fmla="*/ 87472 w 2224378"/>
              <a:gd name="connsiteY5" fmla="*/ 679337 h 2224378"/>
              <a:gd name="connsiteX6" fmla="*/ 325841 w 2224378"/>
              <a:gd name="connsiteY6" fmla="*/ 325842 h 2224378"/>
              <a:gd name="connsiteX7" fmla="*/ 679337 w 2224378"/>
              <a:gd name="connsiteY7" fmla="*/ 87472 h 2224378"/>
              <a:gd name="connsiteX8" fmla="*/ 1112189 w 2224378"/>
              <a:gd name="connsiteY8" fmla="*/ 0 h 2224378"/>
              <a:gd name="connsiteX9" fmla="*/ 1545041 w 2224378"/>
              <a:gd name="connsiteY9" fmla="*/ 87472 h 2224378"/>
              <a:gd name="connsiteX10" fmla="*/ 1898537 w 2224378"/>
              <a:gd name="connsiteY10" fmla="*/ 325842 h 2224378"/>
              <a:gd name="connsiteX11" fmla="*/ 2136907 w 2224378"/>
              <a:gd name="connsiteY11" fmla="*/ 679337 h 2224378"/>
              <a:gd name="connsiteX12" fmla="*/ 2224379 w 2224378"/>
              <a:gd name="connsiteY12" fmla="*/ 1112189 h 2224378"/>
              <a:gd name="connsiteX13" fmla="*/ 2136907 w 2224378"/>
              <a:gd name="connsiteY13" fmla="*/ 1545042 h 2224378"/>
              <a:gd name="connsiteX14" fmla="*/ 1898537 w 2224378"/>
              <a:gd name="connsiteY14" fmla="*/ 1898538 h 2224378"/>
              <a:gd name="connsiteX15" fmla="*/ 1545041 w 2224378"/>
              <a:gd name="connsiteY15" fmla="*/ 2136907 h 2224378"/>
              <a:gd name="connsiteX16" fmla="*/ 1112189 w 2224378"/>
              <a:gd name="connsiteY16" fmla="*/ 2224379 h 2224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24378" h="2224378">
                <a:moveTo>
                  <a:pt x="1112189" y="2224379"/>
                </a:moveTo>
                <a:cubicBezTo>
                  <a:pt x="962194" y="2224379"/>
                  <a:pt x="816407" y="2194921"/>
                  <a:pt x="679337" y="2136907"/>
                </a:cubicBezTo>
                <a:cubicBezTo>
                  <a:pt x="546776" y="2080997"/>
                  <a:pt x="428043" y="2000739"/>
                  <a:pt x="325841" y="1898538"/>
                </a:cubicBezTo>
                <a:cubicBezTo>
                  <a:pt x="223640" y="1796336"/>
                  <a:pt x="143683" y="1677603"/>
                  <a:pt x="87472" y="1545042"/>
                </a:cubicBezTo>
                <a:cubicBezTo>
                  <a:pt x="29458" y="1407972"/>
                  <a:pt x="0" y="1262185"/>
                  <a:pt x="0" y="1112189"/>
                </a:cubicBezTo>
                <a:cubicBezTo>
                  <a:pt x="0" y="962194"/>
                  <a:pt x="29458" y="816407"/>
                  <a:pt x="87472" y="679337"/>
                </a:cubicBezTo>
                <a:cubicBezTo>
                  <a:pt x="143382" y="546776"/>
                  <a:pt x="223640" y="428043"/>
                  <a:pt x="325841" y="325842"/>
                </a:cubicBezTo>
                <a:cubicBezTo>
                  <a:pt x="428043" y="223640"/>
                  <a:pt x="546776" y="143683"/>
                  <a:pt x="679337" y="87472"/>
                </a:cubicBezTo>
                <a:cubicBezTo>
                  <a:pt x="816407" y="29458"/>
                  <a:pt x="962194" y="0"/>
                  <a:pt x="1112189" y="0"/>
                </a:cubicBezTo>
                <a:cubicBezTo>
                  <a:pt x="1262185" y="0"/>
                  <a:pt x="1407972" y="29458"/>
                  <a:pt x="1545041" y="87472"/>
                </a:cubicBezTo>
                <a:cubicBezTo>
                  <a:pt x="1677602" y="143382"/>
                  <a:pt x="1796336" y="223640"/>
                  <a:pt x="1898537" y="325842"/>
                </a:cubicBezTo>
                <a:cubicBezTo>
                  <a:pt x="2000738" y="428043"/>
                  <a:pt x="2080696" y="546776"/>
                  <a:pt x="2136907" y="679337"/>
                </a:cubicBezTo>
                <a:cubicBezTo>
                  <a:pt x="2194921" y="816407"/>
                  <a:pt x="2224379" y="962194"/>
                  <a:pt x="2224379" y="1112189"/>
                </a:cubicBezTo>
                <a:cubicBezTo>
                  <a:pt x="2224379" y="1262185"/>
                  <a:pt x="2194921" y="1407972"/>
                  <a:pt x="2136907" y="1545042"/>
                </a:cubicBezTo>
                <a:cubicBezTo>
                  <a:pt x="2080996" y="1677603"/>
                  <a:pt x="2000738" y="1796336"/>
                  <a:pt x="1898537" y="1898538"/>
                </a:cubicBezTo>
                <a:cubicBezTo>
                  <a:pt x="1796336" y="2000739"/>
                  <a:pt x="1677602" y="2080696"/>
                  <a:pt x="1545041" y="2136907"/>
                </a:cubicBezTo>
                <a:cubicBezTo>
                  <a:pt x="1407972" y="2194921"/>
                  <a:pt x="1262185" y="2224379"/>
                  <a:pt x="1112189" y="2224379"/>
                </a:cubicBezTo>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6" name="任意多边形: 形状 5">
            <a:extLst>
              <a:ext uri="{FF2B5EF4-FFF2-40B4-BE49-F238E27FC236}">
                <a16:creationId xmlns:a16="http://schemas.microsoft.com/office/drawing/2014/main" id="{DEFC6D69-7F05-C197-585C-14BDD85A7225}"/>
              </a:ext>
            </a:extLst>
          </p:cNvPr>
          <p:cNvSpPr/>
          <p:nvPr/>
        </p:nvSpPr>
        <p:spPr>
          <a:xfrm>
            <a:off x="1212469" y="1835203"/>
            <a:ext cx="1588512" cy="1588512"/>
          </a:xfrm>
          <a:custGeom>
            <a:avLst/>
            <a:gdLst>
              <a:gd name="connsiteX0" fmla="*/ 1604559 w 1604558"/>
              <a:gd name="connsiteY0" fmla="*/ 802279 h 1604558"/>
              <a:gd name="connsiteX1" fmla="*/ 1541434 w 1604558"/>
              <a:gd name="connsiteY1" fmla="*/ 1114594 h 1604558"/>
              <a:gd name="connsiteX2" fmla="*/ 1369496 w 1604558"/>
              <a:gd name="connsiteY2" fmla="*/ 1369496 h 1604558"/>
              <a:gd name="connsiteX3" fmla="*/ 1114594 w 1604558"/>
              <a:gd name="connsiteY3" fmla="*/ 1541435 h 1604558"/>
              <a:gd name="connsiteX4" fmla="*/ 802279 w 1604558"/>
              <a:gd name="connsiteY4" fmla="*/ 1604559 h 1604558"/>
              <a:gd name="connsiteX5" fmla="*/ 489965 w 1604558"/>
              <a:gd name="connsiteY5" fmla="*/ 1541435 h 1604558"/>
              <a:gd name="connsiteX6" fmla="*/ 235063 w 1604558"/>
              <a:gd name="connsiteY6" fmla="*/ 1369496 h 1604558"/>
              <a:gd name="connsiteX7" fmla="*/ 63124 w 1604558"/>
              <a:gd name="connsiteY7" fmla="*/ 1114594 h 1604558"/>
              <a:gd name="connsiteX8" fmla="*/ 0 w 1604558"/>
              <a:gd name="connsiteY8" fmla="*/ 802279 h 1604558"/>
              <a:gd name="connsiteX9" fmla="*/ 63124 w 1604558"/>
              <a:gd name="connsiteY9" fmla="*/ 489965 h 1604558"/>
              <a:gd name="connsiteX10" fmla="*/ 235063 w 1604558"/>
              <a:gd name="connsiteY10" fmla="*/ 235063 h 1604558"/>
              <a:gd name="connsiteX11" fmla="*/ 489965 w 1604558"/>
              <a:gd name="connsiteY11" fmla="*/ 63124 h 1604558"/>
              <a:gd name="connsiteX12" fmla="*/ 802279 w 1604558"/>
              <a:gd name="connsiteY12" fmla="*/ 0 h 1604558"/>
              <a:gd name="connsiteX13" fmla="*/ 1114594 w 1604558"/>
              <a:gd name="connsiteY13" fmla="*/ 63124 h 1604558"/>
              <a:gd name="connsiteX14" fmla="*/ 1369496 w 1604558"/>
              <a:gd name="connsiteY14" fmla="*/ 235063 h 1604558"/>
              <a:gd name="connsiteX15" fmla="*/ 1541434 w 1604558"/>
              <a:gd name="connsiteY15" fmla="*/ 489965 h 1604558"/>
              <a:gd name="connsiteX16" fmla="*/ 1604559 w 1604558"/>
              <a:gd name="connsiteY16" fmla="*/ 802279 h 160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4558" h="1604558">
                <a:moveTo>
                  <a:pt x="1604559" y="802279"/>
                </a:moveTo>
                <a:cubicBezTo>
                  <a:pt x="1604559" y="910492"/>
                  <a:pt x="1583217" y="1015699"/>
                  <a:pt x="1541434" y="1114594"/>
                </a:cubicBezTo>
                <a:cubicBezTo>
                  <a:pt x="1501155" y="1210182"/>
                  <a:pt x="1443141" y="1295851"/>
                  <a:pt x="1369496" y="1369496"/>
                </a:cubicBezTo>
                <a:cubicBezTo>
                  <a:pt x="1295851" y="1443141"/>
                  <a:pt x="1210182" y="1500855"/>
                  <a:pt x="1114594" y="1541435"/>
                </a:cubicBezTo>
                <a:cubicBezTo>
                  <a:pt x="1015700" y="1583217"/>
                  <a:pt x="910492" y="1604559"/>
                  <a:pt x="802279" y="1604559"/>
                </a:cubicBezTo>
                <a:cubicBezTo>
                  <a:pt x="694066" y="1604559"/>
                  <a:pt x="588859" y="1583217"/>
                  <a:pt x="489965" y="1541435"/>
                </a:cubicBezTo>
                <a:cubicBezTo>
                  <a:pt x="394376" y="1501155"/>
                  <a:pt x="308708" y="1443141"/>
                  <a:pt x="235063" y="1369496"/>
                </a:cubicBezTo>
                <a:cubicBezTo>
                  <a:pt x="161418" y="1295851"/>
                  <a:pt x="103704" y="1210182"/>
                  <a:pt x="63124" y="1114594"/>
                </a:cubicBezTo>
                <a:cubicBezTo>
                  <a:pt x="21342" y="1015699"/>
                  <a:pt x="0" y="910492"/>
                  <a:pt x="0" y="802279"/>
                </a:cubicBezTo>
                <a:cubicBezTo>
                  <a:pt x="0" y="694066"/>
                  <a:pt x="21342" y="588859"/>
                  <a:pt x="63124" y="489965"/>
                </a:cubicBezTo>
                <a:cubicBezTo>
                  <a:pt x="103404" y="394376"/>
                  <a:pt x="161418" y="308708"/>
                  <a:pt x="235063" y="235063"/>
                </a:cubicBezTo>
                <a:cubicBezTo>
                  <a:pt x="308708" y="161418"/>
                  <a:pt x="394376" y="103704"/>
                  <a:pt x="489965" y="63124"/>
                </a:cubicBezTo>
                <a:cubicBezTo>
                  <a:pt x="588859" y="21342"/>
                  <a:pt x="694066" y="0"/>
                  <a:pt x="802279" y="0"/>
                </a:cubicBezTo>
                <a:cubicBezTo>
                  <a:pt x="910492" y="0"/>
                  <a:pt x="1015700" y="21342"/>
                  <a:pt x="1114594" y="63124"/>
                </a:cubicBezTo>
                <a:cubicBezTo>
                  <a:pt x="1210182" y="103404"/>
                  <a:pt x="1295851" y="161418"/>
                  <a:pt x="1369496" y="235063"/>
                </a:cubicBezTo>
                <a:cubicBezTo>
                  <a:pt x="1443141" y="308708"/>
                  <a:pt x="1500854" y="394376"/>
                  <a:pt x="1541434" y="489965"/>
                </a:cubicBezTo>
                <a:cubicBezTo>
                  <a:pt x="1583517" y="588859"/>
                  <a:pt x="1604559" y="693766"/>
                  <a:pt x="1604559" y="802279"/>
                </a:cubicBezTo>
              </a:path>
            </a:pathLst>
          </a:custGeom>
          <a:noFill/>
          <a:ln w="178551" cap="flat">
            <a:solidFill>
              <a:srgbClr val="4A66AC"/>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7" name="任意多边形: 形状 6">
            <a:extLst>
              <a:ext uri="{FF2B5EF4-FFF2-40B4-BE49-F238E27FC236}">
                <a16:creationId xmlns:a16="http://schemas.microsoft.com/office/drawing/2014/main" id="{73233544-E976-4A04-CC6D-21218A20525B}"/>
              </a:ext>
            </a:extLst>
          </p:cNvPr>
          <p:cNvSpPr/>
          <p:nvPr/>
        </p:nvSpPr>
        <p:spPr>
          <a:xfrm>
            <a:off x="1278236" y="1900673"/>
            <a:ext cx="1457575" cy="1457575"/>
          </a:xfrm>
          <a:custGeom>
            <a:avLst/>
            <a:gdLst>
              <a:gd name="connsiteX0" fmla="*/ 1472298 w 1472298"/>
              <a:gd name="connsiteY0" fmla="*/ 736149 h 1472298"/>
              <a:gd name="connsiteX1" fmla="*/ 736149 w 1472298"/>
              <a:gd name="connsiteY1" fmla="*/ 1472298 h 1472298"/>
              <a:gd name="connsiteX2" fmla="*/ 0 w 1472298"/>
              <a:gd name="connsiteY2" fmla="*/ 736149 h 1472298"/>
              <a:gd name="connsiteX3" fmla="*/ 736149 w 1472298"/>
              <a:gd name="connsiteY3" fmla="*/ 0 h 1472298"/>
              <a:gd name="connsiteX4" fmla="*/ 1472298 w 1472298"/>
              <a:gd name="connsiteY4" fmla="*/ 736149 h 1472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2298" h="1472298">
                <a:moveTo>
                  <a:pt x="1472298" y="736149"/>
                </a:moveTo>
                <a:cubicBezTo>
                  <a:pt x="1472298" y="1142713"/>
                  <a:pt x="1142713" y="1472298"/>
                  <a:pt x="736149" y="1472298"/>
                </a:cubicBezTo>
                <a:cubicBezTo>
                  <a:pt x="329585" y="1472298"/>
                  <a:pt x="0" y="1142713"/>
                  <a:pt x="0" y="736149"/>
                </a:cubicBezTo>
                <a:cubicBezTo>
                  <a:pt x="0" y="329585"/>
                  <a:pt x="329585" y="0"/>
                  <a:pt x="736149" y="0"/>
                </a:cubicBezTo>
                <a:cubicBezTo>
                  <a:pt x="1142713" y="0"/>
                  <a:pt x="1472298" y="329585"/>
                  <a:pt x="1472298" y="736149"/>
                </a:cubicBezTo>
                <a:close/>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8" name="任意多边形: 形状 7">
            <a:extLst>
              <a:ext uri="{FF2B5EF4-FFF2-40B4-BE49-F238E27FC236}">
                <a16:creationId xmlns:a16="http://schemas.microsoft.com/office/drawing/2014/main" id="{85C9BFD3-4439-442F-8F2C-EEB5822766BB}"/>
              </a:ext>
            </a:extLst>
          </p:cNvPr>
          <p:cNvSpPr/>
          <p:nvPr/>
        </p:nvSpPr>
        <p:spPr>
          <a:xfrm>
            <a:off x="1348466" y="1970904"/>
            <a:ext cx="1317114" cy="1317114"/>
          </a:xfrm>
          <a:custGeom>
            <a:avLst/>
            <a:gdLst>
              <a:gd name="connsiteX0" fmla="*/ 1330419 w 1330418"/>
              <a:gd name="connsiteY0" fmla="*/ 665209 h 1330418"/>
              <a:gd name="connsiteX1" fmla="*/ 665209 w 1330418"/>
              <a:gd name="connsiteY1" fmla="*/ 1330419 h 1330418"/>
              <a:gd name="connsiteX2" fmla="*/ 0 w 1330418"/>
              <a:gd name="connsiteY2" fmla="*/ 665209 h 1330418"/>
              <a:gd name="connsiteX3" fmla="*/ 665209 w 1330418"/>
              <a:gd name="connsiteY3" fmla="*/ 0 h 1330418"/>
              <a:gd name="connsiteX4" fmla="*/ 1330419 w 1330418"/>
              <a:gd name="connsiteY4" fmla="*/ 665209 h 1330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0418" h="1330418">
                <a:moveTo>
                  <a:pt x="1330419" y="665209"/>
                </a:moveTo>
                <a:cubicBezTo>
                  <a:pt x="1330419" y="1032595"/>
                  <a:pt x="1032594" y="1330419"/>
                  <a:pt x="665209" y="1330419"/>
                </a:cubicBezTo>
                <a:cubicBezTo>
                  <a:pt x="297824" y="1330419"/>
                  <a:pt x="0" y="1032594"/>
                  <a:pt x="0" y="665209"/>
                </a:cubicBezTo>
                <a:cubicBezTo>
                  <a:pt x="0" y="297824"/>
                  <a:pt x="297825" y="0"/>
                  <a:pt x="665209" y="0"/>
                </a:cubicBezTo>
                <a:cubicBezTo>
                  <a:pt x="1032595" y="0"/>
                  <a:pt x="1330419" y="297825"/>
                  <a:pt x="1330419" y="665209"/>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9" name="任意多边形: 形状 8">
            <a:extLst>
              <a:ext uri="{FF2B5EF4-FFF2-40B4-BE49-F238E27FC236}">
                <a16:creationId xmlns:a16="http://schemas.microsoft.com/office/drawing/2014/main" id="{31373D56-0DB8-6CB4-8E04-A5A9BF9742C0}"/>
              </a:ext>
            </a:extLst>
          </p:cNvPr>
          <p:cNvSpPr/>
          <p:nvPr/>
        </p:nvSpPr>
        <p:spPr>
          <a:xfrm>
            <a:off x="1705271" y="4107568"/>
            <a:ext cx="603504" cy="603504"/>
          </a:xfrm>
          <a:custGeom>
            <a:avLst/>
            <a:gdLst>
              <a:gd name="connsiteX0" fmla="*/ 304800 w 609600"/>
              <a:gd name="connsiteY0" fmla="*/ 609600 h 609600"/>
              <a:gd name="connsiteX1" fmla="*/ 186066 w 609600"/>
              <a:gd name="connsiteY1" fmla="*/ 585553 h 609600"/>
              <a:gd name="connsiteX2" fmla="*/ 89276 w 609600"/>
              <a:gd name="connsiteY2" fmla="*/ 520324 h 609600"/>
              <a:gd name="connsiteX3" fmla="*/ 24047 w 609600"/>
              <a:gd name="connsiteY3" fmla="*/ 423534 h 609600"/>
              <a:gd name="connsiteX4" fmla="*/ 0 w 609600"/>
              <a:gd name="connsiteY4" fmla="*/ 304800 h 609600"/>
              <a:gd name="connsiteX5" fmla="*/ 24047 w 609600"/>
              <a:gd name="connsiteY5" fmla="*/ 186066 h 609600"/>
              <a:gd name="connsiteX6" fmla="*/ 89276 w 609600"/>
              <a:gd name="connsiteY6" fmla="*/ 89276 h 609600"/>
              <a:gd name="connsiteX7" fmla="*/ 186066 w 609600"/>
              <a:gd name="connsiteY7" fmla="*/ 24047 h 609600"/>
              <a:gd name="connsiteX8" fmla="*/ 304800 w 609600"/>
              <a:gd name="connsiteY8" fmla="*/ 0 h 609600"/>
              <a:gd name="connsiteX9" fmla="*/ 423534 w 609600"/>
              <a:gd name="connsiteY9" fmla="*/ 24047 h 609600"/>
              <a:gd name="connsiteX10" fmla="*/ 520324 w 609600"/>
              <a:gd name="connsiteY10" fmla="*/ 89276 h 609600"/>
              <a:gd name="connsiteX11" fmla="*/ 585553 w 609600"/>
              <a:gd name="connsiteY11" fmla="*/ 186066 h 609600"/>
              <a:gd name="connsiteX12" fmla="*/ 609600 w 609600"/>
              <a:gd name="connsiteY12" fmla="*/ 304800 h 609600"/>
              <a:gd name="connsiteX13" fmla="*/ 585553 w 609600"/>
              <a:gd name="connsiteY13" fmla="*/ 423534 h 609600"/>
              <a:gd name="connsiteX14" fmla="*/ 520324 w 609600"/>
              <a:gd name="connsiteY14" fmla="*/ 520324 h 609600"/>
              <a:gd name="connsiteX15" fmla="*/ 423534 w 609600"/>
              <a:gd name="connsiteY15" fmla="*/ 585553 h 609600"/>
              <a:gd name="connsiteX16" fmla="*/ 304800 w 609600"/>
              <a:gd name="connsiteY16" fmla="*/ 60960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600" h="609600">
                <a:moveTo>
                  <a:pt x="304800" y="609600"/>
                </a:moveTo>
                <a:cubicBezTo>
                  <a:pt x="263619" y="609600"/>
                  <a:pt x="223640" y="601484"/>
                  <a:pt x="186066" y="585553"/>
                </a:cubicBezTo>
                <a:cubicBezTo>
                  <a:pt x="149695" y="570222"/>
                  <a:pt x="117231" y="548279"/>
                  <a:pt x="89276" y="520324"/>
                </a:cubicBezTo>
                <a:cubicBezTo>
                  <a:pt x="61321" y="492369"/>
                  <a:pt x="39378" y="459905"/>
                  <a:pt x="24047" y="423534"/>
                </a:cubicBezTo>
                <a:cubicBezTo>
                  <a:pt x="8116" y="385960"/>
                  <a:pt x="0" y="345981"/>
                  <a:pt x="0" y="304800"/>
                </a:cubicBezTo>
                <a:cubicBezTo>
                  <a:pt x="0" y="263619"/>
                  <a:pt x="8116" y="223640"/>
                  <a:pt x="24047" y="186066"/>
                </a:cubicBezTo>
                <a:cubicBezTo>
                  <a:pt x="39378" y="149695"/>
                  <a:pt x="61321" y="117231"/>
                  <a:pt x="89276" y="89276"/>
                </a:cubicBezTo>
                <a:cubicBezTo>
                  <a:pt x="117231" y="61321"/>
                  <a:pt x="149695" y="39377"/>
                  <a:pt x="186066" y="24047"/>
                </a:cubicBezTo>
                <a:cubicBezTo>
                  <a:pt x="223640" y="8116"/>
                  <a:pt x="263619" y="0"/>
                  <a:pt x="304800" y="0"/>
                </a:cubicBezTo>
                <a:cubicBezTo>
                  <a:pt x="345981" y="0"/>
                  <a:pt x="385960" y="8116"/>
                  <a:pt x="423534" y="24047"/>
                </a:cubicBezTo>
                <a:cubicBezTo>
                  <a:pt x="459905" y="39377"/>
                  <a:pt x="492369" y="61321"/>
                  <a:pt x="520324" y="89276"/>
                </a:cubicBezTo>
                <a:cubicBezTo>
                  <a:pt x="548279" y="117231"/>
                  <a:pt x="570223" y="149695"/>
                  <a:pt x="585553" y="186066"/>
                </a:cubicBezTo>
                <a:cubicBezTo>
                  <a:pt x="601484" y="223640"/>
                  <a:pt x="609600" y="263619"/>
                  <a:pt x="609600" y="304800"/>
                </a:cubicBezTo>
                <a:cubicBezTo>
                  <a:pt x="609600" y="345981"/>
                  <a:pt x="601484" y="385960"/>
                  <a:pt x="585553" y="423534"/>
                </a:cubicBezTo>
                <a:cubicBezTo>
                  <a:pt x="570223" y="459905"/>
                  <a:pt x="548279" y="492369"/>
                  <a:pt x="520324" y="520324"/>
                </a:cubicBezTo>
                <a:cubicBezTo>
                  <a:pt x="492369" y="548279"/>
                  <a:pt x="459905" y="570222"/>
                  <a:pt x="423534" y="585553"/>
                </a:cubicBezTo>
                <a:cubicBezTo>
                  <a:pt x="385960" y="601484"/>
                  <a:pt x="345981" y="609600"/>
                  <a:pt x="304800" y="609600"/>
                </a:cubicBezTo>
              </a:path>
            </a:pathLst>
          </a:custGeom>
          <a:solidFill>
            <a:srgbClr val="606060"/>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0" name="任意多边形: 形状 9">
            <a:extLst>
              <a:ext uri="{FF2B5EF4-FFF2-40B4-BE49-F238E27FC236}">
                <a16:creationId xmlns:a16="http://schemas.microsoft.com/office/drawing/2014/main" id="{02EBCBDC-81A1-6843-2890-9E5C85206EA8}"/>
              </a:ext>
            </a:extLst>
          </p:cNvPr>
          <p:cNvSpPr/>
          <p:nvPr/>
        </p:nvSpPr>
        <p:spPr>
          <a:xfrm>
            <a:off x="1754671" y="4156969"/>
            <a:ext cx="504705" cy="504705"/>
          </a:xfrm>
          <a:custGeom>
            <a:avLst/>
            <a:gdLst>
              <a:gd name="connsiteX0" fmla="*/ 509803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6 w 509803"/>
              <a:gd name="connsiteY5" fmla="*/ 489664 h 509803"/>
              <a:gd name="connsiteX6" fmla="*/ 74847 w 509803"/>
              <a:gd name="connsiteY6" fmla="*/ 434956 h 509803"/>
              <a:gd name="connsiteX7" fmla="*/ 20140 w 509803"/>
              <a:gd name="connsiteY7" fmla="*/ 354097 h 509803"/>
              <a:gd name="connsiteX8" fmla="*/ 0 w 509803"/>
              <a:gd name="connsiteY8" fmla="*/ 254902 h 509803"/>
              <a:gd name="connsiteX9" fmla="*/ 20140 w 509803"/>
              <a:gd name="connsiteY9" fmla="*/ 155707 h 509803"/>
              <a:gd name="connsiteX10" fmla="*/ 74847 w 509803"/>
              <a:gd name="connsiteY10" fmla="*/ 74847 h 509803"/>
              <a:gd name="connsiteX11" fmla="*/ 155706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7 h 509803"/>
              <a:gd name="connsiteX16" fmla="*/ 509803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3" y="254902"/>
                </a:moveTo>
                <a:cubicBezTo>
                  <a:pt x="509803" y="289169"/>
                  <a:pt x="503190" y="322535"/>
                  <a:pt x="489664" y="354097"/>
                </a:cubicBezTo>
                <a:cubicBezTo>
                  <a:pt x="476738" y="384457"/>
                  <a:pt x="458402" y="411811"/>
                  <a:pt x="434956" y="434956"/>
                </a:cubicBezTo>
                <a:cubicBezTo>
                  <a:pt x="411510" y="458402"/>
                  <a:pt x="384457" y="476738"/>
                  <a:pt x="354097" y="489664"/>
                </a:cubicBezTo>
                <a:cubicBezTo>
                  <a:pt x="322535" y="502890"/>
                  <a:pt x="289169" y="509804"/>
                  <a:pt x="254902" y="509804"/>
                </a:cubicBezTo>
                <a:cubicBezTo>
                  <a:pt x="220634" y="509804"/>
                  <a:pt x="187269" y="503191"/>
                  <a:pt x="155706" y="489664"/>
                </a:cubicBezTo>
                <a:cubicBezTo>
                  <a:pt x="125347" y="476738"/>
                  <a:pt x="97993" y="458402"/>
                  <a:pt x="74847" y="434956"/>
                </a:cubicBezTo>
                <a:cubicBezTo>
                  <a:pt x="51401" y="411510"/>
                  <a:pt x="33065" y="384457"/>
                  <a:pt x="20140" y="354097"/>
                </a:cubicBezTo>
                <a:cubicBezTo>
                  <a:pt x="6914" y="322535"/>
                  <a:pt x="0" y="289169"/>
                  <a:pt x="0" y="254902"/>
                </a:cubicBezTo>
                <a:cubicBezTo>
                  <a:pt x="0" y="220634"/>
                  <a:pt x="6613" y="187269"/>
                  <a:pt x="20140" y="155707"/>
                </a:cubicBezTo>
                <a:cubicBezTo>
                  <a:pt x="33065" y="125347"/>
                  <a:pt x="51401" y="97993"/>
                  <a:pt x="74847" y="74847"/>
                </a:cubicBezTo>
                <a:cubicBezTo>
                  <a:pt x="98294" y="51401"/>
                  <a:pt x="125347" y="33065"/>
                  <a:pt x="155706" y="20140"/>
                </a:cubicBezTo>
                <a:cubicBezTo>
                  <a:pt x="187269" y="6914"/>
                  <a:pt x="220634" y="0"/>
                  <a:pt x="254902" y="0"/>
                </a:cubicBezTo>
                <a:cubicBezTo>
                  <a:pt x="289169" y="0"/>
                  <a:pt x="322535" y="6613"/>
                  <a:pt x="354097" y="20140"/>
                </a:cubicBezTo>
                <a:cubicBezTo>
                  <a:pt x="384457" y="33065"/>
                  <a:pt x="411811" y="51401"/>
                  <a:pt x="434956" y="74847"/>
                </a:cubicBezTo>
                <a:cubicBezTo>
                  <a:pt x="458402" y="98294"/>
                  <a:pt x="476738" y="125347"/>
                  <a:pt x="489664" y="155707"/>
                </a:cubicBezTo>
                <a:cubicBezTo>
                  <a:pt x="502890" y="187269"/>
                  <a:pt x="509803" y="220634"/>
                  <a:pt x="509803" y="254902"/>
                </a:cubicBezTo>
              </a:path>
            </a:pathLst>
          </a:custGeom>
          <a:noFill/>
          <a:ln w="178551" cap="flat">
            <a:solidFill>
              <a:srgbClr val="4A66AC"/>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1" name="任意多边形: 形状 10">
            <a:extLst>
              <a:ext uri="{FF2B5EF4-FFF2-40B4-BE49-F238E27FC236}">
                <a16:creationId xmlns:a16="http://schemas.microsoft.com/office/drawing/2014/main" id="{DA90FDF1-941A-EB7F-9940-700B4CFF5211}"/>
              </a:ext>
            </a:extLst>
          </p:cNvPr>
          <p:cNvSpPr/>
          <p:nvPr/>
        </p:nvSpPr>
        <p:spPr>
          <a:xfrm>
            <a:off x="1775503" y="4177801"/>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2" name="任意多边形: 形状 11">
            <a:extLst>
              <a:ext uri="{FF2B5EF4-FFF2-40B4-BE49-F238E27FC236}">
                <a16:creationId xmlns:a16="http://schemas.microsoft.com/office/drawing/2014/main" id="{1C8FC0D6-8B8E-7B31-BC07-8485F6D3A0FC}"/>
              </a:ext>
            </a:extLst>
          </p:cNvPr>
          <p:cNvSpPr/>
          <p:nvPr/>
        </p:nvSpPr>
        <p:spPr>
          <a:xfrm>
            <a:off x="1754671" y="2377107"/>
            <a:ext cx="504705" cy="504705"/>
          </a:xfrm>
          <a:custGeom>
            <a:avLst/>
            <a:gdLst>
              <a:gd name="connsiteX0" fmla="*/ 509803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6 w 509803"/>
              <a:gd name="connsiteY5" fmla="*/ 489664 h 509803"/>
              <a:gd name="connsiteX6" fmla="*/ 74847 w 509803"/>
              <a:gd name="connsiteY6" fmla="*/ 434956 h 509803"/>
              <a:gd name="connsiteX7" fmla="*/ 20140 w 509803"/>
              <a:gd name="connsiteY7" fmla="*/ 354097 h 509803"/>
              <a:gd name="connsiteX8" fmla="*/ 0 w 509803"/>
              <a:gd name="connsiteY8" fmla="*/ 254902 h 509803"/>
              <a:gd name="connsiteX9" fmla="*/ 20140 w 509803"/>
              <a:gd name="connsiteY9" fmla="*/ 155706 h 509803"/>
              <a:gd name="connsiteX10" fmla="*/ 74847 w 509803"/>
              <a:gd name="connsiteY10" fmla="*/ 74847 h 509803"/>
              <a:gd name="connsiteX11" fmla="*/ 155706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6 h 509803"/>
              <a:gd name="connsiteX16" fmla="*/ 509803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3" y="254902"/>
                </a:moveTo>
                <a:cubicBezTo>
                  <a:pt x="509803" y="289169"/>
                  <a:pt x="503190" y="322535"/>
                  <a:pt x="489664" y="354097"/>
                </a:cubicBezTo>
                <a:cubicBezTo>
                  <a:pt x="476738" y="384457"/>
                  <a:pt x="458402" y="411811"/>
                  <a:pt x="434956" y="434956"/>
                </a:cubicBezTo>
                <a:cubicBezTo>
                  <a:pt x="411510" y="458102"/>
                  <a:pt x="384457" y="476738"/>
                  <a:pt x="354097" y="489664"/>
                </a:cubicBezTo>
                <a:cubicBezTo>
                  <a:pt x="322535" y="502890"/>
                  <a:pt x="289169" y="509804"/>
                  <a:pt x="254902" y="509804"/>
                </a:cubicBezTo>
                <a:cubicBezTo>
                  <a:pt x="220634" y="509804"/>
                  <a:pt x="187269" y="503191"/>
                  <a:pt x="155706" y="489664"/>
                </a:cubicBezTo>
                <a:cubicBezTo>
                  <a:pt x="125347" y="476738"/>
                  <a:pt x="97993" y="458402"/>
                  <a:pt x="74847" y="434956"/>
                </a:cubicBezTo>
                <a:cubicBezTo>
                  <a:pt x="51702" y="411510"/>
                  <a:pt x="33065" y="384457"/>
                  <a:pt x="20140" y="354097"/>
                </a:cubicBezTo>
                <a:cubicBezTo>
                  <a:pt x="6914" y="322535"/>
                  <a:pt x="0" y="289169"/>
                  <a:pt x="0" y="254902"/>
                </a:cubicBezTo>
                <a:cubicBezTo>
                  <a:pt x="0" y="220634"/>
                  <a:pt x="6613" y="187269"/>
                  <a:pt x="20140" y="155706"/>
                </a:cubicBezTo>
                <a:cubicBezTo>
                  <a:pt x="33065" y="125347"/>
                  <a:pt x="51401" y="97993"/>
                  <a:pt x="74847" y="74847"/>
                </a:cubicBezTo>
                <a:cubicBezTo>
                  <a:pt x="98294" y="51702"/>
                  <a:pt x="125347" y="33065"/>
                  <a:pt x="155706" y="20140"/>
                </a:cubicBezTo>
                <a:cubicBezTo>
                  <a:pt x="187269" y="6914"/>
                  <a:pt x="220634" y="0"/>
                  <a:pt x="254902" y="0"/>
                </a:cubicBezTo>
                <a:cubicBezTo>
                  <a:pt x="289169" y="0"/>
                  <a:pt x="322535" y="6613"/>
                  <a:pt x="354097" y="20140"/>
                </a:cubicBezTo>
                <a:cubicBezTo>
                  <a:pt x="384457" y="33065"/>
                  <a:pt x="411811" y="51401"/>
                  <a:pt x="434956" y="74847"/>
                </a:cubicBezTo>
                <a:cubicBezTo>
                  <a:pt x="458102" y="98294"/>
                  <a:pt x="476738" y="125347"/>
                  <a:pt x="489664" y="155706"/>
                </a:cubicBezTo>
                <a:cubicBezTo>
                  <a:pt x="502890" y="186968"/>
                  <a:pt x="509803" y="220334"/>
                  <a:pt x="509803" y="254902"/>
                </a:cubicBezTo>
              </a:path>
            </a:pathLst>
          </a:custGeom>
          <a:noFill/>
          <a:ln w="178551" cap="flat">
            <a:solidFill>
              <a:srgbClr val="4A66AC"/>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3" name="任意多边形: 形状 12">
            <a:extLst>
              <a:ext uri="{FF2B5EF4-FFF2-40B4-BE49-F238E27FC236}">
                <a16:creationId xmlns:a16="http://schemas.microsoft.com/office/drawing/2014/main" id="{BD789A7F-7A61-413E-0559-AAC5FC27D680}"/>
              </a:ext>
            </a:extLst>
          </p:cNvPr>
          <p:cNvSpPr/>
          <p:nvPr/>
        </p:nvSpPr>
        <p:spPr>
          <a:xfrm>
            <a:off x="1775503" y="2397939"/>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4" name="任意多边形: 形状 13">
            <a:extLst>
              <a:ext uri="{FF2B5EF4-FFF2-40B4-BE49-F238E27FC236}">
                <a16:creationId xmlns:a16="http://schemas.microsoft.com/office/drawing/2014/main" id="{19603979-132A-72BF-8E58-614097E2CFDB}"/>
              </a:ext>
            </a:extLst>
          </p:cNvPr>
          <p:cNvSpPr/>
          <p:nvPr/>
        </p:nvSpPr>
        <p:spPr>
          <a:xfrm>
            <a:off x="2007022" y="2630353"/>
            <a:ext cx="2975" cy="1685227"/>
          </a:xfrm>
          <a:custGeom>
            <a:avLst/>
            <a:gdLst>
              <a:gd name="connsiteX0" fmla="*/ 0 w 3005"/>
              <a:gd name="connsiteY0" fmla="*/ 0 h 1702250"/>
              <a:gd name="connsiteX1" fmla="*/ 0 w 3005"/>
              <a:gd name="connsiteY1" fmla="*/ 1702251 h 1702250"/>
            </a:gdLst>
            <a:ahLst/>
            <a:cxnLst>
              <a:cxn ang="0">
                <a:pos x="connsiteX0" y="connsiteY0"/>
              </a:cxn>
              <a:cxn ang="0">
                <a:pos x="connsiteX1" y="connsiteY1"/>
              </a:cxn>
            </a:cxnLst>
            <a:rect l="l" t="t" r="r" b="b"/>
            <a:pathLst>
              <a:path w="3005" h="1702250">
                <a:moveTo>
                  <a:pt x="0" y="0"/>
                </a:moveTo>
                <a:lnTo>
                  <a:pt x="0" y="1702251"/>
                </a:lnTo>
              </a:path>
            </a:pathLst>
          </a:custGeom>
          <a:ln w="105176" cap="rnd">
            <a:solidFill>
              <a:srgbClr val="FFFFFF"/>
            </a:solidFill>
            <a:prstDash val="solid"/>
            <a:bevel/>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nvGrpSpPr>
          <p:cNvPr id="15" name="组合 14">
            <a:extLst>
              <a:ext uri="{FF2B5EF4-FFF2-40B4-BE49-F238E27FC236}">
                <a16:creationId xmlns:a16="http://schemas.microsoft.com/office/drawing/2014/main" id="{086D8103-DA63-0A6B-FB4D-69AE3078790E}"/>
              </a:ext>
            </a:extLst>
          </p:cNvPr>
          <p:cNvGrpSpPr/>
          <p:nvPr/>
        </p:nvGrpSpPr>
        <p:grpSpPr>
          <a:xfrm>
            <a:off x="1928909" y="4303381"/>
            <a:ext cx="150281" cy="183609"/>
            <a:chOff x="1934918" y="4278943"/>
            <a:chExt cx="150281" cy="183609"/>
          </a:xfrm>
          <a:solidFill>
            <a:srgbClr val="4A66AC"/>
          </a:solidFill>
        </p:grpSpPr>
        <p:sp>
          <p:nvSpPr>
            <p:cNvPr id="16" name="任意多边形: 形状 15">
              <a:extLst>
                <a:ext uri="{FF2B5EF4-FFF2-40B4-BE49-F238E27FC236}">
                  <a16:creationId xmlns:a16="http://schemas.microsoft.com/office/drawing/2014/main" id="{3DD5FD44-075E-1AE7-8660-768993B5112B}"/>
                </a:ext>
              </a:extLst>
            </p:cNvPr>
            <p:cNvSpPr/>
            <p:nvPr/>
          </p:nvSpPr>
          <p:spPr>
            <a:xfrm>
              <a:off x="1934918" y="4278943"/>
              <a:ext cx="81538" cy="183609"/>
            </a:xfrm>
            <a:custGeom>
              <a:avLst/>
              <a:gdLst>
                <a:gd name="connsiteX0" fmla="*/ 10821 w 82362"/>
                <a:gd name="connsiteY0" fmla="*/ 174343 h 185464"/>
                <a:gd name="connsiteX1" fmla="*/ 0 w 82362"/>
                <a:gd name="connsiteY1" fmla="*/ 142781 h 185464"/>
                <a:gd name="connsiteX2" fmla="*/ 0 w 82362"/>
                <a:gd name="connsiteY2" fmla="*/ 42684 h 185464"/>
                <a:gd name="connsiteX3" fmla="*/ 10821 w 82362"/>
                <a:gd name="connsiteY3" fmla="*/ 11122 h 185464"/>
                <a:gd name="connsiteX4" fmla="*/ 41181 w 82362"/>
                <a:gd name="connsiteY4" fmla="*/ 0 h 185464"/>
                <a:gd name="connsiteX5" fmla="*/ 71541 w 82362"/>
                <a:gd name="connsiteY5" fmla="*/ 11122 h 185464"/>
                <a:gd name="connsiteX6" fmla="*/ 82362 w 82362"/>
                <a:gd name="connsiteY6" fmla="*/ 42684 h 185464"/>
                <a:gd name="connsiteX7" fmla="*/ 82362 w 82362"/>
                <a:gd name="connsiteY7" fmla="*/ 142781 h 185464"/>
                <a:gd name="connsiteX8" fmla="*/ 71541 w 82362"/>
                <a:gd name="connsiteY8" fmla="*/ 174343 h 185464"/>
                <a:gd name="connsiteX9" fmla="*/ 41181 w 82362"/>
                <a:gd name="connsiteY9" fmla="*/ 185465 h 185464"/>
                <a:gd name="connsiteX10" fmla="*/ 10821 w 82362"/>
                <a:gd name="connsiteY10" fmla="*/ 174343 h 185464"/>
                <a:gd name="connsiteX11" fmla="*/ 51702 w 82362"/>
                <a:gd name="connsiteY11" fmla="*/ 154504 h 185464"/>
                <a:gd name="connsiteX12" fmla="*/ 55309 w 82362"/>
                <a:gd name="connsiteY12" fmla="*/ 142480 h 185464"/>
                <a:gd name="connsiteX13" fmla="*/ 55309 w 82362"/>
                <a:gd name="connsiteY13" fmla="*/ 42684 h 185464"/>
                <a:gd name="connsiteX14" fmla="*/ 51702 w 82362"/>
                <a:gd name="connsiteY14" fmla="*/ 30660 h 185464"/>
                <a:gd name="connsiteX15" fmla="*/ 41482 w 82362"/>
                <a:gd name="connsiteY15" fmla="*/ 26452 h 185464"/>
                <a:gd name="connsiteX16" fmla="*/ 31261 w 82362"/>
                <a:gd name="connsiteY16" fmla="*/ 30660 h 185464"/>
                <a:gd name="connsiteX17" fmla="*/ 27654 w 82362"/>
                <a:gd name="connsiteY17" fmla="*/ 42684 h 185464"/>
                <a:gd name="connsiteX18" fmla="*/ 27654 w 82362"/>
                <a:gd name="connsiteY18" fmla="*/ 142480 h 185464"/>
                <a:gd name="connsiteX19" fmla="*/ 31261 w 82362"/>
                <a:gd name="connsiteY19" fmla="*/ 154504 h 185464"/>
                <a:gd name="connsiteX20" fmla="*/ 41482 w 82362"/>
                <a:gd name="connsiteY20" fmla="*/ 158712 h 185464"/>
                <a:gd name="connsiteX21" fmla="*/ 51702 w 82362"/>
                <a:gd name="connsiteY21" fmla="*/ 154504 h 185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2362" h="185464">
                  <a:moveTo>
                    <a:pt x="10821" y="174343"/>
                  </a:moveTo>
                  <a:cubicBezTo>
                    <a:pt x="3607" y="166828"/>
                    <a:pt x="0" y="156308"/>
                    <a:pt x="0" y="142781"/>
                  </a:cubicBezTo>
                  <a:lnTo>
                    <a:pt x="0" y="42684"/>
                  </a:lnTo>
                  <a:cubicBezTo>
                    <a:pt x="0" y="29157"/>
                    <a:pt x="3607" y="18637"/>
                    <a:pt x="10821" y="11122"/>
                  </a:cubicBezTo>
                  <a:cubicBezTo>
                    <a:pt x="18036" y="3607"/>
                    <a:pt x="28256" y="0"/>
                    <a:pt x="41181" y="0"/>
                  </a:cubicBezTo>
                  <a:cubicBezTo>
                    <a:pt x="54107" y="0"/>
                    <a:pt x="64327" y="3607"/>
                    <a:pt x="71541" y="11122"/>
                  </a:cubicBezTo>
                  <a:cubicBezTo>
                    <a:pt x="78755" y="18637"/>
                    <a:pt x="82362" y="29157"/>
                    <a:pt x="82362" y="42684"/>
                  </a:cubicBezTo>
                  <a:lnTo>
                    <a:pt x="82362" y="142781"/>
                  </a:lnTo>
                  <a:cubicBezTo>
                    <a:pt x="82362" y="156308"/>
                    <a:pt x="78755" y="166828"/>
                    <a:pt x="71541" y="174343"/>
                  </a:cubicBezTo>
                  <a:cubicBezTo>
                    <a:pt x="64327" y="181858"/>
                    <a:pt x="54107" y="185465"/>
                    <a:pt x="41181" y="185465"/>
                  </a:cubicBezTo>
                  <a:cubicBezTo>
                    <a:pt x="28256" y="185465"/>
                    <a:pt x="18036" y="181557"/>
                    <a:pt x="10821" y="174343"/>
                  </a:cubicBezTo>
                  <a:close/>
                  <a:moveTo>
                    <a:pt x="51702" y="154504"/>
                  </a:moveTo>
                  <a:cubicBezTo>
                    <a:pt x="54107" y="151799"/>
                    <a:pt x="55309" y="147590"/>
                    <a:pt x="55309" y="142480"/>
                  </a:cubicBezTo>
                  <a:lnTo>
                    <a:pt x="55309" y="42684"/>
                  </a:lnTo>
                  <a:cubicBezTo>
                    <a:pt x="55309" y="37574"/>
                    <a:pt x="54107" y="33666"/>
                    <a:pt x="51702" y="30660"/>
                  </a:cubicBezTo>
                  <a:cubicBezTo>
                    <a:pt x="49297" y="27654"/>
                    <a:pt x="45990" y="26452"/>
                    <a:pt x="41482" y="26452"/>
                  </a:cubicBezTo>
                  <a:cubicBezTo>
                    <a:pt x="37273" y="26452"/>
                    <a:pt x="33666" y="27955"/>
                    <a:pt x="31261" y="30660"/>
                  </a:cubicBezTo>
                  <a:cubicBezTo>
                    <a:pt x="28857" y="33366"/>
                    <a:pt x="27654" y="37574"/>
                    <a:pt x="27654" y="42684"/>
                  </a:cubicBezTo>
                  <a:lnTo>
                    <a:pt x="27654" y="142480"/>
                  </a:lnTo>
                  <a:cubicBezTo>
                    <a:pt x="27654" y="147590"/>
                    <a:pt x="28857" y="151498"/>
                    <a:pt x="31261" y="154504"/>
                  </a:cubicBezTo>
                  <a:cubicBezTo>
                    <a:pt x="33666" y="157209"/>
                    <a:pt x="36973" y="158712"/>
                    <a:pt x="41482" y="158712"/>
                  </a:cubicBezTo>
                  <a:cubicBezTo>
                    <a:pt x="45690" y="159013"/>
                    <a:pt x="49297" y="157510"/>
                    <a:pt x="51702" y="154504"/>
                  </a:cubicBez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7" name="任意多边形: 形状 16">
              <a:extLst>
                <a:ext uri="{FF2B5EF4-FFF2-40B4-BE49-F238E27FC236}">
                  <a16:creationId xmlns:a16="http://schemas.microsoft.com/office/drawing/2014/main" id="{225C3615-D927-8449-4793-6FF8292DC0DD}"/>
                </a:ext>
              </a:extLst>
            </p:cNvPr>
            <p:cNvSpPr/>
            <p:nvPr/>
          </p:nvSpPr>
          <p:spPr>
            <a:xfrm>
              <a:off x="2032824" y="4281027"/>
              <a:ext cx="52375" cy="179443"/>
            </a:xfrm>
            <a:custGeom>
              <a:avLst/>
              <a:gdLst>
                <a:gd name="connsiteX0" fmla="*/ 52604 w 52904"/>
                <a:gd name="connsiteY0" fmla="*/ 181257 h 181256"/>
                <a:gd name="connsiteX1" fmla="*/ 25250 w 52904"/>
                <a:gd name="connsiteY1" fmla="*/ 181257 h 181256"/>
                <a:gd name="connsiteX2" fmla="*/ 25250 w 52904"/>
                <a:gd name="connsiteY2" fmla="*/ 29759 h 181256"/>
                <a:gd name="connsiteX3" fmla="*/ 0 w 52904"/>
                <a:gd name="connsiteY3" fmla="*/ 43886 h 181256"/>
                <a:gd name="connsiteX4" fmla="*/ 0 w 52904"/>
                <a:gd name="connsiteY4" fmla="*/ 14729 h 181256"/>
                <a:gd name="connsiteX5" fmla="*/ 24047 w 52904"/>
                <a:gd name="connsiteY5" fmla="*/ 0 h 181256"/>
                <a:gd name="connsiteX6" fmla="*/ 52904 w 52904"/>
                <a:gd name="connsiteY6" fmla="*/ 0 h 181256"/>
                <a:gd name="connsiteX7" fmla="*/ 52604 w 52904"/>
                <a:gd name="connsiteY7" fmla="*/ 181257 h 181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904" h="181256">
                  <a:moveTo>
                    <a:pt x="52604" y="181257"/>
                  </a:moveTo>
                  <a:lnTo>
                    <a:pt x="25250" y="181257"/>
                  </a:lnTo>
                  <a:lnTo>
                    <a:pt x="25250" y="29759"/>
                  </a:lnTo>
                  <a:lnTo>
                    <a:pt x="0" y="43886"/>
                  </a:lnTo>
                  <a:lnTo>
                    <a:pt x="0" y="14729"/>
                  </a:lnTo>
                  <a:lnTo>
                    <a:pt x="24047" y="0"/>
                  </a:lnTo>
                  <a:lnTo>
                    <a:pt x="52904" y="0"/>
                  </a:lnTo>
                  <a:lnTo>
                    <a:pt x="52604" y="181257"/>
                  </a:ln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sp>
        <p:nvSpPr>
          <p:cNvPr id="18" name="任意多边形: 形状 17">
            <a:extLst>
              <a:ext uri="{FF2B5EF4-FFF2-40B4-BE49-F238E27FC236}">
                <a16:creationId xmlns:a16="http://schemas.microsoft.com/office/drawing/2014/main" id="{67D73C5D-CB7E-1358-906F-337C7EAC1EB4}"/>
              </a:ext>
            </a:extLst>
          </p:cNvPr>
          <p:cNvSpPr/>
          <p:nvPr/>
        </p:nvSpPr>
        <p:spPr>
          <a:xfrm>
            <a:off x="3369669" y="1899186"/>
            <a:ext cx="2726778" cy="1459359"/>
          </a:xfrm>
          <a:custGeom>
            <a:avLst/>
            <a:gdLst>
              <a:gd name="connsiteX0" fmla="*/ 0 w 2754321"/>
              <a:gd name="connsiteY0" fmla="*/ 0 h 1474101"/>
              <a:gd name="connsiteX1" fmla="*/ 2754322 w 2754321"/>
              <a:gd name="connsiteY1" fmla="*/ 0 h 1474101"/>
              <a:gd name="connsiteX2" fmla="*/ 2754322 w 2754321"/>
              <a:gd name="connsiteY2" fmla="*/ 1474102 h 1474101"/>
              <a:gd name="connsiteX3" fmla="*/ 0 w 2754321"/>
              <a:gd name="connsiteY3" fmla="*/ 1474102 h 1474101"/>
            </a:gdLst>
            <a:ahLst/>
            <a:cxnLst>
              <a:cxn ang="0">
                <a:pos x="connsiteX0" y="connsiteY0"/>
              </a:cxn>
              <a:cxn ang="0">
                <a:pos x="connsiteX1" y="connsiteY1"/>
              </a:cxn>
              <a:cxn ang="0">
                <a:pos x="connsiteX2" y="connsiteY2"/>
              </a:cxn>
              <a:cxn ang="0">
                <a:pos x="connsiteX3" y="connsiteY3"/>
              </a:cxn>
            </a:cxnLst>
            <a:rect l="l" t="t" r="r" b="b"/>
            <a:pathLst>
              <a:path w="2754321" h="1474101">
                <a:moveTo>
                  <a:pt x="0" y="0"/>
                </a:moveTo>
                <a:lnTo>
                  <a:pt x="2754322" y="0"/>
                </a:lnTo>
                <a:lnTo>
                  <a:pt x="2754322" y="1474102"/>
                </a:lnTo>
                <a:lnTo>
                  <a:pt x="0" y="1474102"/>
                </a:lnTo>
                <a:close/>
              </a:path>
            </a:pathLst>
          </a:custGeom>
          <a:solidFill>
            <a:srgbClr val="629DD1"/>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9" name="任意多边形: 形状 18">
            <a:extLst>
              <a:ext uri="{FF2B5EF4-FFF2-40B4-BE49-F238E27FC236}">
                <a16:creationId xmlns:a16="http://schemas.microsoft.com/office/drawing/2014/main" id="{EDCB7D54-0AC6-F481-B609-D4B29F768289}"/>
              </a:ext>
            </a:extLst>
          </p:cNvPr>
          <p:cNvSpPr/>
          <p:nvPr/>
        </p:nvSpPr>
        <p:spPr>
          <a:xfrm>
            <a:off x="3631842" y="1528394"/>
            <a:ext cx="2202135" cy="2202135"/>
          </a:xfrm>
          <a:custGeom>
            <a:avLst/>
            <a:gdLst>
              <a:gd name="connsiteX0" fmla="*/ 1112189 w 2224378"/>
              <a:gd name="connsiteY0" fmla="*/ 2224379 h 2224378"/>
              <a:gd name="connsiteX1" fmla="*/ 679337 w 2224378"/>
              <a:gd name="connsiteY1" fmla="*/ 2136907 h 2224378"/>
              <a:gd name="connsiteX2" fmla="*/ 325842 w 2224378"/>
              <a:gd name="connsiteY2" fmla="*/ 1898538 h 2224378"/>
              <a:gd name="connsiteX3" fmla="*/ 87472 w 2224378"/>
              <a:gd name="connsiteY3" fmla="*/ 1545042 h 2224378"/>
              <a:gd name="connsiteX4" fmla="*/ 0 w 2224378"/>
              <a:gd name="connsiteY4" fmla="*/ 1112189 h 2224378"/>
              <a:gd name="connsiteX5" fmla="*/ 87472 w 2224378"/>
              <a:gd name="connsiteY5" fmla="*/ 679337 h 2224378"/>
              <a:gd name="connsiteX6" fmla="*/ 325842 w 2224378"/>
              <a:gd name="connsiteY6" fmla="*/ 325842 h 2224378"/>
              <a:gd name="connsiteX7" fmla="*/ 679337 w 2224378"/>
              <a:gd name="connsiteY7" fmla="*/ 87472 h 2224378"/>
              <a:gd name="connsiteX8" fmla="*/ 1112189 w 2224378"/>
              <a:gd name="connsiteY8" fmla="*/ 0 h 2224378"/>
              <a:gd name="connsiteX9" fmla="*/ 1545041 w 2224378"/>
              <a:gd name="connsiteY9" fmla="*/ 87472 h 2224378"/>
              <a:gd name="connsiteX10" fmla="*/ 1898537 w 2224378"/>
              <a:gd name="connsiteY10" fmla="*/ 325842 h 2224378"/>
              <a:gd name="connsiteX11" fmla="*/ 2136907 w 2224378"/>
              <a:gd name="connsiteY11" fmla="*/ 679337 h 2224378"/>
              <a:gd name="connsiteX12" fmla="*/ 2224379 w 2224378"/>
              <a:gd name="connsiteY12" fmla="*/ 1112189 h 2224378"/>
              <a:gd name="connsiteX13" fmla="*/ 2136907 w 2224378"/>
              <a:gd name="connsiteY13" fmla="*/ 1545042 h 2224378"/>
              <a:gd name="connsiteX14" fmla="*/ 1898537 w 2224378"/>
              <a:gd name="connsiteY14" fmla="*/ 1898538 h 2224378"/>
              <a:gd name="connsiteX15" fmla="*/ 1545041 w 2224378"/>
              <a:gd name="connsiteY15" fmla="*/ 2136907 h 2224378"/>
              <a:gd name="connsiteX16" fmla="*/ 1112189 w 2224378"/>
              <a:gd name="connsiteY16" fmla="*/ 2224379 h 2224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24378" h="2224378">
                <a:moveTo>
                  <a:pt x="1112189" y="2224379"/>
                </a:moveTo>
                <a:cubicBezTo>
                  <a:pt x="962194" y="2224379"/>
                  <a:pt x="816407" y="2194921"/>
                  <a:pt x="679337" y="2136907"/>
                </a:cubicBezTo>
                <a:cubicBezTo>
                  <a:pt x="546776" y="2080997"/>
                  <a:pt x="428043" y="2000739"/>
                  <a:pt x="325842" y="1898538"/>
                </a:cubicBezTo>
                <a:cubicBezTo>
                  <a:pt x="223640" y="1796336"/>
                  <a:pt x="143683" y="1677603"/>
                  <a:pt x="87472" y="1545042"/>
                </a:cubicBezTo>
                <a:cubicBezTo>
                  <a:pt x="29458" y="1407972"/>
                  <a:pt x="0" y="1262185"/>
                  <a:pt x="0" y="1112189"/>
                </a:cubicBezTo>
                <a:cubicBezTo>
                  <a:pt x="0" y="962194"/>
                  <a:pt x="29458" y="816407"/>
                  <a:pt x="87472" y="679337"/>
                </a:cubicBezTo>
                <a:cubicBezTo>
                  <a:pt x="143382" y="546776"/>
                  <a:pt x="223640" y="428043"/>
                  <a:pt x="325842" y="325842"/>
                </a:cubicBezTo>
                <a:cubicBezTo>
                  <a:pt x="428043" y="223640"/>
                  <a:pt x="546776" y="143683"/>
                  <a:pt x="679337" y="87472"/>
                </a:cubicBezTo>
                <a:cubicBezTo>
                  <a:pt x="816407" y="29458"/>
                  <a:pt x="962194" y="0"/>
                  <a:pt x="1112189" y="0"/>
                </a:cubicBezTo>
                <a:cubicBezTo>
                  <a:pt x="1262185" y="0"/>
                  <a:pt x="1407972" y="29458"/>
                  <a:pt x="1545041" y="87472"/>
                </a:cubicBezTo>
                <a:cubicBezTo>
                  <a:pt x="1677602" y="143382"/>
                  <a:pt x="1796336" y="223640"/>
                  <a:pt x="1898537" y="325842"/>
                </a:cubicBezTo>
                <a:cubicBezTo>
                  <a:pt x="2000738" y="428043"/>
                  <a:pt x="2080696" y="546776"/>
                  <a:pt x="2136907" y="679337"/>
                </a:cubicBezTo>
                <a:cubicBezTo>
                  <a:pt x="2194921" y="816407"/>
                  <a:pt x="2224379" y="962194"/>
                  <a:pt x="2224379" y="1112189"/>
                </a:cubicBezTo>
                <a:cubicBezTo>
                  <a:pt x="2224379" y="1262185"/>
                  <a:pt x="2194921" y="1407972"/>
                  <a:pt x="2136907" y="1545042"/>
                </a:cubicBezTo>
                <a:cubicBezTo>
                  <a:pt x="2080997" y="1677603"/>
                  <a:pt x="2000738" y="1796336"/>
                  <a:pt x="1898537" y="1898538"/>
                </a:cubicBezTo>
                <a:cubicBezTo>
                  <a:pt x="1796336" y="2000739"/>
                  <a:pt x="1677602" y="2080696"/>
                  <a:pt x="1545041" y="2136907"/>
                </a:cubicBezTo>
                <a:cubicBezTo>
                  <a:pt x="1407972" y="2194921"/>
                  <a:pt x="1262185" y="2224379"/>
                  <a:pt x="1112189" y="2224379"/>
                </a:cubicBezTo>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0" name="任意多边形: 形状 19">
            <a:extLst>
              <a:ext uri="{FF2B5EF4-FFF2-40B4-BE49-F238E27FC236}">
                <a16:creationId xmlns:a16="http://schemas.microsoft.com/office/drawing/2014/main" id="{9E6E2F26-F7D1-3767-1004-D03D3563A168}"/>
              </a:ext>
            </a:extLst>
          </p:cNvPr>
          <p:cNvSpPr/>
          <p:nvPr/>
        </p:nvSpPr>
        <p:spPr>
          <a:xfrm>
            <a:off x="3938356" y="1835203"/>
            <a:ext cx="1588512" cy="1588512"/>
          </a:xfrm>
          <a:custGeom>
            <a:avLst/>
            <a:gdLst>
              <a:gd name="connsiteX0" fmla="*/ 1604559 w 1604558"/>
              <a:gd name="connsiteY0" fmla="*/ 802279 h 1604558"/>
              <a:gd name="connsiteX1" fmla="*/ 1541435 w 1604558"/>
              <a:gd name="connsiteY1" fmla="*/ 1114594 h 1604558"/>
              <a:gd name="connsiteX2" fmla="*/ 1369496 w 1604558"/>
              <a:gd name="connsiteY2" fmla="*/ 1369496 h 1604558"/>
              <a:gd name="connsiteX3" fmla="*/ 1114594 w 1604558"/>
              <a:gd name="connsiteY3" fmla="*/ 1541435 h 1604558"/>
              <a:gd name="connsiteX4" fmla="*/ 802279 w 1604558"/>
              <a:gd name="connsiteY4" fmla="*/ 1604559 h 1604558"/>
              <a:gd name="connsiteX5" fmla="*/ 489965 w 1604558"/>
              <a:gd name="connsiteY5" fmla="*/ 1541435 h 1604558"/>
              <a:gd name="connsiteX6" fmla="*/ 235063 w 1604558"/>
              <a:gd name="connsiteY6" fmla="*/ 1369496 h 1604558"/>
              <a:gd name="connsiteX7" fmla="*/ 63124 w 1604558"/>
              <a:gd name="connsiteY7" fmla="*/ 1114594 h 1604558"/>
              <a:gd name="connsiteX8" fmla="*/ 0 w 1604558"/>
              <a:gd name="connsiteY8" fmla="*/ 802279 h 1604558"/>
              <a:gd name="connsiteX9" fmla="*/ 63124 w 1604558"/>
              <a:gd name="connsiteY9" fmla="*/ 489965 h 1604558"/>
              <a:gd name="connsiteX10" fmla="*/ 235063 w 1604558"/>
              <a:gd name="connsiteY10" fmla="*/ 235063 h 1604558"/>
              <a:gd name="connsiteX11" fmla="*/ 489965 w 1604558"/>
              <a:gd name="connsiteY11" fmla="*/ 63124 h 1604558"/>
              <a:gd name="connsiteX12" fmla="*/ 802279 w 1604558"/>
              <a:gd name="connsiteY12" fmla="*/ 0 h 1604558"/>
              <a:gd name="connsiteX13" fmla="*/ 1114594 w 1604558"/>
              <a:gd name="connsiteY13" fmla="*/ 63124 h 1604558"/>
              <a:gd name="connsiteX14" fmla="*/ 1369496 w 1604558"/>
              <a:gd name="connsiteY14" fmla="*/ 235063 h 1604558"/>
              <a:gd name="connsiteX15" fmla="*/ 1541435 w 1604558"/>
              <a:gd name="connsiteY15" fmla="*/ 489965 h 1604558"/>
              <a:gd name="connsiteX16" fmla="*/ 1604559 w 1604558"/>
              <a:gd name="connsiteY16" fmla="*/ 802279 h 160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4558" h="1604558">
                <a:moveTo>
                  <a:pt x="1604559" y="802279"/>
                </a:moveTo>
                <a:cubicBezTo>
                  <a:pt x="1604559" y="910492"/>
                  <a:pt x="1583216" y="1015699"/>
                  <a:pt x="1541435" y="1114594"/>
                </a:cubicBezTo>
                <a:cubicBezTo>
                  <a:pt x="1501155" y="1210182"/>
                  <a:pt x="1443141" y="1295851"/>
                  <a:pt x="1369496" y="1369496"/>
                </a:cubicBezTo>
                <a:cubicBezTo>
                  <a:pt x="1295851" y="1443141"/>
                  <a:pt x="1210182" y="1500855"/>
                  <a:pt x="1114594" y="1541435"/>
                </a:cubicBezTo>
                <a:cubicBezTo>
                  <a:pt x="1015700" y="1583217"/>
                  <a:pt x="910492" y="1604559"/>
                  <a:pt x="802279" y="1604559"/>
                </a:cubicBezTo>
                <a:cubicBezTo>
                  <a:pt x="694066" y="1604559"/>
                  <a:pt x="588859" y="1583217"/>
                  <a:pt x="489965" y="1541435"/>
                </a:cubicBezTo>
                <a:cubicBezTo>
                  <a:pt x="394376" y="1501155"/>
                  <a:pt x="308708" y="1443141"/>
                  <a:pt x="235063" y="1369496"/>
                </a:cubicBezTo>
                <a:cubicBezTo>
                  <a:pt x="161418" y="1295851"/>
                  <a:pt x="103704" y="1210182"/>
                  <a:pt x="63124" y="1114594"/>
                </a:cubicBezTo>
                <a:cubicBezTo>
                  <a:pt x="21342" y="1015699"/>
                  <a:pt x="0" y="910492"/>
                  <a:pt x="0" y="802279"/>
                </a:cubicBezTo>
                <a:cubicBezTo>
                  <a:pt x="0" y="694066"/>
                  <a:pt x="21342" y="588859"/>
                  <a:pt x="63124" y="489965"/>
                </a:cubicBezTo>
                <a:cubicBezTo>
                  <a:pt x="103404" y="394376"/>
                  <a:pt x="161418" y="308708"/>
                  <a:pt x="235063" y="235063"/>
                </a:cubicBezTo>
                <a:cubicBezTo>
                  <a:pt x="308708" y="161418"/>
                  <a:pt x="394376" y="103704"/>
                  <a:pt x="489965" y="63124"/>
                </a:cubicBezTo>
                <a:cubicBezTo>
                  <a:pt x="588859" y="21342"/>
                  <a:pt x="694066" y="0"/>
                  <a:pt x="802279" y="0"/>
                </a:cubicBezTo>
                <a:cubicBezTo>
                  <a:pt x="910492" y="0"/>
                  <a:pt x="1015700" y="21342"/>
                  <a:pt x="1114594" y="63124"/>
                </a:cubicBezTo>
                <a:cubicBezTo>
                  <a:pt x="1210182" y="103404"/>
                  <a:pt x="1295851" y="161418"/>
                  <a:pt x="1369496" y="235063"/>
                </a:cubicBezTo>
                <a:cubicBezTo>
                  <a:pt x="1443141" y="308708"/>
                  <a:pt x="1500855" y="394376"/>
                  <a:pt x="1541435" y="489965"/>
                </a:cubicBezTo>
                <a:cubicBezTo>
                  <a:pt x="1583517" y="588859"/>
                  <a:pt x="1604559" y="693766"/>
                  <a:pt x="1604559" y="802279"/>
                </a:cubicBezTo>
              </a:path>
            </a:pathLst>
          </a:custGeom>
          <a:noFill/>
          <a:ln w="178551" cap="flat">
            <a:solidFill>
              <a:srgbClr val="629DD1"/>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1" name="任意多边形: 形状 20">
            <a:extLst>
              <a:ext uri="{FF2B5EF4-FFF2-40B4-BE49-F238E27FC236}">
                <a16:creationId xmlns:a16="http://schemas.microsoft.com/office/drawing/2014/main" id="{0E4279DA-57FD-B4BC-B7ED-EFF893C6F486}"/>
              </a:ext>
            </a:extLst>
          </p:cNvPr>
          <p:cNvSpPr/>
          <p:nvPr/>
        </p:nvSpPr>
        <p:spPr>
          <a:xfrm>
            <a:off x="4004121" y="1900673"/>
            <a:ext cx="1457575" cy="1457575"/>
          </a:xfrm>
          <a:custGeom>
            <a:avLst/>
            <a:gdLst>
              <a:gd name="connsiteX0" fmla="*/ 1472298 w 1472298"/>
              <a:gd name="connsiteY0" fmla="*/ 736149 h 1472298"/>
              <a:gd name="connsiteX1" fmla="*/ 736149 w 1472298"/>
              <a:gd name="connsiteY1" fmla="*/ 1472298 h 1472298"/>
              <a:gd name="connsiteX2" fmla="*/ 0 w 1472298"/>
              <a:gd name="connsiteY2" fmla="*/ 736149 h 1472298"/>
              <a:gd name="connsiteX3" fmla="*/ 736149 w 1472298"/>
              <a:gd name="connsiteY3" fmla="*/ 0 h 1472298"/>
              <a:gd name="connsiteX4" fmla="*/ 1472298 w 1472298"/>
              <a:gd name="connsiteY4" fmla="*/ 736149 h 1472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2298" h="1472298">
                <a:moveTo>
                  <a:pt x="1472298" y="736149"/>
                </a:moveTo>
                <a:cubicBezTo>
                  <a:pt x="1472298" y="1142713"/>
                  <a:pt x="1142713" y="1472298"/>
                  <a:pt x="736149" y="1472298"/>
                </a:cubicBezTo>
                <a:cubicBezTo>
                  <a:pt x="329585" y="1472298"/>
                  <a:pt x="0" y="1142713"/>
                  <a:pt x="0" y="736149"/>
                </a:cubicBezTo>
                <a:cubicBezTo>
                  <a:pt x="0" y="329585"/>
                  <a:pt x="329585" y="0"/>
                  <a:pt x="736149" y="0"/>
                </a:cubicBezTo>
                <a:cubicBezTo>
                  <a:pt x="1142713" y="0"/>
                  <a:pt x="1472298" y="329585"/>
                  <a:pt x="1472298" y="736149"/>
                </a:cubicBezTo>
                <a:close/>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2" name="任意多边形: 形状 21">
            <a:extLst>
              <a:ext uri="{FF2B5EF4-FFF2-40B4-BE49-F238E27FC236}">
                <a16:creationId xmlns:a16="http://schemas.microsoft.com/office/drawing/2014/main" id="{5973DB5B-1C83-FFE5-2044-4233AE3FE185}"/>
              </a:ext>
            </a:extLst>
          </p:cNvPr>
          <p:cNvSpPr/>
          <p:nvPr/>
        </p:nvSpPr>
        <p:spPr>
          <a:xfrm>
            <a:off x="4074352" y="1970904"/>
            <a:ext cx="1317114" cy="1317114"/>
          </a:xfrm>
          <a:custGeom>
            <a:avLst/>
            <a:gdLst>
              <a:gd name="connsiteX0" fmla="*/ 1330419 w 1330418"/>
              <a:gd name="connsiteY0" fmla="*/ 665209 h 1330418"/>
              <a:gd name="connsiteX1" fmla="*/ 665209 w 1330418"/>
              <a:gd name="connsiteY1" fmla="*/ 1330419 h 1330418"/>
              <a:gd name="connsiteX2" fmla="*/ 0 w 1330418"/>
              <a:gd name="connsiteY2" fmla="*/ 665209 h 1330418"/>
              <a:gd name="connsiteX3" fmla="*/ 665209 w 1330418"/>
              <a:gd name="connsiteY3" fmla="*/ 0 h 1330418"/>
              <a:gd name="connsiteX4" fmla="*/ 1330419 w 1330418"/>
              <a:gd name="connsiteY4" fmla="*/ 665209 h 1330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0418" h="1330418">
                <a:moveTo>
                  <a:pt x="1330419" y="665209"/>
                </a:moveTo>
                <a:cubicBezTo>
                  <a:pt x="1330419" y="1032595"/>
                  <a:pt x="1032595" y="1330419"/>
                  <a:pt x="665209" y="1330419"/>
                </a:cubicBezTo>
                <a:cubicBezTo>
                  <a:pt x="297825" y="1330419"/>
                  <a:pt x="0" y="1032594"/>
                  <a:pt x="0" y="665209"/>
                </a:cubicBezTo>
                <a:cubicBezTo>
                  <a:pt x="0" y="297824"/>
                  <a:pt x="297824" y="0"/>
                  <a:pt x="665209" y="0"/>
                </a:cubicBezTo>
                <a:cubicBezTo>
                  <a:pt x="1032594" y="0"/>
                  <a:pt x="1330419" y="297825"/>
                  <a:pt x="1330419" y="665209"/>
                </a:cubicBezTo>
                <a:close/>
              </a:path>
            </a:pathLst>
          </a:custGeom>
          <a:solidFill>
            <a:srgbClr val="FFFFFF"/>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3" name="任意多边形: 形状 22">
            <a:extLst>
              <a:ext uri="{FF2B5EF4-FFF2-40B4-BE49-F238E27FC236}">
                <a16:creationId xmlns:a16="http://schemas.microsoft.com/office/drawing/2014/main" id="{72C275AC-068D-4D86-E259-2E8E04E18603}"/>
              </a:ext>
            </a:extLst>
          </p:cNvPr>
          <p:cNvSpPr/>
          <p:nvPr/>
        </p:nvSpPr>
        <p:spPr>
          <a:xfrm>
            <a:off x="4091314" y="1987865"/>
            <a:ext cx="1283189" cy="1283189"/>
          </a:xfrm>
          <a:custGeom>
            <a:avLst/>
            <a:gdLst>
              <a:gd name="connsiteX0" fmla="*/ 1296151 w 1296151"/>
              <a:gd name="connsiteY0" fmla="*/ 648076 h 1296151"/>
              <a:gd name="connsiteX1" fmla="*/ 648076 w 1296151"/>
              <a:gd name="connsiteY1" fmla="*/ 1296151 h 1296151"/>
              <a:gd name="connsiteX2" fmla="*/ 0 w 1296151"/>
              <a:gd name="connsiteY2" fmla="*/ 648076 h 1296151"/>
              <a:gd name="connsiteX3" fmla="*/ 648076 w 1296151"/>
              <a:gd name="connsiteY3" fmla="*/ 0 h 1296151"/>
              <a:gd name="connsiteX4" fmla="*/ 1296151 w 1296151"/>
              <a:gd name="connsiteY4" fmla="*/ 648076 h 1296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6151" h="1296151">
                <a:moveTo>
                  <a:pt x="1296151" y="648076"/>
                </a:moveTo>
                <a:cubicBezTo>
                  <a:pt x="1296151" y="1005998"/>
                  <a:pt x="1005998" y="1296151"/>
                  <a:pt x="648076" y="1296151"/>
                </a:cubicBezTo>
                <a:cubicBezTo>
                  <a:pt x="290153" y="1296151"/>
                  <a:pt x="0" y="1005998"/>
                  <a:pt x="0" y="648076"/>
                </a:cubicBezTo>
                <a:cubicBezTo>
                  <a:pt x="0" y="290153"/>
                  <a:pt x="290154" y="0"/>
                  <a:pt x="648076" y="0"/>
                </a:cubicBezTo>
                <a:cubicBezTo>
                  <a:pt x="1005998" y="0"/>
                  <a:pt x="1296151" y="290153"/>
                  <a:pt x="1296151" y="648076"/>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4" name="任意多边形: 形状 23">
            <a:extLst>
              <a:ext uri="{FF2B5EF4-FFF2-40B4-BE49-F238E27FC236}">
                <a16:creationId xmlns:a16="http://schemas.microsoft.com/office/drawing/2014/main" id="{E6FCCA08-EBDA-920F-3B8B-1886B6556D65}"/>
              </a:ext>
            </a:extLst>
          </p:cNvPr>
          <p:cNvSpPr/>
          <p:nvPr/>
        </p:nvSpPr>
        <p:spPr>
          <a:xfrm>
            <a:off x="4431157" y="4107568"/>
            <a:ext cx="603504" cy="603504"/>
          </a:xfrm>
          <a:custGeom>
            <a:avLst/>
            <a:gdLst>
              <a:gd name="connsiteX0" fmla="*/ 304800 w 609600"/>
              <a:gd name="connsiteY0" fmla="*/ 609600 h 609600"/>
              <a:gd name="connsiteX1" fmla="*/ 186066 w 609600"/>
              <a:gd name="connsiteY1" fmla="*/ 585553 h 609600"/>
              <a:gd name="connsiteX2" fmla="*/ 89276 w 609600"/>
              <a:gd name="connsiteY2" fmla="*/ 520324 h 609600"/>
              <a:gd name="connsiteX3" fmla="*/ 24047 w 609600"/>
              <a:gd name="connsiteY3" fmla="*/ 423534 h 609600"/>
              <a:gd name="connsiteX4" fmla="*/ 0 w 609600"/>
              <a:gd name="connsiteY4" fmla="*/ 304800 h 609600"/>
              <a:gd name="connsiteX5" fmla="*/ 24047 w 609600"/>
              <a:gd name="connsiteY5" fmla="*/ 186066 h 609600"/>
              <a:gd name="connsiteX6" fmla="*/ 89276 w 609600"/>
              <a:gd name="connsiteY6" fmla="*/ 89276 h 609600"/>
              <a:gd name="connsiteX7" fmla="*/ 186066 w 609600"/>
              <a:gd name="connsiteY7" fmla="*/ 24047 h 609600"/>
              <a:gd name="connsiteX8" fmla="*/ 304800 w 609600"/>
              <a:gd name="connsiteY8" fmla="*/ 0 h 609600"/>
              <a:gd name="connsiteX9" fmla="*/ 423534 w 609600"/>
              <a:gd name="connsiteY9" fmla="*/ 24047 h 609600"/>
              <a:gd name="connsiteX10" fmla="*/ 520324 w 609600"/>
              <a:gd name="connsiteY10" fmla="*/ 89276 h 609600"/>
              <a:gd name="connsiteX11" fmla="*/ 585553 w 609600"/>
              <a:gd name="connsiteY11" fmla="*/ 186066 h 609600"/>
              <a:gd name="connsiteX12" fmla="*/ 609600 w 609600"/>
              <a:gd name="connsiteY12" fmla="*/ 304800 h 609600"/>
              <a:gd name="connsiteX13" fmla="*/ 585553 w 609600"/>
              <a:gd name="connsiteY13" fmla="*/ 423534 h 609600"/>
              <a:gd name="connsiteX14" fmla="*/ 520324 w 609600"/>
              <a:gd name="connsiteY14" fmla="*/ 520324 h 609600"/>
              <a:gd name="connsiteX15" fmla="*/ 423534 w 609600"/>
              <a:gd name="connsiteY15" fmla="*/ 585553 h 609600"/>
              <a:gd name="connsiteX16" fmla="*/ 304800 w 609600"/>
              <a:gd name="connsiteY16" fmla="*/ 60960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600" h="609600">
                <a:moveTo>
                  <a:pt x="304800" y="609600"/>
                </a:moveTo>
                <a:cubicBezTo>
                  <a:pt x="263619" y="609600"/>
                  <a:pt x="223640" y="601484"/>
                  <a:pt x="186066" y="585553"/>
                </a:cubicBezTo>
                <a:cubicBezTo>
                  <a:pt x="149695" y="570222"/>
                  <a:pt x="117231" y="548279"/>
                  <a:pt x="89276" y="520324"/>
                </a:cubicBezTo>
                <a:cubicBezTo>
                  <a:pt x="61321" y="492369"/>
                  <a:pt x="39377" y="459905"/>
                  <a:pt x="24047" y="423534"/>
                </a:cubicBezTo>
                <a:cubicBezTo>
                  <a:pt x="8116" y="385960"/>
                  <a:pt x="0" y="345981"/>
                  <a:pt x="0" y="304800"/>
                </a:cubicBezTo>
                <a:cubicBezTo>
                  <a:pt x="0" y="263619"/>
                  <a:pt x="8116" y="223640"/>
                  <a:pt x="24047" y="186066"/>
                </a:cubicBezTo>
                <a:cubicBezTo>
                  <a:pt x="39377" y="149695"/>
                  <a:pt x="61321" y="117231"/>
                  <a:pt x="89276" y="89276"/>
                </a:cubicBezTo>
                <a:cubicBezTo>
                  <a:pt x="117231" y="61321"/>
                  <a:pt x="149695" y="39377"/>
                  <a:pt x="186066" y="24047"/>
                </a:cubicBezTo>
                <a:cubicBezTo>
                  <a:pt x="223640" y="8116"/>
                  <a:pt x="263619" y="0"/>
                  <a:pt x="304800" y="0"/>
                </a:cubicBezTo>
                <a:cubicBezTo>
                  <a:pt x="345981" y="0"/>
                  <a:pt x="385960" y="8116"/>
                  <a:pt x="423534" y="24047"/>
                </a:cubicBezTo>
                <a:cubicBezTo>
                  <a:pt x="459905" y="39377"/>
                  <a:pt x="492369" y="61321"/>
                  <a:pt x="520324" y="89276"/>
                </a:cubicBezTo>
                <a:cubicBezTo>
                  <a:pt x="548279" y="117231"/>
                  <a:pt x="570223" y="149695"/>
                  <a:pt x="585553" y="186066"/>
                </a:cubicBezTo>
                <a:cubicBezTo>
                  <a:pt x="601484" y="223640"/>
                  <a:pt x="609600" y="263619"/>
                  <a:pt x="609600" y="304800"/>
                </a:cubicBezTo>
                <a:cubicBezTo>
                  <a:pt x="609600" y="345981"/>
                  <a:pt x="601484" y="385960"/>
                  <a:pt x="585553" y="423534"/>
                </a:cubicBezTo>
                <a:cubicBezTo>
                  <a:pt x="570223" y="459905"/>
                  <a:pt x="548279" y="492369"/>
                  <a:pt x="520324" y="520324"/>
                </a:cubicBezTo>
                <a:cubicBezTo>
                  <a:pt x="492369" y="548279"/>
                  <a:pt x="459905" y="570222"/>
                  <a:pt x="423534" y="585553"/>
                </a:cubicBezTo>
                <a:cubicBezTo>
                  <a:pt x="385960" y="601484"/>
                  <a:pt x="345981" y="609600"/>
                  <a:pt x="304800" y="609600"/>
                </a:cubicBezTo>
              </a:path>
            </a:pathLst>
          </a:custGeom>
          <a:solidFill>
            <a:srgbClr val="606060"/>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5" name="任意多边形: 形状 24">
            <a:extLst>
              <a:ext uri="{FF2B5EF4-FFF2-40B4-BE49-F238E27FC236}">
                <a16:creationId xmlns:a16="http://schemas.microsoft.com/office/drawing/2014/main" id="{6A713E04-BEC7-A3DC-FDED-A400C1A34437}"/>
              </a:ext>
            </a:extLst>
          </p:cNvPr>
          <p:cNvSpPr/>
          <p:nvPr/>
        </p:nvSpPr>
        <p:spPr>
          <a:xfrm>
            <a:off x="4480557" y="4156969"/>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7 w 509803"/>
              <a:gd name="connsiteY6" fmla="*/ 434956 h 509803"/>
              <a:gd name="connsiteX7" fmla="*/ 20140 w 509803"/>
              <a:gd name="connsiteY7" fmla="*/ 354097 h 509803"/>
              <a:gd name="connsiteX8" fmla="*/ 0 w 509803"/>
              <a:gd name="connsiteY8" fmla="*/ 254902 h 509803"/>
              <a:gd name="connsiteX9" fmla="*/ 20140 w 509803"/>
              <a:gd name="connsiteY9" fmla="*/ 155707 h 509803"/>
              <a:gd name="connsiteX10" fmla="*/ 74847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7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0" y="458402"/>
                  <a:pt x="384457" y="476738"/>
                  <a:pt x="354097" y="489664"/>
                </a:cubicBezTo>
                <a:cubicBezTo>
                  <a:pt x="322535" y="502890"/>
                  <a:pt x="289169" y="509804"/>
                  <a:pt x="254902" y="509804"/>
                </a:cubicBezTo>
                <a:cubicBezTo>
                  <a:pt x="220634" y="509804"/>
                  <a:pt x="187269" y="503191"/>
                  <a:pt x="155707" y="489664"/>
                </a:cubicBezTo>
                <a:cubicBezTo>
                  <a:pt x="125347" y="476738"/>
                  <a:pt x="97993" y="458402"/>
                  <a:pt x="74847" y="434956"/>
                </a:cubicBezTo>
                <a:cubicBezTo>
                  <a:pt x="51401" y="411510"/>
                  <a:pt x="33065" y="384457"/>
                  <a:pt x="20140" y="354097"/>
                </a:cubicBezTo>
                <a:cubicBezTo>
                  <a:pt x="6914" y="322535"/>
                  <a:pt x="0" y="289169"/>
                  <a:pt x="0" y="254902"/>
                </a:cubicBezTo>
                <a:cubicBezTo>
                  <a:pt x="0" y="220634"/>
                  <a:pt x="6613" y="187269"/>
                  <a:pt x="20140" y="155707"/>
                </a:cubicBezTo>
                <a:cubicBezTo>
                  <a:pt x="33065" y="125347"/>
                  <a:pt x="51401" y="97993"/>
                  <a:pt x="74847" y="74847"/>
                </a:cubicBezTo>
                <a:cubicBezTo>
                  <a:pt x="98294" y="51401"/>
                  <a:pt x="125347" y="33065"/>
                  <a:pt x="155707" y="20140"/>
                </a:cubicBezTo>
                <a:cubicBezTo>
                  <a:pt x="187269" y="6914"/>
                  <a:pt x="220634" y="0"/>
                  <a:pt x="254902" y="0"/>
                </a:cubicBezTo>
                <a:cubicBezTo>
                  <a:pt x="289169" y="0"/>
                  <a:pt x="322535" y="6613"/>
                  <a:pt x="354097" y="20140"/>
                </a:cubicBezTo>
                <a:cubicBezTo>
                  <a:pt x="384457" y="33065"/>
                  <a:pt x="411811" y="51401"/>
                  <a:pt x="434956" y="74847"/>
                </a:cubicBezTo>
                <a:cubicBezTo>
                  <a:pt x="458402" y="98294"/>
                  <a:pt x="476739" y="125347"/>
                  <a:pt x="489664" y="155707"/>
                </a:cubicBezTo>
                <a:cubicBezTo>
                  <a:pt x="502890" y="187269"/>
                  <a:pt x="509804" y="220634"/>
                  <a:pt x="509804" y="254902"/>
                </a:cubicBezTo>
              </a:path>
            </a:pathLst>
          </a:custGeom>
          <a:noFill/>
          <a:ln w="178551" cap="flat">
            <a:solidFill>
              <a:srgbClr val="629DD1"/>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6" name="任意多边形: 形状 25">
            <a:extLst>
              <a:ext uri="{FF2B5EF4-FFF2-40B4-BE49-F238E27FC236}">
                <a16:creationId xmlns:a16="http://schemas.microsoft.com/office/drawing/2014/main" id="{4A424E5F-DA4E-C65F-D723-1B79C965BB48}"/>
              </a:ext>
            </a:extLst>
          </p:cNvPr>
          <p:cNvSpPr/>
          <p:nvPr/>
        </p:nvSpPr>
        <p:spPr>
          <a:xfrm>
            <a:off x="4523706" y="4200118"/>
            <a:ext cx="418405" cy="418405"/>
          </a:xfrm>
          <a:custGeom>
            <a:avLst/>
            <a:gdLst>
              <a:gd name="connsiteX0" fmla="*/ 422632 w 422631"/>
              <a:gd name="connsiteY0" fmla="*/ 211316 h 422631"/>
              <a:gd name="connsiteX1" fmla="*/ 211316 w 422631"/>
              <a:gd name="connsiteY1" fmla="*/ 422632 h 422631"/>
              <a:gd name="connsiteX2" fmla="*/ 0 w 422631"/>
              <a:gd name="connsiteY2" fmla="*/ 211316 h 422631"/>
              <a:gd name="connsiteX3" fmla="*/ 211316 w 422631"/>
              <a:gd name="connsiteY3" fmla="*/ 0 h 422631"/>
              <a:gd name="connsiteX4" fmla="*/ 422632 w 422631"/>
              <a:gd name="connsiteY4" fmla="*/ 211316 h 4226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631" h="422631">
                <a:moveTo>
                  <a:pt x="422632" y="211316"/>
                </a:moveTo>
                <a:cubicBezTo>
                  <a:pt x="422632" y="328023"/>
                  <a:pt x="328023" y="422632"/>
                  <a:pt x="211316" y="422632"/>
                </a:cubicBezTo>
                <a:cubicBezTo>
                  <a:pt x="94610" y="422632"/>
                  <a:pt x="0" y="328023"/>
                  <a:pt x="0" y="211316"/>
                </a:cubicBezTo>
                <a:cubicBezTo>
                  <a:pt x="0" y="94610"/>
                  <a:pt x="94609" y="0"/>
                  <a:pt x="211316" y="0"/>
                </a:cubicBezTo>
                <a:cubicBezTo>
                  <a:pt x="328022" y="0"/>
                  <a:pt x="422632" y="94609"/>
                  <a:pt x="422632" y="211316"/>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7" name="任意多边形: 形状 26">
            <a:extLst>
              <a:ext uri="{FF2B5EF4-FFF2-40B4-BE49-F238E27FC236}">
                <a16:creationId xmlns:a16="http://schemas.microsoft.com/office/drawing/2014/main" id="{9232D63A-61C6-796A-3331-3C0799AF34A7}"/>
              </a:ext>
            </a:extLst>
          </p:cNvPr>
          <p:cNvSpPr/>
          <p:nvPr/>
        </p:nvSpPr>
        <p:spPr>
          <a:xfrm>
            <a:off x="4480557" y="2377107"/>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7 w 509803"/>
              <a:gd name="connsiteY6" fmla="*/ 434956 h 509803"/>
              <a:gd name="connsiteX7" fmla="*/ 20140 w 509803"/>
              <a:gd name="connsiteY7" fmla="*/ 354097 h 509803"/>
              <a:gd name="connsiteX8" fmla="*/ 0 w 509803"/>
              <a:gd name="connsiteY8" fmla="*/ 254902 h 509803"/>
              <a:gd name="connsiteX9" fmla="*/ 20140 w 509803"/>
              <a:gd name="connsiteY9" fmla="*/ 155706 h 509803"/>
              <a:gd name="connsiteX10" fmla="*/ 74847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6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0" y="458402"/>
                  <a:pt x="384457" y="476738"/>
                  <a:pt x="354097" y="489664"/>
                </a:cubicBezTo>
                <a:cubicBezTo>
                  <a:pt x="322535" y="502890"/>
                  <a:pt x="289169" y="509804"/>
                  <a:pt x="254902" y="509804"/>
                </a:cubicBezTo>
                <a:cubicBezTo>
                  <a:pt x="220634" y="509804"/>
                  <a:pt x="187269" y="503191"/>
                  <a:pt x="155707" y="489664"/>
                </a:cubicBezTo>
                <a:cubicBezTo>
                  <a:pt x="125347" y="476738"/>
                  <a:pt x="97993" y="458402"/>
                  <a:pt x="74847" y="434956"/>
                </a:cubicBezTo>
                <a:cubicBezTo>
                  <a:pt x="51401" y="411510"/>
                  <a:pt x="33065" y="384457"/>
                  <a:pt x="20140" y="354097"/>
                </a:cubicBezTo>
                <a:cubicBezTo>
                  <a:pt x="6914" y="322535"/>
                  <a:pt x="0" y="289169"/>
                  <a:pt x="0" y="254902"/>
                </a:cubicBezTo>
                <a:cubicBezTo>
                  <a:pt x="0" y="220634"/>
                  <a:pt x="6613" y="187269"/>
                  <a:pt x="20140" y="155706"/>
                </a:cubicBezTo>
                <a:cubicBezTo>
                  <a:pt x="33065" y="125347"/>
                  <a:pt x="51401" y="97993"/>
                  <a:pt x="74847" y="74847"/>
                </a:cubicBezTo>
                <a:cubicBezTo>
                  <a:pt x="98294" y="51401"/>
                  <a:pt x="125347" y="33065"/>
                  <a:pt x="155707" y="20140"/>
                </a:cubicBezTo>
                <a:cubicBezTo>
                  <a:pt x="187269" y="6914"/>
                  <a:pt x="220634" y="0"/>
                  <a:pt x="254902" y="0"/>
                </a:cubicBezTo>
                <a:cubicBezTo>
                  <a:pt x="289169" y="0"/>
                  <a:pt x="322535" y="6613"/>
                  <a:pt x="354097" y="20140"/>
                </a:cubicBezTo>
                <a:cubicBezTo>
                  <a:pt x="384457" y="33065"/>
                  <a:pt x="411811" y="51401"/>
                  <a:pt x="434956" y="74847"/>
                </a:cubicBezTo>
                <a:cubicBezTo>
                  <a:pt x="458402" y="98294"/>
                  <a:pt x="476739" y="125347"/>
                  <a:pt x="489664" y="155706"/>
                </a:cubicBezTo>
                <a:cubicBezTo>
                  <a:pt x="502890" y="186968"/>
                  <a:pt x="509804" y="220334"/>
                  <a:pt x="509804" y="254902"/>
                </a:cubicBezTo>
              </a:path>
            </a:pathLst>
          </a:custGeom>
          <a:noFill/>
          <a:ln w="178551" cap="flat">
            <a:solidFill>
              <a:srgbClr val="629DD1"/>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8" name="任意多边形: 形状 27">
            <a:extLst>
              <a:ext uri="{FF2B5EF4-FFF2-40B4-BE49-F238E27FC236}">
                <a16:creationId xmlns:a16="http://schemas.microsoft.com/office/drawing/2014/main" id="{30F4E02F-6049-0242-1BFD-3EA924704079}"/>
              </a:ext>
            </a:extLst>
          </p:cNvPr>
          <p:cNvSpPr/>
          <p:nvPr/>
        </p:nvSpPr>
        <p:spPr>
          <a:xfrm>
            <a:off x="4501388" y="2397939"/>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9" name="任意多边形: 形状 28">
            <a:extLst>
              <a:ext uri="{FF2B5EF4-FFF2-40B4-BE49-F238E27FC236}">
                <a16:creationId xmlns:a16="http://schemas.microsoft.com/office/drawing/2014/main" id="{BF6190C8-ED85-68BB-E9CB-FF590004463B}"/>
              </a:ext>
            </a:extLst>
          </p:cNvPr>
          <p:cNvSpPr/>
          <p:nvPr/>
        </p:nvSpPr>
        <p:spPr>
          <a:xfrm>
            <a:off x="4732909" y="2630353"/>
            <a:ext cx="2975" cy="1685227"/>
          </a:xfrm>
          <a:custGeom>
            <a:avLst/>
            <a:gdLst>
              <a:gd name="connsiteX0" fmla="*/ 0 w 3005"/>
              <a:gd name="connsiteY0" fmla="*/ 0 h 1702250"/>
              <a:gd name="connsiteX1" fmla="*/ 0 w 3005"/>
              <a:gd name="connsiteY1" fmla="*/ 1702251 h 1702250"/>
            </a:gdLst>
            <a:ahLst/>
            <a:cxnLst>
              <a:cxn ang="0">
                <a:pos x="connsiteX0" y="connsiteY0"/>
              </a:cxn>
              <a:cxn ang="0">
                <a:pos x="connsiteX1" y="connsiteY1"/>
              </a:cxn>
            </a:cxnLst>
            <a:rect l="l" t="t" r="r" b="b"/>
            <a:pathLst>
              <a:path w="3005" h="1702250">
                <a:moveTo>
                  <a:pt x="0" y="0"/>
                </a:moveTo>
                <a:lnTo>
                  <a:pt x="0" y="1702251"/>
                </a:lnTo>
              </a:path>
            </a:pathLst>
          </a:custGeom>
          <a:ln w="105176" cap="rnd">
            <a:solidFill>
              <a:srgbClr val="FFFFFF"/>
            </a:solidFill>
            <a:prstDash val="solid"/>
            <a:bevel/>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nvGrpSpPr>
          <p:cNvPr id="30" name="组合 29">
            <a:extLst>
              <a:ext uri="{FF2B5EF4-FFF2-40B4-BE49-F238E27FC236}">
                <a16:creationId xmlns:a16="http://schemas.microsoft.com/office/drawing/2014/main" id="{E2FC2D28-E7C9-3B9E-AEA7-4A0386164E56}"/>
              </a:ext>
            </a:extLst>
          </p:cNvPr>
          <p:cNvGrpSpPr/>
          <p:nvPr/>
        </p:nvGrpSpPr>
        <p:grpSpPr>
          <a:xfrm>
            <a:off x="4639765" y="4303380"/>
            <a:ext cx="185693" cy="183909"/>
            <a:chOff x="4644122" y="4278641"/>
            <a:chExt cx="185693" cy="183909"/>
          </a:xfrm>
          <a:solidFill>
            <a:srgbClr val="629DD1"/>
          </a:solidFill>
        </p:grpSpPr>
        <p:sp>
          <p:nvSpPr>
            <p:cNvPr id="31" name="任意多边形: 形状 30">
              <a:extLst>
                <a:ext uri="{FF2B5EF4-FFF2-40B4-BE49-F238E27FC236}">
                  <a16:creationId xmlns:a16="http://schemas.microsoft.com/office/drawing/2014/main" id="{B995F5EE-2DAA-6510-65AF-F9233E780A96}"/>
                </a:ext>
              </a:extLst>
            </p:cNvPr>
            <p:cNvSpPr/>
            <p:nvPr/>
          </p:nvSpPr>
          <p:spPr>
            <a:xfrm>
              <a:off x="4644122" y="4278941"/>
              <a:ext cx="81538" cy="183609"/>
            </a:xfrm>
            <a:custGeom>
              <a:avLst/>
              <a:gdLst>
                <a:gd name="connsiteX0" fmla="*/ 10821 w 82362"/>
                <a:gd name="connsiteY0" fmla="*/ 174343 h 185464"/>
                <a:gd name="connsiteX1" fmla="*/ 0 w 82362"/>
                <a:gd name="connsiteY1" fmla="*/ 142781 h 185464"/>
                <a:gd name="connsiteX2" fmla="*/ 0 w 82362"/>
                <a:gd name="connsiteY2" fmla="*/ 42684 h 185464"/>
                <a:gd name="connsiteX3" fmla="*/ 10821 w 82362"/>
                <a:gd name="connsiteY3" fmla="*/ 11122 h 185464"/>
                <a:gd name="connsiteX4" fmla="*/ 41181 w 82362"/>
                <a:gd name="connsiteY4" fmla="*/ 0 h 185464"/>
                <a:gd name="connsiteX5" fmla="*/ 71541 w 82362"/>
                <a:gd name="connsiteY5" fmla="*/ 11122 h 185464"/>
                <a:gd name="connsiteX6" fmla="*/ 82362 w 82362"/>
                <a:gd name="connsiteY6" fmla="*/ 42684 h 185464"/>
                <a:gd name="connsiteX7" fmla="*/ 82362 w 82362"/>
                <a:gd name="connsiteY7" fmla="*/ 142781 h 185464"/>
                <a:gd name="connsiteX8" fmla="*/ 71541 w 82362"/>
                <a:gd name="connsiteY8" fmla="*/ 174343 h 185464"/>
                <a:gd name="connsiteX9" fmla="*/ 41181 w 82362"/>
                <a:gd name="connsiteY9" fmla="*/ 185465 h 185464"/>
                <a:gd name="connsiteX10" fmla="*/ 10821 w 82362"/>
                <a:gd name="connsiteY10" fmla="*/ 174343 h 185464"/>
                <a:gd name="connsiteX11" fmla="*/ 51702 w 82362"/>
                <a:gd name="connsiteY11" fmla="*/ 154805 h 185464"/>
                <a:gd name="connsiteX12" fmla="*/ 55309 w 82362"/>
                <a:gd name="connsiteY12" fmla="*/ 142781 h 185464"/>
                <a:gd name="connsiteX13" fmla="*/ 55309 w 82362"/>
                <a:gd name="connsiteY13" fmla="*/ 42984 h 185464"/>
                <a:gd name="connsiteX14" fmla="*/ 51702 w 82362"/>
                <a:gd name="connsiteY14" fmla="*/ 30961 h 185464"/>
                <a:gd name="connsiteX15" fmla="*/ 41482 w 82362"/>
                <a:gd name="connsiteY15" fmla="*/ 26752 h 185464"/>
                <a:gd name="connsiteX16" fmla="*/ 31262 w 82362"/>
                <a:gd name="connsiteY16" fmla="*/ 30961 h 185464"/>
                <a:gd name="connsiteX17" fmla="*/ 27655 w 82362"/>
                <a:gd name="connsiteY17" fmla="*/ 42984 h 185464"/>
                <a:gd name="connsiteX18" fmla="*/ 27655 w 82362"/>
                <a:gd name="connsiteY18" fmla="*/ 142781 h 185464"/>
                <a:gd name="connsiteX19" fmla="*/ 31262 w 82362"/>
                <a:gd name="connsiteY19" fmla="*/ 154805 h 185464"/>
                <a:gd name="connsiteX20" fmla="*/ 41482 w 82362"/>
                <a:gd name="connsiteY20" fmla="*/ 159013 h 185464"/>
                <a:gd name="connsiteX21" fmla="*/ 51702 w 82362"/>
                <a:gd name="connsiteY21" fmla="*/ 154805 h 185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2362" h="185464">
                  <a:moveTo>
                    <a:pt x="10821" y="174343"/>
                  </a:moveTo>
                  <a:cubicBezTo>
                    <a:pt x="3607" y="166828"/>
                    <a:pt x="0" y="156308"/>
                    <a:pt x="0" y="142781"/>
                  </a:cubicBezTo>
                  <a:lnTo>
                    <a:pt x="0" y="42684"/>
                  </a:lnTo>
                  <a:cubicBezTo>
                    <a:pt x="0" y="29157"/>
                    <a:pt x="3607" y="18637"/>
                    <a:pt x="10821" y="11122"/>
                  </a:cubicBezTo>
                  <a:cubicBezTo>
                    <a:pt x="18036" y="3607"/>
                    <a:pt x="28256" y="0"/>
                    <a:pt x="41181" y="0"/>
                  </a:cubicBezTo>
                  <a:cubicBezTo>
                    <a:pt x="54107" y="0"/>
                    <a:pt x="64327" y="3607"/>
                    <a:pt x="71541" y="11122"/>
                  </a:cubicBezTo>
                  <a:cubicBezTo>
                    <a:pt x="78755" y="18637"/>
                    <a:pt x="82362" y="29157"/>
                    <a:pt x="82362" y="42684"/>
                  </a:cubicBezTo>
                  <a:lnTo>
                    <a:pt x="82362" y="142781"/>
                  </a:lnTo>
                  <a:cubicBezTo>
                    <a:pt x="82362" y="156308"/>
                    <a:pt x="78755" y="166828"/>
                    <a:pt x="71541" y="174343"/>
                  </a:cubicBezTo>
                  <a:cubicBezTo>
                    <a:pt x="64327" y="181858"/>
                    <a:pt x="54107" y="185465"/>
                    <a:pt x="41181" y="185465"/>
                  </a:cubicBezTo>
                  <a:cubicBezTo>
                    <a:pt x="28256" y="185465"/>
                    <a:pt x="18036" y="181557"/>
                    <a:pt x="10821" y="174343"/>
                  </a:cubicBezTo>
                  <a:close/>
                  <a:moveTo>
                    <a:pt x="51702" y="154805"/>
                  </a:moveTo>
                  <a:cubicBezTo>
                    <a:pt x="54107" y="152099"/>
                    <a:pt x="55309" y="147891"/>
                    <a:pt x="55309" y="142781"/>
                  </a:cubicBezTo>
                  <a:lnTo>
                    <a:pt x="55309" y="42984"/>
                  </a:lnTo>
                  <a:cubicBezTo>
                    <a:pt x="55309" y="37874"/>
                    <a:pt x="54107" y="33967"/>
                    <a:pt x="51702" y="30961"/>
                  </a:cubicBezTo>
                  <a:cubicBezTo>
                    <a:pt x="49297" y="28255"/>
                    <a:pt x="45991" y="26752"/>
                    <a:pt x="41482" y="26752"/>
                  </a:cubicBezTo>
                  <a:cubicBezTo>
                    <a:pt x="37273" y="26752"/>
                    <a:pt x="33666" y="28255"/>
                    <a:pt x="31262" y="30961"/>
                  </a:cubicBezTo>
                  <a:cubicBezTo>
                    <a:pt x="28857" y="33666"/>
                    <a:pt x="27655" y="37874"/>
                    <a:pt x="27655" y="42984"/>
                  </a:cubicBezTo>
                  <a:lnTo>
                    <a:pt x="27655" y="142781"/>
                  </a:lnTo>
                  <a:cubicBezTo>
                    <a:pt x="27655" y="147891"/>
                    <a:pt x="28857" y="151799"/>
                    <a:pt x="31262" y="154805"/>
                  </a:cubicBezTo>
                  <a:cubicBezTo>
                    <a:pt x="33666" y="157510"/>
                    <a:pt x="36973" y="159013"/>
                    <a:pt x="41482" y="159013"/>
                  </a:cubicBezTo>
                  <a:cubicBezTo>
                    <a:pt x="45690" y="159013"/>
                    <a:pt x="49297" y="157510"/>
                    <a:pt x="51702" y="154805"/>
                  </a:cubicBez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2" name="任意多边形: 形状 31">
              <a:extLst>
                <a:ext uri="{FF2B5EF4-FFF2-40B4-BE49-F238E27FC236}">
                  <a16:creationId xmlns:a16="http://schemas.microsoft.com/office/drawing/2014/main" id="{49B4A910-DFE2-6410-D7DB-CC03029F7E8B}"/>
                </a:ext>
              </a:extLst>
            </p:cNvPr>
            <p:cNvSpPr/>
            <p:nvPr/>
          </p:nvSpPr>
          <p:spPr>
            <a:xfrm>
              <a:off x="4746789" y="4278641"/>
              <a:ext cx="83026" cy="180931"/>
            </a:xfrm>
            <a:custGeom>
              <a:avLst/>
              <a:gdLst>
                <a:gd name="connsiteX0" fmla="*/ 902 w 83865"/>
                <a:gd name="connsiteY0" fmla="*/ 159314 h 182759"/>
                <a:gd name="connsiteX1" fmla="*/ 39678 w 83865"/>
                <a:gd name="connsiteY1" fmla="*/ 91380 h 182759"/>
                <a:gd name="connsiteX2" fmla="*/ 52003 w 83865"/>
                <a:gd name="connsiteY2" fmla="*/ 65529 h 182759"/>
                <a:gd name="connsiteX3" fmla="*/ 55910 w 83865"/>
                <a:gd name="connsiteY3" fmla="*/ 45089 h 182759"/>
                <a:gd name="connsiteX4" fmla="*/ 55910 w 83865"/>
                <a:gd name="connsiteY4" fmla="*/ 43887 h 182759"/>
                <a:gd name="connsiteX5" fmla="*/ 52604 w 83865"/>
                <a:gd name="connsiteY5" fmla="*/ 31262 h 182759"/>
                <a:gd name="connsiteX6" fmla="*/ 42985 w 83865"/>
                <a:gd name="connsiteY6" fmla="*/ 27053 h 182759"/>
                <a:gd name="connsiteX7" fmla="*/ 31562 w 83865"/>
                <a:gd name="connsiteY7" fmla="*/ 32464 h 182759"/>
                <a:gd name="connsiteX8" fmla="*/ 27955 w 83865"/>
                <a:gd name="connsiteY8" fmla="*/ 49297 h 182759"/>
                <a:gd name="connsiteX9" fmla="*/ 27955 w 83865"/>
                <a:gd name="connsiteY9" fmla="*/ 52904 h 182759"/>
                <a:gd name="connsiteX10" fmla="*/ 0 w 83865"/>
                <a:gd name="connsiteY10" fmla="*/ 52904 h 182759"/>
                <a:gd name="connsiteX11" fmla="*/ 0 w 83865"/>
                <a:gd name="connsiteY11" fmla="*/ 49297 h 182759"/>
                <a:gd name="connsiteX12" fmla="*/ 4809 w 83865"/>
                <a:gd name="connsiteY12" fmla="*/ 21943 h 182759"/>
                <a:gd name="connsiteX13" fmla="*/ 18637 w 83865"/>
                <a:gd name="connsiteY13" fmla="*/ 5411 h 182759"/>
                <a:gd name="connsiteX14" fmla="*/ 41782 w 83865"/>
                <a:gd name="connsiteY14" fmla="*/ 0 h 182759"/>
                <a:gd name="connsiteX15" fmla="*/ 64928 w 83865"/>
                <a:gd name="connsiteY15" fmla="*/ 4810 h 182759"/>
                <a:gd name="connsiteX16" fmla="*/ 79056 w 83865"/>
                <a:gd name="connsiteY16" fmla="*/ 19238 h 182759"/>
                <a:gd name="connsiteX17" fmla="*/ 83865 w 83865"/>
                <a:gd name="connsiteY17" fmla="*/ 43285 h 182759"/>
                <a:gd name="connsiteX18" fmla="*/ 83865 w 83865"/>
                <a:gd name="connsiteY18" fmla="*/ 44488 h 182759"/>
                <a:gd name="connsiteX19" fmla="*/ 79356 w 83865"/>
                <a:gd name="connsiteY19" fmla="*/ 68235 h 182759"/>
                <a:gd name="connsiteX20" fmla="*/ 66130 w 83865"/>
                <a:gd name="connsiteY20" fmla="*/ 97692 h 182759"/>
                <a:gd name="connsiteX21" fmla="*/ 34568 w 83865"/>
                <a:gd name="connsiteY21" fmla="*/ 156308 h 182759"/>
                <a:gd name="connsiteX22" fmla="*/ 83264 w 83865"/>
                <a:gd name="connsiteY22" fmla="*/ 156308 h 182759"/>
                <a:gd name="connsiteX23" fmla="*/ 83264 w 83865"/>
                <a:gd name="connsiteY23" fmla="*/ 182760 h 182759"/>
                <a:gd name="connsiteX24" fmla="*/ 601 w 83865"/>
                <a:gd name="connsiteY24" fmla="*/ 182760 h 182759"/>
                <a:gd name="connsiteX25" fmla="*/ 902 w 83865"/>
                <a:gd name="connsiteY25" fmla="*/ 159314 h 182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3865" h="182759">
                  <a:moveTo>
                    <a:pt x="902" y="159314"/>
                  </a:moveTo>
                  <a:lnTo>
                    <a:pt x="39678" y="91380"/>
                  </a:lnTo>
                  <a:cubicBezTo>
                    <a:pt x="45089" y="81761"/>
                    <a:pt x="49297" y="73344"/>
                    <a:pt x="52003" y="65529"/>
                  </a:cubicBezTo>
                  <a:cubicBezTo>
                    <a:pt x="54708" y="57714"/>
                    <a:pt x="55910" y="51101"/>
                    <a:pt x="55910" y="45089"/>
                  </a:cubicBezTo>
                  <a:lnTo>
                    <a:pt x="55910" y="43887"/>
                  </a:lnTo>
                  <a:cubicBezTo>
                    <a:pt x="55910" y="38175"/>
                    <a:pt x="54708" y="34268"/>
                    <a:pt x="52604" y="31262"/>
                  </a:cubicBezTo>
                  <a:cubicBezTo>
                    <a:pt x="50500" y="28256"/>
                    <a:pt x="47193" y="27053"/>
                    <a:pt x="42985" y="27053"/>
                  </a:cubicBezTo>
                  <a:cubicBezTo>
                    <a:pt x="37874" y="27053"/>
                    <a:pt x="33967" y="28857"/>
                    <a:pt x="31562" y="32464"/>
                  </a:cubicBezTo>
                  <a:cubicBezTo>
                    <a:pt x="29158" y="36071"/>
                    <a:pt x="27955" y="41782"/>
                    <a:pt x="27955" y="49297"/>
                  </a:cubicBezTo>
                  <a:lnTo>
                    <a:pt x="27955" y="52904"/>
                  </a:lnTo>
                  <a:lnTo>
                    <a:pt x="0" y="52904"/>
                  </a:lnTo>
                  <a:lnTo>
                    <a:pt x="0" y="49297"/>
                  </a:lnTo>
                  <a:cubicBezTo>
                    <a:pt x="0" y="38175"/>
                    <a:pt x="1803" y="29158"/>
                    <a:pt x="4809" y="21943"/>
                  </a:cubicBezTo>
                  <a:cubicBezTo>
                    <a:pt x="7815" y="14729"/>
                    <a:pt x="12625" y="9319"/>
                    <a:pt x="18637" y="5411"/>
                  </a:cubicBezTo>
                  <a:cubicBezTo>
                    <a:pt x="24949" y="1804"/>
                    <a:pt x="32464" y="0"/>
                    <a:pt x="41782" y="0"/>
                  </a:cubicBezTo>
                  <a:cubicBezTo>
                    <a:pt x="51101" y="0"/>
                    <a:pt x="58916" y="1503"/>
                    <a:pt x="64928" y="4810"/>
                  </a:cubicBezTo>
                  <a:cubicBezTo>
                    <a:pt x="71240" y="8116"/>
                    <a:pt x="75749" y="12926"/>
                    <a:pt x="79056" y="19238"/>
                  </a:cubicBezTo>
                  <a:cubicBezTo>
                    <a:pt x="82062" y="25550"/>
                    <a:pt x="83865" y="33666"/>
                    <a:pt x="83865" y="43285"/>
                  </a:cubicBezTo>
                  <a:lnTo>
                    <a:pt x="83865" y="44488"/>
                  </a:lnTo>
                  <a:cubicBezTo>
                    <a:pt x="83865" y="51401"/>
                    <a:pt x="82362" y="59517"/>
                    <a:pt x="79356" y="68235"/>
                  </a:cubicBezTo>
                  <a:cubicBezTo>
                    <a:pt x="76350" y="77252"/>
                    <a:pt x="72142" y="86871"/>
                    <a:pt x="66130" y="97692"/>
                  </a:cubicBezTo>
                  <a:lnTo>
                    <a:pt x="34568" y="156308"/>
                  </a:lnTo>
                  <a:lnTo>
                    <a:pt x="83264" y="156308"/>
                  </a:lnTo>
                  <a:lnTo>
                    <a:pt x="83264" y="182760"/>
                  </a:lnTo>
                  <a:lnTo>
                    <a:pt x="601" y="182760"/>
                  </a:lnTo>
                  <a:lnTo>
                    <a:pt x="902" y="159314"/>
                  </a:ln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sp>
        <p:nvSpPr>
          <p:cNvPr id="33" name="任意多边形: 形状 32">
            <a:extLst>
              <a:ext uri="{FF2B5EF4-FFF2-40B4-BE49-F238E27FC236}">
                <a16:creationId xmlns:a16="http://schemas.microsoft.com/office/drawing/2014/main" id="{FFEB4AD7-9D2F-E682-0590-87785EDDD71C}"/>
              </a:ext>
            </a:extLst>
          </p:cNvPr>
          <p:cNvSpPr/>
          <p:nvPr/>
        </p:nvSpPr>
        <p:spPr>
          <a:xfrm>
            <a:off x="6095555" y="1899186"/>
            <a:ext cx="2726778" cy="1459359"/>
          </a:xfrm>
          <a:custGeom>
            <a:avLst/>
            <a:gdLst>
              <a:gd name="connsiteX0" fmla="*/ 0 w 2754321"/>
              <a:gd name="connsiteY0" fmla="*/ 0 h 1474101"/>
              <a:gd name="connsiteX1" fmla="*/ 2754322 w 2754321"/>
              <a:gd name="connsiteY1" fmla="*/ 0 h 1474101"/>
              <a:gd name="connsiteX2" fmla="*/ 2754322 w 2754321"/>
              <a:gd name="connsiteY2" fmla="*/ 1474102 h 1474101"/>
              <a:gd name="connsiteX3" fmla="*/ 0 w 2754321"/>
              <a:gd name="connsiteY3" fmla="*/ 1474102 h 1474101"/>
            </a:gdLst>
            <a:ahLst/>
            <a:cxnLst>
              <a:cxn ang="0">
                <a:pos x="connsiteX0" y="connsiteY0"/>
              </a:cxn>
              <a:cxn ang="0">
                <a:pos x="connsiteX1" y="connsiteY1"/>
              </a:cxn>
              <a:cxn ang="0">
                <a:pos x="connsiteX2" y="connsiteY2"/>
              </a:cxn>
              <a:cxn ang="0">
                <a:pos x="connsiteX3" y="connsiteY3"/>
              </a:cxn>
            </a:cxnLst>
            <a:rect l="l" t="t" r="r" b="b"/>
            <a:pathLst>
              <a:path w="2754321" h="1474101">
                <a:moveTo>
                  <a:pt x="0" y="0"/>
                </a:moveTo>
                <a:lnTo>
                  <a:pt x="2754322" y="0"/>
                </a:lnTo>
                <a:lnTo>
                  <a:pt x="2754322" y="1474102"/>
                </a:lnTo>
                <a:lnTo>
                  <a:pt x="0" y="1474102"/>
                </a:lnTo>
                <a:close/>
              </a:path>
            </a:pathLst>
          </a:custGeom>
          <a:solidFill>
            <a:srgbClr val="297FD5"/>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4" name="任意多边形: 形状 33">
            <a:extLst>
              <a:ext uri="{FF2B5EF4-FFF2-40B4-BE49-F238E27FC236}">
                <a16:creationId xmlns:a16="http://schemas.microsoft.com/office/drawing/2014/main" id="{8C18EA7A-C350-C4E1-72F4-F6FCA46B881C}"/>
              </a:ext>
            </a:extLst>
          </p:cNvPr>
          <p:cNvSpPr/>
          <p:nvPr/>
        </p:nvSpPr>
        <p:spPr>
          <a:xfrm>
            <a:off x="6357728" y="1528394"/>
            <a:ext cx="2202135" cy="2202135"/>
          </a:xfrm>
          <a:custGeom>
            <a:avLst/>
            <a:gdLst>
              <a:gd name="connsiteX0" fmla="*/ 1112189 w 2224378"/>
              <a:gd name="connsiteY0" fmla="*/ 2224379 h 2224378"/>
              <a:gd name="connsiteX1" fmla="*/ 679337 w 2224378"/>
              <a:gd name="connsiteY1" fmla="*/ 2136907 h 2224378"/>
              <a:gd name="connsiteX2" fmla="*/ 325841 w 2224378"/>
              <a:gd name="connsiteY2" fmla="*/ 1898538 h 2224378"/>
              <a:gd name="connsiteX3" fmla="*/ 87472 w 2224378"/>
              <a:gd name="connsiteY3" fmla="*/ 1545042 h 2224378"/>
              <a:gd name="connsiteX4" fmla="*/ 0 w 2224378"/>
              <a:gd name="connsiteY4" fmla="*/ 1112189 h 2224378"/>
              <a:gd name="connsiteX5" fmla="*/ 87472 w 2224378"/>
              <a:gd name="connsiteY5" fmla="*/ 679337 h 2224378"/>
              <a:gd name="connsiteX6" fmla="*/ 325841 w 2224378"/>
              <a:gd name="connsiteY6" fmla="*/ 325842 h 2224378"/>
              <a:gd name="connsiteX7" fmla="*/ 679337 w 2224378"/>
              <a:gd name="connsiteY7" fmla="*/ 87472 h 2224378"/>
              <a:gd name="connsiteX8" fmla="*/ 1112189 w 2224378"/>
              <a:gd name="connsiteY8" fmla="*/ 0 h 2224378"/>
              <a:gd name="connsiteX9" fmla="*/ 1545041 w 2224378"/>
              <a:gd name="connsiteY9" fmla="*/ 87472 h 2224378"/>
              <a:gd name="connsiteX10" fmla="*/ 1898538 w 2224378"/>
              <a:gd name="connsiteY10" fmla="*/ 325842 h 2224378"/>
              <a:gd name="connsiteX11" fmla="*/ 2136906 w 2224378"/>
              <a:gd name="connsiteY11" fmla="*/ 679337 h 2224378"/>
              <a:gd name="connsiteX12" fmla="*/ 2224379 w 2224378"/>
              <a:gd name="connsiteY12" fmla="*/ 1112189 h 2224378"/>
              <a:gd name="connsiteX13" fmla="*/ 2136906 w 2224378"/>
              <a:gd name="connsiteY13" fmla="*/ 1545042 h 2224378"/>
              <a:gd name="connsiteX14" fmla="*/ 1898538 w 2224378"/>
              <a:gd name="connsiteY14" fmla="*/ 1898538 h 2224378"/>
              <a:gd name="connsiteX15" fmla="*/ 1545041 w 2224378"/>
              <a:gd name="connsiteY15" fmla="*/ 2136907 h 2224378"/>
              <a:gd name="connsiteX16" fmla="*/ 1112189 w 2224378"/>
              <a:gd name="connsiteY16" fmla="*/ 2224379 h 2224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24378" h="2224378">
                <a:moveTo>
                  <a:pt x="1112189" y="2224379"/>
                </a:moveTo>
                <a:cubicBezTo>
                  <a:pt x="962194" y="2224379"/>
                  <a:pt x="816407" y="2194921"/>
                  <a:pt x="679337" y="2136907"/>
                </a:cubicBezTo>
                <a:cubicBezTo>
                  <a:pt x="546776" y="2080997"/>
                  <a:pt x="428042" y="2000739"/>
                  <a:pt x="325841" y="1898538"/>
                </a:cubicBezTo>
                <a:cubicBezTo>
                  <a:pt x="223640" y="1796336"/>
                  <a:pt x="143683" y="1677603"/>
                  <a:pt x="87472" y="1545042"/>
                </a:cubicBezTo>
                <a:cubicBezTo>
                  <a:pt x="29458" y="1407972"/>
                  <a:pt x="0" y="1262185"/>
                  <a:pt x="0" y="1112189"/>
                </a:cubicBezTo>
                <a:cubicBezTo>
                  <a:pt x="0" y="962194"/>
                  <a:pt x="29458" y="816407"/>
                  <a:pt x="87472" y="679337"/>
                </a:cubicBezTo>
                <a:cubicBezTo>
                  <a:pt x="143382" y="546776"/>
                  <a:pt x="223640" y="428043"/>
                  <a:pt x="325841" y="325842"/>
                </a:cubicBezTo>
                <a:cubicBezTo>
                  <a:pt x="428042" y="223640"/>
                  <a:pt x="546776" y="143683"/>
                  <a:pt x="679337" y="87472"/>
                </a:cubicBezTo>
                <a:cubicBezTo>
                  <a:pt x="816407" y="29458"/>
                  <a:pt x="962194" y="0"/>
                  <a:pt x="1112189" y="0"/>
                </a:cubicBezTo>
                <a:cubicBezTo>
                  <a:pt x="1262184" y="0"/>
                  <a:pt x="1407971" y="29458"/>
                  <a:pt x="1545041" y="87472"/>
                </a:cubicBezTo>
                <a:cubicBezTo>
                  <a:pt x="1677603" y="143382"/>
                  <a:pt x="1796336" y="223640"/>
                  <a:pt x="1898538" y="325842"/>
                </a:cubicBezTo>
                <a:cubicBezTo>
                  <a:pt x="2000739" y="428043"/>
                  <a:pt x="2080696" y="546776"/>
                  <a:pt x="2136906" y="679337"/>
                </a:cubicBezTo>
                <a:cubicBezTo>
                  <a:pt x="2194921" y="816407"/>
                  <a:pt x="2224379" y="962194"/>
                  <a:pt x="2224379" y="1112189"/>
                </a:cubicBezTo>
                <a:cubicBezTo>
                  <a:pt x="2224379" y="1262185"/>
                  <a:pt x="2194921" y="1407972"/>
                  <a:pt x="2136906" y="1545042"/>
                </a:cubicBezTo>
                <a:cubicBezTo>
                  <a:pt x="2080997" y="1677603"/>
                  <a:pt x="2000739" y="1796336"/>
                  <a:pt x="1898538" y="1898538"/>
                </a:cubicBezTo>
                <a:cubicBezTo>
                  <a:pt x="1796336" y="2000739"/>
                  <a:pt x="1677603" y="2080696"/>
                  <a:pt x="1545041" y="2136907"/>
                </a:cubicBezTo>
                <a:cubicBezTo>
                  <a:pt x="1407971" y="2194921"/>
                  <a:pt x="1262184" y="2224379"/>
                  <a:pt x="1112189" y="2224379"/>
                </a:cubicBezTo>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5" name="任意多边形: 形状 34">
            <a:extLst>
              <a:ext uri="{FF2B5EF4-FFF2-40B4-BE49-F238E27FC236}">
                <a16:creationId xmlns:a16="http://schemas.microsoft.com/office/drawing/2014/main" id="{BB14EFAC-9602-2D20-3904-353DA35B85EC}"/>
              </a:ext>
            </a:extLst>
          </p:cNvPr>
          <p:cNvSpPr/>
          <p:nvPr/>
        </p:nvSpPr>
        <p:spPr>
          <a:xfrm>
            <a:off x="6664242" y="1835203"/>
            <a:ext cx="1588512" cy="1588512"/>
          </a:xfrm>
          <a:custGeom>
            <a:avLst/>
            <a:gdLst>
              <a:gd name="connsiteX0" fmla="*/ 1604559 w 1604558"/>
              <a:gd name="connsiteY0" fmla="*/ 802279 h 1604558"/>
              <a:gd name="connsiteX1" fmla="*/ 1541435 w 1604558"/>
              <a:gd name="connsiteY1" fmla="*/ 1114594 h 1604558"/>
              <a:gd name="connsiteX2" fmla="*/ 1369496 w 1604558"/>
              <a:gd name="connsiteY2" fmla="*/ 1369496 h 1604558"/>
              <a:gd name="connsiteX3" fmla="*/ 1114594 w 1604558"/>
              <a:gd name="connsiteY3" fmla="*/ 1541435 h 1604558"/>
              <a:gd name="connsiteX4" fmla="*/ 802279 w 1604558"/>
              <a:gd name="connsiteY4" fmla="*/ 1604559 h 1604558"/>
              <a:gd name="connsiteX5" fmla="*/ 489965 w 1604558"/>
              <a:gd name="connsiteY5" fmla="*/ 1541435 h 1604558"/>
              <a:gd name="connsiteX6" fmla="*/ 235063 w 1604558"/>
              <a:gd name="connsiteY6" fmla="*/ 1369496 h 1604558"/>
              <a:gd name="connsiteX7" fmla="*/ 63124 w 1604558"/>
              <a:gd name="connsiteY7" fmla="*/ 1114594 h 1604558"/>
              <a:gd name="connsiteX8" fmla="*/ 0 w 1604558"/>
              <a:gd name="connsiteY8" fmla="*/ 802279 h 1604558"/>
              <a:gd name="connsiteX9" fmla="*/ 63124 w 1604558"/>
              <a:gd name="connsiteY9" fmla="*/ 489965 h 1604558"/>
              <a:gd name="connsiteX10" fmla="*/ 235063 w 1604558"/>
              <a:gd name="connsiteY10" fmla="*/ 235063 h 1604558"/>
              <a:gd name="connsiteX11" fmla="*/ 489965 w 1604558"/>
              <a:gd name="connsiteY11" fmla="*/ 63124 h 1604558"/>
              <a:gd name="connsiteX12" fmla="*/ 802279 w 1604558"/>
              <a:gd name="connsiteY12" fmla="*/ 0 h 1604558"/>
              <a:gd name="connsiteX13" fmla="*/ 1114594 w 1604558"/>
              <a:gd name="connsiteY13" fmla="*/ 63124 h 1604558"/>
              <a:gd name="connsiteX14" fmla="*/ 1369496 w 1604558"/>
              <a:gd name="connsiteY14" fmla="*/ 235063 h 1604558"/>
              <a:gd name="connsiteX15" fmla="*/ 1541435 w 1604558"/>
              <a:gd name="connsiteY15" fmla="*/ 489965 h 1604558"/>
              <a:gd name="connsiteX16" fmla="*/ 1604559 w 1604558"/>
              <a:gd name="connsiteY16" fmla="*/ 802279 h 160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4558" h="1604558">
                <a:moveTo>
                  <a:pt x="1604559" y="802279"/>
                </a:moveTo>
                <a:cubicBezTo>
                  <a:pt x="1604559" y="910492"/>
                  <a:pt x="1583216" y="1015699"/>
                  <a:pt x="1541435" y="1114594"/>
                </a:cubicBezTo>
                <a:cubicBezTo>
                  <a:pt x="1501155" y="1210182"/>
                  <a:pt x="1443141" y="1295851"/>
                  <a:pt x="1369496" y="1369496"/>
                </a:cubicBezTo>
                <a:cubicBezTo>
                  <a:pt x="1295851" y="1443141"/>
                  <a:pt x="1210183" y="1500855"/>
                  <a:pt x="1114594" y="1541435"/>
                </a:cubicBezTo>
                <a:cubicBezTo>
                  <a:pt x="1015699" y="1583217"/>
                  <a:pt x="910492" y="1604559"/>
                  <a:pt x="802279" y="1604559"/>
                </a:cubicBezTo>
                <a:cubicBezTo>
                  <a:pt x="694066" y="1604559"/>
                  <a:pt x="588859" y="1583217"/>
                  <a:pt x="489965" y="1541435"/>
                </a:cubicBezTo>
                <a:cubicBezTo>
                  <a:pt x="394376" y="1501155"/>
                  <a:pt x="308708" y="1443141"/>
                  <a:pt x="235063" y="1369496"/>
                </a:cubicBezTo>
                <a:cubicBezTo>
                  <a:pt x="161418" y="1295851"/>
                  <a:pt x="103704" y="1210182"/>
                  <a:pt x="63124" y="1114594"/>
                </a:cubicBezTo>
                <a:cubicBezTo>
                  <a:pt x="21342" y="1015699"/>
                  <a:pt x="0" y="910492"/>
                  <a:pt x="0" y="802279"/>
                </a:cubicBezTo>
                <a:cubicBezTo>
                  <a:pt x="0" y="694066"/>
                  <a:pt x="21342" y="588859"/>
                  <a:pt x="63124" y="489965"/>
                </a:cubicBezTo>
                <a:cubicBezTo>
                  <a:pt x="103403" y="394376"/>
                  <a:pt x="161418" y="308708"/>
                  <a:pt x="235063" y="235063"/>
                </a:cubicBezTo>
                <a:cubicBezTo>
                  <a:pt x="308708" y="161418"/>
                  <a:pt x="394376" y="103704"/>
                  <a:pt x="489965" y="63124"/>
                </a:cubicBezTo>
                <a:cubicBezTo>
                  <a:pt x="588859" y="21342"/>
                  <a:pt x="694066" y="0"/>
                  <a:pt x="802279" y="0"/>
                </a:cubicBezTo>
                <a:cubicBezTo>
                  <a:pt x="910492" y="0"/>
                  <a:pt x="1015699" y="21342"/>
                  <a:pt x="1114594" y="63124"/>
                </a:cubicBezTo>
                <a:cubicBezTo>
                  <a:pt x="1210183" y="103404"/>
                  <a:pt x="1295851" y="161418"/>
                  <a:pt x="1369496" y="235063"/>
                </a:cubicBezTo>
                <a:cubicBezTo>
                  <a:pt x="1443141" y="308708"/>
                  <a:pt x="1500855" y="394376"/>
                  <a:pt x="1541435" y="489965"/>
                </a:cubicBezTo>
                <a:cubicBezTo>
                  <a:pt x="1583517" y="588859"/>
                  <a:pt x="1604559" y="693766"/>
                  <a:pt x="1604559" y="802279"/>
                </a:cubicBezTo>
              </a:path>
            </a:pathLst>
          </a:custGeom>
          <a:noFill/>
          <a:ln w="178551" cap="flat">
            <a:solidFill>
              <a:srgbClr val="297FD5"/>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6" name="任意多边形: 形状 35">
            <a:extLst>
              <a:ext uri="{FF2B5EF4-FFF2-40B4-BE49-F238E27FC236}">
                <a16:creationId xmlns:a16="http://schemas.microsoft.com/office/drawing/2014/main" id="{84DA30B7-0FD0-C036-52B2-B1EFF8CDD1E3}"/>
              </a:ext>
            </a:extLst>
          </p:cNvPr>
          <p:cNvSpPr/>
          <p:nvPr/>
        </p:nvSpPr>
        <p:spPr>
          <a:xfrm>
            <a:off x="6730008" y="1900673"/>
            <a:ext cx="1457575" cy="1457575"/>
          </a:xfrm>
          <a:custGeom>
            <a:avLst/>
            <a:gdLst>
              <a:gd name="connsiteX0" fmla="*/ 1472298 w 1472298"/>
              <a:gd name="connsiteY0" fmla="*/ 736149 h 1472298"/>
              <a:gd name="connsiteX1" fmla="*/ 736149 w 1472298"/>
              <a:gd name="connsiteY1" fmla="*/ 1472298 h 1472298"/>
              <a:gd name="connsiteX2" fmla="*/ 0 w 1472298"/>
              <a:gd name="connsiteY2" fmla="*/ 736149 h 1472298"/>
              <a:gd name="connsiteX3" fmla="*/ 736149 w 1472298"/>
              <a:gd name="connsiteY3" fmla="*/ 0 h 1472298"/>
              <a:gd name="connsiteX4" fmla="*/ 1472298 w 1472298"/>
              <a:gd name="connsiteY4" fmla="*/ 736149 h 1472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2298" h="1472298">
                <a:moveTo>
                  <a:pt x="1472298" y="736149"/>
                </a:moveTo>
                <a:cubicBezTo>
                  <a:pt x="1472298" y="1142713"/>
                  <a:pt x="1142713" y="1472298"/>
                  <a:pt x="736149" y="1472298"/>
                </a:cubicBezTo>
                <a:cubicBezTo>
                  <a:pt x="329585" y="1472298"/>
                  <a:pt x="0" y="1142713"/>
                  <a:pt x="0" y="736149"/>
                </a:cubicBezTo>
                <a:cubicBezTo>
                  <a:pt x="0" y="329585"/>
                  <a:pt x="329586" y="0"/>
                  <a:pt x="736149" y="0"/>
                </a:cubicBezTo>
                <a:cubicBezTo>
                  <a:pt x="1142713" y="0"/>
                  <a:pt x="1472298" y="329585"/>
                  <a:pt x="1472298" y="736149"/>
                </a:cubicBezTo>
                <a:close/>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7" name="任意多边形: 形状 36">
            <a:extLst>
              <a:ext uri="{FF2B5EF4-FFF2-40B4-BE49-F238E27FC236}">
                <a16:creationId xmlns:a16="http://schemas.microsoft.com/office/drawing/2014/main" id="{EE0B83AC-A0BC-9F4D-3AAE-57CE1D4D0708}"/>
              </a:ext>
            </a:extLst>
          </p:cNvPr>
          <p:cNvSpPr/>
          <p:nvPr/>
        </p:nvSpPr>
        <p:spPr>
          <a:xfrm>
            <a:off x="6800237" y="1970904"/>
            <a:ext cx="1317114" cy="1317114"/>
          </a:xfrm>
          <a:custGeom>
            <a:avLst/>
            <a:gdLst>
              <a:gd name="connsiteX0" fmla="*/ 1330419 w 1330418"/>
              <a:gd name="connsiteY0" fmla="*/ 665209 h 1330418"/>
              <a:gd name="connsiteX1" fmla="*/ 665209 w 1330418"/>
              <a:gd name="connsiteY1" fmla="*/ 1330419 h 1330418"/>
              <a:gd name="connsiteX2" fmla="*/ 0 w 1330418"/>
              <a:gd name="connsiteY2" fmla="*/ 665209 h 1330418"/>
              <a:gd name="connsiteX3" fmla="*/ 665209 w 1330418"/>
              <a:gd name="connsiteY3" fmla="*/ 0 h 1330418"/>
              <a:gd name="connsiteX4" fmla="*/ 1330419 w 1330418"/>
              <a:gd name="connsiteY4" fmla="*/ 665209 h 1330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0418" h="1330418">
                <a:moveTo>
                  <a:pt x="1330419" y="665209"/>
                </a:moveTo>
                <a:cubicBezTo>
                  <a:pt x="1330419" y="1032595"/>
                  <a:pt x="1032595" y="1330419"/>
                  <a:pt x="665209" y="1330419"/>
                </a:cubicBezTo>
                <a:cubicBezTo>
                  <a:pt x="297824" y="1330419"/>
                  <a:pt x="0" y="1032594"/>
                  <a:pt x="0" y="665209"/>
                </a:cubicBezTo>
                <a:cubicBezTo>
                  <a:pt x="0" y="297824"/>
                  <a:pt x="297824" y="0"/>
                  <a:pt x="665209" y="0"/>
                </a:cubicBezTo>
                <a:cubicBezTo>
                  <a:pt x="1032595" y="0"/>
                  <a:pt x="1330419" y="297825"/>
                  <a:pt x="1330419" y="665209"/>
                </a:cubicBezTo>
                <a:close/>
              </a:path>
            </a:pathLst>
          </a:custGeom>
          <a:solidFill>
            <a:srgbClr val="FFFFFF"/>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8" name="任意多边形: 形状 37">
            <a:extLst>
              <a:ext uri="{FF2B5EF4-FFF2-40B4-BE49-F238E27FC236}">
                <a16:creationId xmlns:a16="http://schemas.microsoft.com/office/drawing/2014/main" id="{63957C6C-6DBA-CCD0-DA3D-B37EB41C020C}"/>
              </a:ext>
            </a:extLst>
          </p:cNvPr>
          <p:cNvSpPr/>
          <p:nvPr/>
        </p:nvSpPr>
        <p:spPr>
          <a:xfrm>
            <a:off x="6817201" y="1987865"/>
            <a:ext cx="1283189" cy="1283189"/>
          </a:xfrm>
          <a:custGeom>
            <a:avLst/>
            <a:gdLst>
              <a:gd name="connsiteX0" fmla="*/ 1296152 w 1296151"/>
              <a:gd name="connsiteY0" fmla="*/ 648076 h 1296151"/>
              <a:gd name="connsiteX1" fmla="*/ 648076 w 1296151"/>
              <a:gd name="connsiteY1" fmla="*/ 1296151 h 1296151"/>
              <a:gd name="connsiteX2" fmla="*/ 0 w 1296151"/>
              <a:gd name="connsiteY2" fmla="*/ 648076 h 1296151"/>
              <a:gd name="connsiteX3" fmla="*/ 648076 w 1296151"/>
              <a:gd name="connsiteY3" fmla="*/ 0 h 1296151"/>
              <a:gd name="connsiteX4" fmla="*/ 1296152 w 1296151"/>
              <a:gd name="connsiteY4" fmla="*/ 648076 h 1296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6151" h="1296151">
                <a:moveTo>
                  <a:pt x="1296152" y="648076"/>
                </a:moveTo>
                <a:cubicBezTo>
                  <a:pt x="1296152" y="1005998"/>
                  <a:pt x="1005999" y="1296151"/>
                  <a:pt x="648076" y="1296151"/>
                </a:cubicBezTo>
                <a:cubicBezTo>
                  <a:pt x="290154" y="1296151"/>
                  <a:pt x="0" y="1005998"/>
                  <a:pt x="0" y="648076"/>
                </a:cubicBezTo>
                <a:cubicBezTo>
                  <a:pt x="0" y="290153"/>
                  <a:pt x="290153" y="0"/>
                  <a:pt x="648076" y="0"/>
                </a:cubicBezTo>
                <a:cubicBezTo>
                  <a:pt x="1005998" y="0"/>
                  <a:pt x="1296152" y="290153"/>
                  <a:pt x="1296152" y="648076"/>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9" name="任意多边形: 形状 38">
            <a:extLst>
              <a:ext uri="{FF2B5EF4-FFF2-40B4-BE49-F238E27FC236}">
                <a16:creationId xmlns:a16="http://schemas.microsoft.com/office/drawing/2014/main" id="{D8E07ACB-D96A-B1E4-6BF9-DD19E46A0E52}"/>
              </a:ext>
            </a:extLst>
          </p:cNvPr>
          <p:cNvSpPr/>
          <p:nvPr/>
        </p:nvSpPr>
        <p:spPr>
          <a:xfrm>
            <a:off x="7157044" y="4107568"/>
            <a:ext cx="603503" cy="603504"/>
          </a:xfrm>
          <a:custGeom>
            <a:avLst/>
            <a:gdLst>
              <a:gd name="connsiteX0" fmla="*/ 304800 w 609599"/>
              <a:gd name="connsiteY0" fmla="*/ 609600 h 609600"/>
              <a:gd name="connsiteX1" fmla="*/ 186066 w 609599"/>
              <a:gd name="connsiteY1" fmla="*/ 585553 h 609600"/>
              <a:gd name="connsiteX2" fmla="*/ 89276 w 609599"/>
              <a:gd name="connsiteY2" fmla="*/ 520324 h 609600"/>
              <a:gd name="connsiteX3" fmla="*/ 24047 w 609599"/>
              <a:gd name="connsiteY3" fmla="*/ 423534 h 609600"/>
              <a:gd name="connsiteX4" fmla="*/ 0 w 609599"/>
              <a:gd name="connsiteY4" fmla="*/ 304800 h 609600"/>
              <a:gd name="connsiteX5" fmla="*/ 24047 w 609599"/>
              <a:gd name="connsiteY5" fmla="*/ 186066 h 609600"/>
              <a:gd name="connsiteX6" fmla="*/ 89276 w 609599"/>
              <a:gd name="connsiteY6" fmla="*/ 89276 h 609600"/>
              <a:gd name="connsiteX7" fmla="*/ 186066 w 609599"/>
              <a:gd name="connsiteY7" fmla="*/ 24047 h 609600"/>
              <a:gd name="connsiteX8" fmla="*/ 304800 w 609599"/>
              <a:gd name="connsiteY8" fmla="*/ 0 h 609600"/>
              <a:gd name="connsiteX9" fmla="*/ 423533 w 609599"/>
              <a:gd name="connsiteY9" fmla="*/ 24047 h 609600"/>
              <a:gd name="connsiteX10" fmla="*/ 520324 w 609599"/>
              <a:gd name="connsiteY10" fmla="*/ 89276 h 609600"/>
              <a:gd name="connsiteX11" fmla="*/ 585552 w 609599"/>
              <a:gd name="connsiteY11" fmla="*/ 186066 h 609600"/>
              <a:gd name="connsiteX12" fmla="*/ 609599 w 609599"/>
              <a:gd name="connsiteY12" fmla="*/ 304800 h 609600"/>
              <a:gd name="connsiteX13" fmla="*/ 585552 w 609599"/>
              <a:gd name="connsiteY13" fmla="*/ 423534 h 609600"/>
              <a:gd name="connsiteX14" fmla="*/ 520324 w 609599"/>
              <a:gd name="connsiteY14" fmla="*/ 520324 h 609600"/>
              <a:gd name="connsiteX15" fmla="*/ 423533 w 609599"/>
              <a:gd name="connsiteY15" fmla="*/ 585553 h 609600"/>
              <a:gd name="connsiteX16" fmla="*/ 304800 w 609599"/>
              <a:gd name="connsiteY16" fmla="*/ 60960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599" h="609600">
                <a:moveTo>
                  <a:pt x="304800" y="609600"/>
                </a:moveTo>
                <a:cubicBezTo>
                  <a:pt x="263619" y="609600"/>
                  <a:pt x="223640" y="601484"/>
                  <a:pt x="186066" y="585553"/>
                </a:cubicBezTo>
                <a:cubicBezTo>
                  <a:pt x="149694" y="570222"/>
                  <a:pt x="117231" y="548279"/>
                  <a:pt x="89276" y="520324"/>
                </a:cubicBezTo>
                <a:cubicBezTo>
                  <a:pt x="61320" y="492369"/>
                  <a:pt x="39377" y="459905"/>
                  <a:pt x="24047" y="423534"/>
                </a:cubicBezTo>
                <a:cubicBezTo>
                  <a:pt x="8116" y="385960"/>
                  <a:pt x="0" y="345981"/>
                  <a:pt x="0" y="304800"/>
                </a:cubicBezTo>
                <a:cubicBezTo>
                  <a:pt x="0" y="263619"/>
                  <a:pt x="8116" y="223640"/>
                  <a:pt x="24047" y="186066"/>
                </a:cubicBezTo>
                <a:cubicBezTo>
                  <a:pt x="39377" y="149695"/>
                  <a:pt x="61320" y="117231"/>
                  <a:pt x="89276" y="89276"/>
                </a:cubicBezTo>
                <a:cubicBezTo>
                  <a:pt x="117231" y="61321"/>
                  <a:pt x="149694" y="39377"/>
                  <a:pt x="186066" y="24047"/>
                </a:cubicBezTo>
                <a:cubicBezTo>
                  <a:pt x="223640" y="8116"/>
                  <a:pt x="263619" y="0"/>
                  <a:pt x="304800" y="0"/>
                </a:cubicBezTo>
                <a:cubicBezTo>
                  <a:pt x="345981" y="0"/>
                  <a:pt x="385959" y="8116"/>
                  <a:pt x="423533" y="24047"/>
                </a:cubicBezTo>
                <a:cubicBezTo>
                  <a:pt x="459905" y="39377"/>
                  <a:pt x="492369" y="61321"/>
                  <a:pt x="520324" y="89276"/>
                </a:cubicBezTo>
                <a:cubicBezTo>
                  <a:pt x="548279" y="117231"/>
                  <a:pt x="570222" y="149695"/>
                  <a:pt x="585552" y="186066"/>
                </a:cubicBezTo>
                <a:cubicBezTo>
                  <a:pt x="601484" y="223640"/>
                  <a:pt x="609599" y="263619"/>
                  <a:pt x="609599" y="304800"/>
                </a:cubicBezTo>
                <a:cubicBezTo>
                  <a:pt x="609599" y="345981"/>
                  <a:pt x="601484" y="385960"/>
                  <a:pt x="585552" y="423534"/>
                </a:cubicBezTo>
                <a:cubicBezTo>
                  <a:pt x="570222" y="459905"/>
                  <a:pt x="548279" y="492369"/>
                  <a:pt x="520324" y="520324"/>
                </a:cubicBezTo>
                <a:cubicBezTo>
                  <a:pt x="492369" y="548279"/>
                  <a:pt x="459905" y="570222"/>
                  <a:pt x="423533" y="585553"/>
                </a:cubicBezTo>
                <a:cubicBezTo>
                  <a:pt x="385959" y="601484"/>
                  <a:pt x="345981" y="609600"/>
                  <a:pt x="304800" y="609600"/>
                </a:cubicBezTo>
              </a:path>
            </a:pathLst>
          </a:custGeom>
          <a:solidFill>
            <a:srgbClr val="606060"/>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0" name="任意多边形: 形状 39">
            <a:extLst>
              <a:ext uri="{FF2B5EF4-FFF2-40B4-BE49-F238E27FC236}">
                <a16:creationId xmlns:a16="http://schemas.microsoft.com/office/drawing/2014/main" id="{68752FFC-A739-8248-C055-3A9E5C659191}"/>
              </a:ext>
            </a:extLst>
          </p:cNvPr>
          <p:cNvSpPr/>
          <p:nvPr/>
        </p:nvSpPr>
        <p:spPr>
          <a:xfrm>
            <a:off x="7206442" y="4156969"/>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8 w 509803"/>
              <a:gd name="connsiteY6" fmla="*/ 434956 h 509803"/>
              <a:gd name="connsiteX7" fmla="*/ 20139 w 509803"/>
              <a:gd name="connsiteY7" fmla="*/ 354097 h 509803"/>
              <a:gd name="connsiteX8" fmla="*/ 0 w 509803"/>
              <a:gd name="connsiteY8" fmla="*/ 254902 h 509803"/>
              <a:gd name="connsiteX9" fmla="*/ 20139 w 509803"/>
              <a:gd name="connsiteY9" fmla="*/ 155707 h 509803"/>
              <a:gd name="connsiteX10" fmla="*/ 74848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7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1" y="458402"/>
                  <a:pt x="384457" y="476738"/>
                  <a:pt x="354097" y="489664"/>
                </a:cubicBezTo>
                <a:cubicBezTo>
                  <a:pt x="322535" y="502890"/>
                  <a:pt x="289169" y="509804"/>
                  <a:pt x="254902" y="509804"/>
                </a:cubicBezTo>
                <a:cubicBezTo>
                  <a:pt x="220635" y="509804"/>
                  <a:pt x="187269" y="503191"/>
                  <a:pt x="155707" y="489664"/>
                </a:cubicBezTo>
                <a:cubicBezTo>
                  <a:pt x="125347" y="476738"/>
                  <a:pt x="97993" y="458402"/>
                  <a:pt x="74848" y="434956"/>
                </a:cubicBezTo>
                <a:cubicBezTo>
                  <a:pt x="51401" y="411510"/>
                  <a:pt x="33065" y="384457"/>
                  <a:pt x="20139" y="354097"/>
                </a:cubicBezTo>
                <a:cubicBezTo>
                  <a:pt x="6914" y="322535"/>
                  <a:pt x="0" y="289169"/>
                  <a:pt x="0" y="254902"/>
                </a:cubicBezTo>
                <a:cubicBezTo>
                  <a:pt x="0" y="220634"/>
                  <a:pt x="6613" y="187269"/>
                  <a:pt x="20139" y="155707"/>
                </a:cubicBezTo>
                <a:cubicBezTo>
                  <a:pt x="33065" y="125347"/>
                  <a:pt x="51401" y="97993"/>
                  <a:pt x="74848" y="74847"/>
                </a:cubicBezTo>
                <a:cubicBezTo>
                  <a:pt x="98293" y="51401"/>
                  <a:pt x="125347" y="33065"/>
                  <a:pt x="155707" y="20140"/>
                </a:cubicBezTo>
                <a:cubicBezTo>
                  <a:pt x="187269" y="6914"/>
                  <a:pt x="220635" y="0"/>
                  <a:pt x="254902" y="0"/>
                </a:cubicBezTo>
                <a:cubicBezTo>
                  <a:pt x="289169" y="0"/>
                  <a:pt x="322535" y="6613"/>
                  <a:pt x="354097" y="20140"/>
                </a:cubicBezTo>
                <a:cubicBezTo>
                  <a:pt x="384457" y="33065"/>
                  <a:pt x="411811" y="51401"/>
                  <a:pt x="434956" y="74847"/>
                </a:cubicBezTo>
                <a:cubicBezTo>
                  <a:pt x="458402" y="98294"/>
                  <a:pt x="476739" y="125347"/>
                  <a:pt x="489664" y="155707"/>
                </a:cubicBezTo>
                <a:cubicBezTo>
                  <a:pt x="502890" y="187269"/>
                  <a:pt x="509804" y="220634"/>
                  <a:pt x="509804" y="254902"/>
                </a:cubicBezTo>
              </a:path>
            </a:pathLst>
          </a:custGeom>
          <a:noFill/>
          <a:ln w="178551" cap="flat">
            <a:solidFill>
              <a:srgbClr val="297FD5"/>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1" name="任意多边形: 形状 40">
            <a:extLst>
              <a:ext uri="{FF2B5EF4-FFF2-40B4-BE49-F238E27FC236}">
                <a16:creationId xmlns:a16="http://schemas.microsoft.com/office/drawing/2014/main" id="{5DF35972-D486-96B1-5988-F75506BD57B0}"/>
              </a:ext>
            </a:extLst>
          </p:cNvPr>
          <p:cNvSpPr/>
          <p:nvPr/>
        </p:nvSpPr>
        <p:spPr>
          <a:xfrm>
            <a:off x="7227274" y="4177801"/>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2" name="任意多边形: 形状 41">
            <a:extLst>
              <a:ext uri="{FF2B5EF4-FFF2-40B4-BE49-F238E27FC236}">
                <a16:creationId xmlns:a16="http://schemas.microsoft.com/office/drawing/2014/main" id="{5125F069-1DA9-CE63-79EB-80965A6F726E}"/>
              </a:ext>
            </a:extLst>
          </p:cNvPr>
          <p:cNvSpPr/>
          <p:nvPr/>
        </p:nvSpPr>
        <p:spPr>
          <a:xfrm>
            <a:off x="7206442" y="2377107"/>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8 w 509803"/>
              <a:gd name="connsiteY6" fmla="*/ 434956 h 509803"/>
              <a:gd name="connsiteX7" fmla="*/ 20139 w 509803"/>
              <a:gd name="connsiteY7" fmla="*/ 354097 h 509803"/>
              <a:gd name="connsiteX8" fmla="*/ 0 w 509803"/>
              <a:gd name="connsiteY8" fmla="*/ 254902 h 509803"/>
              <a:gd name="connsiteX9" fmla="*/ 20139 w 509803"/>
              <a:gd name="connsiteY9" fmla="*/ 155706 h 509803"/>
              <a:gd name="connsiteX10" fmla="*/ 74848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6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1" y="458102"/>
                  <a:pt x="384457" y="476738"/>
                  <a:pt x="354097" y="489664"/>
                </a:cubicBezTo>
                <a:cubicBezTo>
                  <a:pt x="322535" y="502890"/>
                  <a:pt x="289169" y="509804"/>
                  <a:pt x="254902" y="509804"/>
                </a:cubicBezTo>
                <a:cubicBezTo>
                  <a:pt x="220635" y="509804"/>
                  <a:pt x="187269" y="503191"/>
                  <a:pt x="155707" y="489664"/>
                </a:cubicBezTo>
                <a:cubicBezTo>
                  <a:pt x="125347" y="476738"/>
                  <a:pt x="97993" y="458402"/>
                  <a:pt x="74848" y="434956"/>
                </a:cubicBezTo>
                <a:cubicBezTo>
                  <a:pt x="51702" y="411510"/>
                  <a:pt x="33065" y="384457"/>
                  <a:pt x="20139" y="354097"/>
                </a:cubicBezTo>
                <a:cubicBezTo>
                  <a:pt x="6914" y="322535"/>
                  <a:pt x="0" y="289169"/>
                  <a:pt x="0" y="254902"/>
                </a:cubicBezTo>
                <a:cubicBezTo>
                  <a:pt x="0" y="220634"/>
                  <a:pt x="6613" y="187269"/>
                  <a:pt x="20139" y="155706"/>
                </a:cubicBezTo>
                <a:cubicBezTo>
                  <a:pt x="33065" y="125347"/>
                  <a:pt x="51401" y="97993"/>
                  <a:pt x="74848" y="74847"/>
                </a:cubicBezTo>
                <a:cubicBezTo>
                  <a:pt x="98293" y="51702"/>
                  <a:pt x="125347" y="33065"/>
                  <a:pt x="155707" y="20140"/>
                </a:cubicBezTo>
                <a:cubicBezTo>
                  <a:pt x="187269" y="6914"/>
                  <a:pt x="220635" y="0"/>
                  <a:pt x="254902" y="0"/>
                </a:cubicBezTo>
                <a:cubicBezTo>
                  <a:pt x="289169" y="0"/>
                  <a:pt x="322535" y="6613"/>
                  <a:pt x="354097" y="20140"/>
                </a:cubicBezTo>
                <a:cubicBezTo>
                  <a:pt x="384457" y="33065"/>
                  <a:pt x="411811" y="51401"/>
                  <a:pt x="434956" y="74847"/>
                </a:cubicBezTo>
                <a:cubicBezTo>
                  <a:pt x="458102" y="98294"/>
                  <a:pt x="476739" y="125347"/>
                  <a:pt x="489664" y="155706"/>
                </a:cubicBezTo>
                <a:cubicBezTo>
                  <a:pt x="502890" y="186968"/>
                  <a:pt x="509804" y="220334"/>
                  <a:pt x="509804" y="254902"/>
                </a:cubicBezTo>
              </a:path>
            </a:pathLst>
          </a:custGeom>
          <a:noFill/>
          <a:ln w="178551" cap="flat">
            <a:solidFill>
              <a:srgbClr val="297FD5"/>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3" name="任意多边形: 形状 42">
            <a:extLst>
              <a:ext uri="{FF2B5EF4-FFF2-40B4-BE49-F238E27FC236}">
                <a16:creationId xmlns:a16="http://schemas.microsoft.com/office/drawing/2014/main" id="{8DB8CDD4-3E02-A6D2-A786-B163901EB5A0}"/>
              </a:ext>
            </a:extLst>
          </p:cNvPr>
          <p:cNvSpPr/>
          <p:nvPr/>
        </p:nvSpPr>
        <p:spPr>
          <a:xfrm>
            <a:off x="7227274" y="2397939"/>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4" name="任意多边形: 形状 43">
            <a:extLst>
              <a:ext uri="{FF2B5EF4-FFF2-40B4-BE49-F238E27FC236}">
                <a16:creationId xmlns:a16="http://schemas.microsoft.com/office/drawing/2014/main" id="{EDFCFD1C-03E8-53EB-B836-2EDCD956A2B8}"/>
              </a:ext>
            </a:extLst>
          </p:cNvPr>
          <p:cNvSpPr/>
          <p:nvPr/>
        </p:nvSpPr>
        <p:spPr>
          <a:xfrm>
            <a:off x="7458796" y="2630353"/>
            <a:ext cx="2975" cy="1685227"/>
          </a:xfrm>
          <a:custGeom>
            <a:avLst/>
            <a:gdLst>
              <a:gd name="connsiteX0" fmla="*/ 0 w 3005"/>
              <a:gd name="connsiteY0" fmla="*/ 0 h 1702250"/>
              <a:gd name="connsiteX1" fmla="*/ 0 w 3005"/>
              <a:gd name="connsiteY1" fmla="*/ 1702251 h 1702250"/>
            </a:gdLst>
            <a:ahLst/>
            <a:cxnLst>
              <a:cxn ang="0">
                <a:pos x="connsiteX0" y="connsiteY0"/>
              </a:cxn>
              <a:cxn ang="0">
                <a:pos x="connsiteX1" y="connsiteY1"/>
              </a:cxn>
            </a:cxnLst>
            <a:rect l="l" t="t" r="r" b="b"/>
            <a:pathLst>
              <a:path w="3005" h="1702250">
                <a:moveTo>
                  <a:pt x="0" y="0"/>
                </a:moveTo>
                <a:lnTo>
                  <a:pt x="0" y="1702251"/>
                </a:lnTo>
              </a:path>
            </a:pathLst>
          </a:custGeom>
          <a:ln w="105176" cap="rnd">
            <a:solidFill>
              <a:srgbClr val="FFFFFF"/>
            </a:solidFill>
            <a:prstDash val="solid"/>
            <a:bevel/>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nvGrpSpPr>
          <p:cNvPr id="45" name="组合 44">
            <a:extLst>
              <a:ext uri="{FF2B5EF4-FFF2-40B4-BE49-F238E27FC236}">
                <a16:creationId xmlns:a16="http://schemas.microsoft.com/office/drawing/2014/main" id="{733EB9D8-BD03-6BA3-4034-3482AFC98CC2}"/>
              </a:ext>
            </a:extLst>
          </p:cNvPr>
          <p:cNvGrpSpPr/>
          <p:nvPr/>
        </p:nvGrpSpPr>
        <p:grpSpPr>
          <a:xfrm>
            <a:off x="7366989" y="4315582"/>
            <a:ext cx="183015" cy="183907"/>
            <a:chOff x="7370595" y="4278520"/>
            <a:chExt cx="183015" cy="183907"/>
          </a:xfrm>
          <a:solidFill>
            <a:srgbClr val="297FD5"/>
          </a:solidFill>
        </p:grpSpPr>
        <p:sp>
          <p:nvSpPr>
            <p:cNvPr id="46" name="任意多边形: 形状 45">
              <a:extLst>
                <a:ext uri="{FF2B5EF4-FFF2-40B4-BE49-F238E27FC236}">
                  <a16:creationId xmlns:a16="http://schemas.microsoft.com/office/drawing/2014/main" id="{659D9263-7041-B6CE-6B34-6CC7C6B83BB2}"/>
                </a:ext>
              </a:extLst>
            </p:cNvPr>
            <p:cNvSpPr/>
            <p:nvPr/>
          </p:nvSpPr>
          <p:spPr>
            <a:xfrm>
              <a:off x="7370595" y="4278818"/>
              <a:ext cx="81537" cy="183609"/>
            </a:xfrm>
            <a:custGeom>
              <a:avLst/>
              <a:gdLst>
                <a:gd name="connsiteX0" fmla="*/ 10821 w 82361"/>
                <a:gd name="connsiteY0" fmla="*/ 174343 h 185464"/>
                <a:gd name="connsiteX1" fmla="*/ 0 w 82361"/>
                <a:gd name="connsiteY1" fmla="*/ 142781 h 185464"/>
                <a:gd name="connsiteX2" fmla="*/ 0 w 82361"/>
                <a:gd name="connsiteY2" fmla="*/ 42684 h 185464"/>
                <a:gd name="connsiteX3" fmla="*/ 10821 w 82361"/>
                <a:gd name="connsiteY3" fmla="*/ 11122 h 185464"/>
                <a:gd name="connsiteX4" fmla="*/ 41181 w 82361"/>
                <a:gd name="connsiteY4" fmla="*/ 0 h 185464"/>
                <a:gd name="connsiteX5" fmla="*/ 71541 w 82361"/>
                <a:gd name="connsiteY5" fmla="*/ 11122 h 185464"/>
                <a:gd name="connsiteX6" fmla="*/ 82362 w 82361"/>
                <a:gd name="connsiteY6" fmla="*/ 42684 h 185464"/>
                <a:gd name="connsiteX7" fmla="*/ 82362 w 82361"/>
                <a:gd name="connsiteY7" fmla="*/ 142781 h 185464"/>
                <a:gd name="connsiteX8" fmla="*/ 71541 w 82361"/>
                <a:gd name="connsiteY8" fmla="*/ 174343 h 185464"/>
                <a:gd name="connsiteX9" fmla="*/ 41181 w 82361"/>
                <a:gd name="connsiteY9" fmla="*/ 185465 h 185464"/>
                <a:gd name="connsiteX10" fmla="*/ 10821 w 82361"/>
                <a:gd name="connsiteY10" fmla="*/ 174343 h 185464"/>
                <a:gd name="connsiteX11" fmla="*/ 51401 w 82361"/>
                <a:gd name="connsiteY11" fmla="*/ 154805 h 185464"/>
                <a:gd name="connsiteX12" fmla="*/ 55008 w 82361"/>
                <a:gd name="connsiteY12" fmla="*/ 142781 h 185464"/>
                <a:gd name="connsiteX13" fmla="*/ 55008 w 82361"/>
                <a:gd name="connsiteY13" fmla="*/ 42984 h 185464"/>
                <a:gd name="connsiteX14" fmla="*/ 51401 w 82361"/>
                <a:gd name="connsiteY14" fmla="*/ 30961 h 185464"/>
                <a:gd name="connsiteX15" fmla="*/ 41181 w 82361"/>
                <a:gd name="connsiteY15" fmla="*/ 26752 h 185464"/>
                <a:gd name="connsiteX16" fmla="*/ 30961 w 82361"/>
                <a:gd name="connsiteY16" fmla="*/ 30961 h 185464"/>
                <a:gd name="connsiteX17" fmla="*/ 27353 w 82361"/>
                <a:gd name="connsiteY17" fmla="*/ 42984 h 185464"/>
                <a:gd name="connsiteX18" fmla="*/ 27353 w 82361"/>
                <a:gd name="connsiteY18" fmla="*/ 142781 h 185464"/>
                <a:gd name="connsiteX19" fmla="*/ 30961 w 82361"/>
                <a:gd name="connsiteY19" fmla="*/ 154805 h 185464"/>
                <a:gd name="connsiteX20" fmla="*/ 41181 w 82361"/>
                <a:gd name="connsiteY20" fmla="*/ 159013 h 185464"/>
                <a:gd name="connsiteX21" fmla="*/ 51401 w 82361"/>
                <a:gd name="connsiteY21" fmla="*/ 154805 h 185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2361" h="185464">
                  <a:moveTo>
                    <a:pt x="10821" y="174343"/>
                  </a:moveTo>
                  <a:cubicBezTo>
                    <a:pt x="3607" y="166828"/>
                    <a:pt x="0" y="156308"/>
                    <a:pt x="0" y="142781"/>
                  </a:cubicBezTo>
                  <a:lnTo>
                    <a:pt x="0" y="42684"/>
                  </a:lnTo>
                  <a:cubicBezTo>
                    <a:pt x="0" y="29157"/>
                    <a:pt x="3607" y="18637"/>
                    <a:pt x="10821" y="11122"/>
                  </a:cubicBezTo>
                  <a:cubicBezTo>
                    <a:pt x="18036" y="3607"/>
                    <a:pt x="28255" y="0"/>
                    <a:pt x="41181" y="0"/>
                  </a:cubicBezTo>
                  <a:cubicBezTo>
                    <a:pt x="54107" y="0"/>
                    <a:pt x="64326" y="3607"/>
                    <a:pt x="71541" y="11122"/>
                  </a:cubicBezTo>
                  <a:cubicBezTo>
                    <a:pt x="78755" y="18637"/>
                    <a:pt x="82362" y="29157"/>
                    <a:pt x="82362" y="42684"/>
                  </a:cubicBezTo>
                  <a:lnTo>
                    <a:pt x="82362" y="142781"/>
                  </a:lnTo>
                  <a:cubicBezTo>
                    <a:pt x="82362" y="156308"/>
                    <a:pt x="78755" y="166828"/>
                    <a:pt x="71541" y="174343"/>
                  </a:cubicBezTo>
                  <a:cubicBezTo>
                    <a:pt x="64326" y="181858"/>
                    <a:pt x="54107" y="185465"/>
                    <a:pt x="41181" y="185465"/>
                  </a:cubicBezTo>
                  <a:cubicBezTo>
                    <a:pt x="28255" y="185465"/>
                    <a:pt x="18036" y="181557"/>
                    <a:pt x="10821" y="174343"/>
                  </a:cubicBezTo>
                  <a:close/>
                  <a:moveTo>
                    <a:pt x="51401" y="154805"/>
                  </a:moveTo>
                  <a:cubicBezTo>
                    <a:pt x="53806" y="152099"/>
                    <a:pt x="55008" y="147891"/>
                    <a:pt x="55008" y="142781"/>
                  </a:cubicBezTo>
                  <a:lnTo>
                    <a:pt x="55008" y="42984"/>
                  </a:lnTo>
                  <a:cubicBezTo>
                    <a:pt x="55008" y="37874"/>
                    <a:pt x="53806" y="33967"/>
                    <a:pt x="51401" y="30961"/>
                  </a:cubicBezTo>
                  <a:cubicBezTo>
                    <a:pt x="48997" y="28255"/>
                    <a:pt x="45690" y="26752"/>
                    <a:pt x="41181" y="26752"/>
                  </a:cubicBezTo>
                  <a:cubicBezTo>
                    <a:pt x="36672" y="26752"/>
                    <a:pt x="33365" y="28255"/>
                    <a:pt x="30961" y="30961"/>
                  </a:cubicBezTo>
                  <a:cubicBezTo>
                    <a:pt x="28556" y="33666"/>
                    <a:pt x="27353" y="37874"/>
                    <a:pt x="27353" y="42984"/>
                  </a:cubicBezTo>
                  <a:lnTo>
                    <a:pt x="27353" y="142781"/>
                  </a:lnTo>
                  <a:cubicBezTo>
                    <a:pt x="27353" y="147891"/>
                    <a:pt x="28556" y="151799"/>
                    <a:pt x="30961" y="154805"/>
                  </a:cubicBezTo>
                  <a:cubicBezTo>
                    <a:pt x="33365" y="157510"/>
                    <a:pt x="36672" y="159013"/>
                    <a:pt x="41181" y="159013"/>
                  </a:cubicBezTo>
                  <a:cubicBezTo>
                    <a:pt x="45690" y="159013"/>
                    <a:pt x="48997" y="157510"/>
                    <a:pt x="51401" y="154805"/>
                  </a:cubicBez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7" name="任意多边形: 形状 46">
              <a:extLst>
                <a:ext uri="{FF2B5EF4-FFF2-40B4-BE49-F238E27FC236}">
                  <a16:creationId xmlns:a16="http://schemas.microsoft.com/office/drawing/2014/main" id="{4CBA26CC-56DD-A1D2-5B30-9B22A844C40A}"/>
                </a:ext>
              </a:extLst>
            </p:cNvPr>
            <p:cNvSpPr/>
            <p:nvPr/>
          </p:nvSpPr>
          <p:spPr>
            <a:xfrm>
              <a:off x="7470287" y="4278520"/>
              <a:ext cx="83323" cy="183441"/>
            </a:xfrm>
            <a:custGeom>
              <a:avLst/>
              <a:gdLst>
                <a:gd name="connsiteX0" fmla="*/ 19538 w 84165"/>
                <a:gd name="connsiteY0" fmla="*/ 180956 h 185294"/>
                <a:gd name="connsiteX1" fmla="*/ 5110 w 84165"/>
                <a:gd name="connsiteY1" fmla="*/ 167730 h 185294"/>
                <a:gd name="connsiteX2" fmla="*/ 0 w 84165"/>
                <a:gd name="connsiteY2" fmla="*/ 146689 h 185294"/>
                <a:gd name="connsiteX3" fmla="*/ 0 w 84165"/>
                <a:gd name="connsiteY3" fmla="*/ 133463 h 185294"/>
                <a:gd name="connsiteX4" fmla="*/ 27353 w 84165"/>
                <a:gd name="connsiteY4" fmla="*/ 133463 h 185294"/>
                <a:gd name="connsiteX5" fmla="*/ 27353 w 84165"/>
                <a:gd name="connsiteY5" fmla="*/ 145186 h 185294"/>
                <a:gd name="connsiteX6" fmla="*/ 29157 w 84165"/>
                <a:gd name="connsiteY6" fmla="*/ 152400 h 185294"/>
                <a:gd name="connsiteX7" fmla="*/ 34267 w 84165"/>
                <a:gd name="connsiteY7" fmla="*/ 156909 h 185294"/>
                <a:gd name="connsiteX8" fmla="*/ 42383 w 84165"/>
                <a:gd name="connsiteY8" fmla="*/ 158412 h 185294"/>
                <a:gd name="connsiteX9" fmla="*/ 52904 w 84165"/>
                <a:gd name="connsiteY9" fmla="*/ 154504 h 185294"/>
                <a:gd name="connsiteX10" fmla="*/ 56511 w 84165"/>
                <a:gd name="connsiteY10" fmla="*/ 143683 h 185294"/>
                <a:gd name="connsiteX11" fmla="*/ 56511 w 84165"/>
                <a:gd name="connsiteY11" fmla="*/ 118133 h 185294"/>
                <a:gd name="connsiteX12" fmla="*/ 53205 w 84165"/>
                <a:gd name="connsiteY12" fmla="*/ 106410 h 185294"/>
                <a:gd name="connsiteX13" fmla="*/ 43285 w 84165"/>
                <a:gd name="connsiteY13" fmla="*/ 102201 h 185294"/>
                <a:gd name="connsiteX14" fmla="*/ 31862 w 84165"/>
                <a:gd name="connsiteY14" fmla="*/ 102201 h 185294"/>
                <a:gd name="connsiteX15" fmla="*/ 31862 w 84165"/>
                <a:gd name="connsiteY15" fmla="*/ 75749 h 185294"/>
                <a:gd name="connsiteX16" fmla="*/ 43285 w 84165"/>
                <a:gd name="connsiteY16" fmla="*/ 75749 h 185294"/>
                <a:gd name="connsiteX17" fmla="*/ 50800 w 84165"/>
                <a:gd name="connsiteY17" fmla="*/ 72142 h 185294"/>
                <a:gd name="connsiteX18" fmla="*/ 53505 w 84165"/>
                <a:gd name="connsiteY18" fmla="*/ 62223 h 185294"/>
                <a:gd name="connsiteX19" fmla="*/ 53505 w 84165"/>
                <a:gd name="connsiteY19" fmla="*/ 38476 h 185294"/>
                <a:gd name="connsiteX20" fmla="*/ 50500 w 84165"/>
                <a:gd name="connsiteY20" fmla="*/ 29759 h 185294"/>
                <a:gd name="connsiteX21" fmla="*/ 42083 w 84165"/>
                <a:gd name="connsiteY21" fmla="*/ 26753 h 185294"/>
                <a:gd name="connsiteX22" fmla="*/ 35470 w 84165"/>
                <a:gd name="connsiteY22" fmla="*/ 28256 h 185294"/>
                <a:gd name="connsiteX23" fmla="*/ 31261 w 84165"/>
                <a:gd name="connsiteY23" fmla="*/ 32464 h 185294"/>
                <a:gd name="connsiteX24" fmla="*/ 29758 w 84165"/>
                <a:gd name="connsiteY24" fmla="*/ 38776 h 185294"/>
                <a:gd name="connsiteX25" fmla="*/ 29758 w 84165"/>
                <a:gd name="connsiteY25" fmla="*/ 52303 h 185294"/>
                <a:gd name="connsiteX26" fmla="*/ 2405 w 84165"/>
                <a:gd name="connsiteY26" fmla="*/ 52303 h 185294"/>
                <a:gd name="connsiteX27" fmla="*/ 2405 w 84165"/>
                <a:gd name="connsiteY27" fmla="*/ 38476 h 185294"/>
                <a:gd name="connsiteX28" fmla="*/ 7214 w 84165"/>
                <a:gd name="connsiteY28" fmla="*/ 17735 h 185294"/>
                <a:gd name="connsiteX29" fmla="*/ 21041 w 84165"/>
                <a:gd name="connsiteY29" fmla="*/ 4509 h 185294"/>
                <a:gd name="connsiteX30" fmla="*/ 42985 w 84165"/>
                <a:gd name="connsiteY30" fmla="*/ 0 h 185294"/>
                <a:gd name="connsiteX31" fmla="*/ 70939 w 84165"/>
                <a:gd name="connsiteY31" fmla="*/ 10220 h 185294"/>
                <a:gd name="connsiteX32" fmla="*/ 80859 w 84165"/>
                <a:gd name="connsiteY32" fmla="*/ 38776 h 185294"/>
                <a:gd name="connsiteX33" fmla="*/ 80859 w 84165"/>
                <a:gd name="connsiteY33" fmla="*/ 63726 h 185294"/>
                <a:gd name="connsiteX34" fmla="*/ 76651 w 84165"/>
                <a:gd name="connsiteY34" fmla="*/ 76952 h 185294"/>
                <a:gd name="connsiteX35" fmla="*/ 64627 w 84165"/>
                <a:gd name="connsiteY35" fmla="*/ 88675 h 185294"/>
                <a:gd name="connsiteX36" fmla="*/ 79056 w 84165"/>
                <a:gd name="connsiteY36" fmla="*/ 99496 h 185294"/>
                <a:gd name="connsiteX37" fmla="*/ 84166 w 84165"/>
                <a:gd name="connsiteY37" fmla="*/ 117532 h 185294"/>
                <a:gd name="connsiteX38" fmla="*/ 84166 w 84165"/>
                <a:gd name="connsiteY38" fmla="*/ 143984 h 185294"/>
                <a:gd name="connsiteX39" fmla="*/ 79356 w 84165"/>
                <a:gd name="connsiteY39" fmla="*/ 166227 h 185294"/>
                <a:gd name="connsiteX40" fmla="*/ 64927 w 84165"/>
                <a:gd name="connsiteY40" fmla="*/ 180355 h 185294"/>
                <a:gd name="connsiteX41" fmla="*/ 42383 w 84165"/>
                <a:gd name="connsiteY41" fmla="*/ 185165 h 185294"/>
                <a:gd name="connsiteX42" fmla="*/ 19538 w 84165"/>
                <a:gd name="connsiteY42" fmla="*/ 180956 h 185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84165" h="185294">
                  <a:moveTo>
                    <a:pt x="19538" y="180956"/>
                  </a:moveTo>
                  <a:cubicBezTo>
                    <a:pt x="13226" y="177951"/>
                    <a:pt x="8417" y="173442"/>
                    <a:pt x="5110" y="167730"/>
                  </a:cubicBezTo>
                  <a:cubicBezTo>
                    <a:pt x="1803" y="161719"/>
                    <a:pt x="0" y="154805"/>
                    <a:pt x="0" y="146689"/>
                  </a:cubicBezTo>
                  <a:lnTo>
                    <a:pt x="0" y="133463"/>
                  </a:lnTo>
                  <a:lnTo>
                    <a:pt x="27353" y="133463"/>
                  </a:lnTo>
                  <a:lnTo>
                    <a:pt x="27353" y="145186"/>
                  </a:lnTo>
                  <a:cubicBezTo>
                    <a:pt x="27353" y="147891"/>
                    <a:pt x="27955" y="150296"/>
                    <a:pt x="29157" y="152400"/>
                  </a:cubicBezTo>
                  <a:cubicBezTo>
                    <a:pt x="30359" y="154504"/>
                    <a:pt x="32163" y="156007"/>
                    <a:pt x="34267" y="156909"/>
                  </a:cubicBezTo>
                  <a:cubicBezTo>
                    <a:pt x="36371" y="158112"/>
                    <a:pt x="39077" y="158412"/>
                    <a:pt x="42383" y="158412"/>
                  </a:cubicBezTo>
                  <a:cubicBezTo>
                    <a:pt x="46892" y="158412"/>
                    <a:pt x="50500" y="157210"/>
                    <a:pt x="52904" y="154504"/>
                  </a:cubicBezTo>
                  <a:cubicBezTo>
                    <a:pt x="55309" y="151799"/>
                    <a:pt x="56511" y="148192"/>
                    <a:pt x="56511" y="143683"/>
                  </a:cubicBezTo>
                  <a:lnTo>
                    <a:pt x="56511" y="118133"/>
                  </a:lnTo>
                  <a:cubicBezTo>
                    <a:pt x="56511" y="113023"/>
                    <a:pt x="55309" y="109115"/>
                    <a:pt x="53205" y="106410"/>
                  </a:cubicBezTo>
                  <a:cubicBezTo>
                    <a:pt x="51101" y="103704"/>
                    <a:pt x="47794" y="102201"/>
                    <a:pt x="43285" y="102201"/>
                  </a:cubicBezTo>
                  <a:lnTo>
                    <a:pt x="31862" y="102201"/>
                  </a:lnTo>
                  <a:lnTo>
                    <a:pt x="31862" y="75749"/>
                  </a:lnTo>
                  <a:lnTo>
                    <a:pt x="43285" y="75749"/>
                  </a:lnTo>
                  <a:cubicBezTo>
                    <a:pt x="46592" y="75749"/>
                    <a:pt x="48997" y="74547"/>
                    <a:pt x="50800" y="72142"/>
                  </a:cubicBezTo>
                  <a:cubicBezTo>
                    <a:pt x="52604" y="69738"/>
                    <a:pt x="53505" y="66431"/>
                    <a:pt x="53505" y="62223"/>
                  </a:cubicBezTo>
                  <a:lnTo>
                    <a:pt x="53505" y="38476"/>
                  </a:lnTo>
                  <a:cubicBezTo>
                    <a:pt x="53505" y="34869"/>
                    <a:pt x="52604" y="31863"/>
                    <a:pt x="50500" y="29759"/>
                  </a:cubicBezTo>
                  <a:cubicBezTo>
                    <a:pt x="48395" y="27655"/>
                    <a:pt x="45690" y="26753"/>
                    <a:pt x="42083" y="26753"/>
                  </a:cubicBezTo>
                  <a:cubicBezTo>
                    <a:pt x="39377" y="26753"/>
                    <a:pt x="37273" y="27354"/>
                    <a:pt x="35470" y="28256"/>
                  </a:cubicBezTo>
                  <a:cubicBezTo>
                    <a:pt x="33666" y="29158"/>
                    <a:pt x="32163" y="30661"/>
                    <a:pt x="31261" y="32464"/>
                  </a:cubicBezTo>
                  <a:cubicBezTo>
                    <a:pt x="30359" y="34268"/>
                    <a:pt x="29758" y="36372"/>
                    <a:pt x="29758" y="38776"/>
                  </a:cubicBezTo>
                  <a:lnTo>
                    <a:pt x="29758" y="52303"/>
                  </a:lnTo>
                  <a:lnTo>
                    <a:pt x="2405" y="52303"/>
                  </a:lnTo>
                  <a:lnTo>
                    <a:pt x="2405" y="38476"/>
                  </a:lnTo>
                  <a:cubicBezTo>
                    <a:pt x="2405" y="30360"/>
                    <a:pt x="3908" y="23446"/>
                    <a:pt x="7214" y="17735"/>
                  </a:cubicBezTo>
                  <a:cubicBezTo>
                    <a:pt x="10521" y="12024"/>
                    <a:pt x="15030" y="7515"/>
                    <a:pt x="21041" y="4509"/>
                  </a:cubicBezTo>
                  <a:cubicBezTo>
                    <a:pt x="27053" y="1503"/>
                    <a:pt x="34267" y="0"/>
                    <a:pt x="42985" y="0"/>
                  </a:cubicBezTo>
                  <a:cubicBezTo>
                    <a:pt x="55008" y="0"/>
                    <a:pt x="64326" y="3307"/>
                    <a:pt x="70939" y="10220"/>
                  </a:cubicBezTo>
                  <a:cubicBezTo>
                    <a:pt x="77553" y="16833"/>
                    <a:pt x="80859" y="26452"/>
                    <a:pt x="80859" y="38776"/>
                  </a:cubicBezTo>
                  <a:lnTo>
                    <a:pt x="80859" y="63726"/>
                  </a:lnTo>
                  <a:cubicBezTo>
                    <a:pt x="80859" y="68235"/>
                    <a:pt x="79356" y="72743"/>
                    <a:pt x="76651" y="76952"/>
                  </a:cubicBezTo>
                  <a:cubicBezTo>
                    <a:pt x="73945" y="81160"/>
                    <a:pt x="69737" y="85368"/>
                    <a:pt x="64627" y="88675"/>
                  </a:cubicBezTo>
                  <a:cubicBezTo>
                    <a:pt x="70639" y="90779"/>
                    <a:pt x="75448" y="94686"/>
                    <a:pt x="79056" y="99496"/>
                  </a:cubicBezTo>
                  <a:cubicBezTo>
                    <a:pt x="82362" y="104606"/>
                    <a:pt x="84166" y="110618"/>
                    <a:pt x="84166" y="117532"/>
                  </a:cubicBezTo>
                  <a:lnTo>
                    <a:pt x="84166" y="143984"/>
                  </a:lnTo>
                  <a:cubicBezTo>
                    <a:pt x="84166" y="152701"/>
                    <a:pt x="82663" y="160216"/>
                    <a:pt x="79356" y="166227"/>
                  </a:cubicBezTo>
                  <a:cubicBezTo>
                    <a:pt x="76050" y="172239"/>
                    <a:pt x="71240" y="177049"/>
                    <a:pt x="64927" y="180355"/>
                  </a:cubicBezTo>
                  <a:cubicBezTo>
                    <a:pt x="58615" y="183662"/>
                    <a:pt x="51101" y="185165"/>
                    <a:pt x="42383" y="185165"/>
                  </a:cubicBezTo>
                  <a:cubicBezTo>
                    <a:pt x="33666" y="185766"/>
                    <a:pt x="25850" y="184263"/>
                    <a:pt x="19538" y="180956"/>
                  </a:cubicBez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sp>
        <p:nvSpPr>
          <p:cNvPr id="48" name="任意多边形: 形状 47">
            <a:extLst>
              <a:ext uri="{FF2B5EF4-FFF2-40B4-BE49-F238E27FC236}">
                <a16:creationId xmlns:a16="http://schemas.microsoft.com/office/drawing/2014/main" id="{4A50468D-FDEC-C3F3-2AE7-6A930AE7EE60}"/>
              </a:ext>
            </a:extLst>
          </p:cNvPr>
          <p:cNvSpPr/>
          <p:nvPr/>
        </p:nvSpPr>
        <p:spPr>
          <a:xfrm>
            <a:off x="8821440" y="1899186"/>
            <a:ext cx="2726778" cy="1459359"/>
          </a:xfrm>
          <a:custGeom>
            <a:avLst/>
            <a:gdLst>
              <a:gd name="connsiteX0" fmla="*/ 0 w 2754321"/>
              <a:gd name="connsiteY0" fmla="*/ 0 h 1474101"/>
              <a:gd name="connsiteX1" fmla="*/ 2754322 w 2754321"/>
              <a:gd name="connsiteY1" fmla="*/ 0 h 1474101"/>
              <a:gd name="connsiteX2" fmla="*/ 2754322 w 2754321"/>
              <a:gd name="connsiteY2" fmla="*/ 1474102 h 1474101"/>
              <a:gd name="connsiteX3" fmla="*/ 0 w 2754321"/>
              <a:gd name="connsiteY3" fmla="*/ 1474102 h 1474101"/>
            </a:gdLst>
            <a:ahLst/>
            <a:cxnLst>
              <a:cxn ang="0">
                <a:pos x="connsiteX0" y="connsiteY0"/>
              </a:cxn>
              <a:cxn ang="0">
                <a:pos x="connsiteX1" y="connsiteY1"/>
              </a:cxn>
              <a:cxn ang="0">
                <a:pos x="connsiteX2" y="connsiteY2"/>
              </a:cxn>
              <a:cxn ang="0">
                <a:pos x="connsiteX3" y="connsiteY3"/>
              </a:cxn>
            </a:cxnLst>
            <a:rect l="l" t="t" r="r" b="b"/>
            <a:pathLst>
              <a:path w="2754321" h="1474101">
                <a:moveTo>
                  <a:pt x="0" y="0"/>
                </a:moveTo>
                <a:lnTo>
                  <a:pt x="2754322" y="0"/>
                </a:lnTo>
                <a:lnTo>
                  <a:pt x="2754322" y="1474102"/>
                </a:lnTo>
                <a:lnTo>
                  <a:pt x="0" y="1474102"/>
                </a:lnTo>
                <a:close/>
              </a:path>
            </a:pathLst>
          </a:custGeom>
          <a:solidFill>
            <a:srgbClr val="7F8FA9"/>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9" name="任意多边形: 形状 48">
            <a:extLst>
              <a:ext uri="{FF2B5EF4-FFF2-40B4-BE49-F238E27FC236}">
                <a16:creationId xmlns:a16="http://schemas.microsoft.com/office/drawing/2014/main" id="{3C5C0657-3AA7-AEB2-CF26-185CB830C287}"/>
              </a:ext>
            </a:extLst>
          </p:cNvPr>
          <p:cNvSpPr/>
          <p:nvPr/>
        </p:nvSpPr>
        <p:spPr>
          <a:xfrm>
            <a:off x="9083614" y="1528394"/>
            <a:ext cx="2202135" cy="2202135"/>
          </a:xfrm>
          <a:custGeom>
            <a:avLst/>
            <a:gdLst>
              <a:gd name="connsiteX0" fmla="*/ 1112189 w 2224378"/>
              <a:gd name="connsiteY0" fmla="*/ 2224379 h 2224378"/>
              <a:gd name="connsiteX1" fmla="*/ 679337 w 2224378"/>
              <a:gd name="connsiteY1" fmla="*/ 2136907 h 2224378"/>
              <a:gd name="connsiteX2" fmla="*/ 325841 w 2224378"/>
              <a:gd name="connsiteY2" fmla="*/ 1898538 h 2224378"/>
              <a:gd name="connsiteX3" fmla="*/ 87472 w 2224378"/>
              <a:gd name="connsiteY3" fmla="*/ 1545042 h 2224378"/>
              <a:gd name="connsiteX4" fmla="*/ 0 w 2224378"/>
              <a:gd name="connsiteY4" fmla="*/ 1112189 h 2224378"/>
              <a:gd name="connsiteX5" fmla="*/ 87472 w 2224378"/>
              <a:gd name="connsiteY5" fmla="*/ 679337 h 2224378"/>
              <a:gd name="connsiteX6" fmla="*/ 325841 w 2224378"/>
              <a:gd name="connsiteY6" fmla="*/ 325842 h 2224378"/>
              <a:gd name="connsiteX7" fmla="*/ 679337 w 2224378"/>
              <a:gd name="connsiteY7" fmla="*/ 87472 h 2224378"/>
              <a:gd name="connsiteX8" fmla="*/ 1112189 w 2224378"/>
              <a:gd name="connsiteY8" fmla="*/ 0 h 2224378"/>
              <a:gd name="connsiteX9" fmla="*/ 1545041 w 2224378"/>
              <a:gd name="connsiteY9" fmla="*/ 87472 h 2224378"/>
              <a:gd name="connsiteX10" fmla="*/ 1898538 w 2224378"/>
              <a:gd name="connsiteY10" fmla="*/ 325842 h 2224378"/>
              <a:gd name="connsiteX11" fmla="*/ 2136906 w 2224378"/>
              <a:gd name="connsiteY11" fmla="*/ 679337 h 2224378"/>
              <a:gd name="connsiteX12" fmla="*/ 2224379 w 2224378"/>
              <a:gd name="connsiteY12" fmla="*/ 1112189 h 2224378"/>
              <a:gd name="connsiteX13" fmla="*/ 2136906 w 2224378"/>
              <a:gd name="connsiteY13" fmla="*/ 1545042 h 2224378"/>
              <a:gd name="connsiteX14" fmla="*/ 1898538 w 2224378"/>
              <a:gd name="connsiteY14" fmla="*/ 1898538 h 2224378"/>
              <a:gd name="connsiteX15" fmla="*/ 1545041 w 2224378"/>
              <a:gd name="connsiteY15" fmla="*/ 2136907 h 2224378"/>
              <a:gd name="connsiteX16" fmla="*/ 1112189 w 2224378"/>
              <a:gd name="connsiteY16" fmla="*/ 2224379 h 2224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24378" h="2224378">
                <a:moveTo>
                  <a:pt x="1112189" y="2224379"/>
                </a:moveTo>
                <a:cubicBezTo>
                  <a:pt x="962194" y="2224379"/>
                  <a:pt x="816407" y="2194921"/>
                  <a:pt x="679337" y="2136907"/>
                </a:cubicBezTo>
                <a:cubicBezTo>
                  <a:pt x="546776" y="2080997"/>
                  <a:pt x="428042" y="2000739"/>
                  <a:pt x="325841" y="1898538"/>
                </a:cubicBezTo>
                <a:cubicBezTo>
                  <a:pt x="223640" y="1796336"/>
                  <a:pt x="143683" y="1677603"/>
                  <a:pt x="87472" y="1545042"/>
                </a:cubicBezTo>
                <a:cubicBezTo>
                  <a:pt x="29458" y="1407972"/>
                  <a:pt x="0" y="1262185"/>
                  <a:pt x="0" y="1112189"/>
                </a:cubicBezTo>
                <a:cubicBezTo>
                  <a:pt x="0" y="962194"/>
                  <a:pt x="29458" y="816407"/>
                  <a:pt x="87472" y="679337"/>
                </a:cubicBezTo>
                <a:cubicBezTo>
                  <a:pt x="143382" y="546776"/>
                  <a:pt x="223640" y="428043"/>
                  <a:pt x="325841" y="325842"/>
                </a:cubicBezTo>
                <a:cubicBezTo>
                  <a:pt x="428042" y="223640"/>
                  <a:pt x="546776" y="143683"/>
                  <a:pt x="679337" y="87472"/>
                </a:cubicBezTo>
                <a:cubicBezTo>
                  <a:pt x="816407" y="29458"/>
                  <a:pt x="962194" y="0"/>
                  <a:pt x="1112189" y="0"/>
                </a:cubicBezTo>
                <a:cubicBezTo>
                  <a:pt x="1262184" y="0"/>
                  <a:pt x="1407971" y="29458"/>
                  <a:pt x="1545041" y="87472"/>
                </a:cubicBezTo>
                <a:cubicBezTo>
                  <a:pt x="1677603" y="143382"/>
                  <a:pt x="1796336" y="223640"/>
                  <a:pt x="1898538" y="325842"/>
                </a:cubicBezTo>
                <a:cubicBezTo>
                  <a:pt x="2000739" y="428043"/>
                  <a:pt x="2080696" y="546776"/>
                  <a:pt x="2136906" y="679337"/>
                </a:cubicBezTo>
                <a:cubicBezTo>
                  <a:pt x="2194921" y="816407"/>
                  <a:pt x="2224379" y="962194"/>
                  <a:pt x="2224379" y="1112189"/>
                </a:cubicBezTo>
                <a:cubicBezTo>
                  <a:pt x="2224379" y="1262185"/>
                  <a:pt x="2194921" y="1407972"/>
                  <a:pt x="2136906" y="1545042"/>
                </a:cubicBezTo>
                <a:cubicBezTo>
                  <a:pt x="2080997" y="1677603"/>
                  <a:pt x="2000739" y="1796336"/>
                  <a:pt x="1898538" y="1898538"/>
                </a:cubicBezTo>
                <a:cubicBezTo>
                  <a:pt x="1796336" y="2000739"/>
                  <a:pt x="1677603" y="2080696"/>
                  <a:pt x="1545041" y="2136907"/>
                </a:cubicBezTo>
                <a:cubicBezTo>
                  <a:pt x="1407971" y="2194921"/>
                  <a:pt x="1262184" y="2224379"/>
                  <a:pt x="1112189" y="2224379"/>
                </a:cubicBezTo>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0" name="任意多边形: 形状 49">
            <a:extLst>
              <a:ext uri="{FF2B5EF4-FFF2-40B4-BE49-F238E27FC236}">
                <a16:creationId xmlns:a16="http://schemas.microsoft.com/office/drawing/2014/main" id="{BFA50F1D-E4C2-FC92-6EB7-D8EB894AD95B}"/>
              </a:ext>
            </a:extLst>
          </p:cNvPr>
          <p:cNvSpPr/>
          <p:nvPr/>
        </p:nvSpPr>
        <p:spPr>
          <a:xfrm>
            <a:off x="9390127" y="1835203"/>
            <a:ext cx="1588512" cy="1588512"/>
          </a:xfrm>
          <a:custGeom>
            <a:avLst/>
            <a:gdLst>
              <a:gd name="connsiteX0" fmla="*/ 1604559 w 1604558"/>
              <a:gd name="connsiteY0" fmla="*/ 802279 h 1604558"/>
              <a:gd name="connsiteX1" fmla="*/ 1541435 w 1604558"/>
              <a:gd name="connsiteY1" fmla="*/ 1114594 h 1604558"/>
              <a:gd name="connsiteX2" fmla="*/ 1369496 w 1604558"/>
              <a:gd name="connsiteY2" fmla="*/ 1369496 h 1604558"/>
              <a:gd name="connsiteX3" fmla="*/ 1114594 w 1604558"/>
              <a:gd name="connsiteY3" fmla="*/ 1541435 h 1604558"/>
              <a:gd name="connsiteX4" fmla="*/ 802279 w 1604558"/>
              <a:gd name="connsiteY4" fmla="*/ 1604559 h 1604558"/>
              <a:gd name="connsiteX5" fmla="*/ 489965 w 1604558"/>
              <a:gd name="connsiteY5" fmla="*/ 1541435 h 1604558"/>
              <a:gd name="connsiteX6" fmla="*/ 235063 w 1604558"/>
              <a:gd name="connsiteY6" fmla="*/ 1369496 h 1604558"/>
              <a:gd name="connsiteX7" fmla="*/ 63124 w 1604558"/>
              <a:gd name="connsiteY7" fmla="*/ 1114594 h 1604558"/>
              <a:gd name="connsiteX8" fmla="*/ 0 w 1604558"/>
              <a:gd name="connsiteY8" fmla="*/ 802279 h 1604558"/>
              <a:gd name="connsiteX9" fmla="*/ 63124 w 1604558"/>
              <a:gd name="connsiteY9" fmla="*/ 489965 h 1604558"/>
              <a:gd name="connsiteX10" fmla="*/ 235063 w 1604558"/>
              <a:gd name="connsiteY10" fmla="*/ 235063 h 1604558"/>
              <a:gd name="connsiteX11" fmla="*/ 489965 w 1604558"/>
              <a:gd name="connsiteY11" fmla="*/ 63124 h 1604558"/>
              <a:gd name="connsiteX12" fmla="*/ 802279 w 1604558"/>
              <a:gd name="connsiteY12" fmla="*/ 0 h 1604558"/>
              <a:gd name="connsiteX13" fmla="*/ 1114594 w 1604558"/>
              <a:gd name="connsiteY13" fmla="*/ 63124 h 1604558"/>
              <a:gd name="connsiteX14" fmla="*/ 1369496 w 1604558"/>
              <a:gd name="connsiteY14" fmla="*/ 235063 h 1604558"/>
              <a:gd name="connsiteX15" fmla="*/ 1541435 w 1604558"/>
              <a:gd name="connsiteY15" fmla="*/ 489965 h 1604558"/>
              <a:gd name="connsiteX16" fmla="*/ 1604559 w 1604558"/>
              <a:gd name="connsiteY16" fmla="*/ 802279 h 160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4558" h="1604558">
                <a:moveTo>
                  <a:pt x="1604559" y="802279"/>
                </a:moveTo>
                <a:cubicBezTo>
                  <a:pt x="1604559" y="910492"/>
                  <a:pt x="1583216" y="1015699"/>
                  <a:pt x="1541435" y="1114594"/>
                </a:cubicBezTo>
                <a:cubicBezTo>
                  <a:pt x="1501155" y="1210182"/>
                  <a:pt x="1443141" y="1295851"/>
                  <a:pt x="1369496" y="1369496"/>
                </a:cubicBezTo>
                <a:cubicBezTo>
                  <a:pt x="1295851" y="1443141"/>
                  <a:pt x="1210183" y="1500855"/>
                  <a:pt x="1114594" y="1541435"/>
                </a:cubicBezTo>
                <a:cubicBezTo>
                  <a:pt x="1015699" y="1583217"/>
                  <a:pt x="910492" y="1604559"/>
                  <a:pt x="802279" y="1604559"/>
                </a:cubicBezTo>
                <a:cubicBezTo>
                  <a:pt x="694066" y="1604559"/>
                  <a:pt x="588859" y="1583217"/>
                  <a:pt x="489965" y="1541435"/>
                </a:cubicBezTo>
                <a:cubicBezTo>
                  <a:pt x="394376" y="1501155"/>
                  <a:pt x="308708" y="1443141"/>
                  <a:pt x="235063" y="1369496"/>
                </a:cubicBezTo>
                <a:cubicBezTo>
                  <a:pt x="161418" y="1295851"/>
                  <a:pt x="103704" y="1210182"/>
                  <a:pt x="63124" y="1114594"/>
                </a:cubicBezTo>
                <a:cubicBezTo>
                  <a:pt x="21342" y="1015699"/>
                  <a:pt x="0" y="910492"/>
                  <a:pt x="0" y="802279"/>
                </a:cubicBezTo>
                <a:cubicBezTo>
                  <a:pt x="0" y="694066"/>
                  <a:pt x="21342" y="588859"/>
                  <a:pt x="63124" y="489965"/>
                </a:cubicBezTo>
                <a:cubicBezTo>
                  <a:pt x="103403" y="394376"/>
                  <a:pt x="161418" y="308708"/>
                  <a:pt x="235063" y="235063"/>
                </a:cubicBezTo>
                <a:cubicBezTo>
                  <a:pt x="308708" y="161418"/>
                  <a:pt x="394376" y="103704"/>
                  <a:pt x="489965" y="63124"/>
                </a:cubicBezTo>
                <a:cubicBezTo>
                  <a:pt x="588859" y="21342"/>
                  <a:pt x="694066" y="0"/>
                  <a:pt x="802279" y="0"/>
                </a:cubicBezTo>
                <a:cubicBezTo>
                  <a:pt x="910492" y="0"/>
                  <a:pt x="1015699" y="21342"/>
                  <a:pt x="1114594" y="63124"/>
                </a:cubicBezTo>
                <a:cubicBezTo>
                  <a:pt x="1210183" y="103404"/>
                  <a:pt x="1295851" y="161418"/>
                  <a:pt x="1369496" y="235063"/>
                </a:cubicBezTo>
                <a:cubicBezTo>
                  <a:pt x="1443141" y="308708"/>
                  <a:pt x="1500855" y="394376"/>
                  <a:pt x="1541435" y="489965"/>
                </a:cubicBezTo>
                <a:cubicBezTo>
                  <a:pt x="1583517" y="588859"/>
                  <a:pt x="1604559" y="693766"/>
                  <a:pt x="1604559" y="802279"/>
                </a:cubicBezTo>
              </a:path>
            </a:pathLst>
          </a:custGeom>
          <a:noFill/>
          <a:ln w="178551" cap="flat">
            <a:solidFill>
              <a:srgbClr val="7F8FA9"/>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1" name="任意多边形: 形状 50">
            <a:extLst>
              <a:ext uri="{FF2B5EF4-FFF2-40B4-BE49-F238E27FC236}">
                <a16:creationId xmlns:a16="http://schemas.microsoft.com/office/drawing/2014/main" id="{E1C12BB0-40CF-4995-393E-E571899C1508}"/>
              </a:ext>
            </a:extLst>
          </p:cNvPr>
          <p:cNvSpPr/>
          <p:nvPr/>
        </p:nvSpPr>
        <p:spPr>
          <a:xfrm>
            <a:off x="9455895" y="1900673"/>
            <a:ext cx="1457575" cy="1457575"/>
          </a:xfrm>
          <a:custGeom>
            <a:avLst/>
            <a:gdLst>
              <a:gd name="connsiteX0" fmla="*/ 1472298 w 1472298"/>
              <a:gd name="connsiteY0" fmla="*/ 736149 h 1472298"/>
              <a:gd name="connsiteX1" fmla="*/ 736149 w 1472298"/>
              <a:gd name="connsiteY1" fmla="*/ 1472298 h 1472298"/>
              <a:gd name="connsiteX2" fmla="*/ 0 w 1472298"/>
              <a:gd name="connsiteY2" fmla="*/ 736149 h 1472298"/>
              <a:gd name="connsiteX3" fmla="*/ 736149 w 1472298"/>
              <a:gd name="connsiteY3" fmla="*/ 0 h 1472298"/>
              <a:gd name="connsiteX4" fmla="*/ 1472298 w 1472298"/>
              <a:gd name="connsiteY4" fmla="*/ 736149 h 1472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2298" h="1472298">
                <a:moveTo>
                  <a:pt x="1472298" y="736149"/>
                </a:moveTo>
                <a:cubicBezTo>
                  <a:pt x="1472298" y="1142713"/>
                  <a:pt x="1142713" y="1472298"/>
                  <a:pt x="736149" y="1472298"/>
                </a:cubicBezTo>
                <a:cubicBezTo>
                  <a:pt x="329585" y="1472298"/>
                  <a:pt x="0" y="1142713"/>
                  <a:pt x="0" y="736149"/>
                </a:cubicBezTo>
                <a:cubicBezTo>
                  <a:pt x="0" y="329585"/>
                  <a:pt x="329586" y="0"/>
                  <a:pt x="736149" y="0"/>
                </a:cubicBezTo>
                <a:cubicBezTo>
                  <a:pt x="1142713" y="0"/>
                  <a:pt x="1472298" y="329585"/>
                  <a:pt x="1472298" y="736149"/>
                </a:cubicBezTo>
                <a:close/>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2" name="任意多边形: 形状 51">
            <a:extLst>
              <a:ext uri="{FF2B5EF4-FFF2-40B4-BE49-F238E27FC236}">
                <a16:creationId xmlns:a16="http://schemas.microsoft.com/office/drawing/2014/main" id="{D4075602-0980-162E-02F2-E1DD514F7301}"/>
              </a:ext>
            </a:extLst>
          </p:cNvPr>
          <p:cNvSpPr/>
          <p:nvPr/>
        </p:nvSpPr>
        <p:spPr>
          <a:xfrm>
            <a:off x="9526123" y="1970904"/>
            <a:ext cx="1317114" cy="1317114"/>
          </a:xfrm>
          <a:custGeom>
            <a:avLst/>
            <a:gdLst>
              <a:gd name="connsiteX0" fmla="*/ 1330419 w 1330418"/>
              <a:gd name="connsiteY0" fmla="*/ 665209 h 1330418"/>
              <a:gd name="connsiteX1" fmla="*/ 665209 w 1330418"/>
              <a:gd name="connsiteY1" fmla="*/ 1330419 h 1330418"/>
              <a:gd name="connsiteX2" fmla="*/ 0 w 1330418"/>
              <a:gd name="connsiteY2" fmla="*/ 665209 h 1330418"/>
              <a:gd name="connsiteX3" fmla="*/ 665209 w 1330418"/>
              <a:gd name="connsiteY3" fmla="*/ 0 h 1330418"/>
              <a:gd name="connsiteX4" fmla="*/ 1330419 w 1330418"/>
              <a:gd name="connsiteY4" fmla="*/ 665209 h 1330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0418" h="1330418">
                <a:moveTo>
                  <a:pt x="1330419" y="665209"/>
                </a:moveTo>
                <a:cubicBezTo>
                  <a:pt x="1330419" y="1032595"/>
                  <a:pt x="1032595" y="1330419"/>
                  <a:pt x="665209" y="1330419"/>
                </a:cubicBezTo>
                <a:cubicBezTo>
                  <a:pt x="297824" y="1330419"/>
                  <a:pt x="0" y="1032594"/>
                  <a:pt x="0" y="665209"/>
                </a:cubicBezTo>
                <a:cubicBezTo>
                  <a:pt x="0" y="297824"/>
                  <a:pt x="297824" y="0"/>
                  <a:pt x="665209" y="0"/>
                </a:cubicBezTo>
                <a:cubicBezTo>
                  <a:pt x="1032595" y="0"/>
                  <a:pt x="1330419" y="297825"/>
                  <a:pt x="1330419" y="665209"/>
                </a:cubicBezTo>
                <a:close/>
              </a:path>
            </a:pathLst>
          </a:custGeom>
          <a:solidFill>
            <a:srgbClr val="FFFFFF"/>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3" name="任意多边形: 形状 52">
            <a:extLst>
              <a:ext uri="{FF2B5EF4-FFF2-40B4-BE49-F238E27FC236}">
                <a16:creationId xmlns:a16="http://schemas.microsoft.com/office/drawing/2014/main" id="{08FF6167-2480-5A16-12AC-0FCE134EB88C}"/>
              </a:ext>
            </a:extLst>
          </p:cNvPr>
          <p:cNvSpPr/>
          <p:nvPr/>
        </p:nvSpPr>
        <p:spPr>
          <a:xfrm>
            <a:off x="9543085" y="1987865"/>
            <a:ext cx="1283189" cy="1283189"/>
          </a:xfrm>
          <a:custGeom>
            <a:avLst/>
            <a:gdLst>
              <a:gd name="connsiteX0" fmla="*/ 1296152 w 1296151"/>
              <a:gd name="connsiteY0" fmla="*/ 648076 h 1296151"/>
              <a:gd name="connsiteX1" fmla="*/ 648076 w 1296151"/>
              <a:gd name="connsiteY1" fmla="*/ 1296151 h 1296151"/>
              <a:gd name="connsiteX2" fmla="*/ 0 w 1296151"/>
              <a:gd name="connsiteY2" fmla="*/ 648076 h 1296151"/>
              <a:gd name="connsiteX3" fmla="*/ 648076 w 1296151"/>
              <a:gd name="connsiteY3" fmla="*/ 0 h 1296151"/>
              <a:gd name="connsiteX4" fmla="*/ 1296152 w 1296151"/>
              <a:gd name="connsiteY4" fmla="*/ 648076 h 1296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6151" h="1296151">
                <a:moveTo>
                  <a:pt x="1296152" y="648076"/>
                </a:moveTo>
                <a:cubicBezTo>
                  <a:pt x="1296152" y="1005998"/>
                  <a:pt x="1005999" y="1296151"/>
                  <a:pt x="648076" y="1296151"/>
                </a:cubicBezTo>
                <a:cubicBezTo>
                  <a:pt x="290154" y="1296151"/>
                  <a:pt x="0" y="1005998"/>
                  <a:pt x="0" y="648076"/>
                </a:cubicBezTo>
                <a:cubicBezTo>
                  <a:pt x="0" y="290153"/>
                  <a:pt x="290153" y="0"/>
                  <a:pt x="648076" y="0"/>
                </a:cubicBezTo>
                <a:cubicBezTo>
                  <a:pt x="1005998" y="0"/>
                  <a:pt x="1296152" y="290153"/>
                  <a:pt x="1296152" y="648076"/>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4" name="任意多边形: 形状 53">
            <a:extLst>
              <a:ext uri="{FF2B5EF4-FFF2-40B4-BE49-F238E27FC236}">
                <a16:creationId xmlns:a16="http://schemas.microsoft.com/office/drawing/2014/main" id="{B15F6710-84EA-DB81-CDD9-A345F018242B}"/>
              </a:ext>
            </a:extLst>
          </p:cNvPr>
          <p:cNvSpPr/>
          <p:nvPr/>
        </p:nvSpPr>
        <p:spPr>
          <a:xfrm>
            <a:off x="9882930" y="4107568"/>
            <a:ext cx="603503" cy="603504"/>
          </a:xfrm>
          <a:custGeom>
            <a:avLst/>
            <a:gdLst>
              <a:gd name="connsiteX0" fmla="*/ 304800 w 609599"/>
              <a:gd name="connsiteY0" fmla="*/ 609600 h 609600"/>
              <a:gd name="connsiteX1" fmla="*/ 186066 w 609599"/>
              <a:gd name="connsiteY1" fmla="*/ 585553 h 609600"/>
              <a:gd name="connsiteX2" fmla="*/ 89276 w 609599"/>
              <a:gd name="connsiteY2" fmla="*/ 520324 h 609600"/>
              <a:gd name="connsiteX3" fmla="*/ 24047 w 609599"/>
              <a:gd name="connsiteY3" fmla="*/ 423534 h 609600"/>
              <a:gd name="connsiteX4" fmla="*/ 0 w 609599"/>
              <a:gd name="connsiteY4" fmla="*/ 304800 h 609600"/>
              <a:gd name="connsiteX5" fmla="*/ 24047 w 609599"/>
              <a:gd name="connsiteY5" fmla="*/ 186066 h 609600"/>
              <a:gd name="connsiteX6" fmla="*/ 89276 w 609599"/>
              <a:gd name="connsiteY6" fmla="*/ 89276 h 609600"/>
              <a:gd name="connsiteX7" fmla="*/ 186066 w 609599"/>
              <a:gd name="connsiteY7" fmla="*/ 24047 h 609600"/>
              <a:gd name="connsiteX8" fmla="*/ 304800 w 609599"/>
              <a:gd name="connsiteY8" fmla="*/ 0 h 609600"/>
              <a:gd name="connsiteX9" fmla="*/ 423533 w 609599"/>
              <a:gd name="connsiteY9" fmla="*/ 24047 h 609600"/>
              <a:gd name="connsiteX10" fmla="*/ 520324 w 609599"/>
              <a:gd name="connsiteY10" fmla="*/ 89276 h 609600"/>
              <a:gd name="connsiteX11" fmla="*/ 585552 w 609599"/>
              <a:gd name="connsiteY11" fmla="*/ 186066 h 609600"/>
              <a:gd name="connsiteX12" fmla="*/ 609599 w 609599"/>
              <a:gd name="connsiteY12" fmla="*/ 304800 h 609600"/>
              <a:gd name="connsiteX13" fmla="*/ 585552 w 609599"/>
              <a:gd name="connsiteY13" fmla="*/ 423534 h 609600"/>
              <a:gd name="connsiteX14" fmla="*/ 520324 w 609599"/>
              <a:gd name="connsiteY14" fmla="*/ 520324 h 609600"/>
              <a:gd name="connsiteX15" fmla="*/ 423533 w 609599"/>
              <a:gd name="connsiteY15" fmla="*/ 585553 h 609600"/>
              <a:gd name="connsiteX16" fmla="*/ 304800 w 609599"/>
              <a:gd name="connsiteY16" fmla="*/ 60960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599" h="609600">
                <a:moveTo>
                  <a:pt x="304800" y="609600"/>
                </a:moveTo>
                <a:cubicBezTo>
                  <a:pt x="263619" y="609600"/>
                  <a:pt x="223640" y="601484"/>
                  <a:pt x="186066" y="585553"/>
                </a:cubicBezTo>
                <a:cubicBezTo>
                  <a:pt x="149694" y="570222"/>
                  <a:pt x="117231" y="548279"/>
                  <a:pt x="89276" y="520324"/>
                </a:cubicBezTo>
                <a:cubicBezTo>
                  <a:pt x="61320" y="492369"/>
                  <a:pt x="39377" y="459905"/>
                  <a:pt x="24047" y="423534"/>
                </a:cubicBezTo>
                <a:cubicBezTo>
                  <a:pt x="8116" y="385960"/>
                  <a:pt x="0" y="345981"/>
                  <a:pt x="0" y="304800"/>
                </a:cubicBezTo>
                <a:cubicBezTo>
                  <a:pt x="0" y="263619"/>
                  <a:pt x="8116" y="223640"/>
                  <a:pt x="24047" y="186066"/>
                </a:cubicBezTo>
                <a:cubicBezTo>
                  <a:pt x="39377" y="149695"/>
                  <a:pt x="61320" y="117231"/>
                  <a:pt x="89276" y="89276"/>
                </a:cubicBezTo>
                <a:cubicBezTo>
                  <a:pt x="117231" y="61321"/>
                  <a:pt x="149694" y="39377"/>
                  <a:pt x="186066" y="24047"/>
                </a:cubicBezTo>
                <a:cubicBezTo>
                  <a:pt x="223640" y="8116"/>
                  <a:pt x="263619" y="0"/>
                  <a:pt x="304800" y="0"/>
                </a:cubicBezTo>
                <a:cubicBezTo>
                  <a:pt x="345981" y="0"/>
                  <a:pt x="385959" y="8116"/>
                  <a:pt x="423533" y="24047"/>
                </a:cubicBezTo>
                <a:cubicBezTo>
                  <a:pt x="459905" y="39377"/>
                  <a:pt x="492369" y="61321"/>
                  <a:pt x="520324" y="89276"/>
                </a:cubicBezTo>
                <a:cubicBezTo>
                  <a:pt x="548279" y="117231"/>
                  <a:pt x="570222" y="149695"/>
                  <a:pt x="585552" y="186066"/>
                </a:cubicBezTo>
                <a:cubicBezTo>
                  <a:pt x="601484" y="223640"/>
                  <a:pt x="609599" y="263619"/>
                  <a:pt x="609599" y="304800"/>
                </a:cubicBezTo>
                <a:cubicBezTo>
                  <a:pt x="609599" y="345981"/>
                  <a:pt x="601484" y="385960"/>
                  <a:pt x="585552" y="423534"/>
                </a:cubicBezTo>
                <a:cubicBezTo>
                  <a:pt x="570222" y="459905"/>
                  <a:pt x="548279" y="492369"/>
                  <a:pt x="520324" y="520324"/>
                </a:cubicBezTo>
                <a:cubicBezTo>
                  <a:pt x="492369" y="548279"/>
                  <a:pt x="459905" y="570222"/>
                  <a:pt x="423533" y="585553"/>
                </a:cubicBezTo>
                <a:cubicBezTo>
                  <a:pt x="385959" y="601484"/>
                  <a:pt x="345981" y="609600"/>
                  <a:pt x="304800" y="609600"/>
                </a:cubicBezTo>
              </a:path>
            </a:pathLst>
          </a:custGeom>
          <a:solidFill>
            <a:srgbClr val="606060"/>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5" name="任意多边形: 形状 54">
            <a:extLst>
              <a:ext uri="{FF2B5EF4-FFF2-40B4-BE49-F238E27FC236}">
                <a16:creationId xmlns:a16="http://schemas.microsoft.com/office/drawing/2014/main" id="{C26A8EC6-6F49-FB46-A7E5-C1739670142C}"/>
              </a:ext>
            </a:extLst>
          </p:cNvPr>
          <p:cNvSpPr/>
          <p:nvPr/>
        </p:nvSpPr>
        <p:spPr>
          <a:xfrm>
            <a:off x="9932329" y="4156969"/>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8 w 509803"/>
              <a:gd name="connsiteY6" fmla="*/ 434956 h 509803"/>
              <a:gd name="connsiteX7" fmla="*/ 20139 w 509803"/>
              <a:gd name="connsiteY7" fmla="*/ 354097 h 509803"/>
              <a:gd name="connsiteX8" fmla="*/ 0 w 509803"/>
              <a:gd name="connsiteY8" fmla="*/ 254902 h 509803"/>
              <a:gd name="connsiteX9" fmla="*/ 20139 w 509803"/>
              <a:gd name="connsiteY9" fmla="*/ 155707 h 509803"/>
              <a:gd name="connsiteX10" fmla="*/ 74848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7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1" y="458402"/>
                  <a:pt x="384457" y="476738"/>
                  <a:pt x="354097" y="489664"/>
                </a:cubicBezTo>
                <a:cubicBezTo>
                  <a:pt x="322535" y="502890"/>
                  <a:pt x="289169" y="509804"/>
                  <a:pt x="254902" y="509804"/>
                </a:cubicBezTo>
                <a:cubicBezTo>
                  <a:pt x="220635" y="509804"/>
                  <a:pt x="187269" y="503191"/>
                  <a:pt x="155707" y="489664"/>
                </a:cubicBezTo>
                <a:cubicBezTo>
                  <a:pt x="125347" y="476738"/>
                  <a:pt x="97993" y="458402"/>
                  <a:pt x="74848" y="434956"/>
                </a:cubicBezTo>
                <a:cubicBezTo>
                  <a:pt x="51401" y="411510"/>
                  <a:pt x="33065" y="384457"/>
                  <a:pt x="20139" y="354097"/>
                </a:cubicBezTo>
                <a:cubicBezTo>
                  <a:pt x="6914" y="322535"/>
                  <a:pt x="0" y="289169"/>
                  <a:pt x="0" y="254902"/>
                </a:cubicBezTo>
                <a:cubicBezTo>
                  <a:pt x="0" y="220634"/>
                  <a:pt x="6613" y="187269"/>
                  <a:pt x="20139" y="155707"/>
                </a:cubicBezTo>
                <a:cubicBezTo>
                  <a:pt x="33065" y="125347"/>
                  <a:pt x="51401" y="97993"/>
                  <a:pt x="74848" y="74847"/>
                </a:cubicBezTo>
                <a:cubicBezTo>
                  <a:pt x="98293" y="51401"/>
                  <a:pt x="125347" y="33065"/>
                  <a:pt x="155707" y="20140"/>
                </a:cubicBezTo>
                <a:cubicBezTo>
                  <a:pt x="187269" y="6914"/>
                  <a:pt x="220635" y="0"/>
                  <a:pt x="254902" y="0"/>
                </a:cubicBezTo>
                <a:cubicBezTo>
                  <a:pt x="289169" y="0"/>
                  <a:pt x="322535" y="6613"/>
                  <a:pt x="354097" y="20140"/>
                </a:cubicBezTo>
                <a:cubicBezTo>
                  <a:pt x="384457" y="33065"/>
                  <a:pt x="411811" y="51401"/>
                  <a:pt x="434956" y="74847"/>
                </a:cubicBezTo>
                <a:cubicBezTo>
                  <a:pt x="458402" y="98294"/>
                  <a:pt x="476739" y="125347"/>
                  <a:pt x="489664" y="155707"/>
                </a:cubicBezTo>
                <a:cubicBezTo>
                  <a:pt x="502890" y="187269"/>
                  <a:pt x="509804" y="220634"/>
                  <a:pt x="509804" y="254902"/>
                </a:cubicBezTo>
              </a:path>
            </a:pathLst>
          </a:custGeom>
          <a:noFill/>
          <a:ln w="178551" cap="flat">
            <a:solidFill>
              <a:srgbClr val="7F8FA9"/>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6" name="任意多边形: 形状 55">
            <a:extLst>
              <a:ext uri="{FF2B5EF4-FFF2-40B4-BE49-F238E27FC236}">
                <a16:creationId xmlns:a16="http://schemas.microsoft.com/office/drawing/2014/main" id="{08D08CC0-3202-6BCA-D09F-4E5EF177D8D7}"/>
              </a:ext>
            </a:extLst>
          </p:cNvPr>
          <p:cNvSpPr/>
          <p:nvPr/>
        </p:nvSpPr>
        <p:spPr>
          <a:xfrm>
            <a:off x="9953160" y="4177801"/>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7" name="任意多边形: 形状 56">
            <a:extLst>
              <a:ext uri="{FF2B5EF4-FFF2-40B4-BE49-F238E27FC236}">
                <a16:creationId xmlns:a16="http://schemas.microsoft.com/office/drawing/2014/main" id="{0E55F7B2-8D0F-C62B-4EF4-5D8FB248B650}"/>
              </a:ext>
            </a:extLst>
          </p:cNvPr>
          <p:cNvSpPr/>
          <p:nvPr/>
        </p:nvSpPr>
        <p:spPr>
          <a:xfrm>
            <a:off x="9932329" y="2377107"/>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8 w 509803"/>
              <a:gd name="connsiteY6" fmla="*/ 434956 h 509803"/>
              <a:gd name="connsiteX7" fmla="*/ 20139 w 509803"/>
              <a:gd name="connsiteY7" fmla="*/ 354097 h 509803"/>
              <a:gd name="connsiteX8" fmla="*/ 0 w 509803"/>
              <a:gd name="connsiteY8" fmla="*/ 254902 h 509803"/>
              <a:gd name="connsiteX9" fmla="*/ 20139 w 509803"/>
              <a:gd name="connsiteY9" fmla="*/ 155706 h 509803"/>
              <a:gd name="connsiteX10" fmla="*/ 74848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6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1" y="458102"/>
                  <a:pt x="384457" y="476738"/>
                  <a:pt x="354097" y="489664"/>
                </a:cubicBezTo>
                <a:cubicBezTo>
                  <a:pt x="322535" y="502890"/>
                  <a:pt x="289169" y="509804"/>
                  <a:pt x="254902" y="509804"/>
                </a:cubicBezTo>
                <a:cubicBezTo>
                  <a:pt x="220635" y="509804"/>
                  <a:pt x="187269" y="503191"/>
                  <a:pt x="155707" y="489664"/>
                </a:cubicBezTo>
                <a:cubicBezTo>
                  <a:pt x="125347" y="476738"/>
                  <a:pt x="97993" y="458402"/>
                  <a:pt x="74848" y="434956"/>
                </a:cubicBezTo>
                <a:cubicBezTo>
                  <a:pt x="51702" y="411510"/>
                  <a:pt x="33065" y="384457"/>
                  <a:pt x="20139" y="354097"/>
                </a:cubicBezTo>
                <a:cubicBezTo>
                  <a:pt x="6914" y="322535"/>
                  <a:pt x="0" y="289169"/>
                  <a:pt x="0" y="254902"/>
                </a:cubicBezTo>
                <a:cubicBezTo>
                  <a:pt x="0" y="220634"/>
                  <a:pt x="6613" y="187269"/>
                  <a:pt x="20139" y="155706"/>
                </a:cubicBezTo>
                <a:cubicBezTo>
                  <a:pt x="33065" y="125347"/>
                  <a:pt x="51401" y="97993"/>
                  <a:pt x="74848" y="74847"/>
                </a:cubicBezTo>
                <a:cubicBezTo>
                  <a:pt x="98293" y="51702"/>
                  <a:pt x="125347" y="33065"/>
                  <a:pt x="155707" y="20140"/>
                </a:cubicBezTo>
                <a:cubicBezTo>
                  <a:pt x="187269" y="6914"/>
                  <a:pt x="220635" y="0"/>
                  <a:pt x="254902" y="0"/>
                </a:cubicBezTo>
                <a:cubicBezTo>
                  <a:pt x="289169" y="0"/>
                  <a:pt x="322535" y="6613"/>
                  <a:pt x="354097" y="20140"/>
                </a:cubicBezTo>
                <a:cubicBezTo>
                  <a:pt x="384457" y="33065"/>
                  <a:pt x="411811" y="51401"/>
                  <a:pt x="434956" y="74847"/>
                </a:cubicBezTo>
                <a:cubicBezTo>
                  <a:pt x="458102" y="98294"/>
                  <a:pt x="476739" y="125347"/>
                  <a:pt x="489664" y="155706"/>
                </a:cubicBezTo>
                <a:cubicBezTo>
                  <a:pt x="502890" y="186968"/>
                  <a:pt x="509804" y="220334"/>
                  <a:pt x="509804" y="254902"/>
                </a:cubicBezTo>
              </a:path>
            </a:pathLst>
          </a:custGeom>
          <a:noFill/>
          <a:ln w="178551" cap="flat">
            <a:solidFill>
              <a:srgbClr val="7F8FA9"/>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8" name="任意多边形: 形状 57">
            <a:extLst>
              <a:ext uri="{FF2B5EF4-FFF2-40B4-BE49-F238E27FC236}">
                <a16:creationId xmlns:a16="http://schemas.microsoft.com/office/drawing/2014/main" id="{42C29D4D-0C44-444F-8806-0A911803E7A5}"/>
              </a:ext>
            </a:extLst>
          </p:cNvPr>
          <p:cNvSpPr/>
          <p:nvPr/>
        </p:nvSpPr>
        <p:spPr>
          <a:xfrm>
            <a:off x="9953160" y="2397939"/>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9" name="任意多边形: 形状 58">
            <a:extLst>
              <a:ext uri="{FF2B5EF4-FFF2-40B4-BE49-F238E27FC236}">
                <a16:creationId xmlns:a16="http://schemas.microsoft.com/office/drawing/2014/main" id="{91C691F6-95E0-DC9F-2381-6D0D888B2EDA}"/>
              </a:ext>
            </a:extLst>
          </p:cNvPr>
          <p:cNvSpPr/>
          <p:nvPr/>
        </p:nvSpPr>
        <p:spPr>
          <a:xfrm>
            <a:off x="10184682" y="2630353"/>
            <a:ext cx="2975" cy="1685227"/>
          </a:xfrm>
          <a:custGeom>
            <a:avLst/>
            <a:gdLst>
              <a:gd name="connsiteX0" fmla="*/ 0 w 3005"/>
              <a:gd name="connsiteY0" fmla="*/ 0 h 1702250"/>
              <a:gd name="connsiteX1" fmla="*/ 0 w 3005"/>
              <a:gd name="connsiteY1" fmla="*/ 1702251 h 1702250"/>
            </a:gdLst>
            <a:ahLst/>
            <a:cxnLst>
              <a:cxn ang="0">
                <a:pos x="connsiteX0" y="connsiteY0"/>
              </a:cxn>
              <a:cxn ang="0">
                <a:pos x="connsiteX1" y="connsiteY1"/>
              </a:cxn>
            </a:cxnLst>
            <a:rect l="l" t="t" r="r" b="b"/>
            <a:pathLst>
              <a:path w="3005" h="1702250">
                <a:moveTo>
                  <a:pt x="0" y="0"/>
                </a:moveTo>
                <a:lnTo>
                  <a:pt x="0" y="1702251"/>
                </a:lnTo>
              </a:path>
            </a:pathLst>
          </a:custGeom>
          <a:ln w="105176" cap="rnd">
            <a:solidFill>
              <a:srgbClr val="FFFFFF"/>
            </a:solidFill>
            <a:prstDash val="solid"/>
            <a:bevel/>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nvGrpSpPr>
          <p:cNvPr id="60" name="组合 59">
            <a:extLst>
              <a:ext uri="{FF2B5EF4-FFF2-40B4-BE49-F238E27FC236}">
                <a16:creationId xmlns:a16="http://schemas.microsoft.com/office/drawing/2014/main" id="{0CE25E42-D1DF-770A-691E-EF88C07377E2}"/>
              </a:ext>
            </a:extLst>
          </p:cNvPr>
          <p:cNvGrpSpPr/>
          <p:nvPr/>
        </p:nvGrpSpPr>
        <p:grpSpPr>
          <a:xfrm>
            <a:off x="10091834" y="4318144"/>
            <a:ext cx="197003" cy="183609"/>
            <a:chOff x="10091983" y="4278794"/>
            <a:chExt cx="197003" cy="183609"/>
          </a:xfrm>
          <a:solidFill>
            <a:srgbClr val="7F8FA9"/>
          </a:solidFill>
        </p:grpSpPr>
        <p:sp>
          <p:nvSpPr>
            <p:cNvPr id="61" name="任意多边形: 形状 60">
              <a:extLst>
                <a:ext uri="{FF2B5EF4-FFF2-40B4-BE49-F238E27FC236}">
                  <a16:creationId xmlns:a16="http://schemas.microsoft.com/office/drawing/2014/main" id="{258DC2E9-778E-474C-48B5-B3EDA755C312}"/>
                </a:ext>
              </a:extLst>
            </p:cNvPr>
            <p:cNvSpPr/>
            <p:nvPr/>
          </p:nvSpPr>
          <p:spPr>
            <a:xfrm>
              <a:off x="10091983" y="4278794"/>
              <a:ext cx="81537" cy="183609"/>
            </a:xfrm>
            <a:custGeom>
              <a:avLst/>
              <a:gdLst>
                <a:gd name="connsiteX0" fmla="*/ 10821 w 82361"/>
                <a:gd name="connsiteY0" fmla="*/ 174343 h 185464"/>
                <a:gd name="connsiteX1" fmla="*/ 0 w 82361"/>
                <a:gd name="connsiteY1" fmla="*/ 142781 h 185464"/>
                <a:gd name="connsiteX2" fmla="*/ 0 w 82361"/>
                <a:gd name="connsiteY2" fmla="*/ 42684 h 185464"/>
                <a:gd name="connsiteX3" fmla="*/ 10821 w 82361"/>
                <a:gd name="connsiteY3" fmla="*/ 11122 h 185464"/>
                <a:gd name="connsiteX4" fmla="*/ 41181 w 82361"/>
                <a:gd name="connsiteY4" fmla="*/ 0 h 185464"/>
                <a:gd name="connsiteX5" fmla="*/ 71541 w 82361"/>
                <a:gd name="connsiteY5" fmla="*/ 11122 h 185464"/>
                <a:gd name="connsiteX6" fmla="*/ 82362 w 82361"/>
                <a:gd name="connsiteY6" fmla="*/ 42684 h 185464"/>
                <a:gd name="connsiteX7" fmla="*/ 82362 w 82361"/>
                <a:gd name="connsiteY7" fmla="*/ 142781 h 185464"/>
                <a:gd name="connsiteX8" fmla="*/ 71541 w 82361"/>
                <a:gd name="connsiteY8" fmla="*/ 174343 h 185464"/>
                <a:gd name="connsiteX9" fmla="*/ 41181 w 82361"/>
                <a:gd name="connsiteY9" fmla="*/ 185465 h 185464"/>
                <a:gd name="connsiteX10" fmla="*/ 10821 w 82361"/>
                <a:gd name="connsiteY10" fmla="*/ 174343 h 185464"/>
                <a:gd name="connsiteX11" fmla="*/ 51401 w 82361"/>
                <a:gd name="connsiteY11" fmla="*/ 154805 h 185464"/>
                <a:gd name="connsiteX12" fmla="*/ 55008 w 82361"/>
                <a:gd name="connsiteY12" fmla="*/ 142781 h 185464"/>
                <a:gd name="connsiteX13" fmla="*/ 55008 w 82361"/>
                <a:gd name="connsiteY13" fmla="*/ 42984 h 185464"/>
                <a:gd name="connsiteX14" fmla="*/ 51401 w 82361"/>
                <a:gd name="connsiteY14" fmla="*/ 30961 h 185464"/>
                <a:gd name="connsiteX15" fmla="*/ 41181 w 82361"/>
                <a:gd name="connsiteY15" fmla="*/ 26752 h 185464"/>
                <a:gd name="connsiteX16" fmla="*/ 30961 w 82361"/>
                <a:gd name="connsiteY16" fmla="*/ 30961 h 185464"/>
                <a:gd name="connsiteX17" fmla="*/ 27353 w 82361"/>
                <a:gd name="connsiteY17" fmla="*/ 42984 h 185464"/>
                <a:gd name="connsiteX18" fmla="*/ 27353 w 82361"/>
                <a:gd name="connsiteY18" fmla="*/ 142781 h 185464"/>
                <a:gd name="connsiteX19" fmla="*/ 30961 w 82361"/>
                <a:gd name="connsiteY19" fmla="*/ 154805 h 185464"/>
                <a:gd name="connsiteX20" fmla="*/ 41181 w 82361"/>
                <a:gd name="connsiteY20" fmla="*/ 159013 h 185464"/>
                <a:gd name="connsiteX21" fmla="*/ 51401 w 82361"/>
                <a:gd name="connsiteY21" fmla="*/ 154805 h 185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2361" h="185464">
                  <a:moveTo>
                    <a:pt x="10821" y="174343"/>
                  </a:moveTo>
                  <a:cubicBezTo>
                    <a:pt x="3607" y="166828"/>
                    <a:pt x="0" y="156308"/>
                    <a:pt x="0" y="142781"/>
                  </a:cubicBezTo>
                  <a:lnTo>
                    <a:pt x="0" y="42684"/>
                  </a:lnTo>
                  <a:cubicBezTo>
                    <a:pt x="0" y="29157"/>
                    <a:pt x="3607" y="18637"/>
                    <a:pt x="10821" y="11122"/>
                  </a:cubicBezTo>
                  <a:cubicBezTo>
                    <a:pt x="18036" y="3607"/>
                    <a:pt x="28255" y="0"/>
                    <a:pt x="41181" y="0"/>
                  </a:cubicBezTo>
                  <a:cubicBezTo>
                    <a:pt x="54107" y="0"/>
                    <a:pt x="64326" y="3607"/>
                    <a:pt x="71541" y="11122"/>
                  </a:cubicBezTo>
                  <a:cubicBezTo>
                    <a:pt x="78755" y="18637"/>
                    <a:pt x="82362" y="29157"/>
                    <a:pt x="82362" y="42684"/>
                  </a:cubicBezTo>
                  <a:lnTo>
                    <a:pt x="82362" y="142781"/>
                  </a:lnTo>
                  <a:cubicBezTo>
                    <a:pt x="82362" y="156308"/>
                    <a:pt x="78755" y="166828"/>
                    <a:pt x="71541" y="174343"/>
                  </a:cubicBezTo>
                  <a:cubicBezTo>
                    <a:pt x="64326" y="181858"/>
                    <a:pt x="54107" y="185465"/>
                    <a:pt x="41181" y="185465"/>
                  </a:cubicBezTo>
                  <a:cubicBezTo>
                    <a:pt x="28255" y="185465"/>
                    <a:pt x="18036" y="181557"/>
                    <a:pt x="10821" y="174343"/>
                  </a:cubicBezTo>
                  <a:close/>
                  <a:moveTo>
                    <a:pt x="51401" y="154805"/>
                  </a:moveTo>
                  <a:cubicBezTo>
                    <a:pt x="53806" y="152099"/>
                    <a:pt x="55008" y="147891"/>
                    <a:pt x="55008" y="142781"/>
                  </a:cubicBezTo>
                  <a:lnTo>
                    <a:pt x="55008" y="42984"/>
                  </a:lnTo>
                  <a:cubicBezTo>
                    <a:pt x="55008" y="37874"/>
                    <a:pt x="53806" y="33967"/>
                    <a:pt x="51401" y="30961"/>
                  </a:cubicBezTo>
                  <a:cubicBezTo>
                    <a:pt x="48997" y="28255"/>
                    <a:pt x="45690" y="26752"/>
                    <a:pt x="41181" y="26752"/>
                  </a:cubicBezTo>
                  <a:cubicBezTo>
                    <a:pt x="36973" y="26752"/>
                    <a:pt x="33365" y="28255"/>
                    <a:pt x="30961" y="30961"/>
                  </a:cubicBezTo>
                  <a:cubicBezTo>
                    <a:pt x="28556" y="33666"/>
                    <a:pt x="27353" y="37874"/>
                    <a:pt x="27353" y="42984"/>
                  </a:cubicBezTo>
                  <a:lnTo>
                    <a:pt x="27353" y="142781"/>
                  </a:lnTo>
                  <a:cubicBezTo>
                    <a:pt x="27353" y="147891"/>
                    <a:pt x="28556" y="151799"/>
                    <a:pt x="30961" y="154805"/>
                  </a:cubicBezTo>
                  <a:cubicBezTo>
                    <a:pt x="33365" y="157510"/>
                    <a:pt x="36672" y="159013"/>
                    <a:pt x="41181" y="159013"/>
                  </a:cubicBezTo>
                  <a:cubicBezTo>
                    <a:pt x="45690" y="159013"/>
                    <a:pt x="48997" y="157510"/>
                    <a:pt x="51401" y="154805"/>
                  </a:cubicBez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62" name="任意多边形: 形状 61">
              <a:extLst>
                <a:ext uri="{FF2B5EF4-FFF2-40B4-BE49-F238E27FC236}">
                  <a16:creationId xmlns:a16="http://schemas.microsoft.com/office/drawing/2014/main" id="{0B1266D5-AF12-F89F-50D2-34421EE1177D}"/>
                </a:ext>
              </a:extLst>
            </p:cNvPr>
            <p:cNvSpPr/>
            <p:nvPr/>
          </p:nvSpPr>
          <p:spPr>
            <a:xfrm>
              <a:off x="10194057" y="4280877"/>
              <a:ext cx="94929" cy="179741"/>
            </a:xfrm>
            <a:custGeom>
              <a:avLst/>
              <a:gdLst>
                <a:gd name="connsiteX0" fmla="*/ 300 w 95888"/>
                <a:gd name="connsiteY0" fmla="*/ 128653 h 181557"/>
                <a:gd name="connsiteX1" fmla="*/ 38776 w 95888"/>
                <a:gd name="connsiteY1" fmla="*/ 0 h 181557"/>
                <a:gd name="connsiteX2" fmla="*/ 67332 w 95888"/>
                <a:gd name="connsiteY2" fmla="*/ 0 h 181557"/>
                <a:gd name="connsiteX3" fmla="*/ 30359 w 95888"/>
                <a:gd name="connsiteY3" fmla="*/ 127150 h 181557"/>
                <a:gd name="connsiteX4" fmla="*/ 95888 w 95888"/>
                <a:gd name="connsiteY4" fmla="*/ 127150 h 181557"/>
                <a:gd name="connsiteX5" fmla="*/ 95888 w 95888"/>
                <a:gd name="connsiteY5" fmla="*/ 153602 h 181557"/>
                <a:gd name="connsiteX6" fmla="*/ 0 w 95888"/>
                <a:gd name="connsiteY6" fmla="*/ 153602 h 181557"/>
                <a:gd name="connsiteX7" fmla="*/ 0 w 95888"/>
                <a:gd name="connsiteY7" fmla="*/ 128653 h 181557"/>
                <a:gd name="connsiteX8" fmla="*/ 57413 w 95888"/>
                <a:gd name="connsiteY8" fmla="*/ 78154 h 181557"/>
                <a:gd name="connsiteX9" fmla="*/ 84166 w 95888"/>
                <a:gd name="connsiteY9" fmla="*/ 78154 h 181557"/>
                <a:gd name="connsiteX10" fmla="*/ 84166 w 95888"/>
                <a:gd name="connsiteY10" fmla="*/ 181557 h 181557"/>
                <a:gd name="connsiteX11" fmla="*/ 57413 w 95888"/>
                <a:gd name="connsiteY11" fmla="*/ 181557 h 181557"/>
                <a:gd name="connsiteX12" fmla="*/ 57413 w 95888"/>
                <a:gd name="connsiteY12" fmla="*/ 78154 h 181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5888" h="181557">
                  <a:moveTo>
                    <a:pt x="300" y="128653"/>
                  </a:moveTo>
                  <a:lnTo>
                    <a:pt x="38776" y="0"/>
                  </a:lnTo>
                  <a:lnTo>
                    <a:pt x="67332" y="0"/>
                  </a:lnTo>
                  <a:lnTo>
                    <a:pt x="30359" y="127150"/>
                  </a:lnTo>
                  <a:lnTo>
                    <a:pt x="95888" y="127150"/>
                  </a:lnTo>
                  <a:lnTo>
                    <a:pt x="95888" y="153602"/>
                  </a:lnTo>
                  <a:lnTo>
                    <a:pt x="0" y="153602"/>
                  </a:lnTo>
                  <a:lnTo>
                    <a:pt x="0" y="128653"/>
                  </a:lnTo>
                  <a:close/>
                  <a:moveTo>
                    <a:pt x="57413" y="78154"/>
                  </a:moveTo>
                  <a:lnTo>
                    <a:pt x="84166" y="78154"/>
                  </a:lnTo>
                  <a:lnTo>
                    <a:pt x="84166" y="181557"/>
                  </a:lnTo>
                  <a:lnTo>
                    <a:pt x="57413" y="181557"/>
                  </a:lnTo>
                  <a:lnTo>
                    <a:pt x="57413" y="78154"/>
                  </a:ln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spTree>
    <p:extLst>
      <p:ext uri="{BB962C8B-B14F-4D97-AF65-F5344CB8AC3E}">
        <p14:creationId xmlns:p14="http://schemas.microsoft.com/office/powerpoint/2010/main" val="210932031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8_自定义版式">
    <p:spTree>
      <p:nvGrpSpPr>
        <p:cNvPr id="1" name=""/>
        <p:cNvGrpSpPr/>
        <p:nvPr/>
      </p:nvGrpSpPr>
      <p:grpSpPr>
        <a:xfrm>
          <a:off x="0" y="0"/>
          <a:ext cx="0" cy="0"/>
          <a:chOff x="0" y="0"/>
          <a:chExt cx="0" cy="0"/>
        </a:xfrm>
      </p:grpSpPr>
      <p:sp>
        <p:nvSpPr>
          <p:cNvPr id="3" name="Freeform 12">
            <a:extLst>
              <a:ext uri="{FF2B5EF4-FFF2-40B4-BE49-F238E27FC236}">
                <a16:creationId xmlns:a16="http://schemas.microsoft.com/office/drawing/2014/main" id="{CF592A97-D7AB-C8C5-D43A-AA0C8FD11C32}"/>
              </a:ext>
            </a:extLst>
          </p:cNvPr>
          <p:cNvSpPr/>
          <p:nvPr/>
        </p:nvSpPr>
        <p:spPr>
          <a:xfrm flipV="1">
            <a:off x="2247900" y="2692400"/>
            <a:ext cx="1988643" cy="1584650"/>
          </a:xfrm>
          <a:custGeom>
            <a:avLst/>
            <a:gdLst/>
            <a:ahLst/>
            <a:cxnLst/>
            <a:rect l="l" t="t" r="r" b="b"/>
            <a:pathLst>
              <a:path w="1988643" h="1584650">
                <a:moveTo>
                  <a:pt x="0" y="0"/>
                </a:moveTo>
                <a:lnTo>
                  <a:pt x="15612" y="0"/>
                </a:lnTo>
                <a:lnTo>
                  <a:pt x="206530" y="69957"/>
                </a:lnTo>
                <a:cubicBezTo>
                  <a:pt x="403556" y="135701"/>
                  <a:pt x="608761" y="191383"/>
                  <a:pt x="820205" y="235353"/>
                </a:cubicBezTo>
                <a:cubicBezTo>
                  <a:pt x="1137374" y="301309"/>
                  <a:pt x="1446066" y="336232"/>
                  <a:pt x="1738956" y="342803"/>
                </a:cubicBezTo>
                <a:lnTo>
                  <a:pt x="1988643" y="340389"/>
                </a:lnTo>
                <a:lnTo>
                  <a:pt x="1988643" y="1244262"/>
                </a:lnTo>
                <a:lnTo>
                  <a:pt x="1738956" y="1241847"/>
                </a:lnTo>
                <a:cubicBezTo>
                  <a:pt x="1446066" y="1248419"/>
                  <a:pt x="1137374" y="1283343"/>
                  <a:pt x="820205" y="1349298"/>
                </a:cubicBezTo>
                <a:cubicBezTo>
                  <a:pt x="608761" y="1393269"/>
                  <a:pt x="403556" y="1448951"/>
                  <a:pt x="206530" y="1514695"/>
                </a:cubicBezTo>
                <a:lnTo>
                  <a:pt x="15615" y="1584650"/>
                </a:lnTo>
                <a:lnTo>
                  <a:pt x="0" y="1584650"/>
                </a:lnTo>
                <a:close/>
              </a:path>
            </a:pathLst>
          </a:custGeom>
          <a:gradFill rotWithShape="1">
            <a:gsLst>
              <a:gs pos="14000">
                <a:srgbClr val="009DD9">
                  <a:alpha val="0"/>
                </a:srgbClr>
              </a:gs>
              <a:gs pos="100000">
                <a:srgbClr val="009DD9">
                  <a:alpha val="18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4" name="Freeform 13">
            <a:extLst>
              <a:ext uri="{FF2B5EF4-FFF2-40B4-BE49-F238E27FC236}">
                <a16:creationId xmlns:a16="http://schemas.microsoft.com/office/drawing/2014/main" id="{09662440-0A5B-AB07-961D-01EBEC144AFD}"/>
              </a:ext>
            </a:extLst>
          </p:cNvPr>
          <p:cNvSpPr/>
          <p:nvPr/>
        </p:nvSpPr>
        <p:spPr>
          <a:xfrm flipV="1">
            <a:off x="2768600" y="3937000"/>
            <a:ext cx="1237097" cy="180144"/>
          </a:xfrm>
          <a:custGeom>
            <a:avLst/>
            <a:gdLst/>
            <a:ahLst/>
            <a:cxnLst/>
            <a:rect l="l" t="t" r="r" b="b"/>
            <a:pathLst>
              <a:path w="1237097" h="180144">
                <a:moveTo>
                  <a:pt x="0" y="0"/>
                </a:moveTo>
                <a:lnTo>
                  <a:pt x="304538" y="72694"/>
                </a:lnTo>
                <a:cubicBezTo>
                  <a:pt x="621707" y="138650"/>
                  <a:pt x="930399" y="173572"/>
                  <a:pt x="1223289" y="180144"/>
                </a:cubicBezTo>
                <a:lnTo>
                  <a:pt x="1237097" y="180011"/>
                </a:lnTo>
              </a:path>
            </a:pathLst>
          </a:custGeom>
          <a:noFill/>
          <a:ln w="12700" cap="flat" cmpd="sng">
            <a:gradFill rotWithShape="1">
              <a:gsLst>
                <a:gs pos="0">
                  <a:srgbClr val="26476A">
                    <a:alpha val="0"/>
                  </a:srgbClr>
                </a:gs>
                <a:gs pos="100000">
                  <a:srgbClr val="009DD9">
                    <a:alpha val="100000"/>
                  </a:srgbClr>
                </a:gs>
              </a:gsLst>
              <a:lin ang="0"/>
            </a:gradFill>
            <a:prstDash val="solid"/>
            <a:miter lim="10000000"/>
          </a:ln>
        </p:spPr>
        <p:txBody>
          <a:bodyPr vert="horz" wrap="square" lIns="63500" tIns="63500" rIns="63500" bIns="63500" rtlCol="0" anchor="ctr"/>
          <a:lstStyle/>
          <a:p>
            <a:pPr algn="ctr">
              <a:defRPr/>
            </a:pPr>
            <a:endParaRPr/>
          </a:p>
        </p:txBody>
      </p:sp>
      <p:sp>
        <p:nvSpPr>
          <p:cNvPr id="5" name="AutoShape 14">
            <a:extLst>
              <a:ext uri="{FF2B5EF4-FFF2-40B4-BE49-F238E27FC236}">
                <a16:creationId xmlns:a16="http://schemas.microsoft.com/office/drawing/2014/main" id="{9CBA84F5-8704-3E5B-E294-7E5E6203A430}"/>
              </a:ext>
            </a:extLst>
          </p:cNvPr>
          <p:cNvSpPr/>
          <p:nvPr/>
        </p:nvSpPr>
        <p:spPr>
          <a:xfrm flipV="1">
            <a:off x="3949700" y="3937000"/>
            <a:ext cx="50800" cy="25400"/>
          </a:xfrm>
          <a:prstGeom prst="rtTriangl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Freeform 15">
            <a:extLst>
              <a:ext uri="{FF2B5EF4-FFF2-40B4-BE49-F238E27FC236}">
                <a16:creationId xmlns:a16="http://schemas.microsoft.com/office/drawing/2014/main" id="{8229EA79-F253-68E1-2784-A711E6727F64}"/>
              </a:ext>
            </a:extLst>
          </p:cNvPr>
          <p:cNvSpPr/>
          <p:nvPr/>
        </p:nvSpPr>
        <p:spPr>
          <a:xfrm>
            <a:off x="2768600" y="2857500"/>
            <a:ext cx="1237097" cy="180144"/>
          </a:xfrm>
          <a:custGeom>
            <a:avLst/>
            <a:gdLst/>
            <a:ahLst/>
            <a:cxnLst/>
            <a:rect l="l" t="t" r="r" b="b"/>
            <a:pathLst>
              <a:path w="1237097" h="180144">
                <a:moveTo>
                  <a:pt x="0" y="0"/>
                </a:moveTo>
                <a:lnTo>
                  <a:pt x="304538" y="72694"/>
                </a:lnTo>
                <a:cubicBezTo>
                  <a:pt x="621707" y="138650"/>
                  <a:pt x="930399" y="173572"/>
                  <a:pt x="1223289" y="180144"/>
                </a:cubicBezTo>
                <a:lnTo>
                  <a:pt x="1237097" y="180011"/>
                </a:lnTo>
              </a:path>
            </a:pathLst>
          </a:custGeom>
          <a:noFill/>
          <a:ln w="12700" cap="flat" cmpd="sng">
            <a:gradFill rotWithShape="1">
              <a:gsLst>
                <a:gs pos="0">
                  <a:srgbClr val="26476A">
                    <a:alpha val="0"/>
                  </a:srgbClr>
                </a:gs>
                <a:gs pos="100000">
                  <a:srgbClr val="009DD9">
                    <a:alpha val="100000"/>
                  </a:srgbClr>
                </a:gs>
              </a:gsLst>
              <a:lin ang="0"/>
            </a:gradFill>
            <a:prstDash val="solid"/>
            <a:miter lim="10000000"/>
          </a:ln>
        </p:spPr>
        <p:txBody>
          <a:bodyPr vert="horz" wrap="square" lIns="63500" tIns="63500" rIns="63500" bIns="63500" rtlCol="0" anchor="ctr"/>
          <a:lstStyle/>
          <a:p>
            <a:pPr algn="ctr">
              <a:defRPr/>
            </a:pPr>
            <a:endParaRPr/>
          </a:p>
        </p:txBody>
      </p:sp>
      <p:sp>
        <p:nvSpPr>
          <p:cNvPr id="7" name="AutoShape 16">
            <a:extLst>
              <a:ext uri="{FF2B5EF4-FFF2-40B4-BE49-F238E27FC236}">
                <a16:creationId xmlns:a16="http://schemas.microsoft.com/office/drawing/2014/main" id="{E30811D6-CE8A-4FED-9B6A-53BA68A83E1A}"/>
              </a:ext>
            </a:extLst>
          </p:cNvPr>
          <p:cNvSpPr/>
          <p:nvPr/>
        </p:nvSpPr>
        <p:spPr>
          <a:xfrm>
            <a:off x="3949700" y="2997200"/>
            <a:ext cx="50800" cy="25400"/>
          </a:xfrm>
          <a:prstGeom prst="rtTriangl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17">
            <a:extLst>
              <a:ext uri="{FF2B5EF4-FFF2-40B4-BE49-F238E27FC236}">
                <a16:creationId xmlns:a16="http://schemas.microsoft.com/office/drawing/2014/main" id="{E4957663-A4AE-AF4C-276E-9A9711191270}"/>
              </a:ext>
            </a:extLst>
          </p:cNvPr>
          <p:cNvSpPr/>
          <p:nvPr/>
        </p:nvSpPr>
        <p:spPr>
          <a:xfrm>
            <a:off x="1104900" y="2622717"/>
            <a:ext cx="1663700" cy="1663700"/>
          </a:xfrm>
          <a:prstGeom prst="ellipse">
            <a:avLst/>
          </a:prstGeom>
          <a:solidFill>
            <a:srgbClr val="26476A">
              <a:alpha val="99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9" name="Connector 18">
            <a:extLst>
              <a:ext uri="{FF2B5EF4-FFF2-40B4-BE49-F238E27FC236}">
                <a16:creationId xmlns:a16="http://schemas.microsoft.com/office/drawing/2014/main" id="{22F6AB51-8E2E-6B02-14C8-CB9971561DCF}"/>
              </a:ext>
            </a:extLst>
          </p:cNvPr>
          <p:cNvCxnSpPr/>
          <p:nvPr/>
        </p:nvCxnSpPr>
        <p:spPr>
          <a:xfrm rot="3">
            <a:off x="2857500" y="3479801"/>
            <a:ext cx="965284" cy="12700"/>
          </a:xfrm>
          <a:prstGeom prst="straightConnector1">
            <a:avLst/>
          </a:prstGeom>
          <a:solidFill>
            <a:srgbClr val="DEE0E3">
              <a:alpha val="100000"/>
            </a:srgbClr>
          </a:solidFill>
          <a:ln w="12700" cap="flat" cmpd="sng">
            <a:gradFill rotWithShape="0">
              <a:gsLst>
                <a:gs pos="0">
                  <a:srgbClr val="26476A">
                    <a:alpha val="0"/>
                  </a:srgbClr>
                </a:gs>
                <a:gs pos="100000">
                  <a:srgbClr val="26476A">
                    <a:alpha val="100000"/>
                  </a:srgbClr>
                </a:gs>
              </a:gsLst>
              <a:lin ang="0"/>
            </a:gradFill>
            <a:prstDash val="solid"/>
            <a:miter lim="10000000"/>
            <a:headEnd type="none" w="med" len="med"/>
            <a:tailEnd type="triangle" w="med" len="med"/>
          </a:ln>
        </p:spPr>
      </p:cxnSp>
      <p:sp>
        <p:nvSpPr>
          <p:cNvPr id="10" name="AutoShape 19">
            <a:extLst>
              <a:ext uri="{FF2B5EF4-FFF2-40B4-BE49-F238E27FC236}">
                <a16:creationId xmlns:a16="http://schemas.microsoft.com/office/drawing/2014/main" id="{4B8764D4-8F75-DE49-ABA5-27FC02CBDAFE}"/>
              </a:ext>
            </a:extLst>
          </p:cNvPr>
          <p:cNvSpPr/>
          <p:nvPr/>
        </p:nvSpPr>
        <p:spPr>
          <a:xfrm>
            <a:off x="3924300" y="2971800"/>
            <a:ext cx="1028700" cy="1028700"/>
          </a:xfrm>
          <a:prstGeom prst="ellipse">
            <a:avLst/>
          </a:prstGeom>
          <a:solidFill>
            <a:srgbClr val="26476A">
              <a:alpha val="99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11" name="Connector 20">
            <a:extLst>
              <a:ext uri="{FF2B5EF4-FFF2-40B4-BE49-F238E27FC236}">
                <a16:creationId xmlns:a16="http://schemas.microsoft.com/office/drawing/2014/main" id="{1E9472CD-A1B0-8AA2-B603-253C322A9E74}"/>
              </a:ext>
            </a:extLst>
          </p:cNvPr>
          <p:cNvCxnSpPr/>
          <p:nvPr/>
        </p:nvCxnSpPr>
        <p:spPr>
          <a:xfrm rot="2686695">
            <a:off x="4910715" y="4019580"/>
            <a:ext cx="960929" cy="12700"/>
          </a:xfrm>
          <a:prstGeom prst="straightConnector1">
            <a:avLst/>
          </a:prstGeom>
          <a:solidFill>
            <a:srgbClr val="DEE0E3">
              <a:alpha val="100000"/>
            </a:srgbClr>
          </a:solidFill>
          <a:ln w="12700" cap="flat" cmpd="sng">
            <a:gradFill rotWithShape="0">
              <a:gsLst>
                <a:gs pos="0">
                  <a:srgbClr val="26476A">
                    <a:alpha val="0"/>
                  </a:srgbClr>
                </a:gs>
                <a:gs pos="100000">
                  <a:srgbClr val="26476A">
                    <a:alpha val="100000"/>
                  </a:srgbClr>
                </a:gs>
              </a:gsLst>
              <a:lin ang="0"/>
            </a:gradFill>
            <a:prstDash val="solid"/>
            <a:miter lim="10000000"/>
            <a:headEnd type="none" w="med" len="med"/>
            <a:tailEnd type="triangle" w="med" len="med"/>
          </a:ln>
        </p:spPr>
      </p:cxnSp>
      <p:cxnSp>
        <p:nvCxnSpPr>
          <p:cNvPr id="12" name="Connector 21">
            <a:extLst>
              <a:ext uri="{FF2B5EF4-FFF2-40B4-BE49-F238E27FC236}">
                <a16:creationId xmlns:a16="http://schemas.microsoft.com/office/drawing/2014/main" id="{8E8F842B-AE6F-B5D0-F146-6D69B9414423}"/>
              </a:ext>
            </a:extLst>
          </p:cNvPr>
          <p:cNvCxnSpPr/>
          <p:nvPr/>
        </p:nvCxnSpPr>
        <p:spPr>
          <a:xfrm rot="-2777559">
            <a:off x="4910715" y="2952720"/>
            <a:ext cx="960929" cy="12700"/>
          </a:xfrm>
          <a:prstGeom prst="straightConnector1">
            <a:avLst/>
          </a:prstGeom>
          <a:solidFill>
            <a:srgbClr val="DEE0E3">
              <a:alpha val="100000"/>
            </a:srgbClr>
          </a:solidFill>
          <a:ln w="12700" cap="flat" cmpd="sng">
            <a:gradFill rotWithShape="0">
              <a:gsLst>
                <a:gs pos="0">
                  <a:srgbClr val="26476A">
                    <a:alpha val="0"/>
                  </a:srgbClr>
                </a:gs>
                <a:gs pos="100000">
                  <a:srgbClr val="26476A">
                    <a:alpha val="100000"/>
                  </a:srgbClr>
                </a:gs>
              </a:gsLst>
              <a:lin ang="0"/>
            </a:gradFill>
            <a:prstDash val="solid"/>
            <a:miter lim="10000000"/>
            <a:headEnd type="none" w="med" len="med"/>
            <a:tailEnd type="triangle" w="med" len="med"/>
          </a:ln>
        </p:spPr>
      </p:cxnSp>
      <p:cxnSp>
        <p:nvCxnSpPr>
          <p:cNvPr id="13" name="Connector 22">
            <a:extLst>
              <a:ext uri="{FF2B5EF4-FFF2-40B4-BE49-F238E27FC236}">
                <a16:creationId xmlns:a16="http://schemas.microsoft.com/office/drawing/2014/main" id="{D82605B7-70EA-0A5E-E02D-09395ED82F3D}"/>
              </a:ext>
            </a:extLst>
          </p:cNvPr>
          <p:cNvCxnSpPr/>
          <p:nvPr/>
        </p:nvCxnSpPr>
        <p:spPr>
          <a:xfrm rot="3">
            <a:off x="4914900" y="3479801"/>
            <a:ext cx="965284" cy="12700"/>
          </a:xfrm>
          <a:prstGeom prst="straightConnector1">
            <a:avLst/>
          </a:prstGeom>
          <a:solidFill>
            <a:srgbClr val="DEE0E3">
              <a:alpha val="100000"/>
            </a:srgbClr>
          </a:solidFill>
          <a:ln w="12700" cap="flat" cmpd="sng">
            <a:gradFill rotWithShape="0">
              <a:gsLst>
                <a:gs pos="0">
                  <a:srgbClr val="26476A">
                    <a:alpha val="0"/>
                  </a:srgbClr>
                </a:gs>
                <a:gs pos="100000">
                  <a:srgbClr val="26476A">
                    <a:alpha val="100000"/>
                  </a:srgbClr>
                </a:gs>
              </a:gsLst>
              <a:lin ang="0"/>
            </a:gradFill>
            <a:prstDash val="solid"/>
            <a:miter lim="10000000"/>
            <a:headEnd type="none" w="med" len="med"/>
            <a:tailEnd type="triangle" w="med" len="med"/>
          </a:ln>
        </p:spPr>
      </p:cxnSp>
      <p:sp>
        <p:nvSpPr>
          <p:cNvPr id="14" name="Freeform 23">
            <a:extLst>
              <a:ext uri="{FF2B5EF4-FFF2-40B4-BE49-F238E27FC236}">
                <a16:creationId xmlns:a16="http://schemas.microsoft.com/office/drawing/2014/main" id="{99D7602F-7C29-2E5D-6EC9-DFD1CFA12DE6}"/>
              </a:ext>
            </a:extLst>
          </p:cNvPr>
          <p:cNvSpPr/>
          <p:nvPr/>
        </p:nvSpPr>
        <p:spPr>
          <a:xfrm>
            <a:off x="1511300" y="3352800"/>
            <a:ext cx="826714" cy="474627"/>
          </a:xfrm>
          <a:custGeom>
            <a:avLst/>
            <a:gdLst/>
            <a:ahLst/>
            <a:cxnLst/>
            <a:rect l="l" t="t" r="r" b="b"/>
            <a:pathLst>
              <a:path w="826714" h="474627">
                <a:moveTo>
                  <a:pt x="724886" y="70763"/>
                </a:moveTo>
                <a:lnTo>
                  <a:pt x="414219" y="291680"/>
                </a:lnTo>
                <a:lnTo>
                  <a:pt x="101829" y="70763"/>
                </a:lnTo>
                <a:lnTo>
                  <a:pt x="0" y="0"/>
                </a:lnTo>
                <a:lnTo>
                  <a:pt x="0" y="474627"/>
                </a:lnTo>
                <a:lnTo>
                  <a:pt x="826714" y="474627"/>
                </a:lnTo>
                <a:lnTo>
                  <a:pt x="826714" y="0"/>
                </a:lnTo>
                <a:lnTo>
                  <a:pt x="724886" y="70763"/>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Freeform 24">
            <a:extLst>
              <a:ext uri="{FF2B5EF4-FFF2-40B4-BE49-F238E27FC236}">
                <a16:creationId xmlns:a16="http://schemas.microsoft.com/office/drawing/2014/main" id="{056E914F-9C96-5CFB-6446-F94D55A16602}"/>
              </a:ext>
            </a:extLst>
          </p:cNvPr>
          <p:cNvSpPr/>
          <p:nvPr/>
        </p:nvSpPr>
        <p:spPr>
          <a:xfrm>
            <a:off x="1600200" y="3136900"/>
            <a:ext cx="671382" cy="476353"/>
          </a:xfrm>
          <a:custGeom>
            <a:avLst/>
            <a:gdLst/>
            <a:ahLst/>
            <a:cxnLst/>
            <a:rect l="l" t="t" r="r" b="b"/>
            <a:pathLst>
              <a:path w="671382" h="476353">
                <a:moveTo>
                  <a:pt x="8952" y="248662"/>
                </a:moveTo>
                <a:cubicBezTo>
                  <a:pt x="322264" y="470361"/>
                  <a:pt x="322264" y="470361"/>
                  <a:pt x="322264" y="470361"/>
                </a:cubicBezTo>
                <a:cubicBezTo>
                  <a:pt x="325247" y="473357"/>
                  <a:pt x="331215" y="476353"/>
                  <a:pt x="337182" y="476353"/>
                </a:cubicBezTo>
                <a:cubicBezTo>
                  <a:pt x="340167" y="476353"/>
                  <a:pt x="346135" y="473357"/>
                  <a:pt x="349119" y="470361"/>
                </a:cubicBezTo>
                <a:cubicBezTo>
                  <a:pt x="662431" y="248662"/>
                  <a:pt x="662431" y="248662"/>
                  <a:pt x="662431" y="248662"/>
                </a:cubicBezTo>
                <a:cubicBezTo>
                  <a:pt x="668398" y="242670"/>
                  <a:pt x="671382" y="236678"/>
                  <a:pt x="671382" y="227691"/>
                </a:cubicBezTo>
                <a:cubicBezTo>
                  <a:pt x="671382" y="23967"/>
                  <a:pt x="671382" y="23967"/>
                  <a:pt x="671382" y="23967"/>
                </a:cubicBezTo>
                <a:cubicBezTo>
                  <a:pt x="671382" y="8988"/>
                  <a:pt x="659446" y="0"/>
                  <a:pt x="647511" y="0"/>
                </a:cubicBezTo>
                <a:cubicBezTo>
                  <a:pt x="23871" y="0"/>
                  <a:pt x="23871" y="0"/>
                  <a:pt x="23871" y="0"/>
                </a:cubicBezTo>
                <a:cubicBezTo>
                  <a:pt x="11935" y="0"/>
                  <a:pt x="0" y="8988"/>
                  <a:pt x="0" y="23967"/>
                </a:cubicBezTo>
                <a:cubicBezTo>
                  <a:pt x="0" y="227691"/>
                  <a:pt x="0" y="227691"/>
                  <a:pt x="0" y="227691"/>
                </a:cubicBezTo>
                <a:cubicBezTo>
                  <a:pt x="0" y="236678"/>
                  <a:pt x="2984" y="242670"/>
                  <a:pt x="8952" y="248662"/>
                </a:cubicBezTo>
                <a:close/>
                <a:moveTo>
                  <a:pt x="47743" y="47935"/>
                </a:moveTo>
                <a:cubicBezTo>
                  <a:pt x="623640" y="47935"/>
                  <a:pt x="623640" y="47935"/>
                  <a:pt x="623640" y="47935"/>
                </a:cubicBezTo>
                <a:cubicBezTo>
                  <a:pt x="623640" y="215707"/>
                  <a:pt x="623640" y="215707"/>
                  <a:pt x="623640" y="215707"/>
                </a:cubicBezTo>
                <a:cubicBezTo>
                  <a:pt x="337182" y="422426"/>
                  <a:pt x="337182" y="422426"/>
                  <a:pt x="337182" y="422426"/>
                </a:cubicBezTo>
                <a:cubicBezTo>
                  <a:pt x="47743" y="215707"/>
                  <a:pt x="47743" y="215707"/>
                  <a:pt x="47743" y="215707"/>
                </a:cubicBezTo>
                <a:lnTo>
                  <a:pt x="47743" y="47935"/>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Freeform 25">
            <a:extLst>
              <a:ext uri="{FF2B5EF4-FFF2-40B4-BE49-F238E27FC236}">
                <a16:creationId xmlns:a16="http://schemas.microsoft.com/office/drawing/2014/main" id="{C4E73E7B-3582-FC1F-14B0-1F02E9BE5F52}"/>
              </a:ext>
            </a:extLst>
          </p:cNvPr>
          <p:cNvSpPr/>
          <p:nvPr/>
        </p:nvSpPr>
        <p:spPr>
          <a:xfrm>
            <a:off x="1714500" y="3238500"/>
            <a:ext cx="417671" cy="55228"/>
          </a:xfrm>
          <a:custGeom>
            <a:avLst/>
            <a:gdLst/>
            <a:ahLst/>
            <a:cxnLst/>
            <a:rect l="l" t="t" r="r" b="b"/>
            <a:pathLst>
              <a:path w="417671" h="55228">
                <a:moveTo>
                  <a:pt x="26850" y="55228"/>
                </a:moveTo>
                <a:cubicBezTo>
                  <a:pt x="390821" y="55228"/>
                  <a:pt x="390821" y="55228"/>
                  <a:pt x="390821" y="55228"/>
                </a:cubicBezTo>
                <a:cubicBezTo>
                  <a:pt x="405737" y="55228"/>
                  <a:pt x="417671" y="42956"/>
                  <a:pt x="417671" y="27615"/>
                </a:cubicBezTo>
                <a:cubicBezTo>
                  <a:pt x="417671" y="12273"/>
                  <a:pt x="405737" y="0"/>
                  <a:pt x="390821" y="0"/>
                </a:cubicBezTo>
                <a:cubicBezTo>
                  <a:pt x="26850" y="0"/>
                  <a:pt x="26850" y="0"/>
                  <a:pt x="26850" y="0"/>
                </a:cubicBezTo>
                <a:cubicBezTo>
                  <a:pt x="11933" y="0"/>
                  <a:pt x="0" y="12273"/>
                  <a:pt x="0" y="27615"/>
                </a:cubicBezTo>
                <a:cubicBezTo>
                  <a:pt x="0" y="42956"/>
                  <a:pt x="11933" y="55228"/>
                  <a:pt x="26850" y="5522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Freeform 26">
            <a:extLst>
              <a:ext uri="{FF2B5EF4-FFF2-40B4-BE49-F238E27FC236}">
                <a16:creationId xmlns:a16="http://schemas.microsoft.com/office/drawing/2014/main" id="{7D4FAC02-FEAB-31EE-CAC3-64A1B99A9115}"/>
              </a:ext>
            </a:extLst>
          </p:cNvPr>
          <p:cNvSpPr/>
          <p:nvPr/>
        </p:nvSpPr>
        <p:spPr>
          <a:xfrm>
            <a:off x="1714500" y="3327400"/>
            <a:ext cx="417671" cy="53504"/>
          </a:xfrm>
          <a:custGeom>
            <a:avLst/>
            <a:gdLst/>
            <a:ahLst/>
            <a:cxnLst/>
            <a:rect l="l" t="t" r="r" b="b"/>
            <a:pathLst>
              <a:path w="417671" h="53504">
                <a:moveTo>
                  <a:pt x="417671" y="26753"/>
                </a:moveTo>
                <a:cubicBezTo>
                  <a:pt x="417671" y="11890"/>
                  <a:pt x="405737" y="0"/>
                  <a:pt x="390821" y="0"/>
                </a:cubicBezTo>
                <a:cubicBezTo>
                  <a:pt x="26850" y="0"/>
                  <a:pt x="26850" y="0"/>
                  <a:pt x="26850" y="0"/>
                </a:cubicBezTo>
                <a:cubicBezTo>
                  <a:pt x="11933" y="0"/>
                  <a:pt x="0" y="11890"/>
                  <a:pt x="0" y="26753"/>
                </a:cubicBezTo>
                <a:cubicBezTo>
                  <a:pt x="0" y="41614"/>
                  <a:pt x="11933" y="53504"/>
                  <a:pt x="26850" y="53504"/>
                </a:cubicBezTo>
                <a:cubicBezTo>
                  <a:pt x="390821" y="53504"/>
                  <a:pt x="390821" y="53504"/>
                  <a:pt x="390821" y="53504"/>
                </a:cubicBezTo>
                <a:cubicBezTo>
                  <a:pt x="405737" y="53504"/>
                  <a:pt x="417671" y="41614"/>
                  <a:pt x="417671" y="26753"/>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Freeform 27">
            <a:extLst>
              <a:ext uri="{FF2B5EF4-FFF2-40B4-BE49-F238E27FC236}">
                <a16:creationId xmlns:a16="http://schemas.microsoft.com/office/drawing/2014/main" id="{FB3EA725-74B5-2254-4A32-9188761D2340}"/>
              </a:ext>
            </a:extLst>
          </p:cNvPr>
          <p:cNvSpPr/>
          <p:nvPr/>
        </p:nvSpPr>
        <p:spPr>
          <a:xfrm>
            <a:off x="4254500" y="3289300"/>
            <a:ext cx="366394" cy="389293"/>
          </a:xfrm>
          <a:custGeom>
            <a:avLst/>
            <a:gdLst/>
            <a:ahLst/>
            <a:cxnLst/>
            <a:rect l="l" t="t" r="r" b="b"/>
            <a:pathLst>
              <a:path w="366394" h="389293">
                <a:moveTo>
                  <a:pt x="308755" y="90150"/>
                </a:moveTo>
                <a:cubicBezTo>
                  <a:pt x="341696" y="118843"/>
                  <a:pt x="366394" y="163918"/>
                  <a:pt x="366394" y="217193"/>
                </a:cubicBezTo>
                <a:cubicBezTo>
                  <a:pt x="366394" y="258159"/>
                  <a:pt x="349923" y="299143"/>
                  <a:pt x="321104" y="327817"/>
                </a:cubicBezTo>
                <a:cubicBezTo>
                  <a:pt x="193493" y="217193"/>
                  <a:pt x="193493" y="217193"/>
                  <a:pt x="193493" y="217193"/>
                </a:cubicBezTo>
                <a:cubicBezTo>
                  <a:pt x="308755" y="90150"/>
                  <a:pt x="308755" y="90150"/>
                  <a:pt x="308755" y="90150"/>
                </a:cubicBezTo>
                <a:close/>
                <a:moveTo>
                  <a:pt x="312877" y="340126"/>
                </a:moveTo>
                <a:cubicBezTo>
                  <a:pt x="304650" y="348309"/>
                  <a:pt x="296407" y="356509"/>
                  <a:pt x="284057" y="360601"/>
                </a:cubicBezTo>
                <a:cubicBezTo>
                  <a:pt x="304650" y="331926"/>
                  <a:pt x="304650" y="331926"/>
                  <a:pt x="304650" y="331926"/>
                </a:cubicBezTo>
                <a:cubicBezTo>
                  <a:pt x="312877" y="340126"/>
                  <a:pt x="312877" y="340126"/>
                  <a:pt x="312877" y="340126"/>
                </a:cubicBezTo>
                <a:close/>
                <a:moveTo>
                  <a:pt x="263482" y="377002"/>
                </a:moveTo>
                <a:cubicBezTo>
                  <a:pt x="296407" y="323726"/>
                  <a:pt x="296407" y="323726"/>
                  <a:pt x="296407" y="323726"/>
                </a:cubicBezTo>
                <a:cubicBezTo>
                  <a:pt x="288180" y="315525"/>
                  <a:pt x="288180" y="315525"/>
                  <a:pt x="288180" y="315525"/>
                </a:cubicBezTo>
                <a:cubicBezTo>
                  <a:pt x="247011" y="385202"/>
                  <a:pt x="247011" y="385202"/>
                  <a:pt x="247011" y="385202"/>
                </a:cubicBezTo>
                <a:cubicBezTo>
                  <a:pt x="251116" y="381093"/>
                  <a:pt x="259359" y="377002"/>
                  <a:pt x="263482" y="377002"/>
                </a:cubicBezTo>
                <a:close/>
                <a:moveTo>
                  <a:pt x="238766" y="372910"/>
                </a:moveTo>
                <a:cubicBezTo>
                  <a:pt x="275830" y="307344"/>
                  <a:pt x="275830" y="307344"/>
                  <a:pt x="275830" y="307344"/>
                </a:cubicBezTo>
                <a:cubicBezTo>
                  <a:pt x="267586" y="303234"/>
                  <a:pt x="267586" y="303234"/>
                  <a:pt x="267586" y="303234"/>
                </a:cubicBezTo>
                <a:cubicBezTo>
                  <a:pt x="234662" y="360601"/>
                  <a:pt x="234662" y="360601"/>
                  <a:pt x="234662" y="360601"/>
                </a:cubicBezTo>
                <a:cubicBezTo>
                  <a:pt x="238766" y="372910"/>
                  <a:pt x="238766" y="372910"/>
                  <a:pt x="238766" y="372910"/>
                </a:cubicBezTo>
                <a:close/>
                <a:moveTo>
                  <a:pt x="230539" y="344218"/>
                </a:moveTo>
                <a:cubicBezTo>
                  <a:pt x="259359" y="295051"/>
                  <a:pt x="259359" y="295051"/>
                  <a:pt x="259359" y="295051"/>
                </a:cubicBezTo>
                <a:cubicBezTo>
                  <a:pt x="251116" y="286851"/>
                  <a:pt x="251116" y="286851"/>
                  <a:pt x="251116" y="286851"/>
                </a:cubicBezTo>
                <a:cubicBezTo>
                  <a:pt x="226418" y="331926"/>
                  <a:pt x="226418" y="331926"/>
                  <a:pt x="226418" y="331926"/>
                </a:cubicBezTo>
                <a:cubicBezTo>
                  <a:pt x="230539" y="344218"/>
                  <a:pt x="230539" y="344218"/>
                  <a:pt x="230539" y="344218"/>
                </a:cubicBezTo>
                <a:close/>
                <a:moveTo>
                  <a:pt x="218191" y="319635"/>
                </a:moveTo>
                <a:cubicBezTo>
                  <a:pt x="242889" y="278651"/>
                  <a:pt x="242889" y="278651"/>
                  <a:pt x="242889" y="278651"/>
                </a:cubicBezTo>
                <a:cubicBezTo>
                  <a:pt x="234662" y="270450"/>
                  <a:pt x="234662" y="270450"/>
                  <a:pt x="234662" y="270450"/>
                </a:cubicBezTo>
                <a:cubicBezTo>
                  <a:pt x="214069" y="307344"/>
                  <a:pt x="214069" y="307344"/>
                  <a:pt x="214069" y="307344"/>
                </a:cubicBezTo>
                <a:cubicBezTo>
                  <a:pt x="218191" y="319635"/>
                  <a:pt x="218191" y="319635"/>
                  <a:pt x="218191" y="319635"/>
                </a:cubicBezTo>
                <a:close/>
                <a:moveTo>
                  <a:pt x="209964" y="290943"/>
                </a:moveTo>
                <a:cubicBezTo>
                  <a:pt x="226418" y="262268"/>
                  <a:pt x="226418" y="262268"/>
                  <a:pt x="226418" y="262268"/>
                </a:cubicBezTo>
                <a:cubicBezTo>
                  <a:pt x="218191" y="254067"/>
                  <a:pt x="218191" y="254067"/>
                  <a:pt x="218191" y="254067"/>
                </a:cubicBezTo>
                <a:cubicBezTo>
                  <a:pt x="205842" y="278651"/>
                  <a:pt x="205842" y="278651"/>
                  <a:pt x="205842" y="278651"/>
                </a:cubicBezTo>
                <a:cubicBezTo>
                  <a:pt x="209964" y="290943"/>
                  <a:pt x="209964" y="290943"/>
                  <a:pt x="209964" y="290943"/>
                </a:cubicBezTo>
                <a:close/>
                <a:moveTo>
                  <a:pt x="197598" y="266360"/>
                </a:moveTo>
                <a:cubicBezTo>
                  <a:pt x="209964" y="249959"/>
                  <a:pt x="209964" y="249959"/>
                  <a:pt x="209964" y="249959"/>
                </a:cubicBezTo>
                <a:cubicBezTo>
                  <a:pt x="201720" y="241776"/>
                  <a:pt x="201720" y="241776"/>
                  <a:pt x="201720" y="241776"/>
                </a:cubicBezTo>
                <a:cubicBezTo>
                  <a:pt x="193493" y="249959"/>
                  <a:pt x="193493" y="249959"/>
                  <a:pt x="193493" y="249959"/>
                </a:cubicBezTo>
                <a:cubicBezTo>
                  <a:pt x="197598" y="266360"/>
                  <a:pt x="197598" y="266360"/>
                  <a:pt x="197598" y="266360"/>
                </a:cubicBezTo>
                <a:close/>
                <a:moveTo>
                  <a:pt x="189371" y="237667"/>
                </a:moveTo>
                <a:cubicBezTo>
                  <a:pt x="185250" y="225375"/>
                  <a:pt x="185250" y="225375"/>
                  <a:pt x="185250" y="225375"/>
                </a:cubicBezTo>
                <a:cubicBezTo>
                  <a:pt x="193493" y="233576"/>
                  <a:pt x="193493" y="233576"/>
                  <a:pt x="193493" y="233576"/>
                </a:cubicBezTo>
                <a:cubicBezTo>
                  <a:pt x="189371" y="237667"/>
                  <a:pt x="189371" y="237667"/>
                  <a:pt x="189371" y="237667"/>
                </a:cubicBezTo>
                <a:close/>
                <a:moveTo>
                  <a:pt x="242889" y="69658"/>
                </a:moveTo>
                <a:cubicBezTo>
                  <a:pt x="168796" y="221285"/>
                  <a:pt x="168796" y="221285"/>
                  <a:pt x="168796" y="221285"/>
                </a:cubicBezTo>
                <a:cubicBezTo>
                  <a:pt x="168796" y="221285"/>
                  <a:pt x="156430" y="114733"/>
                  <a:pt x="148203" y="53275"/>
                </a:cubicBezTo>
                <a:cubicBezTo>
                  <a:pt x="65866" y="61476"/>
                  <a:pt x="0" y="135226"/>
                  <a:pt x="0" y="221285"/>
                </a:cubicBezTo>
                <a:cubicBezTo>
                  <a:pt x="0" y="315525"/>
                  <a:pt x="74110" y="389293"/>
                  <a:pt x="168796" y="389293"/>
                </a:cubicBezTo>
                <a:cubicBezTo>
                  <a:pt x="189371" y="389293"/>
                  <a:pt x="209964" y="385202"/>
                  <a:pt x="226418" y="381093"/>
                </a:cubicBezTo>
                <a:cubicBezTo>
                  <a:pt x="168796" y="221285"/>
                  <a:pt x="168796" y="221285"/>
                  <a:pt x="168796" y="221285"/>
                </a:cubicBezTo>
                <a:cubicBezTo>
                  <a:pt x="279935" y="94242"/>
                  <a:pt x="279935" y="94242"/>
                  <a:pt x="279935" y="94242"/>
                </a:cubicBezTo>
                <a:cubicBezTo>
                  <a:pt x="271709" y="81949"/>
                  <a:pt x="259359" y="73768"/>
                  <a:pt x="242889" y="69658"/>
                </a:cubicBezTo>
                <a:close/>
                <a:moveTo>
                  <a:pt x="177023" y="0"/>
                </a:moveTo>
                <a:cubicBezTo>
                  <a:pt x="168796" y="0"/>
                  <a:pt x="164673" y="0"/>
                  <a:pt x="156430" y="0"/>
                </a:cubicBezTo>
                <a:cubicBezTo>
                  <a:pt x="164673" y="61476"/>
                  <a:pt x="177023" y="168008"/>
                  <a:pt x="177023" y="168008"/>
                </a:cubicBezTo>
                <a:cubicBezTo>
                  <a:pt x="251116" y="16383"/>
                  <a:pt x="251116" y="16383"/>
                  <a:pt x="251116" y="16383"/>
                </a:cubicBezTo>
                <a:cubicBezTo>
                  <a:pt x="230539" y="4091"/>
                  <a:pt x="201720" y="0"/>
                  <a:pt x="177023" y="0"/>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Tree>
    <p:extLst>
      <p:ext uri="{BB962C8B-B14F-4D97-AF65-F5344CB8AC3E}">
        <p14:creationId xmlns:p14="http://schemas.microsoft.com/office/powerpoint/2010/main" val="81625277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3_标题幻灯片">
    <p:spTree>
      <p:nvGrpSpPr>
        <p:cNvPr id="1" name=""/>
        <p:cNvGrpSpPr/>
        <p:nvPr/>
      </p:nvGrpSpPr>
      <p:grpSpPr>
        <a:xfrm>
          <a:off x="0" y="0"/>
          <a:ext cx="0" cy="0"/>
          <a:chOff x="0" y="0"/>
          <a:chExt cx="0" cy="0"/>
        </a:xfrm>
      </p:grpSpPr>
      <p:sp>
        <p:nvSpPr>
          <p:cNvPr id="36" name="矩形 1"/>
          <p:cNvSpPr/>
          <p:nvPr/>
        </p:nvSpPr>
        <p:spPr>
          <a:xfrm>
            <a:off x="2339341" y="1828800"/>
            <a:ext cx="7513320" cy="1261242"/>
          </a:xfrm>
          <a:custGeom>
            <a:avLst/>
            <a:gdLst>
              <a:gd name="connsiteX0" fmla="*/ 0 w 8313683"/>
              <a:gd name="connsiteY0" fmla="*/ 0 h 2207173"/>
              <a:gd name="connsiteX1" fmla="*/ 8313683 w 8313683"/>
              <a:gd name="connsiteY1" fmla="*/ 0 h 2207173"/>
              <a:gd name="connsiteX2" fmla="*/ 8313683 w 8313683"/>
              <a:gd name="connsiteY2" fmla="*/ 2207173 h 2207173"/>
              <a:gd name="connsiteX3" fmla="*/ 0 w 8313683"/>
              <a:gd name="connsiteY3" fmla="*/ 2207173 h 2207173"/>
              <a:gd name="connsiteX4" fmla="*/ 0 w 8313683"/>
              <a:gd name="connsiteY4" fmla="*/ 0 h 2207173"/>
              <a:gd name="connsiteX0-1" fmla="*/ 0 w 8313683"/>
              <a:gd name="connsiteY0-2" fmla="*/ 2207173 h 2298613"/>
              <a:gd name="connsiteX1-3" fmla="*/ 0 w 8313683"/>
              <a:gd name="connsiteY1-4" fmla="*/ 0 h 2298613"/>
              <a:gd name="connsiteX2-5" fmla="*/ 8313683 w 8313683"/>
              <a:gd name="connsiteY2-6" fmla="*/ 0 h 2298613"/>
              <a:gd name="connsiteX3-7" fmla="*/ 8313683 w 8313683"/>
              <a:gd name="connsiteY3-8" fmla="*/ 2207173 h 2298613"/>
              <a:gd name="connsiteX4-9" fmla="*/ 91440 w 8313683"/>
              <a:gd name="connsiteY4-10" fmla="*/ 2298613 h 2298613"/>
              <a:gd name="connsiteX0-11" fmla="*/ 0 w 8313683"/>
              <a:gd name="connsiteY0-12" fmla="*/ 2207173 h 2207173"/>
              <a:gd name="connsiteX1-13" fmla="*/ 0 w 8313683"/>
              <a:gd name="connsiteY1-14" fmla="*/ 0 h 2207173"/>
              <a:gd name="connsiteX2-15" fmla="*/ 8313683 w 8313683"/>
              <a:gd name="connsiteY2-16" fmla="*/ 0 h 2207173"/>
              <a:gd name="connsiteX3-17" fmla="*/ 8313683 w 8313683"/>
              <a:gd name="connsiteY3-18" fmla="*/ 2207173 h 2207173"/>
            </a:gdLst>
            <a:ahLst/>
            <a:cxnLst>
              <a:cxn ang="0">
                <a:pos x="connsiteX0-1" y="connsiteY0-2"/>
              </a:cxn>
              <a:cxn ang="0">
                <a:pos x="connsiteX1-3" y="connsiteY1-4"/>
              </a:cxn>
              <a:cxn ang="0">
                <a:pos x="connsiteX2-5" y="connsiteY2-6"/>
              </a:cxn>
              <a:cxn ang="0">
                <a:pos x="connsiteX3-7" y="connsiteY3-8"/>
              </a:cxn>
            </a:cxnLst>
            <a:rect l="l" t="t" r="r" b="b"/>
            <a:pathLst>
              <a:path w="8313683" h="2207173">
                <a:moveTo>
                  <a:pt x="0" y="2207173"/>
                </a:moveTo>
                <a:lnTo>
                  <a:pt x="0" y="0"/>
                </a:lnTo>
                <a:lnTo>
                  <a:pt x="8313683" y="0"/>
                </a:lnTo>
                <a:lnTo>
                  <a:pt x="8313683" y="2207173"/>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1"/>
              </a:solidFill>
            </a:endParaRPr>
          </a:p>
        </p:txBody>
      </p:sp>
      <p:sp>
        <p:nvSpPr>
          <p:cNvPr id="37" name="矩形 1"/>
          <p:cNvSpPr/>
          <p:nvPr/>
        </p:nvSpPr>
        <p:spPr>
          <a:xfrm flipV="1">
            <a:off x="2339341" y="3975538"/>
            <a:ext cx="7513320" cy="1261242"/>
          </a:xfrm>
          <a:custGeom>
            <a:avLst/>
            <a:gdLst>
              <a:gd name="connsiteX0" fmla="*/ 0 w 8313683"/>
              <a:gd name="connsiteY0" fmla="*/ 0 h 2207173"/>
              <a:gd name="connsiteX1" fmla="*/ 8313683 w 8313683"/>
              <a:gd name="connsiteY1" fmla="*/ 0 h 2207173"/>
              <a:gd name="connsiteX2" fmla="*/ 8313683 w 8313683"/>
              <a:gd name="connsiteY2" fmla="*/ 2207173 h 2207173"/>
              <a:gd name="connsiteX3" fmla="*/ 0 w 8313683"/>
              <a:gd name="connsiteY3" fmla="*/ 2207173 h 2207173"/>
              <a:gd name="connsiteX4" fmla="*/ 0 w 8313683"/>
              <a:gd name="connsiteY4" fmla="*/ 0 h 2207173"/>
              <a:gd name="connsiteX0-1" fmla="*/ 0 w 8313683"/>
              <a:gd name="connsiteY0-2" fmla="*/ 2207173 h 2298613"/>
              <a:gd name="connsiteX1-3" fmla="*/ 0 w 8313683"/>
              <a:gd name="connsiteY1-4" fmla="*/ 0 h 2298613"/>
              <a:gd name="connsiteX2-5" fmla="*/ 8313683 w 8313683"/>
              <a:gd name="connsiteY2-6" fmla="*/ 0 h 2298613"/>
              <a:gd name="connsiteX3-7" fmla="*/ 8313683 w 8313683"/>
              <a:gd name="connsiteY3-8" fmla="*/ 2207173 h 2298613"/>
              <a:gd name="connsiteX4-9" fmla="*/ 91440 w 8313683"/>
              <a:gd name="connsiteY4-10" fmla="*/ 2298613 h 2298613"/>
              <a:gd name="connsiteX0-11" fmla="*/ 0 w 8313683"/>
              <a:gd name="connsiteY0-12" fmla="*/ 2207173 h 2207173"/>
              <a:gd name="connsiteX1-13" fmla="*/ 0 w 8313683"/>
              <a:gd name="connsiteY1-14" fmla="*/ 0 h 2207173"/>
              <a:gd name="connsiteX2-15" fmla="*/ 8313683 w 8313683"/>
              <a:gd name="connsiteY2-16" fmla="*/ 0 h 2207173"/>
              <a:gd name="connsiteX3-17" fmla="*/ 8313683 w 8313683"/>
              <a:gd name="connsiteY3-18" fmla="*/ 2207173 h 2207173"/>
            </a:gdLst>
            <a:ahLst/>
            <a:cxnLst>
              <a:cxn ang="0">
                <a:pos x="connsiteX0-1" y="connsiteY0-2"/>
              </a:cxn>
              <a:cxn ang="0">
                <a:pos x="connsiteX1-3" y="connsiteY1-4"/>
              </a:cxn>
              <a:cxn ang="0">
                <a:pos x="connsiteX2-5" y="connsiteY2-6"/>
              </a:cxn>
              <a:cxn ang="0">
                <a:pos x="connsiteX3-7" y="connsiteY3-8"/>
              </a:cxn>
            </a:cxnLst>
            <a:rect l="l" t="t" r="r" b="b"/>
            <a:pathLst>
              <a:path w="8313683" h="2207173">
                <a:moveTo>
                  <a:pt x="0" y="2207173"/>
                </a:moveTo>
                <a:lnTo>
                  <a:pt x="0" y="0"/>
                </a:lnTo>
                <a:lnTo>
                  <a:pt x="8313683" y="0"/>
                </a:lnTo>
                <a:lnTo>
                  <a:pt x="8313683" y="2207173"/>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1"/>
              </a:solidFill>
            </a:endParaRPr>
          </a:p>
        </p:txBody>
      </p:sp>
      <p:sp>
        <p:nvSpPr>
          <p:cNvPr id="39" name="直角三角形 38"/>
          <p:cNvSpPr/>
          <p:nvPr/>
        </p:nvSpPr>
        <p:spPr>
          <a:xfrm>
            <a:off x="2339339" y="5007505"/>
            <a:ext cx="229275" cy="229275"/>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1"/>
              </a:solidFill>
            </a:endParaRPr>
          </a:p>
        </p:txBody>
      </p:sp>
      <p:sp>
        <p:nvSpPr>
          <p:cNvPr id="40" name="直角三角形 39"/>
          <p:cNvSpPr/>
          <p:nvPr/>
        </p:nvSpPr>
        <p:spPr>
          <a:xfrm flipH="1">
            <a:off x="9623384" y="5007505"/>
            <a:ext cx="229275" cy="229275"/>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accent1"/>
              </a:solidFill>
            </a:endParaRPr>
          </a:p>
        </p:txBody>
      </p:sp>
    </p:spTree>
    <p:extLst>
      <p:ext uri="{BB962C8B-B14F-4D97-AF65-F5344CB8AC3E}">
        <p14:creationId xmlns:p14="http://schemas.microsoft.com/office/powerpoint/2010/main" val="346763123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2_标题幻灯片">
    <p:spTree>
      <p:nvGrpSpPr>
        <p:cNvPr id="1" name=""/>
        <p:cNvGrpSpPr/>
        <p:nvPr/>
      </p:nvGrpSpPr>
      <p:grpSpPr>
        <a:xfrm>
          <a:off x="0" y="0"/>
          <a:ext cx="0" cy="0"/>
          <a:chOff x="0" y="0"/>
          <a:chExt cx="0" cy="0"/>
        </a:xfrm>
      </p:grpSpPr>
      <p:sp>
        <p:nvSpPr>
          <p:cNvPr id="28" name="矩形: 圆角 27"/>
          <p:cNvSpPr/>
          <p:nvPr/>
        </p:nvSpPr>
        <p:spPr>
          <a:xfrm>
            <a:off x="1804988" y="1238249"/>
            <a:ext cx="8582025" cy="4381502"/>
          </a:xfrm>
          <a:prstGeom prst="roundRect">
            <a:avLst>
              <a:gd name="adj" fmla="val 10270"/>
            </a:avLst>
          </a:prstGeom>
          <a:solidFill>
            <a:srgbClr val="083B5E"/>
          </a:solidFill>
          <a:ln>
            <a:noFill/>
          </a:ln>
          <a:effectLst>
            <a:outerShdw blurRad="2286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dirty="0"/>
          </a:p>
        </p:txBody>
      </p:sp>
      <p:sp>
        <p:nvSpPr>
          <p:cNvPr id="47" name="矩形 46"/>
          <p:cNvSpPr/>
          <p:nvPr/>
        </p:nvSpPr>
        <p:spPr>
          <a:xfrm>
            <a:off x="2382811" y="1236586"/>
            <a:ext cx="1041400" cy="2349645"/>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dirty="0"/>
          </a:p>
        </p:txBody>
      </p:sp>
      <p:sp>
        <p:nvSpPr>
          <p:cNvPr id="48" name="箭头: V 形 47"/>
          <p:cNvSpPr/>
          <p:nvPr/>
        </p:nvSpPr>
        <p:spPr>
          <a:xfrm rot="16200000">
            <a:off x="2346397" y="3081437"/>
            <a:ext cx="1114224" cy="1041399"/>
          </a:xfrm>
          <a:prstGeom prst="chevron">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dirty="0">
              <a:solidFill>
                <a:schemeClr val="tx1"/>
              </a:solidFill>
            </a:endParaRPr>
          </a:p>
        </p:txBody>
      </p:sp>
      <p:sp>
        <p:nvSpPr>
          <p:cNvPr id="49" name="文本框 48"/>
          <p:cNvSpPr txBox="1"/>
          <p:nvPr/>
        </p:nvSpPr>
        <p:spPr>
          <a:xfrm>
            <a:off x="2429808" y="1806775"/>
            <a:ext cx="923330" cy="1538883"/>
          </a:xfrm>
          <a:prstGeom prst="rect">
            <a:avLst/>
          </a:prstGeom>
          <a:noFill/>
        </p:spPr>
        <p:txBody>
          <a:bodyPr vert="eaVert" wrap="none" lIns="0" tIns="0" rIns="0" bIns="0" rtlCol="0" anchor="t">
            <a:spAutoFit/>
          </a:bodyPr>
          <a:lstStyle/>
          <a:p>
            <a:pPr algn="l"/>
            <a:r>
              <a:rPr lang="zh-CN" altLang="en-US" sz="6000" dirty="0">
                <a:solidFill>
                  <a:schemeClr val="bg1"/>
                </a:solidFill>
              </a:rPr>
              <a:t>目录</a:t>
            </a:r>
          </a:p>
        </p:txBody>
      </p:sp>
      <p:sp>
        <p:nvSpPr>
          <p:cNvPr id="50" name="文本框 49"/>
          <p:cNvSpPr txBox="1"/>
          <p:nvPr/>
        </p:nvSpPr>
        <p:spPr>
          <a:xfrm>
            <a:off x="2374986" y="4412874"/>
            <a:ext cx="1075615" cy="246221"/>
          </a:xfrm>
          <a:prstGeom prst="rect">
            <a:avLst/>
          </a:prstGeom>
          <a:noFill/>
        </p:spPr>
        <p:txBody>
          <a:bodyPr vert="horz" wrap="none" lIns="0" tIns="0" rIns="0" bIns="0" rtlCol="0" anchor="t">
            <a:spAutoFit/>
          </a:bodyPr>
          <a:lstStyle/>
          <a:p>
            <a:pPr algn="l"/>
            <a:r>
              <a:rPr lang="en-US" altLang="zh-CN" sz="1600" dirty="0">
                <a:solidFill>
                  <a:schemeClr val="bg1"/>
                </a:solidFill>
              </a:rPr>
              <a:t>CONTENTS</a:t>
            </a:r>
            <a:endParaRPr lang="zh-CN" altLang="en-US" sz="1600" dirty="0">
              <a:solidFill>
                <a:schemeClr val="bg1"/>
              </a:solidFill>
            </a:endParaRPr>
          </a:p>
        </p:txBody>
      </p:sp>
    </p:spTree>
    <p:extLst>
      <p:ext uri="{BB962C8B-B14F-4D97-AF65-F5344CB8AC3E}">
        <p14:creationId xmlns:p14="http://schemas.microsoft.com/office/powerpoint/2010/main" val="362933422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1_标题幻灯片">
    <p:spTree>
      <p:nvGrpSpPr>
        <p:cNvPr id="1" name=""/>
        <p:cNvGrpSpPr/>
        <p:nvPr/>
      </p:nvGrpSpPr>
      <p:grpSpPr>
        <a:xfrm>
          <a:off x="0" y="0"/>
          <a:ext cx="0" cy="0"/>
          <a:chOff x="0" y="0"/>
          <a:chExt cx="0" cy="0"/>
        </a:xfrm>
      </p:grpSpPr>
      <p:grpSp>
        <p:nvGrpSpPr>
          <p:cNvPr id="11" name="组合 10"/>
          <p:cNvGrpSpPr/>
          <p:nvPr/>
        </p:nvGrpSpPr>
        <p:grpSpPr>
          <a:xfrm>
            <a:off x="5423533" y="1111885"/>
            <a:ext cx="1292800" cy="551590"/>
            <a:chOff x="1678849" y="4526839"/>
            <a:chExt cx="1924050" cy="905586"/>
          </a:xfrm>
        </p:grpSpPr>
        <p:pic>
          <p:nvPicPr>
            <p:cNvPr id="12" name="图片 11"/>
            <p:cNvPicPr>
              <a:picLocks noChangeAspect="1"/>
            </p:cNvPicPr>
            <p:nvPr/>
          </p:nvPicPr>
          <p:blipFill>
            <a:blip r:embed="rId2"/>
            <a:stretch>
              <a:fillRect/>
            </a:stretch>
          </p:blipFill>
          <p:spPr>
            <a:xfrm>
              <a:off x="2222456" y="4805814"/>
              <a:ext cx="841321" cy="626611"/>
            </a:xfrm>
            <a:prstGeom prst="rect">
              <a:avLst/>
            </a:prstGeom>
          </p:spPr>
        </p:pic>
        <p:grpSp>
          <p:nvGrpSpPr>
            <p:cNvPr id="13" name="组合 12"/>
            <p:cNvGrpSpPr/>
            <p:nvPr/>
          </p:nvGrpSpPr>
          <p:grpSpPr>
            <a:xfrm>
              <a:off x="1678849" y="4526839"/>
              <a:ext cx="1924050" cy="870092"/>
              <a:chOff x="-2243" y="91934"/>
              <a:chExt cx="1924050" cy="870092"/>
            </a:xfrm>
          </p:grpSpPr>
          <p:sp>
            <p:nvSpPr>
              <p:cNvPr id="14" name="Rectangle 40"/>
              <p:cNvSpPr/>
              <p:nvPr/>
            </p:nvSpPr>
            <p:spPr>
              <a:xfrm>
                <a:off x="1622424" y="901700"/>
                <a:ext cx="60327" cy="60326"/>
              </a:xfrm>
              <a:prstGeom prst="rect">
                <a:avLst/>
              </a:prstGeom>
              <a:solidFill>
                <a:srgbClr val="3A5569"/>
              </a:solidFill>
              <a:ln w="12700" cap="flat">
                <a:noFill/>
                <a:miter lim="400000"/>
              </a:ln>
              <a:effectLst/>
            </p:spPr>
            <p:txBody>
              <a:bodyPr wrap="square" lIns="91439" tIns="91439" rIns="91439" bIns="91439" numCol="1"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0" marR="0" indent="457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0" marR="0" indent="914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0" marR="0" indent="1371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0" marR="0" indent="18288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5pPr>
                <a:lvl6pPr marL="0" marR="0" indent="22860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6pPr>
                <a:lvl7pPr marL="0" marR="0" indent="2743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7pPr>
                <a:lvl8pPr marL="0" marR="0" indent="3200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8pPr>
                <a:lvl9pPr marL="0" marR="0" indent="3657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9pPr>
              </a:lstStyle>
              <a:p>
                <a:endParaRPr/>
              </a:p>
            </p:txBody>
          </p:sp>
          <p:sp>
            <p:nvSpPr>
              <p:cNvPr id="15" name="Rectangle 43"/>
              <p:cNvSpPr/>
              <p:nvPr/>
            </p:nvSpPr>
            <p:spPr>
              <a:xfrm>
                <a:off x="1622424" y="422273"/>
                <a:ext cx="60327" cy="479427"/>
              </a:xfrm>
              <a:prstGeom prst="rect">
                <a:avLst/>
              </a:prstGeom>
              <a:solidFill>
                <a:srgbClr val="F05F50"/>
              </a:solidFill>
              <a:ln w="12700" cap="flat">
                <a:noFill/>
                <a:miter lim="400000"/>
              </a:ln>
              <a:effectLst/>
            </p:spPr>
            <p:txBody>
              <a:bodyPr wrap="square" lIns="91439" tIns="91439" rIns="91439" bIns="91439" numCol="1"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0" marR="0" indent="457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0" marR="0" indent="914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0" marR="0" indent="1371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0" marR="0" indent="18288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5pPr>
                <a:lvl6pPr marL="0" marR="0" indent="22860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6pPr>
                <a:lvl7pPr marL="0" marR="0" indent="2743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7pPr>
                <a:lvl8pPr marL="0" marR="0" indent="3200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8pPr>
                <a:lvl9pPr marL="0" marR="0" indent="3657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9pPr>
              </a:lstStyle>
              <a:p>
                <a:endParaRPr/>
              </a:p>
            </p:txBody>
          </p:sp>
          <p:sp>
            <p:nvSpPr>
              <p:cNvPr id="16" name="Freeform 44"/>
              <p:cNvSpPr/>
              <p:nvPr/>
            </p:nvSpPr>
            <p:spPr>
              <a:xfrm>
                <a:off x="-2243" y="91934"/>
                <a:ext cx="1924050" cy="619306"/>
              </a:xfrm>
              <a:custGeom>
                <a:avLst/>
                <a:gdLst/>
                <a:ahLst/>
                <a:cxnLst>
                  <a:cxn ang="0">
                    <a:pos x="wd2" y="hd2"/>
                  </a:cxn>
                  <a:cxn ang="5400000">
                    <a:pos x="wd2" y="hd2"/>
                  </a:cxn>
                  <a:cxn ang="10800000">
                    <a:pos x="wd2" y="hd2"/>
                  </a:cxn>
                  <a:cxn ang="16200000">
                    <a:pos x="wd2" y="hd2"/>
                  </a:cxn>
                </a:cxnLst>
                <a:rect l="0" t="0" r="r" b="b"/>
                <a:pathLst>
                  <a:path w="21600" h="21600" extrusionOk="0">
                    <a:moveTo>
                      <a:pt x="10800" y="21600"/>
                    </a:moveTo>
                    <a:lnTo>
                      <a:pt x="0" y="10848"/>
                    </a:lnTo>
                    <a:lnTo>
                      <a:pt x="10800" y="0"/>
                    </a:lnTo>
                    <a:lnTo>
                      <a:pt x="21600" y="10848"/>
                    </a:lnTo>
                    <a:lnTo>
                      <a:pt x="10800" y="21600"/>
                    </a:lnTo>
                    <a:close/>
                  </a:path>
                </a:pathLst>
              </a:custGeom>
              <a:solidFill>
                <a:srgbClr val="647A8A"/>
              </a:solidFill>
              <a:ln w="12700" cap="flat">
                <a:noFill/>
                <a:miter lim="400000"/>
              </a:ln>
              <a:effectLst/>
            </p:spPr>
            <p:txBody>
              <a:bodyPr wrap="square" lIns="91439" tIns="91439" rIns="91439" bIns="91439" numCol="1"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0" marR="0" indent="457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0" marR="0" indent="914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0" marR="0" indent="1371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0" marR="0" indent="18288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5pPr>
                <a:lvl6pPr marL="0" marR="0" indent="22860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6pPr>
                <a:lvl7pPr marL="0" marR="0" indent="2743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7pPr>
                <a:lvl8pPr marL="0" marR="0" indent="3200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8pPr>
                <a:lvl9pPr marL="0" marR="0" indent="3657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9pPr>
              </a:lstStyle>
              <a:p>
                <a:endParaRPr/>
              </a:p>
            </p:txBody>
          </p:sp>
          <p:sp>
            <p:nvSpPr>
              <p:cNvPr id="17" name="Oval 45"/>
              <p:cNvSpPr/>
              <p:nvPr/>
            </p:nvSpPr>
            <p:spPr>
              <a:xfrm>
                <a:off x="901700" y="330200"/>
                <a:ext cx="120652" cy="60329"/>
              </a:xfrm>
              <a:prstGeom prst="ellipse">
                <a:avLst/>
              </a:prstGeom>
              <a:solidFill>
                <a:srgbClr val="3A5569"/>
              </a:solidFill>
              <a:ln w="12700" cap="flat">
                <a:noFill/>
                <a:miter lim="400000"/>
              </a:ln>
              <a:effectLst/>
            </p:spPr>
            <p:txBody>
              <a:bodyPr wrap="square" lIns="91439" tIns="91439" rIns="91439" bIns="91439" numCol="1"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0" marR="0" indent="457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0" marR="0" indent="914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0" marR="0" indent="1371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0" marR="0" indent="18288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5pPr>
                <a:lvl6pPr marL="0" marR="0" indent="22860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6pPr>
                <a:lvl7pPr marL="0" marR="0" indent="27432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7pPr>
                <a:lvl8pPr marL="0" marR="0" indent="32004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8pPr>
                <a:lvl9pPr marL="0" marR="0" indent="3657600" algn="l" defTabSz="1828800" rtl="0" fontAlgn="auto" latinLnBrk="0" hangingPunct="0">
                  <a:lnSpc>
                    <a:spcPct val="100000"/>
                  </a:lnSpc>
                  <a:spcBef>
                    <a:spcPts val="0"/>
                  </a:spcBef>
                  <a:spcAft>
                    <a:spcPts val="0"/>
                  </a:spcAft>
                  <a:buClrTx/>
                  <a:buSzTx/>
                  <a:buFontTx/>
                  <a:buNone/>
                  <a:defRPr kumimoji="0" sz="3600" b="0" i="0" u="none" strike="noStrike" cap="none" spc="0" normalizeH="0" baseline="0">
                    <a:ln>
                      <a:noFill/>
                    </a:ln>
                    <a:solidFill>
                      <a:srgbClr val="000000"/>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defRPr>
                </a:lvl9pPr>
              </a:lstStyle>
              <a:p>
                <a:endParaRPr/>
              </a:p>
            </p:txBody>
          </p:sp>
        </p:grpSp>
      </p:grpSp>
      <p:cxnSp>
        <p:nvCxnSpPr>
          <p:cNvPr id="20" name="直接连接符 19"/>
          <p:cNvCxnSpPr/>
          <p:nvPr/>
        </p:nvCxnSpPr>
        <p:spPr>
          <a:xfrm flipH="1">
            <a:off x="2501900" y="3996560"/>
            <a:ext cx="1430020" cy="0"/>
          </a:xfrm>
          <a:prstGeom prst="line">
            <a:avLst/>
          </a:prstGeom>
          <a:ln w="19050">
            <a:solidFill>
              <a:schemeClr val="accent1">
                <a:lumMod val="100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8284464" y="3996560"/>
            <a:ext cx="1430020" cy="0"/>
          </a:xfrm>
          <a:prstGeom prst="line">
            <a:avLst/>
          </a:prstGeom>
          <a:ln w="19050">
            <a:solidFill>
              <a:schemeClr val="accent1">
                <a:lumMod val="10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990119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cxnSp>
        <p:nvCxnSpPr>
          <p:cNvPr id="3" name="Connector 16">
            <a:extLst>
              <a:ext uri="{FF2B5EF4-FFF2-40B4-BE49-F238E27FC236}">
                <a16:creationId xmlns:a16="http://schemas.microsoft.com/office/drawing/2014/main" id="{2BA872FF-D57A-E66F-A590-0DD2972C1AD3}"/>
              </a:ext>
            </a:extLst>
          </p:cNvPr>
          <p:cNvCxnSpPr/>
          <p:nvPr/>
        </p:nvCxnSpPr>
        <p:spPr>
          <a:xfrm rot="10739157">
            <a:off x="2501844" y="4000500"/>
            <a:ext cx="1435156" cy="12700"/>
          </a:xfrm>
          <a:prstGeom prst="line">
            <a:avLst/>
          </a:prstGeom>
          <a:solidFill>
            <a:srgbClr val="DEE0E3">
              <a:alpha val="100000"/>
            </a:srgbClr>
          </a:solidFill>
          <a:ln w="12700" cap="flat" cmpd="sng">
            <a:solidFill>
              <a:srgbClr val="26476A">
                <a:alpha val="100000"/>
              </a:srgbClr>
            </a:solidFill>
            <a:prstDash val="solid"/>
            <a:miter lim="10000000"/>
            <a:headEnd type="none" w="med" len="med"/>
            <a:tailEnd type="none" w="med" len="med"/>
          </a:ln>
        </p:spPr>
      </p:cxnSp>
      <p:cxnSp>
        <p:nvCxnSpPr>
          <p:cNvPr id="4" name="Connector 17">
            <a:extLst>
              <a:ext uri="{FF2B5EF4-FFF2-40B4-BE49-F238E27FC236}">
                <a16:creationId xmlns:a16="http://schemas.microsoft.com/office/drawing/2014/main" id="{B72F5999-8D01-F5EB-4497-20EED7FFC857}"/>
              </a:ext>
            </a:extLst>
          </p:cNvPr>
          <p:cNvCxnSpPr/>
          <p:nvPr/>
        </p:nvCxnSpPr>
        <p:spPr>
          <a:xfrm rot="10739157">
            <a:off x="8280344" y="4000500"/>
            <a:ext cx="1435156" cy="12700"/>
          </a:xfrm>
          <a:prstGeom prst="line">
            <a:avLst/>
          </a:prstGeom>
          <a:solidFill>
            <a:srgbClr val="DEE0E3">
              <a:alpha val="100000"/>
            </a:srgbClr>
          </a:solidFill>
          <a:ln w="12700" cap="flat" cmpd="sng">
            <a:solidFill>
              <a:srgbClr val="26476A">
                <a:alpha val="100000"/>
              </a:srgbClr>
            </a:solidFill>
            <a:prstDash val="solid"/>
            <a:miter lim="10000000"/>
            <a:headEnd type="none" w="med" len="med"/>
            <a:tailEnd type="none" w="med" len="med"/>
          </a:ln>
        </p:spPr>
      </p:cxnSp>
      <p:sp>
        <p:nvSpPr>
          <p:cNvPr id="5" name="AutoShape 18">
            <a:extLst>
              <a:ext uri="{FF2B5EF4-FFF2-40B4-BE49-F238E27FC236}">
                <a16:creationId xmlns:a16="http://schemas.microsoft.com/office/drawing/2014/main" id="{DB27A922-6DC8-7216-5DBF-0CE92AB2F1D4}"/>
              </a:ext>
            </a:extLst>
          </p:cNvPr>
          <p:cNvSpPr/>
          <p:nvPr/>
        </p:nvSpPr>
        <p:spPr>
          <a:xfrm>
            <a:off x="2794000" y="2616200"/>
            <a:ext cx="6604000" cy="1104900"/>
          </a:xfrm>
          <a:prstGeom prst="rect">
            <a:avLst/>
          </a:prstGeom>
          <a:noFill/>
          <a:ln w="12700" cap="flat" cmpd="sng">
            <a:noFill/>
            <a:prstDash val="solid"/>
            <a:round/>
          </a:ln>
        </p:spPr>
        <p:txBody>
          <a:bodyPr vert="horz" wrap="none" lIns="0" tIns="0" rIns="0" bIns="0" rtlCol="0" anchor="t" anchorCtr="0"/>
          <a:lstStyle/>
          <a:p>
            <a:pPr marL="0" indent="0" algn="ctr">
              <a:lnSpc>
                <a:spcPct val="100000"/>
              </a:lnSpc>
              <a:defRPr/>
            </a:pPr>
            <a:endParaRPr lang="en-US" sz="1100" dirty="0"/>
          </a:p>
        </p:txBody>
      </p:sp>
      <p:sp>
        <p:nvSpPr>
          <p:cNvPr id="8" name="AutoShape 21">
            <a:extLst>
              <a:ext uri="{FF2B5EF4-FFF2-40B4-BE49-F238E27FC236}">
                <a16:creationId xmlns:a16="http://schemas.microsoft.com/office/drawing/2014/main" id="{A376A097-1993-C3DF-435B-74D640349EF8}"/>
              </a:ext>
            </a:extLst>
          </p:cNvPr>
          <p:cNvSpPr/>
          <p:nvPr/>
        </p:nvSpPr>
        <p:spPr>
          <a:xfrm>
            <a:off x="4648200" y="4584700"/>
            <a:ext cx="2540000" cy="317500"/>
          </a:xfrm>
          <a:prstGeom prst="rect">
            <a:avLst/>
          </a:prstGeom>
          <a:noFill/>
          <a:ln w="12700" cap="flat" cmpd="sng">
            <a:noFill/>
            <a:prstDash val="solid"/>
            <a:round/>
          </a:ln>
        </p:spPr>
        <p:txBody>
          <a:bodyPr vert="horz" wrap="none" lIns="0" tIns="0" rIns="0" bIns="0" rtlCol="0" anchor="t" anchorCtr="0"/>
          <a:lstStyle/>
          <a:p>
            <a:pPr marL="0" indent="0" algn="l">
              <a:lnSpc>
                <a:spcPct val="100000"/>
              </a:lnSpc>
              <a:defRPr/>
            </a:pPr>
            <a:endParaRPr lang="en-US" sz="1100" dirty="0"/>
          </a:p>
        </p:txBody>
      </p:sp>
      <p:sp>
        <p:nvSpPr>
          <p:cNvPr id="10" name="AutoShape 23">
            <a:extLst>
              <a:ext uri="{FF2B5EF4-FFF2-40B4-BE49-F238E27FC236}">
                <a16:creationId xmlns:a16="http://schemas.microsoft.com/office/drawing/2014/main" id="{ECAE423B-7C55-6B5A-1BD9-8BA7DBCAA443}"/>
              </a:ext>
            </a:extLst>
          </p:cNvPr>
          <p:cNvSpPr/>
          <p:nvPr/>
        </p:nvSpPr>
        <p:spPr>
          <a:xfrm>
            <a:off x="4648200" y="5029200"/>
            <a:ext cx="4064000" cy="317500"/>
          </a:xfrm>
          <a:prstGeom prst="rect">
            <a:avLst/>
          </a:prstGeom>
          <a:noFill/>
          <a:ln w="12700" cap="flat" cmpd="sng">
            <a:noFill/>
            <a:prstDash val="solid"/>
            <a:round/>
          </a:ln>
        </p:spPr>
        <p:txBody>
          <a:bodyPr vert="horz" wrap="none" lIns="0" tIns="0" rIns="0" bIns="0" rtlCol="0" anchor="t" anchorCtr="0"/>
          <a:lstStyle/>
          <a:p>
            <a:pPr marL="0" indent="0" algn="l">
              <a:lnSpc>
                <a:spcPct val="100000"/>
              </a:lnSpc>
              <a:defRPr/>
            </a:pPr>
            <a:endParaRPr lang="en-US" sz="1100" dirty="0"/>
          </a:p>
        </p:txBody>
      </p:sp>
      <p:sp>
        <p:nvSpPr>
          <p:cNvPr id="12" name="AutoShape 25">
            <a:extLst>
              <a:ext uri="{FF2B5EF4-FFF2-40B4-BE49-F238E27FC236}">
                <a16:creationId xmlns:a16="http://schemas.microsoft.com/office/drawing/2014/main" id="{8CEA0E75-24CC-3010-F5C4-BC9963791E7F}"/>
              </a:ext>
            </a:extLst>
          </p:cNvPr>
          <p:cNvSpPr/>
          <p:nvPr/>
        </p:nvSpPr>
        <p:spPr>
          <a:xfrm>
            <a:off x="4648200" y="5473700"/>
            <a:ext cx="2540000" cy="317500"/>
          </a:xfrm>
          <a:prstGeom prst="rect">
            <a:avLst/>
          </a:prstGeom>
          <a:noFill/>
          <a:ln w="12700" cap="flat" cmpd="sng">
            <a:noFill/>
            <a:prstDash val="solid"/>
            <a:round/>
          </a:ln>
        </p:spPr>
        <p:txBody>
          <a:bodyPr vert="horz" wrap="none" lIns="0" tIns="0" rIns="0" bIns="0" rtlCol="0" anchor="t" anchorCtr="0"/>
          <a:lstStyle/>
          <a:p>
            <a:pPr marL="0" indent="0" algn="l">
              <a:lnSpc>
                <a:spcPct val="100000"/>
              </a:lnSpc>
              <a:defRPr/>
            </a:pPr>
            <a:endParaRPr lang="en-US" sz="1100" dirty="0"/>
          </a:p>
        </p:txBody>
      </p:sp>
    </p:spTree>
    <p:extLst>
      <p:ext uri="{BB962C8B-B14F-4D97-AF65-F5344CB8AC3E}">
        <p14:creationId xmlns:p14="http://schemas.microsoft.com/office/powerpoint/2010/main" val="311842085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106706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3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47782103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5_标题幻灯片">
    <p:spTree>
      <p:nvGrpSpPr>
        <p:cNvPr id="1" name=""/>
        <p:cNvGrpSpPr/>
        <p:nvPr/>
      </p:nvGrpSpPr>
      <p:grpSpPr>
        <a:xfrm>
          <a:off x="0" y="0"/>
          <a:ext cx="0" cy="0"/>
          <a:chOff x="0" y="0"/>
          <a:chExt cx="0" cy="0"/>
        </a:xfrm>
      </p:grpSpPr>
      <p:sp>
        <p:nvSpPr>
          <p:cNvPr id="22" name="AutoShape 11">
            <a:extLst>
              <a:ext uri="{FF2B5EF4-FFF2-40B4-BE49-F238E27FC236}">
                <a16:creationId xmlns:a16="http://schemas.microsoft.com/office/drawing/2014/main" id="{777F70BD-4E4B-2EF1-27AA-1DF5A4C1665F}"/>
              </a:ext>
            </a:extLst>
          </p:cNvPr>
          <p:cNvSpPr/>
          <p:nvPr/>
        </p:nvSpPr>
        <p:spPr>
          <a:xfrm>
            <a:off x="1917700" y="2019300"/>
            <a:ext cx="927100" cy="9271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12">
            <a:extLst>
              <a:ext uri="{FF2B5EF4-FFF2-40B4-BE49-F238E27FC236}">
                <a16:creationId xmlns:a16="http://schemas.microsoft.com/office/drawing/2014/main" id="{EED6143E-96A9-84C4-F8F8-91BBF291BF6E}"/>
              </a:ext>
            </a:extLst>
          </p:cNvPr>
          <p:cNvSpPr/>
          <p:nvPr/>
        </p:nvSpPr>
        <p:spPr>
          <a:xfrm>
            <a:off x="1333500" y="2501900"/>
            <a:ext cx="2082800" cy="3086100"/>
          </a:xfrm>
          <a:prstGeom prst="roundRect">
            <a:avLst>
              <a:gd name="adj" fmla="val 0"/>
            </a:avLst>
          </a:prstGeom>
          <a:noFill/>
          <a:ln w="12700" cap="flat" cmpd="sng">
            <a:solidFill>
              <a:srgbClr val="26476A">
                <a:alpha val="100000"/>
              </a:srgbClr>
            </a:solidFill>
            <a:prstDash val="solid"/>
            <a:miter lim="10000000"/>
          </a:ln>
        </p:spPr>
        <p:txBody>
          <a:bodyPr vert="horz" wrap="square" lIns="63500" tIns="63500" rIns="63500" bIns="63500" rtlCol="0" anchor="ctr"/>
          <a:lstStyle/>
          <a:p>
            <a:pPr algn="ctr">
              <a:defRPr/>
            </a:pPr>
            <a:endParaRPr/>
          </a:p>
        </p:txBody>
      </p:sp>
      <p:sp>
        <p:nvSpPr>
          <p:cNvPr id="24" name="AutoShape 13">
            <a:extLst>
              <a:ext uri="{FF2B5EF4-FFF2-40B4-BE49-F238E27FC236}">
                <a16:creationId xmlns:a16="http://schemas.microsoft.com/office/drawing/2014/main" id="{C4CCE2D0-7F92-2E3A-F775-376A9EE8B703}"/>
              </a:ext>
            </a:extLst>
          </p:cNvPr>
          <p:cNvSpPr/>
          <p:nvPr/>
        </p:nvSpPr>
        <p:spPr>
          <a:xfrm>
            <a:off x="1333500" y="5334000"/>
            <a:ext cx="2082800" cy="2413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14">
            <a:extLst>
              <a:ext uri="{FF2B5EF4-FFF2-40B4-BE49-F238E27FC236}">
                <a16:creationId xmlns:a16="http://schemas.microsoft.com/office/drawing/2014/main" id="{0DEEF6A3-776F-76F2-0C90-E0106FE24BD5}"/>
              </a:ext>
            </a:extLst>
          </p:cNvPr>
          <p:cNvSpPr/>
          <p:nvPr/>
        </p:nvSpPr>
        <p:spPr>
          <a:xfrm>
            <a:off x="4394200" y="2019300"/>
            <a:ext cx="927100" cy="927100"/>
          </a:xfrm>
          <a:prstGeom prst="ellipse">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15">
            <a:extLst>
              <a:ext uri="{FF2B5EF4-FFF2-40B4-BE49-F238E27FC236}">
                <a16:creationId xmlns:a16="http://schemas.microsoft.com/office/drawing/2014/main" id="{A3FBDAB0-A31A-CC72-8FDD-6336DBE22D99}"/>
              </a:ext>
            </a:extLst>
          </p:cNvPr>
          <p:cNvSpPr/>
          <p:nvPr/>
        </p:nvSpPr>
        <p:spPr>
          <a:xfrm>
            <a:off x="3810000" y="2501900"/>
            <a:ext cx="2082800" cy="3086100"/>
          </a:xfrm>
          <a:prstGeom prst="roundRect">
            <a:avLst>
              <a:gd name="adj" fmla="val 0"/>
            </a:avLst>
          </a:prstGeom>
          <a:noFill/>
          <a:ln w="12700" cap="flat" cmpd="sng">
            <a:solidFill>
              <a:srgbClr val="009DD9">
                <a:alpha val="100000"/>
              </a:srgbClr>
            </a:solidFill>
            <a:prstDash val="solid"/>
            <a:miter lim="10000000"/>
          </a:ln>
        </p:spPr>
        <p:txBody>
          <a:bodyPr vert="horz" wrap="square" lIns="63500" tIns="63500" rIns="63500" bIns="63500" rtlCol="0" anchor="ctr"/>
          <a:lstStyle/>
          <a:p>
            <a:pPr algn="ctr">
              <a:defRPr/>
            </a:pPr>
            <a:endParaRPr/>
          </a:p>
        </p:txBody>
      </p:sp>
      <p:sp>
        <p:nvSpPr>
          <p:cNvPr id="27" name="AutoShape 16">
            <a:extLst>
              <a:ext uri="{FF2B5EF4-FFF2-40B4-BE49-F238E27FC236}">
                <a16:creationId xmlns:a16="http://schemas.microsoft.com/office/drawing/2014/main" id="{C7AD95B7-C8FB-F636-D520-ADBAF4BC96A1}"/>
              </a:ext>
            </a:extLst>
          </p:cNvPr>
          <p:cNvSpPr/>
          <p:nvPr/>
        </p:nvSpPr>
        <p:spPr>
          <a:xfrm>
            <a:off x="3810000" y="5334000"/>
            <a:ext cx="2082800" cy="241300"/>
          </a:xfrm>
          <a:prstGeom prst="roundRect">
            <a:avLst>
              <a:gd name="adj" fmla="val 0"/>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17">
            <a:extLst>
              <a:ext uri="{FF2B5EF4-FFF2-40B4-BE49-F238E27FC236}">
                <a16:creationId xmlns:a16="http://schemas.microsoft.com/office/drawing/2014/main" id="{B98BD100-8E6C-E393-4828-AC699115079E}"/>
              </a:ext>
            </a:extLst>
          </p:cNvPr>
          <p:cNvSpPr/>
          <p:nvPr/>
        </p:nvSpPr>
        <p:spPr>
          <a:xfrm>
            <a:off x="6870700" y="2019300"/>
            <a:ext cx="927100" cy="9271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18">
            <a:extLst>
              <a:ext uri="{FF2B5EF4-FFF2-40B4-BE49-F238E27FC236}">
                <a16:creationId xmlns:a16="http://schemas.microsoft.com/office/drawing/2014/main" id="{5626A40E-E729-C60B-448F-96058EE6936D}"/>
              </a:ext>
            </a:extLst>
          </p:cNvPr>
          <p:cNvSpPr/>
          <p:nvPr/>
        </p:nvSpPr>
        <p:spPr>
          <a:xfrm>
            <a:off x="6299200" y="2501900"/>
            <a:ext cx="2082800" cy="3086100"/>
          </a:xfrm>
          <a:prstGeom prst="roundRect">
            <a:avLst>
              <a:gd name="adj" fmla="val 0"/>
            </a:avLst>
          </a:prstGeom>
          <a:noFill/>
          <a:ln w="12700" cap="flat" cmpd="sng">
            <a:solidFill>
              <a:srgbClr val="26476A">
                <a:alpha val="100000"/>
              </a:srgbClr>
            </a:solidFill>
            <a:prstDash val="solid"/>
            <a:miter lim="10000000"/>
          </a:ln>
        </p:spPr>
        <p:txBody>
          <a:bodyPr vert="horz" wrap="square" lIns="63500" tIns="63500" rIns="63500" bIns="63500" rtlCol="0" anchor="ctr"/>
          <a:lstStyle/>
          <a:p>
            <a:pPr algn="ctr">
              <a:defRPr/>
            </a:pPr>
            <a:endParaRPr/>
          </a:p>
        </p:txBody>
      </p:sp>
      <p:sp>
        <p:nvSpPr>
          <p:cNvPr id="30" name="AutoShape 19">
            <a:extLst>
              <a:ext uri="{FF2B5EF4-FFF2-40B4-BE49-F238E27FC236}">
                <a16:creationId xmlns:a16="http://schemas.microsoft.com/office/drawing/2014/main" id="{DD2FA33B-F1B4-F0F3-6C16-93712B192CB8}"/>
              </a:ext>
            </a:extLst>
          </p:cNvPr>
          <p:cNvSpPr/>
          <p:nvPr/>
        </p:nvSpPr>
        <p:spPr>
          <a:xfrm>
            <a:off x="6299200" y="5334000"/>
            <a:ext cx="2082800" cy="2413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AutoShape 20">
            <a:extLst>
              <a:ext uri="{FF2B5EF4-FFF2-40B4-BE49-F238E27FC236}">
                <a16:creationId xmlns:a16="http://schemas.microsoft.com/office/drawing/2014/main" id="{01C81C89-FBBE-D01B-0EEF-15DB16FE0C28}"/>
              </a:ext>
            </a:extLst>
          </p:cNvPr>
          <p:cNvSpPr/>
          <p:nvPr/>
        </p:nvSpPr>
        <p:spPr>
          <a:xfrm>
            <a:off x="9359900" y="2019300"/>
            <a:ext cx="927100" cy="927100"/>
          </a:xfrm>
          <a:prstGeom prst="ellipse">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AutoShape 21">
            <a:extLst>
              <a:ext uri="{FF2B5EF4-FFF2-40B4-BE49-F238E27FC236}">
                <a16:creationId xmlns:a16="http://schemas.microsoft.com/office/drawing/2014/main" id="{0E9827E6-630D-19EE-F0FE-73626FB2EDDA}"/>
              </a:ext>
            </a:extLst>
          </p:cNvPr>
          <p:cNvSpPr/>
          <p:nvPr/>
        </p:nvSpPr>
        <p:spPr>
          <a:xfrm>
            <a:off x="8775700" y="2501900"/>
            <a:ext cx="2082800" cy="3086100"/>
          </a:xfrm>
          <a:prstGeom prst="roundRect">
            <a:avLst>
              <a:gd name="adj" fmla="val 0"/>
            </a:avLst>
          </a:prstGeom>
          <a:noFill/>
          <a:ln w="12700" cap="flat" cmpd="sng">
            <a:solidFill>
              <a:srgbClr val="009DD9">
                <a:alpha val="100000"/>
              </a:srgbClr>
            </a:solidFill>
            <a:prstDash val="solid"/>
            <a:miter lim="10000000"/>
          </a:ln>
        </p:spPr>
        <p:txBody>
          <a:bodyPr vert="horz" wrap="square" lIns="63500" tIns="63500" rIns="63500" bIns="63500" rtlCol="0" anchor="ctr"/>
          <a:lstStyle/>
          <a:p>
            <a:pPr algn="ctr">
              <a:defRPr/>
            </a:pPr>
            <a:endParaRPr/>
          </a:p>
        </p:txBody>
      </p:sp>
      <p:sp>
        <p:nvSpPr>
          <p:cNvPr id="33" name="AutoShape 22">
            <a:extLst>
              <a:ext uri="{FF2B5EF4-FFF2-40B4-BE49-F238E27FC236}">
                <a16:creationId xmlns:a16="http://schemas.microsoft.com/office/drawing/2014/main" id="{BAEF8623-1D15-BDAC-1583-183584CFEA1A}"/>
              </a:ext>
            </a:extLst>
          </p:cNvPr>
          <p:cNvSpPr/>
          <p:nvPr/>
        </p:nvSpPr>
        <p:spPr>
          <a:xfrm>
            <a:off x="8775700" y="5334000"/>
            <a:ext cx="2082800" cy="241300"/>
          </a:xfrm>
          <a:prstGeom prst="roundRect">
            <a:avLst>
              <a:gd name="adj" fmla="val 0"/>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34" name="Connector 23">
            <a:extLst>
              <a:ext uri="{FF2B5EF4-FFF2-40B4-BE49-F238E27FC236}">
                <a16:creationId xmlns:a16="http://schemas.microsoft.com/office/drawing/2014/main" id="{06F4D476-40EE-C2CF-3CE3-7B43AC852482}"/>
              </a:ext>
            </a:extLst>
          </p:cNvPr>
          <p:cNvCxnSpPr/>
          <p:nvPr/>
        </p:nvCxnSpPr>
        <p:spPr>
          <a:xfrm>
            <a:off x="2374900" y="2019300"/>
            <a:ext cx="7442211" cy="12700"/>
          </a:xfrm>
          <a:prstGeom prst="line">
            <a:avLst/>
          </a:prstGeom>
          <a:solidFill>
            <a:srgbClr val="DEE0E3">
              <a:alpha val="100000"/>
            </a:srgbClr>
          </a:solidFill>
          <a:ln w="12700" cap="flat" cmpd="sng">
            <a:solidFill>
              <a:srgbClr val="26476A">
                <a:alpha val="100000"/>
              </a:srgbClr>
            </a:solidFill>
            <a:prstDash val="solid"/>
            <a:miter lim="10000000"/>
            <a:headEnd type="none" w="med" len="med"/>
            <a:tailEnd type="none" w="med" len="med"/>
          </a:ln>
        </p:spPr>
      </p:cxnSp>
      <p:sp>
        <p:nvSpPr>
          <p:cNvPr id="35" name="AutoShape 24">
            <a:extLst>
              <a:ext uri="{FF2B5EF4-FFF2-40B4-BE49-F238E27FC236}">
                <a16:creationId xmlns:a16="http://schemas.microsoft.com/office/drawing/2014/main" id="{516F39C7-22F4-4A60-46AE-95E999A6693A}"/>
              </a:ext>
            </a:extLst>
          </p:cNvPr>
          <p:cNvSpPr/>
          <p:nvPr/>
        </p:nvSpPr>
        <p:spPr>
          <a:xfrm>
            <a:off x="1524000" y="3771900"/>
            <a:ext cx="18542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36" name="AutoShape 25">
            <a:extLst>
              <a:ext uri="{FF2B5EF4-FFF2-40B4-BE49-F238E27FC236}">
                <a16:creationId xmlns:a16="http://schemas.microsoft.com/office/drawing/2014/main" id="{D6F5603A-9C05-D62F-34CF-35766B53B9DE}"/>
              </a:ext>
            </a:extLst>
          </p:cNvPr>
          <p:cNvSpPr/>
          <p:nvPr/>
        </p:nvSpPr>
        <p:spPr>
          <a:xfrm>
            <a:off x="1485900" y="3124200"/>
            <a:ext cx="1841500" cy="6477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endParaRPr lang="en-US" sz="1600" b="1" i="0" u="none" strike="noStrike" dirty="0">
              <a:solidFill>
                <a:srgbClr val="26476A"/>
              </a:solidFill>
              <a:latin typeface="Noto Sans SC"/>
              <a:ea typeface="Noto Sans SC"/>
              <a:cs typeface="Noto Sans SC"/>
              <a:sym typeface="Noto Sans SC"/>
            </a:endParaRPr>
          </a:p>
        </p:txBody>
      </p:sp>
      <p:sp>
        <p:nvSpPr>
          <p:cNvPr id="37" name="AutoShape 26">
            <a:extLst>
              <a:ext uri="{FF2B5EF4-FFF2-40B4-BE49-F238E27FC236}">
                <a16:creationId xmlns:a16="http://schemas.microsoft.com/office/drawing/2014/main" id="{78BDF310-BF23-5AFA-C0C4-636823C464AB}"/>
              </a:ext>
            </a:extLst>
          </p:cNvPr>
          <p:cNvSpPr/>
          <p:nvPr/>
        </p:nvSpPr>
        <p:spPr>
          <a:xfrm>
            <a:off x="3949700" y="3124200"/>
            <a:ext cx="1841500" cy="6477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endParaRPr lang="en-US" sz="1600" b="1" i="0" u="none" strike="noStrike" dirty="0">
              <a:solidFill>
                <a:srgbClr val="26476A"/>
              </a:solidFill>
              <a:latin typeface="Noto Sans SC"/>
              <a:ea typeface="Noto Sans SC"/>
              <a:cs typeface="Noto Sans SC"/>
              <a:sym typeface="Noto Sans SC"/>
            </a:endParaRPr>
          </a:p>
        </p:txBody>
      </p:sp>
      <p:sp>
        <p:nvSpPr>
          <p:cNvPr id="38" name="AutoShape 27">
            <a:extLst>
              <a:ext uri="{FF2B5EF4-FFF2-40B4-BE49-F238E27FC236}">
                <a16:creationId xmlns:a16="http://schemas.microsoft.com/office/drawing/2014/main" id="{8B9EDDAF-9CB2-2E90-8449-1AC9D613EDF2}"/>
              </a:ext>
            </a:extLst>
          </p:cNvPr>
          <p:cNvSpPr/>
          <p:nvPr/>
        </p:nvSpPr>
        <p:spPr>
          <a:xfrm>
            <a:off x="6451600" y="3124200"/>
            <a:ext cx="1803400" cy="927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endParaRPr lang="en-US" sz="1600" b="1" i="0" u="none" strike="noStrike" dirty="0">
              <a:solidFill>
                <a:srgbClr val="26476A"/>
              </a:solidFill>
              <a:latin typeface="Noto Sans SC"/>
              <a:ea typeface="Noto Sans SC"/>
              <a:cs typeface="Noto Sans SC"/>
              <a:sym typeface="Noto Sans SC"/>
            </a:endParaRPr>
          </a:p>
        </p:txBody>
      </p:sp>
      <p:sp>
        <p:nvSpPr>
          <p:cNvPr id="39" name="AutoShape 28">
            <a:extLst>
              <a:ext uri="{FF2B5EF4-FFF2-40B4-BE49-F238E27FC236}">
                <a16:creationId xmlns:a16="http://schemas.microsoft.com/office/drawing/2014/main" id="{C8A72F0E-4944-93DF-455E-DCF83C396F34}"/>
              </a:ext>
            </a:extLst>
          </p:cNvPr>
          <p:cNvSpPr/>
          <p:nvPr/>
        </p:nvSpPr>
        <p:spPr>
          <a:xfrm>
            <a:off x="8940800" y="3124200"/>
            <a:ext cx="1803400" cy="927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endParaRPr lang="en-US" sz="1600" b="1" i="0" u="none" strike="noStrike" dirty="0">
              <a:solidFill>
                <a:srgbClr val="26476A"/>
              </a:solidFill>
              <a:latin typeface="Noto Sans SC"/>
              <a:ea typeface="Noto Sans SC"/>
              <a:cs typeface="Noto Sans SC"/>
              <a:sym typeface="Noto Sans SC"/>
            </a:endParaRPr>
          </a:p>
        </p:txBody>
      </p:sp>
      <p:sp>
        <p:nvSpPr>
          <p:cNvPr id="40" name="AutoShape 29">
            <a:extLst>
              <a:ext uri="{FF2B5EF4-FFF2-40B4-BE49-F238E27FC236}">
                <a16:creationId xmlns:a16="http://schemas.microsoft.com/office/drawing/2014/main" id="{95BEB450-3522-D794-9195-AB69412C4282}"/>
              </a:ext>
            </a:extLst>
          </p:cNvPr>
          <p:cNvSpPr/>
          <p:nvPr/>
        </p:nvSpPr>
        <p:spPr>
          <a:xfrm>
            <a:off x="3987800" y="3797300"/>
            <a:ext cx="18034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41" name="AutoShape 30">
            <a:extLst>
              <a:ext uri="{FF2B5EF4-FFF2-40B4-BE49-F238E27FC236}">
                <a16:creationId xmlns:a16="http://schemas.microsoft.com/office/drawing/2014/main" id="{A1AEA079-7095-A8D3-6CE6-3CCA8F7F873D}"/>
              </a:ext>
            </a:extLst>
          </p:cNvPr>
          <p:cNvSpPr/>
          <p:nvPr/>
        </p:nvSpPr>
        <p:spPr>
          <a:xfrm>
            <a:off x="4762500" y="3378200"/>
            <a:ext cx="190500" cy="368300"/>
          </a:xfrm>
          <a:prstGeom prst="rect">
            <a:avLst/>
          </a:prstGeom>
          <a:noFill/>
          <a:ln w="12700" cap="flat" cmpd="sng">
            <a:noFill/>
            <a:prstDash val="solid"/>
            <a:round/>
          </a:ln>
        </p:spPr>
        <p:txBody>
          <a:bodyPr vert="horz" wrap="none" lIns="88900" tIns="50800" rIns="88900" bIns="50800" rtlCol="0" anchor="t" anchorCtr="0"/>
          <a:lstStyle/>
          <a:p>
            <a:pPr algn="ctr">
              <a:defRPr/>
            </a:pPr>
            <a:endParaRPr/>
          </a:p>
        </p:txBody>
      </p:sp>
      <p:sp>
        <p:nvSpPr>
          <p:cNvPr id="42" name="AutoShape 31">
            <a:extLst>
              <a:ext uri="{FF2B5EF4-FFF2-40B4-BE49-F238E27FC236}">
                <a16:creationId xmlns:a16="http://schemas.microsoft.com/office/drawing/2014/main" id="{F2B62CF2-7090-28E9-C86A-FB598A9052D6}"/>
              </a:ext>
            </a:extLst>
          </p:cNvPr>
          <p:cNvSpPr/>
          <p:nvPr/>
        </p:nvSpPr>
        <p:spPr>
          <a:xfrm>
            <a:off x="6426200" y="3784600"/>
            <a:ext cx="18034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43" name="AutoShape 32">
            <a:extLst>
              <a:ext uri="{FF2B5EF4-FFF2-40B4-BE49-F238E27FC236}">
                <a16:creationId xmlns:a16="http://schemas.microsoft.com/office/drawing/2014/main" id="{93FCF18E-2706-2849-FBB2-76EB68E51891}"/>
              </a:ext>
            </a:extLst>
          </p:cNvPr>
          <p:cNvSpPr/>
          <p:nvPr/>
        </p:nvSpPr>
        <p:spPr>
          <a:xfrm>
            <a:off x="8915400" y="3797300"/>
            <a:ext cx="18034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44" name="Freeform 33">
            <a:extLst>
              <a:ext uri="{FF2B5EF4-FFF2-40B4-BE49-F238E27FC236}">
                <a16:creationId xmlns:a16="http://schemas.microsoft.com/office/drawing/2014/main" id="{D93EA3E8-9BAE-159E-D678-E6A8B18BB649}"/>
              </a:ext>
            </a:extLst>
          </p:cNvPr>
          <p:cNvSpPr/>
          <p:nvPr/>
        </p:nvSpPr>
        <p:spPr>
          <a:xfrm>
            <a:off x="7148897" y="2362200"/>
            <a:ext cx="209551" cy="124764"/>
          </a:xfrm>
          <a:custGeom>
            <a:avLst/>
            <a:gdLst/>
            <a:ahLst/>
            <a:cxnLst/>
            <a:rect l="l" t="t" r="r" b="b"/>
            <a:pathLst>
              <a:path w="209551" h="124764">
                <a:moveTo>
                  <a:pt x="166196" y="124764"/>
                </a:moveTo>
                <a:cubicBezTo>
                  <a:pt x="190284" y="124764"/>
                  <a:pt x="209552" y="105570"/>
                  <a:pt x="209552" y="81576"/>
                </a:cubicBezTo>
                <a:cubicBezTo>
                  <a:pt x="209552" y="57582"/>
                  <a:pt x="209552" y="57582"/>
                  <a:pt x="209552" y="57582"/>
                </a:cubicBezTo>
                <a:cubicBezTo>
                  <a:pt x="204731" y="47988"/>
                  <a:pt x="195096" y="43188"/>
                  <a:pt x="185463" y="43188"/>
                </a:cubicBezTo>
                <a:cubicBezTo>
                  <a:pt x="146929" y="43188"/>
                  <a:pt x="146929" y="43188"/>
                  <a:pt x="146929" y="43188"/>
                </a:cubicBezTo>
                <a:cubicBezTo>
                  <a:pt x="146929" y="40791"/>
                  <a:pt x="146929" y="40791"/>
                  <a:pt x="146929" y="40791"/>
                </a:cubicBezTo>
                <a:cubicBezTo>
                  <a:pt x="146929" y="19194"/>
                  <a:pt x="130067" y="0"/>
                  <a:pt x="108385" y="0"/>
                </a:cubicBezTo>
                <a:cubicBezTo>
                  <a:pt x="55395" y="0"/>
                  <a:pt x="55395" y="0"/>
                  <a:pt x="55395" y="0"/>
                </a:cubicBezTo>
                <a:cubicBezTo>
                  <a:pt x="33723" y="0"/>
                  <a:pt x="16861" y="19194"/>
                  <a:pt x="16861" y="40791"/>
                </a:cubicBezTo>
                <a:cubicBezTo>
                  <a:pt x="16861" y="43188"/>
                  <a:pt x="16861" y="43188"/>
                  <a:pt x="16861" y="43188"/>
                </a:cubicBezTo>
                <a:cubicBezTo>
                  <a:pt x="4821" y="43188"/>
                  <a:pt x="4821" y="43188"/>
                  <a:pt x="4821" y="43188"/>
                </a:cubicBezTo>
                <a:cubicBezTo>
                  <a:pt x="0" y="62382"/>
                  <a:pt x="0" y="81576"/>
                  <a:pt x="4821" y="100769"/>
                </a:cubicBezTo>
                <a:cubicBezTo>
                  <a:pt x="7228" y="110369"/>
                  <a:pt x="9633" y="117566"/>
                  <a:pt x="14455" y="124764"/>
                </a:cubicBezTo>
                <a:cubicBezTo>
                  <a:pt x="74673" y="124764"/>
                  <a:pt x="74673" y="124764"/>
                  <a:pt x="74673" y="124764"/>
                </a:cubicBezTo>
                <a:cubicBezTo>
                  <a:pt x="74673" y="119964"/>
                  <a:pt x="74673" y="119964"/>
                  <a:pt x="74673" y="119964"/>
                </a:cubicBezTo>
                <a:cubicBezTo>
                  <a:pt x="74673" y="115164"/>
                  <a:pt x="77078" y="112767"/>
                  <a:pt x="79485" y="112767"/>
                </a:cubicBezTo>
                <a:cubicBezTo>
                  <a:pt x="86712" y="112767"/>
                  <a:pt x="86712" y="112767"/>
                  <a:pt x="86712" y="112767"/>
                </a:cubicBezTo>
                <a:cubicBezTo>
                  <a:pt x="89117" y="112767"/>
                  <a:pt x="91524" y="115164"/>
                  <a:pt x="91524" y="119964"/>
                </a:cubicBezTo>
                <a:cubicBezTo>
                  <a:pt x="91524" y="124764"/>
                  <a:pt x="91524" y="124764"/>
                  <a:pt x="91524" y="124764"/>
                </a:cubicBezTo>
                <a:lnTo>
                  <a:pt x="166196" y="124764"/>
                </a:lnTo>
                <a:close/>
                <a:moveTo>
                  <a:pt x="38535" y="43188"/>
                </a:moveTo>
                <a:cubicBezTo>
                  <a:pt x="38535" y="40791"/>
                  <a:pt x="38535" y="40791"/>
                  <a:pt x="38535" y="40791"/>
                </a:cubicBezTo>
                <a:cubicBezTo>
                  <a:pt x="38535" y="28793"/>
                  <a:pt x="45762" y="21591"/>
                  <a:pt x="55395" y="21591"/>
                </a:cubicBezTo>
                <a:cubicBezTo>
                  <a:pt x="108385" y="21591"/>
                  <a:pt x="108385" y="21591"/>
                  <a:pt x="108385" y="21591"/>
                </a:cubicBezTo>
                <a:cubicBezTo>
                  <a:pt x="118028" y="21591"/>
                  <a:pt x="127662" y="28793"/>
                  <a:pt x="127662" y="40791"/>
                </a:cubicBezTo>
                <a:cubicBezTo>
                  <a:pt x="127662" y="43188"/>
                  <a:pt x="127662" y="43188"/>
                  <a:pt x="127662" y="43188"/>
                </a:cubicBezTo>
                <a:lnTo>
                  <a:pt x="38535" y="43188"/>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5" name="Freeform 34">
            <a:extLst>
              <a:ext uri="{FF2B5EF4-FFF2-40B4-BE49-F238E27FC236}">
                <a16:creationId xmlns:a16="http://schemas.microsoft.com/office/drawing/2014/main" id="{9F21A119-C7F2-6FD7-4B78-658660C41FBA}"/>
              </a:ext>
            </a:extLst>
          </p:cNvPr>
          <p:cNvSpPr/>
          <p:nvPr/>
        </p:nvSpPr>
        <p:spPr>
          <a:xfrm>
            <a:off x="7162800" y="2476500"/>
            <a:ext cx="192595" cy="82368"/>
          </a:xfrm>
          <a:custGeom>
            <a:avLst/>
            <a:gdLst/>
            <a:ahLst/>
            <a:cxnLst/>
            <a:rect l="l" t="t" r="r" b="b"/>
            <a:pathLst>
              <a:path w="192595" h="82368">
                <a:moveTo>
                  <a:pt x="122780" y="79948"/>
                </a:moveTo>
                <a:cubicBezTo>
                  <a:pt x="154076" y="72680"/>
                  <a:pt x="178151" y="53296"/>
                  <a:pt x="192596" y="29073"/>
                </a:cubicBezTo>
                <a:cubicBezTo>
                  <a:pt x="192596" y="0"/>
                  <a:pt x="192596" y="0"/>
                  <a:pt x="192596" y="0"/>
                </a:cubicBezTo>
                <a:cubicBezTo>
                  <a:pt x="185373" y="19380"/>
                  <a:pt x="166113" y="31495"/>
                  <a:pt x="144446" y="31495"/>
                </a:cubicBezTo>
                <a:cubicBezTo>
                  <a:pt x="69816" y="31495"/>
                  <a:pt x="69816" y="31495"/>
                  <a:pt x="69816" y="31495"/>
                </a:cubicBezTo>
                <a:cubicBezTo>
                  <a:pt x="69816" y="38763"/>
                  <a:pt x="69816" y="38763"/>
                  <a:pt x="69816" y="38763"/>
                </a:cubicBezTo>
                <a:cubicBezTo>
                  <a:pt x="69816" y="41185"/>
                  <a:pt x="67408" y="43605"/>
                  <a:pt x="65001" y="43605"/>
                </a:cubicBezTo>
                <a:cubicBezTo>
                  <a:pt x="57779" y="43605"/>
                  <a:pt x="57779" y="43605"/>
                  <a:pt x="57779" y="43605"/>
                </a:cubicBezTo>
                <a:cubicBezTo>
                  <a:pt x="55371" y="43605"/>
                  <a:pt x="52964" y="41185"/>
                  <a:pt x="52964" y="38763"/>
                </a:cubicBezTo>
                <a:cubicBezTo>
                  <a:pt x="52964" y="31495"/>
                  <a:pt x="52964" y="31495"/>
                  <a:pt x="52964" y="31495"/>
                </a:cubicBezTo>
                <a:cubicBezTo>
                  <a:pt x="0" y="31495"/>
                  <a:pt x="0" y="31495"/>
                  <a:pt x="0" y="31495"/>
                </a:cubicBezTo>
                <a:cubicBezTo>
                  <a:pt x="21667" y="62989"/>
                  <a:pt x="55371" y="82368"/>
                  <a:pt x="96298" y="82368"/>
                </a:cubicBezTo>
                <a:cubicBezTo>
                  <a:pt x="105927" y="82368"/>
                  <a:pt x="113149" y="82368"/>
                  <a:pt x="122780" y="7994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6" name="Freeform 35">
            <a:extLst>
              <a:ext uri="{FF2B5EF4-FFF2-40B4-BE49-F238E27FC236}">
                <a16:creationId xmlns:a16="http://schemas.microsoft.com/office/drawing/2014/main" id="{0E7FF4EF-D77D-CC7D-1811-A97E0D0A5295}"/>
              </a:ext>
            </a:extLst>
          </p:cNvPr>
          <p:cNvSpPr/>
          <p:nvPr/>
        </p:nvSpPr>
        <p:spPr>
          <a:xfrm>
            <a:off x="7069658" y="2256373"/>
            <a:ext cx="502683" cy="405793"/>
          </a:xfrm>
          <a:custGeom>
            <a:avLst/>
            <a:gdLst/>
            <a:ahLst/>
            <a:cxnLst/>
            <a:rect l="l" t="t" r="r" b="b"/>
            <a:pathLst>
              <a:path w="502683" h="405793">
                <a:moveTo>
                  <a:pt x="481039" y="338556"/>
                </a:moveTo>
                <a:cubicBezTo>
                  <a:pt x="384832" y="273722"/>
                  <a:pt x="384832" y="273722"/>
                  <a:pt x="384832" y="273722"/>
                </a:cubicBezTo>
                <a:cubicBezTo>
                  <a:pt x="375196" y="268932"/>
                  <a:pt x="365585" y="268932"/>
                  <a:pt x="355974" y="268932"/>
                </a:cubicBezTo>
                <a:cubicBezTo>
                  <a:pt x="353553" y="271337"/>
                  <a:pt x="348759" y="271337"/>
                  <a:pt x="346339" y="273722"/>
                </a:cubicBezTo>
                <a:cubicBezTo>
                  <a:pt x="331910" y="264122"/>
                  <a:pt x="331910" y="264122"/>
                  <a:pt x="331910" y="264122"/>
                </a:cubicBezTo>
                <a:cubicBezTo>
                  <a:pt x="351156" y="228109"/>
                  <a:pt x="355974" y="187285"/>
                  <a:pt x="346339" y="144076"/>
                </a:cubicBezTo>
                <a:cubicBezTo>
                  <a:pt x="324696" y="55233"/>
                  <a:pt x="235702" y="0"/>
                  <a:pt x="144312" y="21604"/>
                </a:cubicBezTo>
                <a:cubicBezTo>
                  <a:pt x="55318" y="43229"/>
                  <a:pt x="0" y="134457"/>
                  <a:pt x="21644" y="223299"/>
                </a:cubicBezTo>
                <a:cubicBezTo>
                  <a:pt x="43287" y="312141"/>
                  <a:pt x="134700" y="367375"/>
                  <a:pt x="223670" y="345769"/>
                </a:cubicBezTo>
                <a:cubicBezTo>
                  <a:pt x="259766" y="336150"/>
                  <a:pt x="288623" y="316951"/>
                  <a:pt x="310266" y="292941"/>
                </a:cubicBezTo>
                <a:cubicBezTo>
                  <a:pt x="327115" y="302541"/>
                  <a:pt x="327115" y="302541"/>
                  <a:pt x="327115" y="302541"/>
                </a:cubicBezTo>
                <a:cubicBezTo>
                  <a:pt x="327115" y="314546"/>
                  <a:pt x="331910" y="328956"/>
                  <a:pt x="343942" y="336150"/>
                </a:cubicBezTo>
                <a:cubicBezTo>
                  <a:pt x="440150" y="398598"/>
                  <a:pt x="440150" y="398598"/>
                  <a:pt x="440150" y="398598"/>
                </a:cubicBezTo>
                <a:cubicBezTo>
                  <a:pt x="449762" y="403389"/>
                  <a:pt x="459396" y="405793"/>
                  <a:pt x="469007" y="403389"/>
                </a:cubicBezTo>
                <a:cubicBezTo>
                  <a:pt x="478643" y="400984"/>
                  <a:pt x="485856" y="396193"/>
                  <a:pt x="490651" y="386594"/>
                </a:cubicBezTo>
                <a:cubicBezTo>
                  <a:pt x="502683" y="369779"/>
                  <a:pt x="497866" y="348175"/>
                  <a:pt x="481039" y="338556"/>
                </a:cubicBezTo>
                <a:close/>
                <a:moveTo>
                  <a:pt x="216456" y="314546"/>
                </a:moveTo>
                <a:cubicBezTo>
                  <a:pt x="144312" y="333765"/>
                  <a:pt x="69747" y="288132"/>
                  <a:pt x="52921" y="216104"/>
                </a:cubicBezTo>
                <a:cubicBezTo>
                  <a:pt x="36072" y="144076"/>
                  <a:pt x="79382" y="69642"/>
                  <a:pt x="151526" y="52829"/>
                </a:cubicBezTo>
                <a:cubicBezTo>
                  <a:pt x="226091" y="33610"/>
                  <a:pt x="298236" y="79242"/>
                  <a:pt x="317481" y="151271"/>
                </a:cubicBezTo>
                <a:cubicBezTo>
                  <a:pt x="334330" y="225704"/>
                  <a:pt x="288623" y="297751"/>
                  <a:pt x="216456" y="314546"/>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7" name="Freeform 36">
            <a:extLst>
              <a:ext uri="{FF2B5EF4-FFF2-40B4-BE49-F238E27FC236}">
                <a16:creationId xmlns:a16="http://schemas.microsoft.com/office/drawing/2014/main" id="{455E703C-5770-9777-3516-468A37C18A73}"/>
              </a:ext>
            </a:extLst>
          </p:cNvPr>
          <p:cNvSpPr/>
          <p:nvPr/>
        </p:nvSpPr>
        <p:spPr>
          <a:xfrm>
            <a:off x="9626600" y="2286000"/>
            <a:ext cx="443266" cy="399807"/>
          </a:xfrm>
          <a:custGeom>
            <a:avLst/>
            <a:gdLst/>
            <a:ahLst/>
            <a:cxnLst/>
            <a:rect l="l" t="t" r="r" b="b"/>
            <a:pathLst>
              <a:path w="443266" h="399807">
                <a:moveTo>
                  <a:pt x="379691" y="136305"/>
                </a:moveTo>
                <a:cubicBezTo>
                  <a:pt x="346979" y="119943"/>
                  <a:pt x="346979" y="119943"/>
                  <a:pt x="346979" y="119943"/>
                </a:cubicBezTo>
                <a:cubicBezTo>
                  <a:pt x="332449" y="129031"/>
                  <a:pt x="332449" y="129031"/>
                  <a:pt x="332449" y="129031"/>
                </a:cubicBezTo>
                <a:cubicBezTo>
                  <a:pt x="345173" y="149021"/>
                  <a:pt x="352438" y="174454"/>
                  <a:pt x="352438" y="199904"/>
                </a:cubicBezTo>
                <a:cubicBezTo>
                  <a:pt x="352438" y="283493"/>
                  <a:pt x="283403" y="352553"/>
                  <a:pt x="199840" y="352553"/>
                </a:cubicBezTo>
                <a:cubicBezTo>
                  <a:pt x="118081" y="352553"/>
                  <a:pt x="49046" y="283493"/>
                  <a:pt x="49046" y="199904"/>
                </a:cubicBezTo>
                <a:cubicBezTo>
                  <a:pt x="49046" y="116314"/>
                  <a:pt x="118081" y="49069"/>
                  <a:pt x="199840" y="49069"/>
                </a:cubicBezTo>
                <a:cubicBezTo>
                  <a:pt x="248886" y="49069"/>
                  <a:pt x="290667" y="70874"/>
                  <a:pt x="317920" y="105413"/>
                </a:cubicBezTo>
                <a:cubicBezTo>
                  <a:pt x="294300" y="121756"/>
                  <a:pt x="294300" y="121756"/>
                  <a:pt x="294300" y="121756"/>
                </a:cubicBezTo>
                <a:cubicBezTo>
                  <a:pt x="272506" y="94492"/>
                  <a:pt x="237989" y="76333"/>
                  <a:pt x="199840" y="76333"/>
                </a:cubicBezTo>
                <a:cubicBezTo>
                  <a:pt x="132611" y="76333"/>
                  <a:pt x="78125" y="132659"/>
                  <a:pt x="78125" y="199904"/>
                </a:cubicBezTo>
                <a:cubicBezTo>
                  <a:pt x="78125" y="268963"/>
                  <a:pt x="132611" y="323474"/>
                  <a:pt x="199840" y="323474"/>
                </a:cubicBezTo>
                <a:cubicBezTo>
                  <a:pt x="268874" y="323474"/>
                  <a:pt x="323359" y="268963"/>
                  <a:pt x="323359" y="199904"/>
                </a:cubicBezTo>
                <a:cubicBezTo>
                  <a:pt x="323359" y="179913"/>
                  <a:pt x="319726" y="159923"/>
                  <a:pt x="310656" y="143561"/>
                </a:cubicBezTo>
                <a:cubicBezTo>
                  <a:pt x="270680" y="169012"/>
                  <a:pt x="270680" y="169012"/>
                  <a:pt x="270680" y="169012"/>
                </a:cubicBezTo>
                <a:cubicBezTo>
                  <a:pt x="274312" y="178100"/>
                  <a:pt x="277945" y="189001"/>
                  <a:pt x="277945" y="199904"/>
                </a:cubicBezTo>
                <a:cubicBezTo>
                  <a:pt x="277945" y="243512"/>
                  <a:pt x="243427" y="278051"/>
                  <a:pt x="199840" y="278051"/>
                </a:cubicBezTo>
                <a:cubicBezTo>
                  <a:pt x="158057" y="278051"/>
                  <a:pt x="123539" y="243512"/>
                  <a:pt x="123539" y="199904"/>
                </a:cubicBezTo>
                <a:cubicBezTo>
                  <a:pt x="123539" y="158109"/>
                  <a:pt x="158057" y="123570"/>
                  <a:pt x="199840" y="123570"/>
                </a:cubicBezTo>
                <a:cubicBezTo>
                  <a:pt x="221633" y="123570"/>
                  <a:pt x="241621" y="132659"/>
                  <a:pt x="256150" y="147207"/>
                </a:cubicBezTo>
                <a:cubicBezTo>
                  <a:pt x="228897" y="163551"/>
                  <a:pt x="228897" y="163551"/>
                  <a:pt x="228897" y="163551"/>
                </a:cubicBezTo>
                <a:cubicBezTo>
                  <a:pt x="221633" y="158109"/>
                  <a:pt x="210736" y="154462"/>
                  <a:pt x="199840" y="154462"/>
                </a:cubicBezTo>
                <a:cubicBezTo>
                  <a:pt x="174393" y="154462"/>
                  <a:pt x="154424" y="174454"/>
                  <a:pt x="154424" y="199904"/>
                </a:cubicBezTo>
                <a:cubicBezTo>
                  <a:pt x="154424" y="225355"/>
                  <a:pt x="174393" y="247159"/>
                  <a:pt x="199840" y="247159"/>
                </a:cubicBezTo>
                <a:cubicBezTo>
                  <a:pt x="227091" y="247159"/>
                  <a:pt x="247059" y="225355"/>
                  <a:pt x="247059" y="199904"/>
                </a:cubicBezTo>
                <a:cubicBezTo>
                  <a:pt x="247059" y="196276"/>
                  <a:pt x="245254" y="190816"/>
                  <a:pt x="245254" y="187188"/>
                </a:cubicBezTo>
                <a:cubicBezTo>
                  <a:pt x="207104" y="210806"/>
                  <a:pt x="207104" y="210806"/>
                  <a:pt x="207104" y="210806"/>
                </a:cubicBezTo>
                <a:cubicBezTo>
                  <a:pt x="201646" y="203531"/>
                  <a:pt x="201646" y="203531"/>
                  <a:pt x="201646" y="203531"/>
                </a:cubicBezTo>
                <a:cubicBezTo>
                  <a:pt x="348806" y="105413"/>
                  <a:pt x="348806" y="105413"/>
                  <a:pt x="348806" y="105413"/>
                </a:cubicBezTo>
                <a:cubicBezTo>
                  <a:pt x="385129" y="121756"/>
                  <a:pt x="385129" y="121756"/>
                  <a:pt x="385129" y="121756"/>
                </a:cubicBezTo>
                <a:cubicBezTo>
                  <a:pt x="443266" y="83589"/>
                  <a:pt x="443266" y="83589"/>
                  <a:pt x="443266" y="83589"/>
                </a:cubicBezTo>
                <a:cubicBezTo>
                  <a:pt x="406942" y="67245"/>
                  <a:pt x="406942" y="67245"/>
                  <a:pt x="406942" y="67245"/>
                </a:cubicBezTo>
                <a:cubicBezTo>
                  <a:pt x="417840" y="61786"/>
                  <a:pt x="417840" y="61786"/>
                  <a:pt x="417840" y="61786"/>
                </a:cubicBezTo>
                <a:cubicBezTo>
                  <a:pt x="408748" y="47255"/>
                  <a:pt x="408748" y="47255"/>
                  <a:pt x="408748" y="47255"/>
                </a:cubicBezTo>
                <a:cubicBezTo>
                  <a:pt x="397852" y="52697"/>
                  <a:pt x="397852" y="52697"/>
                  <a:pt x="397852" y="52697"/>
                </a:cubicBezTo>
                <a:cubicBezTo>
                  <a:pt x="397852" y="14530"/>
                  <a:pt x="397852" y="14530"/>
                  <a:pt x="397852" y="14530"/>
                </a:cubicBezTo>
                <a:cubicBezTo>
                  <a:pt x="339714" y="52697"/>
                  <a:pt x="339714" y="52697"/>
                  <a:pt x="339714" y="52697"/>
                </a:cubicBezTo>
                <a:cubicBezTo>
                  <a:pt x="339714" y="90863"/>
                  <a:pt x="339714" y="90863"/>
                  <a:pt x="339714" y="90863"/>
                </a:cubicBezTo>
                <a:cubicBezTo>
                  <a:pt x="326991" y="99952"/>
                  <a:pt x="326991" y="99952"/>
                  <a:pt x="326991" y="99952"/>
                </a:cubicBezTo>
                <a:cubicBezTo>
                  <a:pt x="326991" y="56344"/>
                  <a:pt x="326991" y="56344"/>
                  <a:pt x="326991" y="56344"/>
                </a:cubicBezTo>
                <a:cubicBezTo>
                  <a:pt x="332449" y="50883"/>
                  <a:pt x="332449" y="50883"/>
                  <a:pt x="332449" y="50883"/>
                </a:cubicBezTo>
                <a:cubicBezTo>
                  <a:pt x="297932" y="19990"/>
                  <a:pt x="250692" y="0"/>
                  <a:pt x="199840" y="0"/>
                </a:cubicBezTo>
                <a:cubicBezTo>
                  <a:pt x="90828" y="0"/>
                  <a:pt x="0" y="90863"/>
                  <a:pt x="0" y="199904"/>
                </a:cubicBezTo>
                <a:cubicBezTo>
                  <a:pt x="0" y="310758"/>
                  <a:pt x="90828" y="399807"/>
                  <a:pt x="199840" y="399807"/>
                </a:cubicBezTo>
                <a:cubicBezTo>
                  <a:pt x="310656" y="399807"/>
                  <a:pt x="399658" y="310758"/>
                  <a:pt x="399658" y="199904"/>
                </a:cubicBezTo>
                <a:cubicBezTo>
                  <a:pt x="399658" y="176286"/>
                  <a:pt x="396025" y="152649"/>
                  <a:pt x="386955" y="130844"/>
                </a:cubicBezTo>
                <a:lnTo>
                  <a:pt x="379691" y="136305"/>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8" name="Freeform 37">
            <a:extLst>
              <a:ext uri="{FF2B5EF4-FFF2-40B4-BE49-F238E27FC236}">
                <a16:creationId xmlns:a16="http://schemas.microsoft.com/office/drawing/2014/main" id="{835F28A2-720B-7AF5-EBBD-69C57D4F785A}"/>
              </a:ext>
            </a:extLst>
          </p:cNvPr>
          <p:cNvSpPr/>
          <p:nvPr/>
        </p:nvSpPr>
        <p:spPr>
          <a:xfrm>
            <a:off x="4800600" y="2273300"/>
            <a:ext cx="311617" cy="278232"/>
          </a:xfrm>
          <a:custGeom>
            <a:avLst/>
            <a:gdLst/>
            <a:ahLst/>
            <a:cxnLst/>
            <a:rect l="l" t="t" r="r" b="b"/>
            <a:pathLst>
              <a:path w="311617" h="278232">
                <a:moveTo>
                  <a:pt x="17413" y="278232"/>
                </a:moveTo>
                <a:cubicBezTo>
                  <a:pt x="43525" y="202980"/>
                  <a:pt x="43525" y="202980"/>
                  <a:pt x="43525" y="202980"/>
                </a:cubicBezTo>
                <a:cubicBezTo>
                  <a:pt x="15668" y="180232"/>
                  <a:pt x="0" y="150490"/>
                  <a:pt x="0" y="120747"/>
                </a:cubicBezTo>
                <a:cubicBezTo>
                  <a:pt x="0" y="54242"/>
                  <a:pt x="69638" y="0"/>
                  <a:pt x="156674" y="0"/>
                </a:cubicBezTo>
                <a:cubicBezTo>
                  <a:pt x="241979" y="0"/>
                  <a:pt x="311617" y="54242"/>
                  <a:pt x="311617" y="120747"/>
                </a:cubicBezTo>
                <a:cubicBezTo>
                  <a:pt x="311617" y="185487"/>
                  <a:pt x="241979" y="239729"/>
                  <a:pt x="156674" y="239729"/>
                </a:cubicBezTo>
                <a:cubicBezTo>
                  <a:pt x="137530" y="239729"/>
                  <a:pt x="118386" y="237978"/>
                  <a:pt x="100973" y="232735"/>
                </a:cubicBezTo>
                <a:cubicBezTo>
                  <a:pt x="94004" y="236239"/>
                  <a:pt x="67892" y="248488"/>
                  <a:pt x="48748" y="260739"/>
                </a:cubicBezTo>
                <a:cubicBezTo>
                  <a:pt x="17413" y="278232"/>
                  <a:pt x="17413" y="278232"/>
                  <a:pt x="17413" y="278232"/>
                </a:cubicBezTo>
                <a:close/>
                <a:moveTo>
                  <a:pt x="156674" y="26252"/>
                </a:moveTo>
                <a:cubicBezTo>
                  <a:pt x="83560" y="26252"/>
                  <a:pt x="26112" y="68243"/>
                  <a:pt x="26112" y="120747"/>
                </a:cubicBezTo>
                <a:cubicBezTo>
                  <a:pt x="26112" y="145233"/>
                  <a:pt x="40034" y="169734"/>
                  <a:pt x="66147" y="187239"/>
                </a:cubicBezTo>
                <a:cubicBezTo>
                  <a:pt x="74860" y="192481"/>
                  <a:pt x="74860" y="192481"/>
                  <a:pt x="74860" y="192481"/>
                </a:cubicBezTo>
                <a:cubicBezTo>
                  <a:pt x="66147" y="220485"/>
                  <a:pt x="66147" y="220485"/>
                  <a:pt x="66147" y="220485"/>
                </a:cubicBezTo>
                <a:cubicBezTo>
                  <a:pt x="94004" y="204732"/>
                  <a:pt x="99226" y="204732"/>
                  <a:pt x="100973" y="204732"/>
                </a:cubicBezTo>
                <a:cubicBezTo>
                  <a:pt x="104450" y="204732"/>
                  <a:pt x="104450" y="204732"/>
                  <a:pt x="104450" y="204732"/>
                </a:cubicBezTo>
                <a:cubicBezTo>
                  <a:pt x="106195" y="206483"/>
                  <a:pt x="106195" y="206483"/>
                  <a:pt x="106195" y="206483"/>
                </a:cubicBezTo>
                <a:cubicBezTo>
                  <a:pt x="121863" y="209987"/>
                  <a:pt x="139276" y="213491"/>
                  <a:pt x="156674" y="213491"/>
                </a:cubicBezTo>
                <a:cubicBezTo>
                  <a:pt x="228058" y="213491"/>
                  <a:pt x="285505" y="171486"/>
                  <a:pt x="285505" y="120747"/>
                </a:cubicBezTo>
                <a:cubicBezTo>
                  <a:pt x="285505" y="68243"/>
                  <a:pt x="228058" y="26252"/>
                  <a:pt x="156674" y="26252"/>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9" name="AutoShape 38">
            <a:extLst>
              <a:ext uri="{FF2B5EF4-FFF2-40B4-BE49-F238E27FC236}">
                <a16:creationId xmlns:a16="http://schemas.microsoft.com/office/drawing/2014/main" id="{A3A1C825-7423-A62A-99C6-BBBE7B09AB13}"/>
              </a:ext>
            </a:extLst>
          </p:cNvPr>
          <p:cNvSpPr/>
          <p:nvPr/>
        </p:nvSpPr>
        <p:spPr>
          <a:xfrm>
            <a:off x="4876800" y="2349500"/>
            <a:ext cx="152400" cy="127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0" name="AutoShape 39">
            <a:extLst>
              <a:ext uri="{FF2B5EF4-FFF2-40B4-BE49-F238E27FC236}">
                <a16:creationId xmlns:a16="http://schemas.microsoft.com/office/drawing/2014/main" id="{FB9EBB77-0209-65EC-D8AA-ECE000B6CEAC}"/>
              </a:ext>
            </a:extLst>
          </p:cNvPr>
          <p:cNvSpPr/>
          <p:nvPr/>
        </p:nvSpPr>
        <p:spPr>
          <a:xfrm>
            <a:off x="4876800" y="2387600"/>
            <a:ext cx="152400" cy="127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1" name="AutoShape 40">
            <a:extLst>
              <a:ext uri="{FF2B5EF4-FFF2-40B4-BE49-F238E27FC236}">
                <a16:creationId xmlns:a16="http://schemas.microsoft.com/office/drawing/2014/main" id="{385F520C-B127-1568-0511-8D481B81B2A4}"/>
              </a:ext>
            </a:extLst>
          </p:cNvPr>
          <p:cNvSpPr/>
          <p:nvPr/>
        </p:nvSpPr>
        <p:spPr>
          <a:xfrm>
            <a:off x="4876800" y="2413000"/>
            <a:ext cx="152400" cy="127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2" name="Freeform 41">
            <a:extLst>
              <a:ext uri="{FF2B5EF4-FFF2-40B4-BE49-F238E27FC236}">
                <a16:creationId xmlns:a16="http://schemas.microsoft.com/office/drawing/2014/main" id="{A30BC8CB-DC67-3B54-DD6F-CBB3DC865199}"/>
              </a:ext>
            </a:extLst>
          </p:cNvPr>
          <p:cNvSpPr/>
          <p:nvPr/>
        </p:nvSpPr>
        <p:spPr>
          <a:xfrm>
            <a:off x="4635500" y="2434044"/>
            <a:ext cx="221192" cy="240669"/>
          </a:xfrm>
          <a:custGeom>
            <a:avLst/>
            <a:gdLst/>
            <a:ahLst/>
            <a:cxnLst/>
            <a:rect l="l" t="t" r="r" b="b"/>
            <a:pathLst>
              <a:path w="221192" h="240669">
                <a:moveTo>
                  <a:pt x="208996" y="165682"/>
                </a:moveTo>
                <a:cubicBezTo>
                  <a:pt x="186355" y="155209"/>
                  <a:pt x="161972" y="148234"/>
                  <a:pt x="137589" y="146496"/>
                </a:cubicBezTo>
                <a:cubicBezTo>
                  <a:pt x="139330" y="139521"/>
                  <a:pt x="139330" y="134283"/>
                  <a:pt x="141072" y="129059"/>
                </a:cubicBezTo>
                <a:cubicBezTo>
                  <a:pt x="146304" y="125571"/>
                  <a:pt x="149786" y="120334"/>
                  <a:pt x="149786" y="115097"/>
                </a:cubicBezTo>
                <a:cubicBezTo>
                  <a:pt x="149786" y="109871"/>
                  <a:pt x="151526" y="104635"/>
                  <a:pt x="151526" y="99409"/>
                </a:cubicBezTo>
                <a:cubicBezTo>
                  <a:pt x="153267" y="101148"/>
                  <a:pt x="153267" y="101148"/>
                  <a:pt x="155009" y="101148"/>
                </a:cubicBezTo>
                <a:cubicBezTo>
                  <a:pt x="156750" y="101148"/>
                  <a:pt x="160231" y="99409"/>
                  <a:pt x="160231" y="97660"/>
                </a:cubicBezTo>
                <a:cubicBezTo>
                  <a:pt x="161972" y="71498"/>
                  <a:pt x="161972" y="71498"/>
                  <a:pt x="161972" y="71498"/>
                </a:cubicBezTo>
                <a:cubicBezTo>
                  <a:pt x="161972" y="69760"/>
                  <a:pt x="160231" y="66272"/>
                  <a:pt x="158490" y="66272"/>
                </a:cubicBezTo>
                <a:cubicBezTo>
                  <a:pt x="156750" y="66272"/>
                  <a:pt x="156750" y="66272"/>
                  <a:pt x="155009" y="68011"/>
                </a:cubicBezTo>
                <a:cubicBezTo>
                  <a:pt x="156750" y="62785"/>
                  <a:pt x="156750" y="57549"/>
                  <a:pt x="156750" y="52323"/>
                </a:cubicBezTo>
                <a:cubicBezTo>
                  <a:pt x="158490" y="47086"/>
                  <a:pt x="160231" y="29648"/>
                  <a:pt x="148045" y="17437"/>
                </a:cubicBezTo>
                <a:cubicBezTo>
                  <a:pt x="130626" y="0"/>
                  <a:pt x="90566" y="0"/>
                  <a:pt x="73147" y="17437"/>
                </a:cubicBezTo>
                <a:cubicBezTo>
                  <a:pt x="59220" y="29648"/>
                  <a:pt x="62701" y="47086"/>
                  <a:pt x="64442" y="52323"/>
                </a:cubicBezTo>
                <a:cubicBezTo>
                  <a:pt x="64442" y="57549"/>
                  <a:pt x="64442" y="62785"/>
                  <a:pt x="64442" y="68011"/>
                </a:cubicBezTo>
                <a:cubicBezTo>
                  <a:pt x="64442" y="66272"/>
                  <a:pt x="62701" y="66272"/>
                  <a:pt x="62701" y="66272"/>
                </a:cubicBezTo>
                <a:cubicBezTo>
                  <a:pt x="59220" y="66272"/>
                  <a:pt x="57479" y="69760"/>
                  <a:pt x="59220" y="71498"/>
                </a:cubicBezTo>
                <a:cubicBezTo>
                  <a:pt x="60961" y="97660"/>
                  <a:pt x="60961" y="97660"/>
                  <a:pt x="60961" y="97660"/>
                </a:cubicBezTo>
                <a:cubicBezTo>
                  <a:pt x="60961" y="99409"/>
                  <a:pt x="62701" y="101148"/>
                  <a:pt x="66184" y="101148"/>
                </a:cubicBezTo>
                <a:cubicBezTo>
                  <a:pt x="67925" y="101148"/>
                  <a:pt x="67925" y="101148"/>
                  <a:pt x="69666" y="99409"/>
                </a:cubicBezTo>
                <a:cubicBezTo>
                  <a:pt x="69666" y="104635"/>
                  <a:pt x="69666" y="109871"/>
                  <a:pt x="71406" y="115097"/>
                </a:cubicBezTo>
                <a:cubicBezTo>
                  <a:pt x="71406" y="120334"/>
                  <a:pt x="74888" y="125571"/>
                  <a:pt x="80120" y="129059"/>
                </a:cubicBezTo>
                <a:cubicBezTo>
                  <a:pt x="81862" y="134283"/>
                  <a:pt x="81862" y="139521"/>
                  <a:pt x="83603" y="146496"/>
                </a:cubicBezTo>
                <a:cubicBezTo>
                  <a:pt x="59220" y="148234"/>
                  <a:pt x="34837" y="155209"/>
                  <a:pt x="12196" y="165682"/>
                </a:cubicBezTo>
                <a:cubicBezTo>
                  <a:pt x="5222" y="170908"/>
                  <a:pt x="0" y="179633"/>
                  <a:pt x="0" y="188345"/>
                </a:cubicBezTo>
                <a:cubicBezTo>
                  <a:pt x="1741" y="197070"/>
                  <a:pt x="1741" y="205793"/>
                  <a:pt x="3482" y="214507"/>
                </a:cubicBezTo>
                <a:cubicBezTo>
                  <a:pt x="3482" y="221482"/>
                  <a:pt x="10446" y="228456"/>
                  <a:pt x="17419" y="230206"/>
                </a:cubicBezTo>
                <a:cubicBezTo>
                  <a:pt x="80120" y="240669"/>
                  <a:pt x="141072" y="240669"/>
                  <a:pt x="203773" y="230206"/>
                </a:cubicBezTo>
                <a:cubicBezTo>
                  <a:pt x="210746" y="228456"/>
                  <a:pt x="217710" y="221482"/>
                  <a:pt x="217710" y="214507"/>
                </a:cubicBezTo>
                <a:cubicBezTo>
                  <a:pt x="217710" y="205793"/>
                  <a:pt x="219451" y="197070"/>
                  <a:pt x="219451" y="188345"/>
                </a:cubicBezTo>
                <a:cubicBezTo>
                  <a:pt x="221192" y="179633"/>
                  <a:pt x="215970" y="170908"/>
                  <a:pt x="208996" y="165682"/>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3" name="Freeform 42">
            <a:extLst>
              <a:ext uri="{FF2B5EF4-FFF2-40B4-BE49-F238E27FC236}">
                <a16:creationId xmlns:a16="http://schemas.microsoft.com/office/drawing/2014/main" id="{A52BC4D1-8C2D-4263-C388-5C64EE40BA91}"/>
              </a:ext>
            </a:extLst>
          </p:cNvPr>
          <p:cNvSpPr/>
          <p:nvPr/>
        </p:nvSpPr>
        <p:spPr>
          <a:xfrm>
            <a:off x="2362200" y="2260600"/>
            <a:ext cx="25706" cy="63586"/>
          </a:xfrm>
          <a:custGeom>
            <a:avLst/>
            <a:gdLst/>
            <a:ahLst/>
            <a:cxnLst/>
            <a:rect l="l" t="t" r="r" b="b"/>
            <a:pathLst>
              <a:path w="25706" h="63586">
                <a:moveTo>
                  <a:pt x="13710" y="63586"/>
                </a:moveTo>
                <a:cubicBezTo>
                  <a:pt x="6855" y="63586"/>
                  <a:pt x="0" y="56892"/>
                  <a:pt x="0" y="50201"/>
                </a:cubicBezTo>
                <a:cubicBezTo>
                  <a:pt x="0" y="11713"/>
                  <a:pt x="0" y="11713"/>
                  <a:pt x="0" y="11713"/>
                </a:cubicBezTo>
                <a:cubicBezTo>
                  <a:pt x="0" y="5019"/>
                  <a:pt x="6855" y="0"/>
                  <a:pt x="13710" y="0"/>
                </a:cubicBezTo>
                <a:cubicBezTo>
                  <a:pt x="20565" y="0"/>
                  <a:pt x="25706" y="5019"/>
                  <a:pt x="25706" y="11713"/>
                </a:cubicBezTo>
                <a:cubicBezTo>
                  <a:pt x="25706" y="50201"/>
                  <a:pt x="25706" y="50201"/>
                  <a:pt x="25706" y="50201"/>
                </a:cubicBezTo>
                <a:cubicBezTo>
                  <a:pt x="25706" y="56892"/>
                  <a:pt x="20565" y="63586"/>
                  <a:pt x="13710" y="63586"/>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4" name="Freeform 43">
            <a:extLst>
              <a:ext uri="{FF2B5EF4-FFF2-40B4-BE49-F238E27FC236}">
                <a16:creationId xmlns:a16="http://schemas.microsoft.com/office/drawing/2014/main" id="{9B0B4C7B-BB97-02D8-33C7-3C718F3BACB8}"/>
              </a:ext>
            </a:extLst>
          </p:cNvPr>
          <p:cNvSpPr/>
          <p:nvPr/>
        </p:nvSpPr>
        <p:spPr>
          <a:xfrm>
            <a:off x="2258978" y="2271599"/>
            <a:ext cx="47352" cy="59527"/>
          </a:xfrm>
          <a:custGeom>
            <a:avLst/>
            <a:gdLst/>
            <a:ahLst/>
            <a:cxnLst/>
            <a:rect l="l" t="t" r="r" b="b"/>
            <a:pathLst>
              <a:path w="47352" h="59527">
                <a:moveTo>
                  <a:pt x="33824" y="59528"/>
                </a:moveTo>
                <a:cubicBezTo>
                  <a:pt x="28749" y="59528"/>
                  <a:pt x="25366" y="57827"/>
                  <a:pt x="21986" y="54426"/>
                </a:cubicBezTo>
                <a:cubicBezTo>
                  <a:pt x="3382" y="20411"/>
                  <a:pt x="3382" y="20411"/>
                  <a:pt x="3382" y="20411"/>
                </a:cubicBezTo>
                <a:cubicBezTo>
                  <a:pt x="0" y="13606"/>
                  <a:pt x="1691" y="6805"/>
                  <a:pt x="6766" y="3402"/>
                </a:cubicBezTo>
                <a:cubicBezTo>
                  <a:pt x="13528" y="0"/>
                  <a:pt x="20294" y="1701"/>
                  <a:pt x="23676" y="8506"/>
                </a:cubicBezTo>
                <a:cubicBezTo>
                  <a:pt x="43970" y="42521"/>
                  <a:pt x="43970" y="42521"/>
                  <a:pt x="43970" y="42521"/>
                </a:cubicBezTo>
                <a:cubicBezTo>
                  <a:pt x="47352" y="47623"/>
                  <a:pt x="45662" y="56127"/>
                  <a:pt x="38896" y="59528"/>
                </a:cubicBezTo>
                <a:cubicBezTo>
                  <a:pt x="37205" y="59528"/>
                  <a:pt x="35514" y="59528"/>
                  <a:pt x="33824" y="5952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5" name="Freeform 44">
            <a:extLst>
              <a:ext uri="{FF2B5EF4-FFF2-40B4-BE49-F238E27FC236}">
                <a16:creationId xmlns:a16="http://schemas.microsoft.com/office/drawing/2014/main" id="{88E159D1-E204-7C76-81CE-D83A54D58A79}"/>
              </a:ext>
            </a:extLst>
          </p:cNvPr>
          <p:cNvSpPr/>
          <p:nvPr/>
        </p:nvSpPr>
        <p:spPr>
          <a:xfrm>
            <a:off x="2195417" y="2347797"/>
            <a:ext cx="62233" cy="45997"/>
          </a:xfrm>
          <a:custGeom>
            <a:avLst/>
            <a:gdLst/>
            <a:ahLst/>
            <a:cxnLst/>
            <a:rect l="l" t="t" r="r" b="b"/>
            <a:pathLst>
              <a:path w="62233" h="45997">
                <a:moveTo>
                  <a:pt x="47096" y="45997"/>
                </a:moveTo>
                <a:cubicBezTo>
                  <a:pt x="45413" y="45997"/>
                  <a:pt x="43730" y="45997"/>
                  <a:pt x="42051" y="44294"/>
                </a:cubicBezTo>
                <a:cubicBezTo>
                  <a:pt x="8410" y="23851"/>
                  <a:pt x="8410" y="23851"/>
                  <a:pt x="8410" y="23851"/>
                </a:cubicBezTo>
                <a:cubicBezTo>
                  <a:pt x="1683" y="20443"/>
                  <a:pt x="0" y="13628"/>
                  <a:pt x="3366" y="8518"/>
                </a:cubicBezTo>
                <a:cubicBezTo>
                  <a:pt x="6727" y="1703"/>
                  <a:pt x="15137" y="0"/>
                  <a:pt x="20183" y="3406"/>
                </a:cubicBezTo>
                <a:cubicBezTo>
                  <a:pt x="53823" y="23851"/>
                  <a:pt x="53823" y="23851"/>
                  <a:pt x="53823" y="23851"/>
                </a:cubicBezTo>
                <a:cubicBezTo>
                  <a:pt x="58869" y="27257"/>
                  <a:pt x="62233" y="34071"/>
                  <a:pt x="58869" y="39182"/>
                </a:cubicBezTo>
                <a:cubicBezTo>
                  <a:pt x="55506" y="44294"/>
                  <a:pt x="52140" y="45997"/>
                  <a:pt x="47096" y="45997"/>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6" name="Freeform 45">
            <a:extLst>
              <a:ext uri="{FF2B5EF4-FFF2-40B4-BE49-F238E27FC236}">
                <a16:creationId xmlns:a16="http://schemas.microsoft.com/office/drawing/2014/main" id="{5BC79689-18A2-D5FF-B2C2-70E6F90DED15}"/>
              </a:ext>
            </a:extLst>
          </p:cNvPr>
          <p:cNvSpPr/>
          <p:nvPr/>
        </p:nvSpPr>
        <p:spPr>
          <a:xfrm>
            <a:off x="2159000" y="2451100"/>
            <a:ext cx="63588" cy="22998"/>
          </a:xfrm>
          <a:custGeom>
            <a:avLst/>
            <a:gdLst/>
            <a:ahLst/>
            <a:cxnLst/>
            <a:rect l="l" t="t" r="r" b="b"/>
            <a:pathLst>
              <a:path w="63588" h="22998">
                <a:moveTo>
                  <a:pt x="51873" y="22998"/>
                </a:moveTo>
                <a:cubicBezTo>
                  <a:pt x="13386" y="22998"/>
                  <a:pt x="13386" y="22998"/>
                  <a:pt x="13386" y="22998"/>
                </a:cubicBezTo>
                <a:cubicBezTo>
                  <a:pt x="6694" y="22998"/>
                  <a:pt x="0" y="18070"/>
                  <a:pt x="0" y="11500"/>
                </a:cubicBezTo>
                <a:cubicBezTo>
                  <a:pt x="0" y="4929"/>
                  <a:pt x="6694" y="0"/>
                  <a:pt x="13386" y="0"/>
                </a:cubicBezTo>
                <a:cubicBezTo>
                  <a:pt x="51873" y="0"/>
                  <a:pt x="51873" y="0"/>
                  <a:pt x="51873" y="0"/>
                </a:cubicBezTo>
                <a:cubicBezTo>
                  <a:pt x="58567" y="0"/>
                  <a:pt x="63588" y="4929"/>
                  <a:pt x="63588" y="11500"/>
                </a:cubicBezTo>
                <a:cubicBezTo>
                  <a:pt x="63588" y="18070"/>
                  <a:pt x="58567" y="22998"/>
                  <a:pt x="51873" y="2299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7" name="Freeform 46">
            <a:extLst>
              <a:ext uri="{FF2B5EF4-FFF2-40B4-BE49-F238E27FC236}">
                <a16:creationId xmlns:a16="http://schemas.microsoft.com/office/drawing/2014/main" id="{6A96BFDD-92D8-2BD0-18BD-C600C71DE98D}"/>
              </a:ext>
            </a:extLst>
          </p:cNvPr>
          <p:cNvSpPr/>
          <p:nvPr/>
        </p:nvSpPr>
        <p:spPr>
          <a:xfrm>
            <a:off x="2182390" y="2525664"/>
            <a:ext cx="62233" cy="45998"/>
          </a:xfrm>
          <a:custGeom>
            <a:avLst/>
            <a:gdLst/>
            <a:ahLst/>
            <a:cxnLst/>
            <a:rect l="l" t="t" r="r" b="b"/>
            <a:pathLst>
              <a:path w="62233" h="45998">
                <a:moveTo>
                  <a:pt x="15137" y="45998"/>
                </a:moveTo>
                <a:cubicBezTo>
                  <a:pt x="10091" y="45998"/>
                  <a:pt x="6727" y="42592"/>
                  <a:pt x="3364" y="39185"/>
                </a:cubicBezTo>
                <a:cubicBezTo>
                  <a:pt x="0" y="34073"/>
                  <a:pt x="3364" y="25555"/>
                  <a:pt x="8410" y="22148"/>
                </a:cubicBezTo>
                <a:cubicBezTo>
                  <a:pt x="42049" y="3408"/>
                  <a:pt x="42049" y="3408"/>
                  <a:pt x="42049" y="3408"/>
                </a:cubicBezTo>
                <a:cubicBezTo>
                  <a:pt x="48776" y="0"/>
                  <a:pt x="55504" y="1705"/>
                  <a:pt x="58867" y="6815"/>
                </a:cubicBezTo>
                <a:cubicBezTo>
                  <a:pt x="62232" y="13630"/>
                  <a:pt x="60549" y="20445"/>
                  <a:pt x="53822" y="23852"/>
                </a:cubicBezTo>
                <a:cubicBezTo>
                  <a:pt x="20181" y="44295"/>
                  <a:pt x="20181" y="44295"/>
                  <a:pt x="20181" y="44295"/>
                </a:cubicBezTo>
                <a:cubicBezTo>
                  <a:pt x="18502" y="44295"/>
                  <a:pt x="16819" y="45998"/>
                  <a:pt x="15137" y="4599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8" name="Freeform 47">
            <a:extLst>
              <a:ext uri="{FF2B5EF4-FFF2-40B4-BE49-F238E27FC236}">
                <a16:creationId xmlns:a16="http://schemas.microsoft.com/office/drawing/2014/main" id="{8F783BDC-3B95-4352-99DF-5D7E16BC892E}"/>
              </a:ext>
            </a:extLst>
          </p:cNvPr>
          <p:cNvSpPr/>
          <p:nvPr/>
        </p:nvSpPr>
        <p:spPr>
          <a:xfrm>
            <a:off x="2500217" y="2538297"/>
            <a:ext cx="62235" cy="45997"/>
          </a:xfrm>
          <a:custGeom>
            <a:avLst/>
            <a:gdLst/>
            <a:ahLst/>
            <a:cxnLst/>
            <a:rect l="l" t="t" r="r" b="b"/>
            <a:pathLst>
              <a:path w="62235" h="45997">
                <a:moveTo>
                  <a:pt x="48780" y="45997"/>
                </a:moveTo>
                <a:cubicBezTo>
                  <a:pt x="45415" y="45997"/>
                  <a:pt x="43733" y="45997"/>
                  <a:pt x="42052" y="44294"/>
                </a:cubicBezTo>
                <a:cubicBezTo>
                  <a:pt x="8410" y="25554"/>
                  <a:pt x="8410" y="25554"/>
                  <a:pt x="8410" y="25554"/>
                </a:cubicBezTo>
                <a:cubicBezTo>
                  <a:pt x="1683" y="22146"/>
                  <a:pt x="0" y="13628"/>
                  <a:pt x="3366" y="8518"/>
                </a:cubicBezTo>
                <a:cubicBezTo>
                  <a:pt x="6729" y="1703"/>
                  <a:pt x="15139" y="0"/>
                  <a:pt x="20183" y="3406"/>
                </a:cubicBezTo>
                <a:cubicBezTo>
                  <a:pt x="53825" y="23851"/>
                  <a:pt x="53825" y="23851"/>
                  <a:pt x="53825" y="23851"/>
                </a:cubicBezTo>
                <a:cubicBezTo>
                  <a:pt x="60553" y="27257"/>
                  <a:pt x="62235" y="34071"/>
                  <a:pt x="58870" y="39182"/>
                </a:cubicBezTo>
                <a:cubicBezTo>
                  <a:pt x="57191" y="44294"/>
                  <a:pt x="52143" y="45997"/>
                  <a:pt x="48780" y="45997"/>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9" name="Freeform 48">
            <a:extLst>
              <a:ext uri="{FF2B5EF4-FFF2-40B4-BE49-F238E27FC236}">
                <a16:creationId xmlns:a16="http://schemas.microsoft.com/office/drawing/2014/main" id="{5FD30585-1182-1E87-DBED-249A98131618}"/>
              </a:ext>
            </a:extLst>
          </p:cNvPr>
          <p:cNvSpPr/>
          <p:nvPr/>
        </p:nvSpPr>
        <p:spPr>
          <a:xfrm>
            <a:off x="2527300" y="2463800"/>
            <a:ext cx="62234" cy="22998"/>
          </a:xfrm>
          <a:custGeom>
            <a:avLst/>
            <a:gdLst/>
            <a:ahLst/>
            <a:cxnLst/>
            <a:rect l="l" t="t" r="r" b="b"/>
            <a:pathLst>
              <a:path w="62234" h="22998">
                <a:moveTo>
                  <a:pt x="50461" y="22998"/>
                </a:moveTo>
                <a:cubicBezTo>
                  <a:pt x="11773" y="22998"/>
                  <a:pt x="11773" y="22998"/>
                  <a:pt x="11773" y="22998"/>
                </a:cubicBezTo>
                <a:cubicBezTo>
                  <a:pt x="5044" y="22998"/>
                  <a:pt x="0" y="18070"/>
                  <a:pt x="0" y="11500"/>
                </a:cubicBezTo>
                <a:cubicBezTo>
                  <a:pt x="0" y="4929"/>
                  <a:pt x="5044" y="0"/>
                  <a:pt x="11773" y="0"/>
                </a:cubicBezTo>
                <a:cubicBezTo>
                  <a:pt x="50461" y="0"/>
                  <a:pt x="50461" y="0"/>
                  <a:pt x="50461" y="0"/>
                </a:cubicBezTo>
                <a:cubicBezTo>
                  <a:pt x="57189" y="0"/>
                  <a:pt x="62234" y="4929"/>
                  <a:pt x="62234" y="11500"/>
                </a:cubicBezTo>
                <a:cubicBezTo>
                  <a:pt x="62234" y="18070"/>
                  <a:pt x="57189" y="22998"/>
                  <a:pt x="50461" y="2299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0" name="Freeform 49">
            <a:extLst>
              <a:ext uri="{FF2B5EF4-FFF2-40B4-BE49-F238E27FC236}">
                <a16:creationId xmlns:a16="http://schemas.microsoft.com/office/drawing/2014/main" id="{3957F574-629D-1D0F-C4CB-1A4F6EC922D2}"/>
              </a:ext>
            </a:extLst>
          </p:cNvPr>
          <p:cNvSpPr/>
          <p:nvPr/>
        </p:nvSpPr>
        <p:spPr>
          <a:xfrm>
            <a:off x="2500217" y="2360497"/>
            <a:ext cx="62233" cy="45997"/>
          </a:xfrm>
          <a:custGeom>
            <a:avLst/>
            <a:gdLst/>
            <a:ahLst/>
            <a:cxnLst/>
            <a:rect l="l" t="t" r="r" b="b"/>
            <a:pathLst>
              <a:path w="62233" h="45997">
                <a:moveTo>
                  <a:pt x="13456" y="45997"/>
                </a:moveTo>
                <a:cubicBezTo>
                  <a:pt x="10093" y="45997"/>
                  <a:pt x="5045" y="44294"/>
                  <a:pt x="3366" y="40886"/>
                </a:cubicBezTo>
                <a:cubicBezTo>
                  <a:pt x="0" y="34071"/>
                  <a:pt x="1683" y="27257"/>
                  <a:pt x="8410" y="23851"/>
                </a:cubicBezTo>
                <a:cubicBezTo>
                  <a:pt x="42051" y="3406"/>
                  <a:pt x="42051" y="3406"/>
                  <a:pt x="42051" y="3406"/>
                </a:cubicBezTo>
                <a:cubicBezTo>
                  <a:pt x="47096" y="0"/>
                  <a:pt x="55506" y="1703"/>
                  <a:pt x="58869" y="8518"/>
                </a:cubicBezTo>
                <a:cubicBezTo>
                  <a:pt x="62233" y="13628"/>
                  <a:pt x="58869" y="22146"/>
                  <a:pt x="53823" y="25554"/>
                </a:cubicBezTo>
                <a:cubicBezTo>
                  <a:pt x="20183" y="44294"/>
                  <a:pt x="20183" y="44294"/>
                  <a:pt x="20183" y="44294"/>
                </a:cubicBezTo>
                <a:cubicBezTo>
                  <a:pt x="18503" y="45997"/>
                  <a:pt x="15137" y="45997"/>
                  <a:pt x="13456" y="45997"/>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1" name="Freeform 50">
            <a:extLst>
              <a:ext uri="{FF2B5EF4-FFF2-40B4-BE49-F238E27FC236}">
                <a16:creationId xmlns:a16="http://schemas.microsoft.com/office/drawing/2014/main" id="{4A9A299C-F477-027A-74D7-6CA3D55F16EC}"/>
              </a:ext>
            </a:extLst>
          </p:cNvPr>
          <p:cNvSpPr/>
          <p:nvPr/>
        </p:nvSpPr>
        <p:spPr>
          <a:xfrm>
            <a:off x="2449431" y="2284368"/>
            <a:ext cx="48705" cy="59527"/>
          </a:xfrm>
          <a:custGeom>
            <a:avLst/>
            <a:gdLst/>
            <a:ahLst/>
            <a:cxnLst/>
            <a:rect l="l" t="t" r="r" b="b"/>
            <a:pathLst>
              <a:path w="48705" h="59527">
                <a:moveTo>
                  <a:pt x="13916" y="59527"/>
                </a:moveTo>
                <a:cubicBezTo>
                  <a:pt x="12177" y="59527"/>
                  <a:pt x="8697" y="59527"/>
                  <a:pt x="6959" y="57827"/>
                </a:cubicBezTo>
                <a:cubicBezTo>
                  <a:pt x="1739" y="54426"/>
                  <a:pt x="0" y="47621"/>
                  <a:pt x="3480" y="40818"/>
                </a:cubicBezTo>
                <a:cubicBezTo>
                  <a:pt x="22614" y="6805"/>
                  <a:pt x="22614" y="6805"/>
                  <a:pt x="22614" y="6805"/>
                </a:cubicBezTo>
                <a:cubicBezTo>
                  <a:pt x="26091" y="1701"/>
                  <a:pt x="33049" y="0"/>
                  <a:pt x="40008" y="3401"/>
                </a:cubicBezTo>
                <a:cubicBezTo>
                  <a:pt x="45226" y="6805"/>
                  <a:pt x="48705" y="13606"/>
                  <a:pt x="45226" y="18710"/>
                </a:cubicBezTo>
                <a:cubicBezTo>
                  <a:pt x="24352" y="54426"/>
                  <a:pt x="24352" y="54426"/>
                  <a:pt x="24352" y="54426"/>
                </a:cubicBezTo>
                <a:cubicBezTo>
                  <a:pt x="22614" y="57827"/>
                  <a:pt x="17394" y="59527"/>
                  <a:pt x="13916" y="59527"/>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2" name="Freeform 51">
            <a:extLst>
              <a:ext uri="{FF2B5EF4-FFF2-40B4-BE49-F238E27FC236}">
                <a16:creationId xmlns:a16="http://schemas.microsoft.com/office/drawing/2014/main" id="{6E688BC9-B9EF-28A1-0AF7-4D0ACD5AC80B}"/>
              </a:ext>
            </a:extLst>
          </p:cNvPr>
          <p:cNvSpPr/>
          <p:nvPr/>
        </p:nvSpPr>
        <p:spPr>
          <a:xfrm>
            <a:off x="2260600" y="2362200"/>
            <a:ext cx="228639" cy="274634"/>
          </a:xfrm>
          <a:custGeom>
            <a:avLst/>
            <a:gdLst/>
            <a:ahLst/>
            <a:cxnLst/>
            <a:rect l="l" t="t" r="r" b="b"/>
            <a:pathLst>
              <a:path w="228639" h="274634">
                <a:moveTo>
                  <a:pt x="228639" y="113579"/>
                </a:moveTo>
                <a:cubicBezTo>
                  <a:pt x="228639" y="50858"/>
                  <a:pt x="177449" y="0"/>
                  <a:pt x="114319" y="0"/>
                </a:cubicBezTo>
                <a:cubicBezTo>
                  <a:pt x="51190" y="0"/>
                  <a:pt x="0" y="50858"/>
                  <a:pt x="0" y="113579"/>
                </a:cubicBezTo>
                <a:cubicBezTo>
                  <a:pt x="0" y="116973"/>
                  <a:pt x="0" y="120368"/>
                  <a:pt x="0" y="123750"/>
                </a:cubicBezTo>
                <a:cubicBezTo>
                  <a:pt x="0" y="125454"/>
                  <a:pt x="1704" y="169523"/>
                  <a:pt x="44362" y="223775"/>
                </a:cubicBezTo>
                <a:cubicBezTo>
                  <a:pt x="58017" y="240725"/>
                  <a:pt x="52894" y="274634"/>
                  <a:pt x="52894" y="274634"/>
                </a:cubicBezTo>
                <a:cubicBezTo>
                  <a:pt x="69957" y="274634"/>
                  <a:pt x="87020" y="274634"/>
                  <a:pt x="105788" y="274634"/>
                </a:cubicBezTo>
                <a:cubicBezTo>
                  <a:pt x="110912" y="274634"/>
                  <a:pt x="116023" y="274634"/>
                  <a:pt x="121147" y="274634"/>
                </a:cubicBezTo>
                <a:cubicBezTo>
                  <a:pt x="139915" y="274634"/>
                  <a:pt x="156977" y="274634"/>
                  <a:pt x="174041" y="274634"/>
                </a:cubicBezTo>
                <a:cubicBezTo>
                  <a:pt x="174041" y="274634"/>
                  <a:pt x="168918" y="240725"/>
                  <a:pt x="182573" y="223775"/>
                </a:cubicBezTo>
                <a:cubicBezTo>
                  <a:pt x="225231" y="169523"/>
                  <a:pt x="228639" y="125454"/>
                  <a:pt x="226935" y="123750"/>
                </a:cubicBezTo>
                <a:cubicBezTo>
                  <a:pt x="226935" y="120368"/>
                  <a:pt x="228639" y="116973"/>
                  <a:pt x="228639" y="113579"/>
                </a:cubicBezTo>
                <a:close/>
                <a:moveTo>
                  <a:pt x="100665" y="254291"/>
                </a:moveTo>
                <a:cubicBezTo>
                  <a:pt x="100665" y="200038"/>
                  <a:pt x="100665" y="200038"/>
                  <a:pt x="100665" y="200038"/>
                </a:cubicBezTo>
                <a:cubicBezTo>
                  <a:pt x="100665" y="198347"/>
                  <a:pt x="100665" y="198347"/>
                  <a:pt x="98961" y="196656"/>
                </a:cubicBezTo>
                <a:cubicBezTo>
                  <a:pt x="76784" y="154266"/>
                  <a:pt x="76784" y="154266"/>
                  <a:pt x="76784" y="154266"/>
                </a:cubicBezTo>
                <a:cubicBezTo>
                  <a:pt x="78489" y="154266"/>
                  <a:pt x="80193" y="154266"/>
                  <a:pt x="81897" y="152574"/>
                </a:cubicBezTo>
                <a:cubicBezTo>
                  <a:pt x="85316" y="152574"/>
                  <a:pt x="88725" y="149179"/>
                  <a:pt x="92133" y="147489"/>
                </a:cubicBezTo>
                <a:cubicBezTo>
                  <a:pt x="95552" y="150884"/>
                  <a:pt x="100665" y="154266"/>
                  <a:pt x="104084" y="154266"/>
                </a:cubicBezTo>
                <a:cubicBezTo>
                  <a:pt x="110912" y="155969"/>
                  <a:pt x="117728" y="152574"/>
                  <a:pt x="124555" y="147489"/>
                </a:cubicBezTo>
                <a:cubicBezTo>
                  <a:pt x="124555" y="147489"/>
                  <a:pt x="124555" y="147489"/>
                  <a:pt x="124555" y="149179"/>
                </a:cubicBezTo>
                <a:cubicBezTo>
                  <a:pt x="127974" y="154266"/>
                  <a:pt x="133087" y="155969"/>
                  <a:pt x="136506" y="155969"/>
                </a:cubicBezTo>
                <a:cubicBezTo>
                  <a:pt x="138210" y="155969"/>
                  <a:pt x="138210" y="155969"/>
                  <a:pt x="138210" y="155969"/>
                </a:cubicBezTo>
                <a:cubicBezTo>
                  <a:pt x="139915" y="155969"/>
                  <a:pt x="141619" y="155969"/>
                  <a:pt x="143323" y="154266"/>
                </a:cubicBezTo>
                <a:cubicBezTo>
                  <a:pt x="121147" y="196656"/>
                  <a:pt x="121147" y="196656"/>
                  <a:pt x="121147" y="196656"/>
                </a:cubicBezTo>
                <a:cubicBezTo>
                  <a:pt x="121147" y="198347"/>
                  <a:pt x="121147" y="198347"/>
                  <a:pt x="121147" y="200038"/>
                </a:cubicBezTo>
                <a:cubicBezTo>
                  <a:pt x="121147" y="254291"/>
                  <a:pt x="121147" y="254291"/>
                  <a:pt x="121147" y="254291"/>
                </a:cubicBezTo>
                <a:lnTo>
                  <a:pt x="100665" y="254291"/>
                </a:lnTo>
                <a:close/>
                <a:moveTo>
                  <a:pt x="93848" y="122060"/>
                </a:moveTo>
                <a:cubicBezTo>
                  <a:pt x="93848" y="122060"/>
                  <a:pt x="93848" y="122060"/>
                  <a:pt x="93848" y="122060"/>
                </a:cubicBezTo>
                <a:cubicBezTo>
                  <a:pt x="93848" y="122060"/>
                  <a:pt x="93848" y="122060"/>
                  <a:pt x="95552" y="122060"/>
                </a:cubicBezTo>
                <a:cubicBezTo>
                  <a:pt x="97257" y="122060"/>
                  <a:pt x="97257" y="122060"/>
                  <a:pt x="97257" y="125454"/>
                </a:cubicBezTo>
                <a:cubicBezTo>
                  <a:pt x="97257" y="127145"/>
                  <a:pt x="95552" y="130541"/>
                  <a:pt x="93848" y="135626"/>
                </a:cubicBezTo>
                <a:cubicBezTo>
                  <a:pt x="92133" y="128836"/>
                  <a:pt x="92133" y="123750"/>
                  <a:pt x="93848" y="122060"/>
                </a:cubicBezTo>
                <a:close/>
                <a:moveTo>
                  <a:pt x="126260" y="120368"/>
                </a:moveTo>
                <a:cubicBezTo>
                  <a:pt x="126260" y="118665"/>
                  <a:pt x="127974" y="118665"/>
                  <a:pt x="127974" y="118665"/>
                </a:cubicBezTo>
                <a:cubicBezTo>
                  <a:pt x="127974" y="118665"/>
                  <a:pt x="127974" y="118665"/>
                  <a:pt x="127974" y="118665"/>
                </a:cubicBezTo>
                <a:cubicBezTo>
                  <a:pt x="129678" y="118665"/>
                  <a:pt x="129678" y="118665"/>
                  <a:pt x="129678" y="118665"/>
                </a:cubicBezTo>
                <a:cubicBezTo>
                  <a:pt x="129678" y="120368"/>
                  <a:pt x="129678" y="125454"/>
                  <a:pt x="126260" y="132231"/>
                </a:cubicBezTo>
                <a:cubicBezTo>
                  <a:pt x="124555" y="127145"/>
                  <a:pt x="124555" y="122060"/>
                  <a:pt x="126260" y="120368"/>
                </a:cubicBezTo>
                <a:close/>
                <a:moveTo>
                  <a:pt x="208167" y="116973"/>
                </a:moveTo>
                <a:cubicBezTo>
                  <a:pt x="206452" y="130541"/>
                  <a:pt x="206452" y="130541"/>
                  <a:pt x="206452" y="130541"/>
                </a:cubicBezTo>
                <a:cubicBezTo>
                  <a:pt x="206452" y="130541"/>
                  <a:pt x="206452" y="130541"/>
                  <a:pt x="206452" y="130541"/>
                </a:cubicBezTo>
                <a:cubicBezTo>
                  <a:pt x="204748" y="142403"/>
                  <a:pt x="196216" y="174608"/>
                  <a:pt x="167213" y="211913"/>
                </a:cubicBezTo>
                <a:cubicBezTo>
                  <a:pt x="156977" y="223775"/>
                  <a:pt x="153558" y="240725"/>
                  <a:pt x="153558" y="254291"/>
                </a:cubicBezTo>
                <a:cubicBezTo>
                  <a:pt x="134791" y="254291"/>
                  <a:pt x="134791" y="254291"/>
                  <a:pt x="134791" y="254291"/>
                </a:cubicBezTo>
                <a:cubicBezTo>
                  <a:pt x="134791" y="201742"/>
                  <a:pt x="134791" y="201742"/>
                  <a:pt x="134791" y="201742"/>
                </a:cubicBezTo>
                <a:cubicBezTo>
                  <a:pt x="160386" y="152574"/>
                  <a:pt x="160386" y="152574"/>
                  <a:pt x="160386" y="152574"/>
                </a:cubicBezTo>
                <a:cubicBezTo>
                  <a:pt x="162090" y="149179"/>
                  <a:pt x="160386" y="144094"/>
                  <a:pt x="156977" y="142403"/>
                </a:cubicBezTo>
                <a:cubicBezTo>
                  <a:pt x="153558" y="140712"/>
                  <a:pt x="150151" y="142403"/>
                  <a:pt x="148446" y="145797"/>
                </a:cubicBezTo>
                <a:cubicBezTo>
                  <a:pt x="145026" y="147489"/>
                  <a:pt x="141619" y="149179"/>
                  <a:pt x="138210" y="149179"/>
                </a:cubicBezTo>
                <a:cubicBezTo>
                  <a:pt x="134791" y="149179"/>
                  <a:pt x="133087" y="147489"/>
                  <a:pt x="131383" y="144094"/>
                </a:cubicBezTo>
                <a:cubicBezTo>
                  <a:pt x="129678" y="144094"/>
                  <a:pt x="129678" y="142403"/>
                  <a:pt x="127974" y="140712"/>
                </a:cubicBezTo>
                <a:cubicBezTo>
                  <a:pt x="127974" y="140712"/>
                  <a:pt x="127974" y="140712"/>
                  <a:pt x="127974" y="140712"/>
                </a:cubicBezTo>
                <a:cubicBezTo>
                  <a:pt x="134791" y="132231"/>
                  <a:pt x="138210" y="122060"/>
                  <a:pt x="134791" y="115283"/>
                </a:cubicBezTo>
                <a:cubicBezTo>
                  <a:pt x="134791" y="111888"/>
                  <a:pt x="131383" y="110197"/>
                  <a:pt x="127974" y="111888"/>
                </a:cubicBezTo>
                <a:cubicBezTo>
                  <a:pt x="124555" y="111888"/>
                  <a:pt x="121147" y="113579"/>
                  <a:pt x="119442" y="116973"/>
                </a:cubicBezTo>
                <a:cubicBezTo>
                  <a:pt x="117728" y="122060"/>
                  <a:pt x="117728" y="132231"/>
                  <a:pt x="121147" y="139008"/>
                </a:cubicBezTo>
                <a:cubicBezTo>
                  <a:pt x="116023" y="144094"/>
                  <a:pt x="110912" y="149179"/>
                  <a:pt x="105788" y="147489"/>
                </a:cubicBezTo>
                <a:cubicBezTo>
                  <a:pt x="102380" y="147489"/>
                  <a:pt x="98961" y="145797"/>
                  <a:pt x="97257" y="142403"/>
                </a:cubicBezTo>
                <a:cubicBezTo>
                  <a:pt x="102380" y="135626"/>
                  <a:pt x="104084" y="130541"/>
                  <a:pt x="104084" y="123750"/>
                </a:cubicBezTo>
                <a:cubicBezTo>
                  <a:pt x="104084" y="120368"/>
                  <a:pt x="102380" y="115283"/>
                  <a:pt x="97257" y="115283"/>
                </a:cubicBezTo>
                <a:cubicBezTo>
                  <a:pt x="93848" y="113579"/>
                  <a:pt x="90429" y="115283"/>
                  <a:pt x="88725" y="116973"/>
                </a:cubicBezTo>
                <a:cubicBezTo>
                  <a:pt x="83612" y="122060"/>
                  <a:pt x="85316" y="130541"/>
                  <a:pt x="87020" y="137317"/>
                </a:cubicBezTo>
                <a:cubicBezTo>
                  <a:pt x="87020" y="139008"/>
                  <a:pt x="87020" y="140712"/>
                  <a:pt x="88725" y="140712"/>
                </a:cubicBezTo>
                <a:cubicBezTo>
                  <a:pt x="85316" y="144094"/>
                  <a:pt x="81897" y="145797"/>
                  <a:pt x="80193" y="147489"/>
                </a:cubicBezTo>
                <a:cubicBezTo>
                  <a:pt x="76784" y="147489"/>
                  <a:pt x="75080" y="147489"/>
                  <a:pt x="73365" y="147489"/>
                </a:cubicBezTo>
                <a:cubicBezTo>
                  <a:pt x="73365" y="145797"/>
                  <a:pt x="73365" y="145797"/>
                  <a:pt x="73365" y="145797"/>
                </a:cubicBezTo>
                <a:cubicBezTo>
                  <a:pt x="71661" y="142403"/>
                  <a:pt x="68254" y="140712"/>
                  <a:pt x="64834" y="142403"/>
                </a:cubicBezTo>
                <a:cubicBezTo>
                  <a:pt x="64834" y="142403"/>
                  <a:pt x="64834" y="142403"/>
                  <a:pt x="63129" y="142403"/>
                </a:cubicBezTo>
                <a:cubicBezTo>
                  <a:pt x="63129" y="142403"/>
                  <a:pt x="63129" y="142403"/>
                  <a:pt x="63129" y="142403"/>
                </a:cubicBezTo>
                <a:cubicBezTo>
                  <a:pt x="63129" y="142403"/>
                  <a:pt x="63129" y="142403"/>
                  <a:pt x="63129" y="142403"/>
                </a:cubicBezTo>
                <a:cubicBezTo>
                  <a:pt x="63129" y="142403"/>
                  <a:pt x="63129" y="142403"/>
                  <a:pt x="63129" y="142403"/>
                </a:cubicBezTo>
                <a:cubicBezTo>
                  <a:pt x="63129" y="142403"/>
                  <a:pt x="63129" y="142403"/>
                  <a:pt x="63129" y="142403"/>
                </a:cubicBezTo>
                <a:cubicBezTo>
                  <a:pt x="59722" y="144094"/>
                  <a:pt x="59722" y="149179"/>
                  <a:pt x="61426" y="152574"/>
                </a:cubicBezTo>
                <a:cubicBezTo>
                  <a:pt x="87020" y="201742"/>
                  <a:pt x="87020" y="201742"/>
                  <a:pt x="87020" y="201742"/>
                </a:cubicBezTo>
                <a:cubicBezTo>
                  <a:pt x="87020" y="254291"/>
                  <a:pt x="87020" y="254291"/>
                  <a:pt x="87020" y="254291"/>
                </a:cubicBezTo>
                <a:cubicBezTo>
                  <a:pt x="73365" y="254291"/>
                  <a:pt x="73365" y="254291"/>
                  <a:pt x="73365" y="254291"/>
                </a:cubicBezTo>
                <a:cubicBezTo>
                  <a:pt x="73365" y="240725"/>
                  <a:pt x="69957" y="223775"/>
                  <a:pt x="61426" y="211913"/>
                </a:cubicBezTo>
                <a:cubicBezTo>
                  <a:pt x="30707" y="174608"/>
                  <a:pt x="22187" y="142403"/>
                  <a:pt x="20471" y="130541"/>
                </a:cubicBezTo>
                <a:cubicBezTo>
                  <a:pt x="20471" y="130541"/>
                  <a:pt x="20471" y="130541"/>
                  <a:pt x="20471" y="130541"/>
                </a:cubicBezTo>
                <a:cubicBezTo>
                  <a:pt x="18768" y="116973"/>
                  <a:pt x="18768" y="116973"/>
                  <a:pt x="18768" y="116973"/>
                </a:cubicBezTo>
                <a:cubicBezTo>
                  <a:pt x="18768" y="115283"/>
                  <a:pt x="18768" y="113579"/>
                  <a:pt x="18768" y="113579"/>
                </a:cubicBezTo>
                <a:cubicBezTo>
                  <a:pt x="18768" y="61030"/>
                  <a:pt x="61426" y="18652"/>
                  <a:pt x="114319" y="18652"/>
                </a:cubicBezTo>
                <a:cubicBezTo>
                  <a:pt x="165509" y="18652"/>
                  <a:pt x="208167" y="61030"/>
                  <a:pt x="208167" y="113579"/>
                </a:cubicBezTo>
                <a:cubicBezTo>
                  <a:pt x="208167" y="113579"/>
                  <a:pt x="208167" y="115283"/>
                  <a:pt x="208167" y="116973"/>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3" name="Freeform 52">
            <a:extLst>
              <a:ext uri="{FF2B5EF4-FFF2-40B4-BE49-F238E27FC236}">
                <a16:creationId xmlns:a16="http://schemas.microsoft.com/office/drawing/2014/main" id="{2B629E9A-7805-74F1-F217-3E50B0D814D9}"/>
              </a:ext>
            </a:extLst>
          </p:cNvPr>
          <p:cNvSpPr/>
          <p:nvPr/>
        </p:nvSpPr>
        <p:spPr>
          <a:xfrm>
            <a:off x="2311400" y="2641600"/>
            <a:ext cx="120409" cy="68998"/>
          </a:xfrm>
          <a:custGeom>
            <a:avLst/>
            <a:gdLst/>
            <a:ahLst/>
            <a:cxnLst/>
            <a:rect l="l" t="t" r="r" b="b"/>
            <a:pathLst>
              <a:path w="120409" h="68998">
                <a:moveTo>
                  <a:pt x="0" y="10349"/>
                </a:moveTo>
                <a:cubicBezTo>
                  <a:pt x="5089" y="10349"/>
                  <a:pt x="5089" y="10349"/>
                  <a:pt x="5089" y="10349"/>
                </a:cubicBezTo>
                <a:cubicBezTo>
                  <a:pt x="5089" y="18975"/>
                  <a:pt x="5089" y="18975"/>
                  <a:pt x="5089" y="18975"/>
                </a:cubicBezTo>
                <a:cubicBezTo>
                  <a:pt x="0" y="18975"/>
                  <a:pt x="0" y="18975"/>
                  <a:pt x="0" y="18975"/>
                </a:cubicBezTo>
                <a:cubicBezTo>
                  <a:pt x="0" y="29324"/>
                  <a:pt x="0" y="29324"/>
                  <a:pt x="0" y="29324"/>
                </a:cubicBezTo>
                <a:cubicBezTo>
                  <a:pt x="5089" y="29324"/>
                  <a:pt x="5089" y="29324"/>
                  <a:pt x="5089" y="29324"/>
                </a:cubicBezTo>
                <a:cubicBezTo>
                  <a:pt x="5089" y="37949"/>
                  <a:pt x="5089" y="37949"/>
                  <a:pt x="5089" y="37949"/>
                </a:cubicBezTo>
                <a:cubicBezTo>
                  <a:pt x="0" y="37949"/>
                  <a:pt x="0" y="37949"/>
                  <a:pt x="0" y="37949"/>
                </a:cubicBezTo>
                <a:cubicBezTo>
                  <a:pt x="1694" y="48298"/>
                  <a:pt x="11873" y="58649"/>
                  <a:pt x="27136" y="58649"/>
                </a:cubicBezTo>
                <a:cubicBezTo>
                  <a:pt x="28832" y="65549"/>
                  <a:pt x="33920" y="68998"/>
                  <a:pt x="40700" y="68998"/>
                </a:cubicBezTo>
                <a:cubicBezTo>
                  <a:pt x="79709" y="68998"/>
                  <a:pt x="79709" y="68998"/>
                  <a:pt x="79709" y="68998"/>
                </a:cubicBezTo>
                <a:cubicBezTo>
                  <a:pt x="86488" y="68998"/>
                  <a:pt x="91577" y="65549"/>
                  <a:pt x="94973" y="58649"/>
                </a:cubicBezTo>
                <a:cubicBezTo>
                  <a:pt x="108535" y="58649"/>
                  <a:pt x="118715" y="48298"/>
                  <a:pt x="120409" y="37949"/>
                </a:cubicBezTo>
                <a:cubicBezTo>
                  <a:pt x="115320" y="37949"/>
                  <a:pt x="115320" y="37949"/>
                  <a:pt x="115320" y="37949"/>
                </a:cubicBezTo>
                <a:cubicBezTo>
                  <a:pt x="115320" y="29324"/>
                  <a:pt x="115320" y="29324"/>
                  <a:pt x="115320" y="29324"/>
                </a:cubicBezTo>
                <a:cubicBezTo>
                  <a:pt x="120409" y="29324"/>
                  <a:pt x="120409" y="29324"/>
                  <a:pt x="120409" y="29324"/>
                </a:cubicBezTo>
                <a:cubicBezTo>
                  <a:pt x="120409" y="18975"/>
                  <a:pt x="120409" y="18975"/>
                  <a:pt x="120409" y="18975"/>
                </a:cubicBezTo>
                <a:cubicBezTo>
                  <a:pt x="115320" y="18975"/>
                  <a:pt x="115320" y="18975"/>
                  <a:pt x="115320" y="18975"/>
                </a:cubicBezTo>
                <a:cubicBezTo>
                  <a:pt x="115320" y="10349"/>
                  <a:pt x="115320" y="10349"/>
                  <a:pt x="115320" y="10349"/>
                </a:cubicBezTo>
                <a:cubicBezTo>
                  <a:pt x="120409" y="10349"/>
                  <a:pt x="120409" y="10349"/>
                  <a:pt x="120409" y="10349"/>
                </a:cubicBezTo>
                <a:cubicBezTo>
                  <a:pt x="120409" y="0"/>
                  <a:pt x="120409" y="0"/>
                  <a:pt x="120409" y="0"/>
                </a:cubicBezTo>
                <a:cubicBezTo>
                  <a:pt x="0" y="0"/>
                  <a:pt x="0" y="0"/>
                  <a:pt x="0" y="0"/>
                </a:cubicBezTo>
                <a:lnTo>
                  <a:pt x="0" y="10349"/>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Tree>
    <p:extLst>
      <p:ext uri="{BB962C8B-B14F-4D97-AF65-F5344CB8AC3E}">
        <p14:creationId xmlns:p14="http://schemas.microsoft.com/office/powerpoint/2010/main" val="428349810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4_标题幻灯片">
    <p:spTree>
      <p:nvGrpSpPr>
        <p:cNvPr id="1" name=""/>
        <p:cNvGrpSpPr/>
        <p:nvPr/>
      </p:nvGrpSpPr>
      <p:grpSpPr>
        <a:xfrm>
          <a:off x="0" y="0"/>
          <a:ext cx="0" cy="0"/>
          <a:chOff x="0" y="0"/>
          <a:chExt cx="0" cy="0"/>
        </a:xfrm>
      </p:grpSpPr>
      <p:sp>
        <p:nvSpPr>
          <p:cNvPr id="24" name="矩形 23">
            <a:extLst>
              <a:ext uri="{FF2B5EF4-FFF2-40B4-BE49-F238E27FC236}">
                <a16:creationId xmlns:a16="http://schemas.microsoft.com/office/drawing/2014/main" id="{6FDE90AF-D06B-A0A7-4121-3791C83777E6}"/>
              </a:ext>
            </a:extLst>
          </p:cNvPr>
          <p:cNvSpPr/>
          <p:nvPr/>
        </p:nvSpPr>
        <p:spPr>
          <a:xfrm>
            <a:off x="666750" y="2740061"/>
            <a:ext cx="10858500" cy="1344118"/>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AutoShape 13">
            <a:extLst>
              <a:ext uri="{FF2B5EF4-FFF2-40B4-BE49-F238E27FC236}">
                <a16:creationId xmlns:a16="http://schemas.microsoft.com/office/drawing/2014/main" id="{6557337C-E8A3-E738-19B1-E705B4956512}"/>
              </a:ext>
            </a:extLst>
          </p:cNvPr>
          <p:cNvSpPr/>
          <p:nvPr/>
        </p:nvSpPr>
        <p:spPr>
          <a:xfrm>
            <a:off x="4565650" y="1430925"/>
            <a:ext cx="3060700" cy="3644900"/>
          </a:xfrm>
          <a:prstGeom prst="roundRect">
            <a:avLst>
              <a:gd name="adj" fmla="val 3319"/>
            </a:avLst>
          </a:prstGeom>
          <a:solidFill>
            <a:srgbClr val="F9F9F9">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sp>
        <p:nvSpPr>
          <p:cNvPr id="15" name="AutoShape 14">
            <a:extLst>
              <a:ext uri="{FF2B5EF4-FFF2-40B4-BE49-F238E27FC236}">
                <a16:creationId xmlns:a16="http://schemas.microsoft.com/office/drawing/2014/main" id="{DB99849A-52EA-95E5-FCAF-524325A70610}"/>
              </a:ext>
            </a:extLst>
          </p:cNvPr>
          <p:cNvSpPr/>
          <p:nvPr/>
        </p:nvSpPr>
        <p:spPr>
          <a:xfrm>
            <a:off x="8261350" y="1430925"/>
            <a:ext cx="3060700" cy="3644900"/>
          </a:xfrm>
          <a:prstGeom prst="roundRect">
            <a:avLst>
              <a:gd name="adj" fmla="val 3319"/>
            </a:avLst>
          </a:prstGeom>
          <a:solidFill>
            <a:srgbClr val="F9F9F9">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sp>
        <p:nvSpPr>
          <p:cNvPr id="17" name="Freeform 18">
            <a:extLst>
              <a:ext uri="{FF2B5EF4-FFF2-40B4-BE49-F238E27FC236}">
                <a16:creationId xmlns:a16="http://schemas.microsoft.com/office/drawing/2014/main" id="{4BAC272A-A091-BEDC-9631-7449FE6F123F}"/>
              </a:ext>
            </a:extLst>
          </p:cNvPr>
          <p:cNvSpPr/>
          <p:nvPr/>
        </p:nvSpPr>
        <p:spPr>
          <a:xfrm>
            <a:off x="4578350" y="5012325"/>
            <a:ext cx="3050577" cy="66674"/>
          </a:xfrm>
          <a:custGeom>
            <a:avLst/>
            <a:gdLst/>
            <a:ahLst/>
            <a:cxnLst/>
            <a:rect l="l" t="t" r="r" b="b"/>
            <a:pathLst>
              <a:path w="3050577" h="66674">
                <a:moveTo>
                  <a:pt x="0" y="0"/>
                </a:moveTo>
                <a:lnTo>
                  <a:pt x="3050577" y="0"/>
                </a:lnTo>
                <a:lnTo>
                  <a:pt x="3049436" y="5650"/>
                </a:lnTo>
                <a:cubicBezTo>
                  <a:pt x="3034267" y="41511"/>
                  <a:pt x="2998760" y="66674"/>
                  <a:pt x="2957372" y="66674"/>
                </a:cubicBezTo>
                <a:lnTo>
                  <a:pt x="93205" y="66674"/>
                </a:lnTo>
                <a:cubicBezTo>
                  <a:pt x="51819" y="66674"/>
                  <a:pt x="16308" y="41511"/>
                  <a:pt x="1140" y="5650"/>
                </a:cubicBezTo>
                <a:close/>
              </a:path>
            </a:pathLst>
          </a:custGeom>
          <a:solidFill>
            <a:srgbClr val="17406D">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sp>
        <p:nvSpPr>
          <p:cNvPr id="18" name="Freeform 19">
            <a:extLst>
              <a:ext uri="{FF2B5EF4-FFF2-40B4-BE49-F238E27FC236}">
                <a16:creationId xmlns:a16="http://schemas.microsoft.com/office/drawing/2014/main" id="{8598B6D2-3046-F8D8-FBB0-F4647994D27E}"/>
              </a:ext>
            </a:extLst>
          </p:cNvPr>
          <p:cNvSpPr/>
          <p:nvPr/>
        </p:nvSpPr>
        <p:spPr>
          <a:xfrm>
            <a:off x="8274050" y="5012325"/>
            <a:ext cx="3050577" cy="66674"/>
          </a:xfrm>
          <a:custGeom>
            <a:avLst/>
            <a:gdLst/>
            <a:ahLst/>
            <a:cxnLst/>
            <a:rect l="l" t="t" r="r" b="b"/>
            <a:pathLst>
              <a:path w="3050577" h="66674">
                <a:moveTo>
                  <a:pt x="0" y="0"/>
                </a:moveTo>
                <a:lnTo>
                  <a:pt x="3050577" y="0"/>
                </a:lnTo>
                <a:lnTo>
                  <a:pt x="3049436" y="5650"/>
                </a:lnTo>
                <a:cubicBezTo>
                  <a:pt x="3034267" y="41511"/>
                  <a:pt x="2998760" y="66674"/>
                  <a:pt x="2957372" y="66674"/>
                </a:cubicBezTo>
                <a:lnTo>
                  <a:pt x="93205" y="66674"/>
                </a:lnTo>
                <a:cubicBezTo>
                  <a:pt x="51819" y="66674"/>
                  <a:pt x="16308" y="41511"/>
                  <a:pt x="1140" y="5650"/>
                </a:cubicBezTo>
                <a:close/>
              </a:path>
            </a:pathLst>
          </a:custGeom>
          <a:solidFill>
            <a:srgbClr val="17406D">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cxnSp>
        <p:nvCxnSpPr>
          <p:cNvPr id="20" name="Connector 25">
            <a:extLst>
              <a:ext uri="{FF2B5EF4-FFF2-40B4-BE49-F238E27FC236}">
                <a16:creationId xmlns:a16="http://schemas.microsoft.com/office/drawing/2014/main" id="{08384863-0AF4-D3D8-13D8-FF039DBB945B}"/>
              </a:ext>
            </a:extLst>
          </p:cNvPr>
          <p:cNvCxnSpPr/>
          <p:nvPr/>
        </p:nvCxnSpPr>
        <p:spPr>
          <a:xfrm rot="5">
            <a:off x="5657850" y="2319926"/>
            <a:ext cx="889091" cy="12700"/>
          </a:xfrm>
          <a:prstGeom prst="line">
            <a:avLst/>
          </a:prstGeom>
          <a:solidFill>
            <a:srgbClr val="DEE0E3">
              <a:alpha val="100000"/>
            </a:srgbClr>
          </a:solidFill>
          <a:ln w="25400" cap="flat" cmpd="sng">
            <a:solidFill>
              <a:srgbClr val="17406D">
                <a:alpha val="100000"/>
              </a:srgbClr>
            </a:solidFill>
            <a:prstDash val="solid"/>
            <a:miter lim="10000000"/>
            <a:headEnd type="none" w="med" len="med"/>
            <a:tailEnd type="none" w="med" len="med"/>
          </a:ln>
        </p:spPr>
      </p:cxnSp>
      <p:cxnSp>
        <p:nvCxnSpPr>
          <p:cNvPr id="21" name="Connector 26">
            <a:extLst>
              <a:ext uri="{FF2B5EF4-FFF2-40B4-BE49-F238E27FC236}">
                <a16:creationId xmlns:a16="http://schemas.microsoft.com/office/drawing/2014/main" id="{5CF3A5FD-E24F-F5D6-E620-A9FECD69AAC0}"/>
              </a:ext>
            </a:extLst>
          </p:cNvPr>
          <p:cNvCxnSpPr/>
          <p:nvPr/>
        </p:nvCxnSpPr>
        <p:spPr>
          <a:xfrm rot="4">
            <a:off x="9340850" y="2319926"/>
            <a:ext cx="901789" cy="12700"/>
          </a:xfrm>
          <a:prstGeom prst="line">
            <a:avLst/>
          </a:prstGeom>
          <a:solidFill>
            <a:srgbClr val="DEE0E3">
              <a:alpha val="100000"/>
            </a:srgbClr>
          </a:solidFill>
          <a:ln w="25400" cap="flat" cmpd="sng">
            <a:solidFill>
              <a:srgbClr val="17406D">
                <a:alpha val="100000"/>
              </a:srgbClr>
            </a:solidFill>
            <a:prstDash val="solid"/>
            <a:miter lim="10000000"/>
            <a:headEnd type="none" w="med" len="med"/>
            <a:tailEnd type="none" w="med" len="med"/>
          </a:ln>
        </p:spPr>
      </p:cxnSp>
      <p:sp>
        <p:nvSpPr>
          <p:cNvPr id="5" name="AutoShape 12">
            <a:extLst>
              <a:ext uri="{FF2B5EF4-FFF2-40B4-BE49-F238E27FC236}">
                <a16:creationId xmlns:a16="http://schemas.microsoft.com/office/drawing/2014/main" id="{148892B6-CD71-F624-A4BE-77AC8FBAAB95}"/>
              </a:ext>
            </a:extLst>
          </p:cNvPr>
          <p:cNvSpPr/>
          <p:nvPr/>
        </p:nvSpPr>
        <p:spPr>
          <a:xfrm>
            <a:off x="869950" y="1430925"/>
            <a:ext cx="3060700" cy="3644900"/>
          </a:xfrm>
          <a:prstGeom prst="roundRect">
            <a:avLst>
              <a:gd name="adj" fmla="val 3319"/>
            </a:avLst>
          </a:prstGeom>
          <a:solidFill>
            <a:srgbClr val="F9F9F9">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sp>
        <p:nvSpPr>
          <p:cNvPr id="16" name="Freeform 17">
            <a:extLst>
              <a:ext uri="{FF2B5EF4-FFF2-40B4-BE49-F238E27FC236}">
                <a16:creationId xmlns:a16="http://schemas.microsoft.com/office/drawing/2014/main" id="{F5B0D683-35DA-8DD7-6794-57E57B657050}"/>
              </a:ext>
            </a:extLst>
          </p:cNvPr>
          <p:cNvSpPr/>
          <p:nvPr/>
        </p:nvSpPr>
        <p:spPr>
          <a:xfrm>
            <a:off x="875362" y="5012325"/>
            <a:ext cx="3050577" cy="66674"/>
          </a:xfrm>
          <a:custGeom>
            <a:avLst/>
            <a:gdLst/>
            <a:ahLst/>
            <a:cxnLst/>
            <a:rect l="l" t="t" r="r" b="b"/>
            <a:pathLst>
              <a:path w="3050577" h="66674">
                <a:moveTo>
                  <a:pt x="0" y="0"/>
                </a:moveTo>
                <a:lnTo>
                  <a:pt x="3050577" y="0"/>
                </a:lnTo>
                <a:lnTo>
                  <a:pt x="3049436" y="5650"/>
                </a:lnTo>
                <a:cubicBezTo>
                  <a:pt x="3034267" y="41511"/>
                  <a:pt x="2998760" y="66674"/>
                  <a:pt x="2957372" y="66674"/>
                </a:cubicBezTo>
                <a:lnTo>
                  <a:pt x="93205" y="66674"/>
                </a:lnTo>
                <a:cubicBezTo>
                  <a:pt x="51819" y="66674"/>
                  <a:pt x="16308" y="41511"/>
                  <a:pt x="1140" y="5650"/>
                </a:cubicBezTo>
                <a:close/>
              </a:path>
            </a:pathLst>
          </a:custGeom>
          <a:solidFill>
            <a:srgbClr val="17406D">
              <a:alpha val="100000"/>
            </a:srgbClr>
          </a:solidFill>
          <a:ln w="25400" cap="flat" cmpd="sng">
            <a:noFill/>
            <a:prstDash val="solid"/>
            <a:round/>
          </a:ln>
          <a:effectLst>
            <a:outerShdw blurRad="254000" algn="ctr" rotWithShape="0">
              <a:srgbClr val="000000">
                <a:alpha val="12000"/>
              </a:srgbClr>
            </a:outerShdw>
          </a:effectLst>
        </p:spPr>
        <p:txBody>
          <a:bodyPr vert="horz" wrap="square" lIns="63500" tIns="63500" rIns="63500" bIns="63500" rtlCol="0" anchor="ctr"/>
          <a:lstStyle/>
          <a:p>
            <a:pPr algn="ctr">
              <a:defRPr/>
            </a:pPr>
            <a:endParaRPr/>
          </a:p>
        </p:txBody>
      </p:sp>
      <p:cxnSp>
        <p:nvCxnSpPr>
          <p:cNvPr id="19" name="Connector 23">
            <a:extLst>
              <a:ext uri="{FF2B5EF4-FFF2-40B4-BE49-F238E27FC236}">
                <a16:creationId xmlns:a16="http://schemas.microsoft.com/office/drawing/2014/main" id="{6D27593A-F22D-88F9-C79C-97F432C7A2F8}"/>
              </a:ext>
            </a:extLst>
          </p:cNvPr>
          <p:cNvCxnSpPr/>
          <p:nvPr/>
        </p:nvCxnSpPr>
        <p:spPr>
          <a:xfrm rot="4">
            <a:off x="1962150" y="2319926"/>
            <a:ext cx="901789" cy="12700"/>
          </a:xfrm>
          <a:prstGeom prst="line">
            <a:avLst/>
          </a:prstGeom>
          <a:solidFill>
            <a:srgbClr val="DEE0E3">
              <a:alpha val="100000"/>
            </a:srgbClr>
          </a:solidFill>
          <a:ln w="25400" cap="flat" cmpd="sng">
            <a:solidFill>
              <a:srgbClr val="17406D">
                <a:alpha val="100000"/>
              </a:srgbClr>
            </a:solidFill>
            <a:prstDash val="solid"/>
            <a:miter lim="10000000"/>
            <a:headEnd type="none" w="med" len="med"/>
            <a:tailEnd type="none" w="med" len="med"/>
          </a:ln>
        </p:spPr>
      </p:cxnSp>
    </p:spTree>
    <p:extLst>
      <p:ext uri="{BB962C8B-B14F-4D97-AF65-F5344CB8AC3E}">
        <p14:creationId xmlns:p14="http://schemas.microsoft.com/office/powerpoint/2010/main" val="279109707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pic>
        <p:nvPicPr>
          <p:cNvPr id="4" name="Picture 11">
            <a:extLst>
              <a:ext uri="{FF2B5EF4-FFF2-40B4-BE49-F238E27FC236}">
                <a16:creationId xmlns:a16="http://schemas.microsoft.com/office/drawing/2014/main" id="{D67635CD-646D-7B00-FCB3-502BC52DBDF0}"/>
              </a:ext>
            </a:extLst>
          </p:cNvPr>
          <p:cNvPicPr>
            <a:picLocks noChangeAspect="1"/>
          </p:cNvPicPr>
          <p:nvPr/>
        </p:nvPicPr>
        <p:blipFill>
          <a:blip r:embed="rId2"/>
          <a:srcRect t="28415" b="28415"/>
          <a:stretch>
            <a:fillRect/>
          </a:stretch>
        </p:blipFill>
        <p:spPr>
          <a:xfrm>
            <a:off x="2895600" y="1727200"/>
            <a:ext cx="8623300" cy="2006600"/>
          </a:xfrm>
          <a:prstGeom prst="rect">
            <a:avLst/>
          </a:prstGeom>
          <a:noFill/>
          <a:ln w="25400" cap="flat" cmpd="sng">
            <a:noFill/>
            <a:prstDash val="solid"/>
            <a:round/>
          </a:ln>
        </p:spPr>
      </p:pic>
      <p:sp>
        <p:nvSpPr>
          <p:cNvPr id="6" name="AutoShape 12">
            <a:extLst>
              <a:ext uri="{FF2B5EF4-FFF2-40B4-BE49-F238E27FC236}">
                <a16:creationId xmlns:a16="http://schemas.microsoft.com/office/drawing/2014/main" id="{9CF639FF-1518-D6A9-E84A-E75D4DA37251}"/>
              </a:ext>
            </a:extLst>
          </p:cNvPr>
          <p:cNvSpPr/>
          <p:nvPr/>
        </p:nvSpPr>
        <p:spPr>
          <a:xfrm>
            <a:off x="673100" y="1739900"/>
            <a:ext cx="10845800" cy="2006600"/>
          </a:xfrm>
          <a:prstGeom prst="roundRect">
            <a:avLst>
              <a:gd name="adj" fmla="val 0"/>
            </a:avLst>
          </a:prstGeom>
          <a:gradFill rotWithShape="1">
            <a:gsLst>
              <a:gs pos="0">
                <a:srgbClr val="F2F6FA">
                  <a:alpha val="53000"/>
                </a:srgbClr>
              </a:gs>
              <a:gs pos="74000">
                <a:srgbClr val="26476A">
                  <a:alpha val="100000"/>
                </a:srgbClr>
              </a:gs>
              <a:gs pos="83000">
                <a:srgbClr val="26476A">
                  <a:alpha val="100000"/>
                </a:srgbClr>
              </a:gs>
              <a:gs pos="100000">
                <a:srgbClr val="26476A">
                  <a:alpha val="100000"/>
                </a:srgbClr>
              </a:gs>
            </a:gsLst>
            <a:lin ang="10800000"/>
          </a:gradFill>
          <a:ln w="25400" cap="flat" cmpd="sng">
            <a:noFill/>
            <a:prstDash val="solid"/>
            <a:round/>
          </a:ln>
        </p:spPr>
        <p:txBody>
          <a:bodyPr vert="horz" wrap="square" lIns="63500" tIns="63500" rIns="63500" bIns="63500" rtlCol="0" anchor="ctr"/>
          <a:lstStyle/>
          <a:p>
            <a:pPr algn="ctr">
              <a:defRPr/>
            </a:pPr>
            <a:endParaRPr/>
          </a:p>
        </p:txBody>
      </p:sp>
      <p:pic>
        <p:nvPicPr>
          <p:cNvPr id="8" name="Picture 13">
            <a:extLst>
              <a:ext uri="{FF2B5EF4-FFF2-40B4-BE49-F238E27FC236}">
                <a16:creationId xmlns:a16="http://schemas.microsoft.com/office/drawing/2014/main" id="{E818FDEA-2A9D-C31B-55EA-2C411CE978DA}"/>
              </a:ext>
            </a:extLst>
          </p:cNvPr>
          <p:cNvPicPr>
            <a:picLocks noChangeAspect="1"/>
          </p:cNvPicPr>
          <p:nvPr/>
        </p:nvPicPr>
        <p:blipFill>
          <a:blip r:embed="rId3"/>
          <a:srcRect/>
          <a:stretch>
            <a:fillRect/>
          </a:stretch>
        </p:blipFill>
        <p:spPr>
          <a:xfrm>
            <a:off x="596900" y="2273300"/>
            <a:ext cx="749300" cy="749300"/>
          </a:xfrm>
          <a:prstGeom prst="rect">
            <a:avLst/>
          </a:prstGeom>
          <a:noFill/>
          <a:ln w="25400" cap="flat" cmpd="sng">
            <a:noFill/>
            <a:prstDash val="solid"/>
            <a:round/>
          </a:ln>
        </p:spPr>
      </p:pic>
      <p:sp>
        <p:nvSpPr>
          <p:cNvPr id="10" name="AutoShape 14">
            <a:extLst>
              <a:ext uri="{FF2B5EF4-FFF2-40B4-BE49-F238E27FC236}">
                <a16:creationId xmlns:a16="http://schemas.microsoft.com/office/drawing/2014/main" id="{34D927B9-7D42-4BA5-B690-F733FA82FBB2}"/>
              </a:ext>
            </a:extLst>
          </p:cNvPr>
          <p:cNvSpPr/>
          <p:nvPr/>
        </p:nvSpPr>
        <p:spPr>
          <a:xfrm>
            <a:off x="1574800" y="2070100"/>
            <a:ext cx="7137400" cy="11557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25000"/>
              </a:lnSpc>
              <a:defRPr/>
            </a:pPr>
            <a:endParaRPr lang="en-US" sz="1100" dirty="0"/>
          </a:p>
        </p:txBody>
      </p:sp>
      <p:sp>
        <p:nvSpPr>
          <p:cNvPr id="12" name="AutoShape 15">
            <a:extLst>
              <a:ext uri="{FF2B5EF4-FFF2-40B4-BE49-F238E27FC236}">
                <a16:creationId xmlns:a16="http://schemas.microsoft.com/office/drawing/2014/main" id="{4DA18B41-8979-5166-98A7-8E7C79B88FE6}"/>
              </a:ext>
            </a:extLst>
          </p:cNvPr>
          <p:cNvSpPr/>
          <p:nvPr/>
        </p:nvSpPr>
        <p:spPr>
          <a:xfrm rot="5400000">
            <a:off x="1257300" y="2578100"/>
            <a:ext cx="254000" cy="127000"/>
          </a:xfrm>
          <a:prstGeom prst="triangle">
            <a:avLst>
              <a:gd name="adj" fmla="val 5000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6">
            <a:extLst>
              <a:ext uri="{FF2B5EF4-FFF2-40B4-BE49-F238E27FC236}">
                <a16:creationId xmlns:a16="http://schemas.microsoft.com/office/drawing/2014/main" id="{A0AA7D50-A1E0-D31C-9673-874898DD7A2C}"/>
              </a:ext>
            </a:extLst>
          </p:cNvPr>
          <p:cNvSpPr/>
          <p:nvPr/>
        </p:nvSpPr>
        <p:spPr>
          <a:xfrm>
            <a:off x="1016000" y="3492500"/>
            <a:ext cx="3060700" cy="2667000"/>
          </a:xfrm>
          <a:prstGeom prst="roundRect">
            <a:avLst>
              <a:gd name="adj" fmla="val 0"/>
            </a:avLst>
          </a:prstGeom>
          <a:solidFill>
            <a:srgbClr val="FFFFFF">
              <a:alpha val="100000"/>
            </a:srgbClr>
          </a:solidFill>
          <a:ln w="25400" cap="flat" cmpd="sng">
            <a:noFill/>
            <a:prstDash val="solid"/>
            <a:round/>
          </a:ln>
          <a:effectLst>
            <a:outerShdw blurRad="254000" algn="ctr" rotWithShape="0">
              <a:srgbClr val="000000">
                <a:alpha val="15000"/>
              </a:srgbClr>
            </a:outerShdw>
          </a:effectLst>
        </p:spPr>
        <p:txBody>
          <a:bodyPr vert="horz" wrap="square" lIns="63500" tIns="63500" rIns="63500" bIns="63500" rtlCol="0" anchor="ctr"/>
          <a:lstStyle/>
          <a:p>
            <a:pPr algn="ctr">
              <a:defRPr/>
            </a:pPr>
            <a:endParaRPr/>
          </a:p>
        </p:txBody>
      </p:sp>
      <p:sp>
        <p:nvSpPr>
          <p:cNvPr id="16" name="AutoShape 17">
            <a:extLst>
              <a:ext uri="{FF2B5EF4-FFF2-40B4-BE49-F238E27FC236}">
                <a16:creationId xmlns:a16="http://schemas.microsoft.com/office/drawing/2014/main" id="{C8B75C00-2E7F-7A98-39B6-F78DAED698A6}"/>
              </a:ext>
            </a:extLst>
          </p:cNvPr>
          <p:cNvSpPr/>
          <p:nvPr/>
        </p:nvSpPr>
        <p:spPr>
          <a:xfrm>
            <a:off x="4559300" y="3492500"/>
            <a:ext cx="3060700" cy="2667000"/>
          </a:xfrm>
          <a:prstGeom prst="roundRect">
            <a:avLst>
              <a:gd name="adj" fmla="val 0"/>
            </a:avLst>
          </a:prstGeom>
          <a:solidFill>
            <a:srgbClr val="FFFFFF">
              <a:alpha val="100000"/>
            </a:srgbClr>
          </a:solidFill>
          <a:ln w="25400" cap="flat" cmpd="sng">
            <a:noFill/>
            <a:prstDash val="solid"/>
            <a:round/>
          </a:ln>
          <a:effectLst>
            <a:outerShdw blurRad="254000" algn="ctr" rotWithShape="0">
              <a:srgbClr val="000000">
                <a:alpha val="15000"/>
              </a:srgbClr>
            </a:outerShdw>
          </a:effectLst>
        </p:spPr>
        <p:txBody>
          <a:bodyPr vert="horz" wrap="square" lIns="63500" tIns="63500" rIns="63500" bIns="63500" rtlCol="0" anchor="ctr"/>
          <a:lstStyle/>
          <a:p>
            <a:pPr algn="ctr">
              <a:defRPr/>
            </a:pPr>
            <a:endParaRPr/>
          </a:p>
        </p:txBody>
      </p:sp>
      <p:sp>
        <p:nvSpPr>
          <p:cNvPr id="18" name="AutoShape 18">
            <a:extLst>
              <a:ext uri="{FF2B5EF4-FFF2-40B4-BE49-F238E27FC236}">
                <a16:creationId xmlns:a16="http://schemas.microsoft.com/office/drawing/2014/main" id="{3DF8ACAC-F5D3-1791-834A-57AB480033ED}"/>
              </a:ext>
            </a:extLst>
          </p:cNvPr>
          <p:cNvSpPr/>
          <p:nvPr/>
        </p:nvSpPr>
        <p:spPr>
          <a:xfrm>
            <a:off x="8115300" y="3492500"/>
            <a:ext cx="3060700" cy="2667000"/>
          </a:xfrm>
          <a:prstGeom prst="roundRect">
            <a:avLst>
              <a:gd name="adj" fmla="val 0"/>
            </a:avLst>
          </a:prstGeom>
          <a:solidFill>
            <a:srgbClr val="FFFFFF">
              <a:alpha val="100000"/>
            </a:srgbClr>
          </a:solidFill>
          <a:ln w="25400" cap="flat" cmpd="sng">
            <a:noFill/>
            <a:prstDash val="solid"/>
            <a:round/>
          </a:ln>
          <a:effectLst>
            <a:outerShdw blurRad="254000" algn="ctr" rotWithShape="0">
              <a:srgbClr val="000000">
                <a:alpha val="15000"/>
              </a:srgbClr>
            </a:outerShdw>
          </a:effectLst>
        </p:spPr>
        <p:txBody>
          <a:bodyPr vert="horz" wrap="square" lIns="63500" tIns="63500" rIns="63500" bIns="63500" rtlCol="0" anchor="ctr"/>
          <a:lstStyle/>
          <a:p>
            <a:pPr algn="ctr">
              <a:defRPr/>
            </a:pPr>
            <a:endParaRPr/>
          </a:p>
        </p:txBody>
      </p:sp>
      <p:sp>
        <p:nvSpPr>
          <p:cNvPr id="20" name="AutoShape 19">
            <a:extLst>
              <a:ext uri="{FF2B5EF4-FFF2-40B4-BE49-F238E27FC236}">
                <a16:creationId xmlns:a16="http://schemas.microsoft.com/office/drawing/2014/main" id="{A389D54C-1E28-ACA2-8067-2F7E43CB2966}"/>
              </a:ext>
            </a:extLst>
          </p:cNvPr>
          <p:cNvSpPr/>
          <p:nvPr/>
        </p:nvSpPr>
        <p:spPr>
          <a:xfrm>
            <a:off x="1219200" y="4533900"/>
            <a:ext cx="2755900" cy="3683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00000"/>
              </a:lnSpc>
              <a:defRPr/>
            </a:pPr>
            <a:endParaRPr lang="en-US" sz="1100" dirty="0"/>
          </a:p>
        </p:txBody>
      </p:sp>
      <p:sp>
        <p:nvSpPr>
          <p:cNvPr id="22" name="AutoShape 20">
            <a:extLst>
              <a:ext uri="{FF2B5EF4-FFF2-40B4-BE49-F238E27FC236}">
                <a16:creationId xmlns:a16="http://schemas.microsoft.com/office/drawing/2014/main" id="{420DDB25-6659-9E49-231E-EB244D98E151}"/>
              </a:ext>
            </a:extLst>
          </p:cNvPr>
          <p:cNvSpPr/>
          <p:nvPr/>
        </p:nvSpPr>
        <p:spPr>
          <a:xfrm>
            <a:off x="1320800" y="4953000"/>
            <a:ext cx="2476500" cy="8890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16666"/>
              </a:lnSpc>
              <a:defRPr/>
            </a:pPr>
            <a:endParaRPr lang="en-US" sz="1100" dirty="0"/>
          </a:p>
        </p:txBody>
      </p:sp>
      <p:sp>
        <p:nvSpPr>
          <p:cNvPr id="24" name="AutoShape 21">
            <a:extLst>
              <a:ext uri="{FF2B5EF4-FFF2-40B4-BE49-F238E27FC236}">
                <a16:creationId xmlns:a16="http://schemas.microsoft.com/office/drawing/2014/main" id="{5FF928F7-2E1B-69BE-B570-5AD5304AD93E}"/>
              </a:ext>
            </a:extLst>
          </p:cNvPr>
          <p:cNvSpPr/>
          <p:nvPr/>
        </p:nvSpPr>
        <p:spPr>
          <a:xfrm>
            <a:off x="1866900" y="6083300"/>
            <a:ext cx="1371600" cy="762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2">
            <a:extLst>
              <a:ext uri="{FF2B5EF4-FFF2-40B4-BE49-F238E27FC236}">
                <a16:creationId xmlns:a16="http://schemas.microsoft.com/office/drawing/2014/main" id="{6EE6E1BE-923D-18CE-6D5E-B179186DF5F9}"/>
              </a:ext>
            </a:extLst>
          </p:cNvPr>
          <p:cNvSpPr/>
          <p:nvPr/>
        </p:nvSpPr>
        <p:spPr>
          <a:xfrm>
            <a:off x="5410200" y="6083300"/>
            <a:ext cx="1371600" cy="762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3">
            <a:extLst>
              <a:ext uri="{FF2B5EF4-FFF2-40B4-BE49-F238E27FC236}">
                <a16:creationId xmlns:a16="http://schemas.microsoft.com/office/drawing/2014/main" id="{E21A4340-6557-91FD-BB02-DBE3EED720AB}"/>
              </a:ext>
            </a:extLst>
          </p:cNvPr>
          <p:cNvSpPr/>
          <p:nvPr/>
        </p:nvSpPr>
        <p:spPr>
          <a:xfrm>
            <a:off x="8966200" y="6083300"/>
            <a:ext cx="1371600" cy="762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AutoShape 24">
            <a:extLst>
              <a:ext uri="{FF2B5EF4-FFF2-40B4-BE49-F238E27FC236}">
                <a16:creationId xmlns:a16="http://schemas.microsoft.com/office/drawing/2014/main" id="{2BEF0DF9-E39D-63C2-364A-FBA037F34491}"/>
              </a:ext>
            </a:extLst>
          </p:cNvPr>
          <p:cNvSpPr/>
          <p:nvPr/>
        </p:nvSpPr>
        <p:spPr>
          <a:xfrm>
            <a:off x="4762500" y="4533900"/>
            <a:ext cx="2781300" cy="3683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00000"/>
              </a:lnSpc>
              <a:defRPr/>
            </a:pPr>
            <a:endParaRPr lang="en-US" sz="1100" dirty="0"/>
          </a:p>
        </p:txBody>
      </p:sp>
      <p:sp>
        <p:nvSpPr>
          <p:cNvPr id="32" name="AutoShape 25">
            <a:extLst>
              <a:ext uri="{FF2B5EF4-FFF2-40B4-BE49-F238E27FC236}">
                <a16:creationId xmlns:a16="http://schemas.microsoft.com/office/drawing/2014/main" id="{BE0A1C4A-DA1B-BA9C-E658-4D2F4E7C8F55}"/>
              </a:ext>
            </a:extLst>
          </p:cNvPr>
          <p:cNvSpPr/>
          <p:nvPr/>
        </p:nvSpPr>
        <p:spPr>
          <a:xfrm>
            <a:off x="4864100" y="4953000"/>
            <a:ext cx="2476500" cy="8890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16666"/>
              </a:lnSpc>
              <a:defRPr/>
            </a:pPr>
            <a:endParaRPr lang="en-US" sz="1100" dirty="0"/>
          </a:p>
        </p:txBody>
      </p:sp>
      <p:sp>
        <p:nvSpPr>
          <p:cNvPr id="34" name="AutoShape 26">
            <a:extLst>
              <a:ext uri="{FF2B5EF4-FFF2-40B4-BE49-F238E27FC236}">
                <a16:creationId xmlns:a16="http://schemas.microsoft.com/office/drawing/2014/main" id="{EF639CB7-C0C6-78BE-90A2-F36E36BFFE05}"/>
              </a:ext>
            </a:extLst>
          </p:cNvPr>
          <p:cNvSpPr/>
          <p:nvPr/>
        </p:nvSpPr>
        <p:spPr>
          <a:xfrm>
            <a:off x="8293100" y="4533900"/>
            <a:ext cx="2768600" cy="3683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00000"/>
              </a:lnSpc>
              <a:defRPr/>
            </a:pPr>
            <a:endParaRPr lang="en-US" sz="1100" dirty="0"/>
          </a:p>
        </p:txBody>
      </p:sp>
      <p:sp>
        <p:nvSpPr>
          <p:cNvPr id="36" name="AutoShape 27">
            <a:extLst>
              <a:ext uri="{FF2B5EF4-FFF2-40B4-BE49-F238E27FC236}">
                <a16:creationId xmlns:a16="http://schemas.microsoft.com/office/drawing/2014/main" id="{281FBB5F-C6A6-9A45-8DEF-466E1DDE6AB4}"/>
              </a:ext>
            </a:extLst>
          </p:cNvPr>
          <p:cNvSpPr/>
          <p:nvPr/>
        </p:nvSpPr>
        <p:spPr>
          <a:xfrm>
            <a:off x="8407400" y="4953000"/>
            <a:ext cx="2476500" cy="8890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16666"/>
              </a:lnSpc>
              <a:defRPr/>
            </a:pPr>
            <a:endParaRPr lang="en-US" sz="1100" dirty="0"/>
          </a:p>
        </p:txBody>
      </p:sp>
      <p:sp>
        <p:nvSpPr>
          <p:cNvPr id="38" name="Freeform 28">
            <a:extLst>
              <a:ext uri="{FF2B5EF4-FFF2-40B4-BE49-F238E27FC236}">
                <a16:creationId xmlns:a16="http://schemas.microsoft.com/office/drawing/2014/main" id="{88F219D0-E60E-7B40-921E-FFEA251AE664}"/>
              </a:ext>
            </a:extLst>
          </p:cNvPr>
          <p:cNvSpPr/>
          <p:nvPr/>
        </p:nvSpPr>
        <p:spPr>
          <a:xfrm>
            <a:off x="2247900" y="3810000"/>
            <a:ext cx="609685" cy="568123"/>
          </a:xfrm>
          <a:custGeom>
            <a:avLst/>
            <a:gdLst/>
            <a:ahLst/>
            <a:cxnLst/>
            <a:rect l="l" t="t" r="r" b="b"/>
            <a:pathLst>
              <a:path w="609685" h="568123">
                <a:moveTo>
                  <a:pt x="261931" y="446413"/>
                </a:moveTo>
                <a:lnTo>
                  <a:pt x="246750" y="507224"/>
                </a:lnTo>
                <a:lnTo>
                  <a:pt x="362936" y="507224"/>
                </a:lnTo>
                <a:lnTo>
                  <a:pt x="347665" y="446413"/>
                </a:lnTo>
                <a:close/>
                <a:moveTo>
                  <a:pt x="0" y="365272"/>
                </a:moveTo>
                <a:lnTo>
                  <a:pt x="609685" y="365272"/>
                </a:lnTo>
                <a:lnTo>
                  <a:pt x="609685" y="400760"/>
                </a:lnTo>
                <a:cubicBezTo>
                  <a:pt x="609685" y="425905"/>
                  <a:pt x="589145" y="446413"/>
                  <a:pt x="563960" y="446413"/>
                </a:cubicBezTo>
                <a:lnTo>
                  <a:pt x="368651" y="446413"/>
                </a:lnTo>
                <a:lnTo>
                  <a:pt x="383922" y="507224"/>
                </a:lnTo>
                <a:lnTo>
                  <a:pt x="386155" y="507224"/>
                </a:lnTo>
                <a:cubicBezTo>
                  <a:pt x="414106" y="507224"/>
                  <a:pt x="436880" y="530050"/>
                  <a:pt x="436880" y="557958"/>
                </a:cubicBezTo>
                <a:cubicBezTo>
                  <a:pt x="436880" y="563575"/>
                  <a:pt x="432326" y="568123"/>
                  <a:pt x="426789" y="568123"/>
                </a:cubicBezTo>
                <a:lnTo>
                  <a:pt x="182897" y="568123"/>
                </a:lnTo>
                <a:cubicBezTo>
                  <a:pt x="177270" y="568123"/>
                  <a:pt x="172716" y="563575"/>
                  <a:pt x="172716" y="557958"/>
                </a:cubicBezTo>
                <a:cubicBezTo>
                  <a:pt x="172716" y="530050"/>
                  <a:pt x="195489" y="507224"/>
                  <a:pt x="223530" y="507224"/>
                </a:cubicBezTo>
                <a:lnTo>
                  <a:pt x="225763" y="507224"/>
                </a:lnTo>
                <a:lnTo>
                  <a:pt x="241033" y="446413"/>
                </a:lnTo>
                <a:lnTo>
                  <a:pt x="45724" y="446413"/>
                </a:lnTo>
                <a:cubicBezTo>
                  <a:pt x="20540" y="446413"/>
                  <a:pt x="0" y="425905"/>
                  <a:pt x="0" y="400760"/>
                </a:cubicBezTo>
                <a:close/>
                <a:moveTo>
                  <a:pt x="101629" y="284042"/>
                </a:moveTo>
                <a:cubicBezTo>
                  <a:pt x="96003" y="284042"/>
                  <a:pt x="91448" y="288590"/>
                  <a:pt x="91448" y="294208"/>
                </a:cubicBezTo>
                <a:cubicBezTo>
                  <a:pt x="91448" y="299827"/>
                  <a:pt x="96003" y="304375"/>
                  <a:pt x="101629" y="304375"/>
                </a:cubicBezTo>
                <a:lnTo>
                  <a:pt x="142263" y="304375"/>
                </a:lnTo>
                <a:cubicBezTo>
                  <a:pt x="147889" y="304375"/>
                  <a:pt x="152443" y="299827"/>
                  <a:pt x="152443" y="294208"/>
                </a:cubicBezTo>
                <a:cubicBezTo>
                  <a:pt x="152443" y="288590"/>
                  <a:pt x="147889" y="284042"/>
                  <a:pt x="142263" y="284042"/>
                </a:cubicBezTo>
                <a:close/>
                <a:moveTo>
                  <a:pt x="101629" y="243464"/>
                </a:moveTo>
                <a:cubicBezTo>
                  <a:pt x="96003" y="243464"/>
                  <a:pt x="91448" y="248012"/>
                  <a:pt x="91448" y="253630"/>
                </a:cubicBezTo>
                <a:cubicBezTo>
                  <a:pt x="91448" y="259249"/>
                  <a:pt x="96003" y="263797"/>
                  <a:pt x="101629" y="263797"/>
                </a:cubicBezTo>
                <a:lnTo>
                  <a:pt x="121901" y="263797"/>
                </a:lnTo>
                <a:cubicBezTo>
                  <a:pt x="127528" y="263797"/>
                  <a:pt x="132083" y="259249"/>
                  <a:pt x="132083" y="253630"/>
                </a:cubicBezTo>
                <a:cubicBezTo>
                  <a:pt x="132083" y="248012"/>
                  <a:pt x="127528" y="243464"/>
                  <a:pt x="121901" y="243464"/>
                </a:cubicBezTo>
                <a:close/>
                <a:moveTo>
                  <a:pt x="101629" y="202886"/>
                </a:moveTo>
                <a:cubicBezTo>
                  <a:pt x="96003" y="202886"/>
                  <a:pt x="91448" y="207435"/>
                  <a:pt x="91448" y="213054"/>
                </a:cubicBezTo>
                <a:cubicBezTo>
                  <a:pt x="91448" y="218671"/>
                  <a:pt x="96003" y="223220"/>
                  <a:pt x="101629" y="223220"/>
                </a:cubicBezTo>
                <a:lnTo>
                  <a:pt x="142263" y="223220"/>
                </a:lnTo>
                <a:cubicBezTo>
                  <a:pt x="147889" y="223220"/>
                  <a:pt x="152443" y="218671"/>
                  <a:pt x="152443" y="213054"/>
                </a:cubicBezTo>
                <a:cubicBezTo>
                  <a:pt x="152443" y="207435"/>
                  <a:pt x="147889" y="202886"/>
                  <a:pt x="142263" y="202886"/>
                </a:cubicBezTo>
                <a:close/>
                <a:moveTo>
                  <a:pt x="101629" y="162310"/>
                </a:moveTo>
                <a:cubicBezTo>
                  <a:pt x="96003" y="162310"/>
                  <a:pt x="91448" y="166858"/>
                  <a:pt x="91448" y="172476"/>
                </a:cubicBezTo>
                <a:cubicBezTo>
                  <a:pt x="91448" y="178095"/>
                  <a:pt x="96003" y="182643"/>
                  <a:pt x="101629" y="182643"/>
                </a:cubicBezTo>
                <a:lnTo>
                  <a:pt x="121901" y="182643"/>
                </a:lnTo>
                <a:cubicBezTo>
                  <a:pt x="127528" y="182643"/>
                  <a:pt x="132083" y="178095"/>
                  <a:pt x="132083" y="172476"/>
                </a:cubicBezTo>
                <a:cubicBezTo>
                  <a:pt x="132083" y="166858"/>
                  <a:pt x="127528" y="162310"/>
                  <a:pt x="121901" y="162310"/>
                </a:cubicBezTo>
                <a:close/>
                <a:moveTo>
                  <a:pt x="101629" y="121732"/>
                </a:moveTo>
                <a:cubicBezTo>
                  <a:pt x="96003" y="121732"/>
                  <a:pt x="91448" y="126281"/>
                  <a:pt x="91448" y="131898"/>
                </a:cubicBezTo>
                <a:cubicBezTo>
                  <a:pt x="91448" y="137428"/>
                  <a:pt x="96003" y="141976"/>
                  <a:pt x="101629" y="141976"/>
                </a:cubicBezTo>
                <a:lnTo>
                  <a:pt x="142263" y="141976"/>
                </a:lnTo>
                <a:cubicBezTo>
                  <a:pt x="147889" y="141976"/>
                  <a:pt x="152443" y="137428"/>
                  <a:pt x="152443" y="131898"/>
                </a:cubicBezTo>
                <a:cubicBezTo>
                  <a:pt x="152443" y="126281"/>
                  <a:pt x="147889" y="121732"/>
                  <a:pt x="142263" y="121732"/>
                </a:cubicBezTo>
                <a:close/>
                <a:moveTo>
                  <a:pt x="477603" y="101399"/>
                </a:moveTo>
                <a:cubicBezTo>
                  <a:pt x="471976" y="101399"/>
                  <a:pt x="467422" y="105947"/>
                  <a:pt x="467422" y="111566"/>
                </a:cubicBezTo>
                <a:cubicBezTo>
                  <a:pt x="467422" y="117184"/>
                  <a:pt x="471976" y="121732"/>
                  <a:pt x="477603" y="121732"/>
                </a:cubicBezTo>
                <a:lnTo>
                  <a:pt x="524130" y="121732"/>
                </a:lnTo>
                <a:lnTo>
                  <a:pt x="402408" y="243375"/>
                </a:lnTo>
                <a:lnTo>
                  <a:pt x="318105" y="159188"/>
                </a:lnTo>
                <a:cubicBezTo>
                  <a:pt x="318016" y="159099"/>
                  <a:pt x="318016" y="159099"/>
                  <a:pt x="317925" y="159099"/>
                </a:cubicBezTo>
                <a:cubicBezTo>
                  <a:pt x="317925" y="159009"/>
                  <a:pt x="317837" y="158920"/>
                  <a:pt x="317837" y="158920"/>
                </a:cubicBezTo>
                <a:cubicBezTo>
                  <a:pt x="317301" y="158474"/>
                  <a:pt x="316765" y="158297"/>
                  <a:pt x="316229" y="157940"/>
                </a:cubicBezTo>
                <a:cubicBezTo>
                  <a:pt x="315693" y="157583"/>
                  <a:pt x="315158" y="157137"/>
                  <a:pt x="314532" y="156958"/>
                </a:cubicBezTo>
                <a:cubicBezTo>
                  <a:pt x="313907" y="156690"/>
                  <a:pt x="313282" y="156690"/>
                  <a:pt x="312656" y="156514"/>
                </a:cubicBezTo>
                <a:cubicBezTo>
                  <a:pt x="312031" y="156423"/>
                  <a:pt x="311407" y="156246"/>
                  <a:pt x="310692" y="156246"/>
                </a:cubicBezTo>
                <a:cubicBezTo>
                  <a:pt x="310067" y="156246"/>
                  <a:pt x="309442" y="156514"/>
                  <a:pt x="308906" y="156601"/>
                </a:cubicBezTo>
                <a:cubicBezTo>
                  <a:pt x="308191" y="156780"/>
                  <a:pt x="307566" y="156780"/>
                  <a:pt x="306941" y="157048"/>
                </a:cubicBezTo>
                <a:cubicBezTo>
                  <a:pt x="306316" y="157316"/>
                  <a:pt x="305780" y="157851"/>
                  <a:pt x="305244" y="158206"/>
                </a:cubicBezTo>
                <a:cubicBezTo>
                  <a:pt x="304709" y="158565"/>
                  <a:pt x="304173" y="158742"/>
                  <a:pt x="303727" y="159188"/>
                </a:cubicBezTo>
                <a:cubicBezTo>
                  <a:pt x="303727" y="159277"/>
                  <a:pt x="303637" y="159277"/>
                  <a:pt x="303637" y="159367"/>
                </a:cubicBezTo>
                <a:cubicBezTo>
                  <a:pt x="303548" y="159456"/>
                  <a:pt x="303459" y="159456"/>
                  <a:pt x="303459" y="159456"/>
                </a:cubicBezTo>
                <a:lnTo>
                  <a:pt x="185576" y="287341"/>
                </a:lnTo>
                <a:cubicBezTo>
                  <a:pt x="181736" y="291443"/>
                  <a:pt x="182093" y="297865"/>
                  <a:pt x="186201" y="301699"/>
                </a:cubicBezTo>
                <a:cubicBezTo>
                  <a:pt x="188166" y="303483"/>
                  <a:pt x="190576" y="304375"/>
                  <a:pt x="193077" y="304375"/>
                </a:cubicBezTo>
                <a:cubicBezTo>
                  <a:pt x="195757" y="304375"/>
                  <a:pt x="198525" y="303304"/>
                  <a:pt x="200579" y="301075"/>
                </a:cubicBezTo>
                <a:lnTo>
                  <a:pt x="311227" y="181037"/>
                </a:lnTo>
                <a:lnTo>
                  <a:pt x="395174" y="264867"/>
                </a:lnTo>
                <a:cubicBezTo>
                  <a:pt x="397139" y="266830"/>
                  <a:pt x="399730" y="267810"/>
                  <a:pt x="402408" y="267810"/>
                </a:cubicBezTo>
                <a:cubicBezTo>
                  <a:pt x="404998" y="267810"/>
                  <a:pt x="407587" y="266830"/>
                  <a:pt x="409552" y="264867"/>
                </a:cubicBezTo>
                <a:lnTo>
                  <a:pt x="538509" y="136091"/>
                </a:lnTo>
                <a:lnTo>
                  <a:pt x="538509" y="182643"/>
                </a:lnTo>
                <a:cubicBezTo>
                  <a:pt x="538509" y="188172"/>
                  <a:pt x="543063" y="192720"/>
                  <a:pt x="548690" y="192720"/>
                </a:cubicBezTo>
                <a:cubicBezTo>
                  <a:pt x="554316" y="192720"/>
                  <a:pt x="558870" y="188172"/>
                  <a:pt x="558870" y="182643"/>
                </a:cubicBezTo>
                <a:lnTo>
                  <a:pt x="558870" y="111566"/>
                </a:lnTo>
                <a:cubicBezTo>
                  <a:pt x="558870" y="110228"/>
                  <a:pt x="558603" y="108980"/>
                  <a:pt x="558067" y="107730"/>
                </a:cubicBezTo>
                <a:cubicBezTo>
                  <a:pt x="556995" y="105233"/>
                  <a:pt x="555031" y="103271"/>
                  <a:pt x="552530" y="102202"/>
                </a:cubicBezTo>
                <a:cubicBezTo>
                  <a:pt x="551369" y="101666"/>
                  <a:pt x="550029" y="101399"/>
                  <a:pt x="548690" y="101399"/>
                </a:cubicBezTo>
                <a:close/>
                <a:moveTo>
                  <a:pt x="101629" y="81154"/>
                </a:moveTo>
                <a:cubicBezTo>
                  <a:pt x="96003" y="81154"/>
                  <a:pt x="91448" y="85702"/>
                  <a:pt x="91448" y="91322"/>
                </a:cubicBezTo>
                <a:cubicBezTo>
                  <a:pt x="91448" y="96851"/>
                  <a:pt x="96003" y="101399"/>
                  <a:pt x="101629" y="101399"/>
                </a:cubicBezTo>
                <a:lnTo>
                  <a:pt x="121901" y="101399"/>
                </a:lnTo>
                <a:cubicBezTo>
                  <a:pt x="127528" y="101399"/>
                  <a:pt x="132083" y="96851"/>
                  <a:pt x="132083" y="91322"/>
                </a:cubicBezTo>
                <a:cubicBezTo>
                  <a:pt x="132083" y="85702"/>
                  <a:pt x="127528" y="81154"/>
                  <a:pt x="121901" y="81154"/>
                </a:cubicBezTo>
                <a:close/>
                <a:moveTo>
                  <a:pt x="60996" y="70988"/>
                </a:moveTo>
                <a:cubicBezTo>
                  <a:pt x="55368" y="70988"/>
                  <a:pt x="50814" y="75536"/>
                  <a:pt x="50814" y="81154"/>
                </a:cubicBezTo>
                <a:lnTo>
                  <a:pt x="50814" y="304375"/>
                </a:lnTo>
                <a:cubicBezTo>
                  <a:pt x="50814" y="309993"/>
                  <a:pt x="55368" y="314541"/>
                  <a:pt x="60996" y="314541"/>
                </a:cubicBezTo>
                <a:cubicBezTo>
                  <a:pt x="66533" y="314541"/>
                  <a:pt x="71087" y="309993"/>
                  <a:pt x="71087" y="304375"/>
                </a:cubicBezTo>
                <a:lnTo>
                  <a:pt x="71087" y="81154"/>
                </a:lnTo>
                <a:cubicBezTo>
                  <a:pt x="71087" y="75536"/>
                  <a:pt x="66533" y="70988"/>
                  <a:pt x="60996" y="70988"/>
                </a:cubicBezTo>
                <a:close/>
                <a:moveTo>
                  <a:pt x="45724" y="0"/>
                </a:moveTo>
                <a:lnTo>
                  <a:pt x="563960" y="0"/>
                </a:lnTo>
                <a:cubicBezTo>
                  <a:pt x="589145" y="0"/>
                  <a:pt x="609685" y="20423"/>
                  <a:pt x="609685" y="45660"/>
                </a:cubicBezTo>
                <a:lnTo>
                  <a:pt x="609685" y="344952"/>
                </a:lnTo>
                <a:lnTo>
                  <a:pt x="0" y="344952"/>
                </a:lnTo>
                <a:lnTo>
                  <a:pt x="0" y="45660"/>
                </a:lnTo>
                <a:cubicBezTo>
                  <a:pt x="0" y="20423"/>
                  <a:pt x="20540" y="0"/>
                  <a:pt x="45724" y="0"/>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0" name="Freeform 29">
            <a:extLst>
              <a:ext uri="{FF2B5EF4-FFF2-40B4-BE49-F238E27FC236}">
                <a16:creationId xmlns:a16="http://schemas.microsoft.com/office/drawing/2014/main" id="{4B23951E-527C-B3DD-38D7-E5357D859195}"/>
              </a:ext>
            </a:extLst>
          </p:cNvPr>
          <p:cNvSpPr/>
          <p:nvPr/>
        </p:nvSpPr>
        <p:spPr>
          <a:xfrm>
            <a:off x="5803900" y="3797300"/>
            <a:ext cx="575113" cy="609685"/>
          </a:xfrm>
          <a:custGeom>
            <a:avLst/>
            <a:gdLst/>
            <a:ahLst/>
            <a:cxnLst/>
            <a:rect l="l" t="t" r="r" b="b"/>
            <a:pathLst>
              <a:path w="575113" h="609685">
                <a:moveTo>
                  <a:pt x="164238" y="420007"/>
                </a:moveTo>
                <a:cubicBezTo>
                  <a:pt x="186046" y="443031"/>
                  <a:pt x="213065" y="457672"/>
                  <a:pt x="243655" y="457672"/>
                </a:cubicBezTo>
                <a:cubicBezTo>
                  <a:pt x="274244" y="457672"/>
                  <a:pt x="301263" y="443031"/>
                  <a:pt x="323071" y="420007"/>
                </a:cubicBezTo>
                <a:cubicBezTo>
                  <a:pt x="388304" y="425787"/>
                  <a:pt x="444657" y="468944"/>
                  <a:pt x="466080" y="531753"/>
                </a:cubicBezTo>
                <a:lnTo>
                  <a:pt x="477851" y="566431"/>
                </a:lnTo>
                <a:cubicBezTo>
                  <a:pt x="481230" y="576450"/>
                  <a:pt x="479589" y="587432"/>
                  <a:pt x="473511" y="596006"/>
                </a:cubicBezTo>
                <a:cubicBezTo>
                  <a:pt x="467333" y="604580"/>
                  <a:pt x="457396" y="609685"/>
                  <a:pt x="446876" y="609685"/>
                </a:cubicBezTo>
                <a:lnTo>
                  <a:pt x="40433" y="609685"/>
                </a:lnTo>
                <a:cubicBezTo>
                  <a:pt x="29915" y="609685"/>
                  <a:pt x="19976" y="604580"/>
                  <a:pt x="13896" y="596006"/>
                </a:cubicBezTo>
                <a:cubicBezTo>
                  <a:pt x="7720" y="587432"/>
                  <a:pt x="6081" y="576450"/>
                  <a:pt x="9458" y="566431"/>
                </a:cubicBezTo>
                <a:lnTo>
                  <a:pt x="21231" y="531753"/>
                </a:lnTo>
                <a:cubicBezTo>
                  <a:pt x="42652" y="468944"/>
                  <a:pt x="99102" y="425787"/>
                  <a:pt x="164238" y="420007"/>
                </a:cubicBezTo>
                <a:close/>
                <a:moveTo>
                  <a:pt x="407384" y="314457"/>
                </a:moveTo>
                <a:cubicBezTo>
                  <a:pt x="443678" y="314457"/>
                  <a:pt x="473311" y="343945"/>
                  <a:pt x="473311" y="380177"/>
                </a:cubicBezTo>
                <a:cubicBezTo>
                  <a:pt x="473311" y="405039"/>
                  <a:pt x="459218" y="426432"/>
                  <a:pt x="438852" y="437610"/>
                </a:cubicBezTo>
                <a:cubicBezTo>
                  <a:pt x="412405" y="414291"/>
                  <a:pt x="379973" y="398294"/>
                  <a:pt x="344644" y="391645"/>
                </a:cubicBezTo>
                <a:cubicBezTo>
                  <a:pt x="357096" y="371601"/>
                  <a:pt x="366652" y="348571"/>
                  <a:pt x="372636" y="324575"/>
                </a:cubicBezTo>
                <a:cubicBezTo>
                  <a:pt x="382772" y="318215"/>
                  <a:pt x="394644" y="314457"/>
                  <a:pt x="407384" y="314457"/>
                </a:cubicBezTo>
                <a:close/>
                <a:moveTo>
                  <a:pt x="382525" y="212866"/>
                </a:moveTo>
                <a:lnTo>
                  <a:pt x="432312" y="212866"/>
                </a:lnTo>
                <a:cubicBezTo>
                  <a:pt x="439934" y="212866"/>
                  <a:pt x="446109" y="218935"/>
                  <a:pt x="446109" y="226546"/>
                </a:cubicBezTo>
                <a:lnTo>
                  <a:pt x="446109" y="254772"/>
                </a:lnTo>
                <a:cubicBezTo>
                  <a:pt x="454022" y="257181"/>
                  <a:pt x="461644" y="260361"/>
                  <a:pt x="468880" y="264215"/>
                </a:cubicBezTo>
                <a:lnTo>
                  <a:pt x="488950" y="244272"/>
                </a:lnTo>
                <a:cubicBezTo>
                  <a:pt x="491651" y="241574"/>
                  <a:pt x="495125" y="240226"/>
                  <a:pt x="498696" y="240226"/>
                </a:cubicBezTo>
                <a:cubicBezTo>
                  <a:pt x="502169" y="240226"/>
                  <a:pt x="505738" y="241574"/>
                  <a:pt x="508343" y="244272"/>
                </a:cubicBezTo>
                <a:lnTo>
                  <a:pt x="543561" y="279436"/>
                </a:lnTo>
                <a:cubicBezTo>
                  <a:pt x="546167" y="282037"/>
                  <a:pt x="547614" y="285505"/>
                  <a:pt x="547614" y="289165"/>
                </a:cubicBezTo>
                <a:cubicBezTo>
                  <a:pt x="547614" y="292730"/>
                  <a:pt x="546167" y="296295"/>
                  <a:pt x="543561" y="298799"/>
                </a:cubicBezTo>
                <a:lnTo>
                  <a:pt x="523589" y="318837"/>
                </a:lnTo>
                <a:cubicBezTo>
                  <a:pt x="527449" y="326062"/>
                  <a:pt x="530633" y="333673"/>
                  <a:pt x="533141" y="341574"/>
                </a:cubicBezTo>
                <a:lnTo>
                  <a:pt x="561316" y="341574"/>
                </a:lnTo>
                <a:cubicBezTo>
                  <a:pt x="568937" y="341574"/>
                  <a:pt x="575113" y="347739"/>
                  <a:pt x="575113" y="355350"/>
                </a:cubicBezTo>
                <a:lnTo>
                  <a:pt x="575113" y="405060"/>
                </a:lnTo>
                <a:cubicBezTo>
                  <a:pt x="575113" y="408720"/>
                  <a:pt x="573667" y="412189"/>
                  <a:pt x="571061" y="414790"/>
                </a:cubicBezTo>
                <a:cubicBezTo>
                  <a:pt x="568552" y="417391"/>
                  <a:pt x="564982" y="418836"/>
                  <a:pt x="561316" y="418836"/>
                </a:cubicBezTo>
                <a:lnTo>
                  <a:pt x="533141" y="418836"/>
                </a:lnTo>
                <a:cubicBezTo>
                  <a:pt x="530633" y="426737"/>
                  <a:pt x="527449" y="434346"/>
                  <a:pt x="523589" y="441571"/>
                </a:cubicBezTo>
                <a:lnTo>
                  <a:pt x="543658" y="461609"/>
                </a:lnTo>
                <a:cubicBezTo>
                  <a:pt x="546167" y="464114"/>
                  <a:pt x="547614" y="467679"/>
                  <a:pt x="547614" y="471244"/>
                </a:cubicBezTo>
                <a:cubicBezTo>
                  <a:pt x="547614" y="474904"/>
                  <a:pt x="546167" y="478373"/>
                  <a:pt x="543658" y="480973"/>
                </a:cubicBezTo>
                <a:lnTo>
                  <a:pt x="508441" y="516137"/>
                </a:lnTo>
                <a:cubicBezTo>
                  <a:pt x="505738" y="518834"/>
                  <a:pt x="502169" y="520183"/>
                  <a:pt x="498696" y="520183"/>
                </a:cubicBezTo>
                <a:cubicBezTo>
                  <a:pt x="497152" y="520183"/>
                  <a:pt x="495607" y="519797"/>
                  <a:pt x="494161" y="519317"/>
                </a:cubicBezTo>
                <a:cubicBezTo>
                  <a:pt x="485187" y="494076"/>
                  <a:pt x="471390" y="471533"/>
                  <a:pt x="454022" y="452554"/>
                </a:cubicBezTo>
                <a:cubicBezTo>
                  <a:pt x="477854" y="437140"/>
                  <a:pt x="493775" y="410552"/>
                  <a:pt x="493775" y="380205"/>
                </a:cubicBezTo>
                <a:cubicBezTo>
                  <a:pt x="493775" y="332710"/>
                  <a:pt x="454986" y="294079"/>
                  <a:pt x="407419" y="294079"/>
                </a:cubicBezTo>
                <a:cubicBezTo>
                  <a:pt x="396997" y="294079"/>
                  <a:pt x="387156" y="296198"/>
                  <a:pt x="377797" y="299570"/>
                </a:cubicBezTo>
                <a:cubicBezTo>
                  <a:pt x="379437" y="288299"/>
                  <a:pt x="380402" y="276931"/>
                  <a:pt x="380402" y="265659"/>
                </a:cubicBezTo>
                <a:cubicBezTo>
                  <a:pt x="380402" y="248030"/>
                  <a:pt x="378087" y="231460"/>
                  <a:pt x="373841" y="216141"/>
                </a:cubicBezTo>
                <a:cubicBezTo>
                  <a:pt x="376253" y="214215"/>
                  <a:pt x="379244" y="212866"/>
                  <a:pt x="382525" y="212866"/>
                </a:cubicBezTo>
                <a:close/>
                <a:moveTo>
                  <a:pt x="243677" y="144489"/>
                </a:moveTo>
                <a:cubicBezTo>
                  <a:pt x="296652" y="144537"/>
                  <a:pt x="349614" y="184959"/>
                  <a:pt x="349566" y="265609"/>
                </a:cubicBezTo>
                <a:cubicBezTo>
                  <a:pt x="349566" y="343465"/>
                  <a:pt x="302199" y="427006"/>
                  <a:pt x="243641" y="427006"/>
                </a:cubicBezTo>
                <a:cubicBezTo>
                  <a:pt x="185180" y="427006"/>
                  <a:pt x="137716" y="343465"/>
                  <a:pt x="137716" y="265609"/>
                </a:cubicBezTo>
                <a:cubicBezTo>
                  <a:pt x="137716" y="184766"/>
                  <a:pt x="190703" y="144441"/>
                  <a:pt x="243677" y="144489"/>
                </a:cubicBezTo>
                <a:close/>
                <a:moveTo>
                  <a:pt x="280380" y="119369"/>
                </a:moveTo>
                <a:cubicBezTo>
                  <a:pt x="294881" y="119369"/>
                  <a:pt x="309865" y="116862"/>
                  <a:pt x="310638" y="131425"/>
                </a:cubicBezTo>
                <a:cubicBezTo>
                  <a:pt x="301262" y="126216"/>
                  <a:pt x="291112" y="122166"/>
                  <a:pt x="280380" y="119369"/>
                </a:cubicBezTo>
                <a:close/>
                <a:moveTo>
                  <a:pt x="155368" y="95016"/>
                </a:moveTo>
                <a:cubicBezTo>
                  <a:pt x="175439" y="95016"/>
                  <a:pt x="193195" y="104939"/>
                  <a:pt x="204099" y="120065"/>
                </a:cubicBezTo>
                <a:cubicBezTo>
                  <a:pt x="164052" y="131722"/>
                  <a:pt x="133463" y="161106"/>
                  <a:pt x="118022" y="202051"/>
                </a:cubicBezTo>
                <a:cubicBezTo>
                  <a:pt x="72958" y="166211"/>
                  <a:pt x="98916" y="95016"/>
                  <a:pt x="155368" y="95016"/>
                </a:cubicBezTo>
                <a:close/>
                <a:moveTo>
                  <a:pt x="132207" y="0"/>
                </a:moveTo>
                <a:lnTo>
                  <a:pt x="178431" y="0"/>
                </a:lnTo>
                <a:cubicBezTo>
                  <a:pt x="185476" y="0"/>
                  <a:pt x="191169" y="5685"/>
                  <a:pt x="191169" y="12719"/>
                </a:cubicBezTo>
                <a:lnTo>
                  <a:pt x="191169" y="38829"/>
                </a:lnTo>
                <a:cubicBezTo>
                  <a:pt x="198600" y="41142"/>
                  <a:pt x="205646" y="44129"/>
                  <a:pt x="212303" y="47597"/>
                </a:cubicBezTo>
                <a:lnTo>
                  <a:pt x="230928" y="29098"/>
                </a:lnTo>
                <a:cubicBezTo>
                  <a:pt x="233341" y="26593"/>
                  <a:pt x="236621" y="25436"/>
                  <a:pt x="239903" y="25436"/>
                </a:cubicBezTo>
                <a:cubicBezTo>
                  <a:pt x="243183" y="25436"/>
                  <a:pt x="246369" y="26593"/>
                  <a:pt x="248877" y="29098"/>
                </a:cubicBezTo>
                <a:lnTo>
                  <a:pt x="281496" y="61760"/>
                </a:lnTo>
                <a:cubicBezTo>
                  <a:pt x="283908" y="64073"/>
                  <a:pt x="285259" y="67348"/>
                  <a:pt x="285259" y="70721"/>
                </a:cubicBezTo>
                <a:cubicBezTo>
                  <a:pt x="285259" y="74093"/>
                  <a:pt x="283908" y="77370"/>
                  <a:pt x="281496" y="79681"/>
                </a:cubicBezTo>
                <a:lnTo>
                  <a:pt x="262967" y="98181"/>
                </a:lnTo>
                <a:cubicBezTo>
                  <a:pt x="266151" y="104154"/>
                  <a:pt x="268757" y="110609"/>
                  <a:pt x="270880" y="117065"/>
                </a:cubicBezTo>
                <a:cubicBezTo>
                  <a:pt x="254089" y="113886"/>
                  <a:pt x="240193" y="113886"/>
                  <a:pt x="225332" y="115716"/>
                </a:cubicBezTo>
                <a:cubicBezTo>
                  <a:pt x="211435" y="91340"/>
                  <a:pt x="185476" y="74576"/>
                  <a:pt x="155368" y="74576"/>
                </a:cubicBezTo>
                <a:cubicBezTo>
                  <a:pt x="110880" y="74576"/>
                  <a:pt x="74596" y="110706"/>
                  <a:pt x="74596" y="155123"/>
                </a:cubicBezTo>
                <a:cubicBezTo>
                  <a:pt x="74596" y="183547"/>
                  <a:pt x="89554" y="208501"/>
                  <a:pt x="111845" y="222857"/>
                </a:cubicBezTo>
                <a:cubicBezTo>
                  <a:pt x="108758" y="236249"/>
                  <a:pt x="107020" y="250510"/>
                  <a:pt x="107020" y="265637"/>
                </a:cubicBezTo>
                <a:cubicBezTo>
                  <a:pt x="107020" y="265829"/>
                  <a:pt x="107020" y="266118"/>
                  <a:pt x="107020" y="266311"/>
                </a:cubicBezTo>
                <a:cubicBezTo>
                  <a:pt x="104221" y="265059"/>
                  <a:pt x="101133" y="264095"/>
                  <a:pt x="98335" y="262650"/>
                </a:cubicBezTo>
                <a:lnTo>
                  <a:pt x="79807" y="281149"/>
                </a:lnTo>
                <a:cubicBezTo>
                  <a:pt x="77394" y="283558"/>
                  <a:pt x="74210" y="284907"/>
                  <a:pt x="70832" y="284907"/>
                </a:cubicBezTo>
                <a:cubicBezTo>
                  <a:pt x="67455" y="284907"/>
                  <a:pt x="64173" y="283558"/>
                  <a:pt x="61761" y="281149"/>
                </a:cubicBezTo>
                <a:lnTo>
                  <a:pt x="29143" y="248582"/>
                </a:lnTo>
                <a:cubicBezTo>
                  <a:pt x="24126" y="243572"/>
                  <a:pt x="24126" y="235480"/>
                  <a:pt x="29143" y="230565"/>
                </a:cubicBezTo>
                <a:lnTo>
                  <a:pt x="47671" y="212066"/>
                </a:lnTo>
                <a:cubicBezTo>
                  <a:pt x="44102" y="205321"/>
                  <a:pt x="41110" y="198288"/>
                  <a:pt x="38793" y="190966"/>
                </a:cubicBezTo>
                <a:lnTo>
                  <a:pt x="12738" y="190966"/>
                </a:lnTo>
                <a:cubicBezTo>
                  <a:pt x="5693" y="190966"/>
                  <a:pt x="0" y="185185"/>
                  <a:pt x="0" y="178151"/>
                </a:cubicBezTo>
                <a:lnTo>
                  <a:pt x="0" y="132095"/>
                </a:lnTo>
                <a:cubicBezTo>
                  <a:pt x="0" y="125062"/>
                  <a:pt x="5693" y="119377"/>
                  <a:pt x="12738" y="119377"/>
                </a:cubicBezTo>
                <a:lnTo>
                  <a:pt x="38890" y="119377"/>
                </a:lnTo>
                <a:cubicBezTo>
                  <a:pt x="41110" y="111958"/>
                  <a:pt x="44102" y="104925"/>
                  <a:pt x="47671" y="98276"/>
                </a:cubicBezTo>
                <a:lnTo>
                  <a:pt x="29143" y="79778"/>
                </a:lnTo>
                <a:cubicBezTo>
                  <a:pt x="26731" y="77370"/>
                  <a:pt x="25380" y="74093"/>
                  <a:pt x="25380" y="70721"/>
                </a:cubicBezTo>
                <a:cubicBezTo>
                  <a:pt x="25380" y="67348"/>
                  <a:pt x="26731" y="64073"/>
                  <a:pt x="29143" y="61760"/>
                </a:cubicBezTo>
                <a:lnTo>
                  <a:pt x="61761" y="29098"/>
                </a:lnTo>
                <a:cubicBezTo>
                  <a:pt x="64270" y="26689"/>
                  <a:pt x="67551" y="25436"/>
                  <a:pt x="70832" y="25436"/>
                </a:cubicBezTo>
                <a:cubicBezTo>
                  <a:pt x="74113" y="25436"/>
                  <a:pt x="77299" y="26689"/>
                  <a:pt x="79807" y="29193"/>
                </a:cubicBezTo>
                <a:lnTo>
                  <a:pt x="98335" y="47597"/>
                </a:lnTo>
                <a:cubicBezTo>
                  <a:pt x="105090" y="44129"/>
                  <a:pt x="112135" y="41142"/>
                  <a:pt x="119469" y="38829"/>
                </a:cubicBezTo>
                <a:lnTo>
                  <a:pt x="119469" y="12719"/>
                </a:lnTo>
                <a:cubicBezTo>
                  <a:pt x="119469" y="5685"/>
                  <a:pt x="125259" y="0"/>
                  <a:pt x="132207" y="0"/>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2" name="Freeform 30">
            <a:extLst>
              <a:ext uri="{FF2B5EF4-FFF2-40B4-BE49-F238E27FC236}">
                <a16:creationId xmlns:a16="http://schemas.microsoft.com/office/drawing/2014/main" id="{EA9EE65B-6053-F139-8FAB-B6BAF565DE59}"/>
              </a:ext>
            </a:extLst>
          </p:cNvPr>
          <p:cNvSpPr/>
          <p:nvPr/>
        </p:nvSpPr>
        <p:spPr>
          <a:xfrm>
            <a:off x="9347200" y="3797300"/>
            <a:ext cx="609685" cy="608764"/>
          </a:xfrm>
          <a:custGeom>
            <a:avLst/>
            <a:gdLst/>
            <a:ahLst/>
            <a:cxnLst/>
            <a:rect l="l" t="t" r="r" b="b"/>
            <a:pathLst>
              <a:path w="609685" h="608764">
                <a:moveTo>
                  <a:pt x="304843" y="279036"/>
                </a:moveTo>
                <a:cubicBezTo>
                  <a:pt x="318861" y="279036"/>
                  <a:pt x="330227" y="290384"/>
                  <a:pt x="330227" y="304383"/>
                </a:cubicBezTo>
                <a:cubicBezTo>
                  <a:pt x="330227" y="318381"/>
                  <a:pt x="318861" y="329731"/>
                  <a:pt x="304843" y="329731"/>
                </a:cubicBezTo>
                <a:cubicBezTo>
                  <a:pt x="290824" y="329731"/>
                  <a:pt x="279460" y="318381"/>
                  <a:pt x="279460" y="304383"/>
                </a:cubicBezTo>
                <a:cubicBezTo>
                  <a:pt x="279460" y="290384"/>
                  <a:pt x="290824" y="279036"/>
                  <a:pt x="304843" y="279036"/>
                </a:cubicBezTo>
                <a:close/>
                <a:moveTo>
                  <a:pt x="304797" y="253586"/>
                </a:moveTo>
                <a:cubicBezTo>
                  <a:pt x="276850" y="253586"/>
                  <a:pt x="253992" y="276419"/>
                  <a:pt x="253992" y="304338"/>
                </a:cubicBezTo>
                <a:cubicBezTo>
                  <a:pt x="253992" y="332346"/>
                  <a:pt x="276850" y="355091"/>
                  <a:pt x="304797" y="355091"/>
                </a:cubicBezTo>
                <a:cubicBezTo>
                  <a:pt x="332835" y="355091"/>
                  <a:pt x="355604" y="332346"/>
                  <a:pt x="355604" y="304338"/>
                </a:cubicBezTo>
                <a:cubicBezTo>
                  <a:pt x="355604" y="276419"/>
                  <a:pt x="332835" y="253586"/>
                  <a:pt x="304797" y="253586"/>
                </a:cubicBezTo>
                <a:close/>
                <a:moveTo>
                  <a:pt x="304797" y="202922"/>
                </a:moveTo>
                <a:cubicBezTo>
                  <a:pt x="360870" y="202922"/>
                  <a:pt x="406409" y="248412"/>
                  <a:pt x="406409" y="304338"/>
                </a:cubicBezTo>
                <a:cubicBezTo>
                  <a:pt x="406409" y="360352"/>
                  <a:pt x="360870" y="405844"/>
                  <a:pt x="304797" y="405844"/>
                </a:cubicBezTo>
                <a:cubicBezTo>
                  <a:pt x="248813" y="405844"/>
                  <a:pt x="203275" y="360352"/>
                  <a:pt x="203275" y="304338"/>
                </a:cubicBezTo>
                <a:cubicBezTo>
                  <a:pt x="203275" y="248412"/>
                  <a:pt x="248813" y="202922"/>
                  <a:pt x="304797" y="202922"/>
                </a:cubicBezTo>
                <a:close/>
                <a:moveTo>
                  <a:pt x="304797" y="152213"/>
                </a:moveTo>
                <a:cubicBezTo>
                  <a:pt x="220762" y="152213"/>
                  <a:pt x="152443" y="220429"/>
                  <a:pt x="152443" y="304338"/>
                </a:cubicBezTo>
                <a:cubicBezTo>
                  <a:pt x="152443" y="388336"/>
                  <a:pt x="220762" y="456551"/>
                  <a:pt x="304797" y="456551"/>
                </a:cubicBezTo>
                <a:cubicBezTo>
                  <a:pt x="388924" y="456551"/>
                  <a:pt x="457242" y="388336"/>
                  <a:pt x="457242" y="304338"/>
                </a:cubicBezTo>
                <a:cubicBezTo>
                  <a:pt x="457242" y="220429"/>
                  <a:pt x="388924" y="152213"/>
                  <a:pt x="304797" y="152213"/>
                </a:cubicBezTo>
                <a:close/>
                <a:moveTo>
                  <a:pt x="253983" y="0"/>
                </a:moveTo>
                <a:lnTo>
                  <a:pt x="355613" y="0"/>
                </a:lnTo>
                <a:cubicBezTo>
                  <a:pt x="369722" y="0"/>
                  <a:pt x="381065" y="11325"/>
                  <a:pt x="381065" y="25324"/>
                </a:cubicBezTo>
                <a:lnTo>
                  <a:pt x="381065" y="62597"/>
                </a:lnTo>
                <a:cubicBezTo>
                  <a:pt x="395176" y="67056"/>
                  <a:pt x="408927" y="72763"/>
                  <a:pt x="422055" y="79718"/>
                </a:cubicBezTo>
                <a:lnTo>
                  <a:pt x="448490" y="53323"/>
                </a:lnTo>
                <a:cubicBezTo>
                  <a:pt x="458492" y="43336"/>
                  <a:pt x="474566" y="43336"/>
                  <a:pt x="484480" y="53323"/>
                </a:cubicBezTo>
                <a:lnTo>
                  <a:pt x="556280" y="125016"/>
                </a:lnTo>
                <a:cubicBezTo>
                  <a:pt x="566194" y="134915"/>
                  <a:pt x="566194" y="150965"/>
                  <a:pt x="556280" y="160862"/>
                </a:cubicBezTo>
                <a:lnTo>
                  <a:pt x="529847" y="187258"/>
                </a:lnTo>
                <a:cubicBezTo>
                  <a:pt x="536812" y="200454"/>
                  <a:pt x="542527" y="214187"/>
                  <a:pt x="546994" y="228276"/>
                </a:cubicBezTo>
                <a:lnTo>
                  <a:pt x="584233" y="228276"/>
                </a:lnTo>
                <a:cubicBezTo>
                  <a:pt x="598344" y="228276"/>
                  <a:pt x="609685" y="239599"/>
                  <a:pt x="609685" y="253600"/>
                </a:cubicBezTo>
                <a:lnTo>
                  <a:pt x="609685" y="355075"/>
                </a:lnTo>
                <a:cubicBezTo>
                  <a:pt x="609685" y="369165"/>
                  <a:pt x="598255" y="380488"/>
                  <a:pt x="584233" y="380488"/>
                </a:cubicBezTo>
                <a:lnTo>
                  <a:pt x="546994" y="380488"/>
                </a:lnTo>
                <a:cubicBezTo>
                  <a:pt x="542527" y="394578"/>
                  <a:pt x="536812" y="408310"/>
                  <a:pt x="529847" y="421418"/>
                </a:cubicBezTo>
                <a:lnTo>
                  <a:pt x="556280" y="447812"/>
                </a:lnTo>
                <a:cubicBezTo>
                  <a:pt x="566194" y="457798"/>
                  <a:pt x="566194" y="473850"/>
                  <a:pt x="556280" y="483748"/>
                </a:cubicBezTo>
                <a:lnTo>
                  <a:pt x="484480" y="555440"/>
                </a:lnTo>
                <a:cubicBezTo>
                  <a:pt x="474566" y="565338"/>
                  <a:pt x="458492" y="565338"/>
                  <a:pt x="448490" y="555440"/>
                </a:cubicBezTo>
                <a:lnTo>
                  <a:pt x="422055" y="529045"/>
                </a:lnTo>
                <a:cubicBezTo>
                  <a:pt x="408927" y="536001"/>
                  <a:pt x="395176" y="541618"/>
                  <a:pt x="381065" y="546077"/>
                </a:cubicBezTo>
                <a:lnTo>
                  <a:pt x="381065" y="583350"/>
                </a:lnTo>
                <a:cubicBezTo>
                  <a:pt x="381065" y="597438"/>
                  <a:pt x="369634" y="608764"/>
                  <a:pt x="355613" y="608764"/>
                </a:cubicBezTo>
                <a:lnTo>
                  <a:pt x="253983" y="608764"/>
                </a:lnTo>
                <a:cubicBezTo>
                  <a:pt x="239963" y="608764"/>
                  <a:pt x="228622" y="597438"/>
                  <a:pt x="228622" y="583350"/>
                </a:cubicBezTo>
                <a:lnTo>
                  <a:pt x="228622" y="546077"/>
                </a:lnTo>
                <a:cubicBezTo>
                  <a:pt x="214511" y="541618"/>
                  <a:pt x="200758" y="536001"/>
                  <a:pt x="187541" y="529045"/>
                </a:cubicBezTo>
                <a:lnTo>
                  <a:pt x="161107" y="555440"/>
                </a:lnTo>
                <a:cubicBezTo>
                  <a:pt x="151194" y="565338"/>
                  <a:pt x="135118" y="565338"/>
                  <a:pt x="125207" y="555440"/>
                </a:cubicBezTo>
                <a:lnTo>
                  <a:pt x="53405" y="483748"/>
                </a:lnTo>
                <a:cubicBezTo>
                  <a:pt x="43402" y="473850"/>
                  <a:pt x="43402" y="457798"/>
                  <a:pt x="53405" y="447812"/>
                </a:cubicBezTo>
                <a:lnTo>
                  <a:pt x="79750" y="421418"/>
                </a:lnTo>
                <a:cubicBezTo>
                  <a:pt x="72874" y="408310"/>
                  <a:pt x="67158" y="394578"/>
                  <a:pt x="62692" y="380488"/>
                </a:cubicBezTo>
                <a:lnTo>
                  <a:pt x="25363" y="380488"/>
                </a:lnTo>
                <a:cubicBezTo>
                  <a:pt x="11342" y="380488"/>
                  <a:pt x="0" y="369165"/>
                  <a:pt x="0" y="355075"/>
                </a:cubicBezTo>
                <a:lnTo>
                  <a:pt x="0" y="253600"/>
                </a:lnTo>
                <a:cubicBezTo>
                  <a:pt x="0" y="239599"/>
                  <a:pt x="11342" y="228276"/>
                  <a:pt x="25363" y="228276"/>
                </a:cubicBezTo>
                <a:lnTo>
                  <a:pt x="62692" y="228276"/>
                </a:lnTo>
                <a:cubicBezTo>
                  <a:pt x="67158" y="214187"/>
                  <a:pt x="72874" y="200454"/>
                  <a:pt x="79750" y="187258"/>
                </a:cubicBezTo>
                <a:lnTo>
                  <a:pt x="53405" y="160862"/>
                </a:lnTo>
                <a:cubicBezTo>
                  <a:pt x="43402" y="150965"/>
                  <a:pt x="43402" y="134915"/>
                  <a:pt x="53405" y="125016"/>
                </a:cubicBezTo>
                <a:lnTo>
                  <a:pt x="125207" y="53323"/>
                </a:lnTo>
                <a:cubicBezTo>
                  <a:pt x="135118" y="43336"/>
                  <a:pt x="151194" y="43336"/>
                  <a:pt x="161107" y="53323"/>
                </a:cubicBezTo>
                <a:lnTo>
                  <a:pt x="187541" y="79718"/>
                </a:lnTo>
                <a:cubicBezTo>
                  <a:pt x="200758" y="72763"/>
                  <a:pt x="214511" y="67056"/>
                  <a:pt x="228622" y="62597"/>
                </a:cubicBezTo>
                <a:lnTo>
                  <a:pt x="228622" y="25324"/>
                </a:lnTo>
                <a:cubicBezTo>
                  <a:pt x="228622" y="11325"/>
                  <a:pt x="239963" y="0"/>
                  <a:pt x="253983" y="0"/>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Tree>
    <p:extLst>
      <p:ext uri="{BB962C8B-B14F-4D97-AF65-F5344CB8AC3E}">
        <p14:creationId xmlns:p14="http://schemas.microsoft.com/office/powerpoint/2010/main" val="3552092939"/>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1_自定义版式">
    <p:spTree>
      <p:nvGrpSpPr>
        <p:cNvPr id="1" name=""/>
        <p:cNvGrpSpPr/>
        <p:nvPr/>
      </p:nvGrpSpPr>
      <p:grpSpPr>
        <a:xfrm>
          <a:off x="0" y="0"/>
          <a:ext cx="0" cy="0"/>
          <a:chOff x="0" y="0"/>
          <a:chExt cx="0" cy="0"/>
        </a:xfrm>
      </p:grpSpPr>
      <p:sp>
        <p:nvSpPr>
          <p:cNvPr id="3" name="AutoShape 11">
            <a:extLst>
              <a:ext uri="{FF2B5EF4-FFF2-40B4-BE49-F238E27FC236}">
                <a16:creationId xmlns:a16="http://schemas.microsoft.com/office/drawing/2014/main" id="{FFB01D0F-41AE-6544-D85A-0FE79166A571}"/>
              </a:ext>
            </a:extLst>
          </p:cNvPr>
          <p:cNvSpPr/>
          <p:nvPr/>
        </p:nvSpPr>
        <p:spPr>
          <a:xfrm>
            <a:off x="1155700" y="1574800"/>
            <a:ext cx="10147300" cy="4178300"/>
          </a:xfrm>
          <a:prstGeom prst="roundRect">
            <a:avLst>
              <a:gd name="adj" fmla="val 0"/>
            </a:avLst>
          </a:prstGeom>
          <a:noFill/>
          <a:ln w="12700" cap="flat" cmpd="sng">
            <a:solidFill>
              <a:srgbClr val="617299">
                <a:alpha val="100000"/>
              </a:srgbClr>
            </a:solidFill>
            <a:prstDash val="solid"/>
            <a:miter lim="8000000"/>
          </a:ln>
        </p:spPr>
        <p:txBody>
          <a:bodyPr vert="horz" wrap="square" lIns="63500" tIns="63500" rIns="63500" bIns="63500" rtlCol="0" anchor="ctr"/>
          <a:lstStyle/>
          <a:p>
            <a:pPr algn="ctr">
              <a:defRPr/>
            </a:pPr>
            <a:endParaRPr/>
          </a:p>
        </p:txBody>
      </p:sp>
      <p:sp>
        <p:nvSpPr>
          <p:cNvPr id="4" name="AutoShape 12">
            <a:extLst>
              <a:ext uri="{FF2B5EF4-FFF2-40B4-BE49-F238E27FC236}">
                <a16:creationId xmlns:a16="http://schemas.microsoft.com/office/drawing/2014/main" id="{1759F09C-A9EC-9BDF-4FA8-03B1CCE6E393}"/>
              </a:ext>
            </a:extLst>
          </p:cNvPr>
          <p:cNvSpPr/>
          <p:nvPr/>
        </p:nvSpPr>
        <p:spPr>
          <a:xfrm>
            <a:off x="1727200" y="2679700"/>
            <a:ext cx="762000" cy="762000"/>
          </a:xfrm>
          <a:prstGeom prst="ellipse">
            <a:avLst/>
          </a:prstGeom>
          <a:solidFill>
            <a:srgbClr val="297FD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13">
            <a:extLst>
              <a:ext uri="{FF2B5EF4-FFF2-40B4-BE49-F238E27FC236}">
                <a16:creationId xmlns:a16="http://schemas.microsoft.com/office/drawing/2014/main" id="{C1018B04-3DCF-D6D4-4DAF-3D4ED589DEB6}"/>
              </a:ext>
            </a:extLst>
          </p:cNvPr>
          <p:cNvSpPr/>
          <p:nvPr/>
        </p:nvSpPr>
        <p:spPr>
          <a:xfrm>
            <a:off x="1625600" y="2806700"/>
            <a:ext cx="965200" cy="5334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endParaRPr/>
          </a:p>
        </p:txBody>
      </p:sp>
      <p:sp>
        <p:nvSpPr>
          <p:cNvPr id="6" name="AutoShape 14">
            <a:extLst>
              <a:ext uri="{FF2B5EF4-FFF2-40B4-BE49-F238E27FC236}">
                <a16:creationId xmlns:a16="http://schemas.microsoft.com/office/drawing/2014/main" id="{B55D8007-F72B-0FED-4319-139F319041FB}"/>
              </a:ext>
            </a:extLst>
          </p:cNvPr>
          <p:cNvSpPr/>
          <p:nvPr/>
        </p:nvSpPr>
        <p:spPr>
          <a:xfrm>
            <a:off x="1727200" y="3898900"/>
            <a:ext cx="762000" cy="762000"/>
          </a:xfrm>
          <a:prstGeom prst="ellipse">
            <a:avLst/>
          </a:prstGeom>
          <a:solidFill>
            <a:srgbClr val="629DD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15">
            <a:extLst>
              <a:ext uri="{FF2B5EF4-FFF2-40B4-BE49-F238E27FC236}">
                <a16:creationId xmlns:a16="http://schemas.microsoft.com/office/drawing/2014/main" id="{852D9BA8-46BC-14E0-580E-5CD0209B3424}"/>
              </a:ext>
            </a:extLst>
          </p:cNvPr>
          <p:cNvSpPr/>
          <p:nvPr/>
        </p:nvSpPr>
        <p:spPr>
          <a:xfrm>
            <a:off x="1625600" y="4025900"/>
            <a:ext cx="965200" cy="533400"/>
          </a:xfrm>
          <a:prstGeom prst="roundRect">
            <a:avLst>
              <a:gd name="adj" fmla="val 0"/>
            </a:avLst>
          </a:prstGeom>
          <a:noFill/>
          <a:ln w="25400" cap="flat" cmpd="sng">
            <a:noFill/>
            <a:prstDash val="solid"/>
            <a:round/>
          </a:ln>
        </p:spPr>
        <p:txBody>
          <a:bodyPr vert="horz" wrap="square" lIns="63500" tIns="63500" rIns="63500" bIns="63500" rtlCol="0" anchor="ctr"/>
          <a:lstStyle/>
          <a:p>
            <a:pPr algn="ctr">
              <a:defRPr/>
            </a:pPr>
            <a:endParaRPr/>
          </a:p>
        </p:txBody>
      </p:sp>
      <p:sp>
        <p:nvSpPr>
          <p:cNvPr id="8" name="AutoShape 16">
            <a:extLst>
              <a:ext uri="{FF2B5EF4-FFF2-40B4-BE49-F238E27FC236}">
                <a16:creationId xmlns:a16="http://schemas.microsoft.com/office/drawing/2014/main" id="{18F99D92-8B3B-F39D-3749-0EFA45A5ED45}"/>
              </a:ext>
            </a:extLst>
          </p:cNvPr>
          <p:cNvSpPr/>
          <p:nvPr/>
        </p:nvSpPr>
        <p:spPr>
          <a:xfrm>
            <a:off x="1244600" y="18542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17">
            <a:extLst>
              <a:ext uri="{FF2B5EF4-FFF2-40B4-BE49-F238E27FC236}">
                <a16:creationId xmlns:a16="http://schemas.microsoft.com/office/drawing/2014/main" id="{4287BEF4-C035-C1A9-16FE-03BE163731CF}"/>
              </a:ext>
            </a:extLst>
          </p:cNvPr>
          <p:cNvSpPr/>
          <p:nvPr/>
        </p:nvSpPr>
        <p:spPr>
          <a:xfrm>
            <a:off x="889000" y="18542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8">
            <a:extLst>
              <a:ext uri="{FF2B5EF4-FFF2-40B4-BE49-F238E27FC236}">
                <a16:creationId xmlns:a16="http://schemas.microsoft.com/office/drawing/2014/main" id="{8E8C2DB4-317B-3656-3FB9-D50A6721B959}"/>
              </a:ext>
            </a:extLst>
          </p:cNvPr>
          <p:cNvSpPr/>
          <p:nvPr/>
        </p:nvSpPr>
        <p:spPr>
          <a:xfrm>
            <a:off x="939800" y="19050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9">
            <a:extLst>
              <a:ext uri="{FF2B5EF4-FFF2-40B4-BE49-F238E27FC236}">
                <a16:creationId xmlns:a16="http://schemas.microsoft.com/office/drawing/2014/main" id="{46F2B86F-3C1E-680E-D21F-8B96569A6B26}"/>
              </a:ext>
            </a:extLst>
          </p:cNvPr>
          <p:cNvSpPr/>
          <p:nvPr/>
        </p:nvSpPr>
        <p:spPr>
          <a:xfrm>
            <a:off x="1244600" y="24257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20">
            <a:extLst>
              <a:ext uri="{FF2B5EF4-FFF2-40B4-BE49-F238E27FC236}">
                <a16:creationId xmlns:a16="http://schemas.microsoft.com/office/drawing/2014/main" id="{AE8EF55D-F9E4-8AC0-711E-BDC372122321}"/>
              </a:ext>
            </a:extLst>
          </p:cNvPr>
          <p:cNvSpPr/>
          <p:nvPr/>
        </p:nvSpPr>
        <p:spPr>
          <a:xfrm>
            <a:off x="889000" y="24257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21">
            <a:extLst>
              <a:ext uri="{FF2B5EF4-FFF2-40B4-BE49-F238E27FC236}">
                <a16:creationId xmlns:a16="http://schemas.microsoft.com/office/drawing/2014/main" id="{31676453-E036-FCB6-0740-E77ECDDF9C11}"/>
              </a:ext>
            </a:extLst>
          </p:cNvPr>
          <p:cNvSpPr/>
          <p:nvPr/>
        </p:nvSpPr>
        <p:spPr>
          <a:xfrm>
            <a:off x="939800" y="24765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22">
            <a:extLst>
              <a:ext uri="{FF2B5EF4-FFF2-40B4-BE49-F238E27FC236}">
                <a16:creationId xmlns:a16="http://schemas.microsoft.com/office/drawing/2014/main" id="{DB91BAEC-8889-1B31-4F47-538BDC224A1A}"/>
              </a:ext>
            </a:extLst>
          </p:cNvPr>
          <p:cNvSpPr/>
          <p:nvPr/>
        </p:nvSpPr>
        <p:spPr>
          <a:xfrm>
            <a:off x="1244600" y="3009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23">
            <a:extLst>
              <a:ext uri="{FF2B5EF4-FFF2-40B4-BE49-F238E27FC236}">
                <a16:creationId xmlns:a16="http://schemas.microsoft.com/office/drawing/2014/main" id="{2169DC52-9902-E7E1-60A1-074A2C1A39A9}"/>
              </a:ext>
            </a:extLst>
          </p:cNvPr>
          <p:cNvSpPr/>
          <p:nvPr/>
        </p:nvSpPr>
        <p:spPr>
          <a:xfrm>
            <a:off x="889000" y="3009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24">
            <a:extLst>
              <a:ext uri="{FF2B5EF4-FFF2-40B4-BE49-F238E27FC236}">
                <a16:creationId xmlns:a16="http://schemas.microsoft.com/office/drawing/2014/main" id="{424EEBE2-330D-E44F-FF20-6ADA4F955D71}"/>
              </a:ext>
            </a:extLst>
          </p:cNvPr>
          <p:cNvSpPr/>
          <p:nvPr/>
        </p:nvSpPr>
        <p:spPr>
          <a:xfrm>
            <a:off x="939800" y="30480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25">
            <a:extLst>
              <a:ext uri="{FF2B5EF4-FFF2-40B4-BE49-F238E27FC236}">
                <a16:creationId xmlns:a16="http://schemas.microsoft.com/office/drawing/2014/main" id="{A87317F5-727E-EEB3-8F35-73F62370587D}"/>
              </a:ext>
            </a:extLst>
          </p:cNvPr>
          <p:cNvSpPr/>
          <p:nvPr/>
        </p:nvSpPr>
        <p:spPr>
          <a:xfrm>
            <a:off x="1244600" y="35814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26">
            <a:extLst>
              <a:ext uri="{FF2B5EF4-FFF2-40B4-BE49-F238E27FC236}">
                <a16:creationId xmlns:a16="http://schemas.microsoft.com/office/drawing/2014/main" id="{7369034C-57C7-C540-00C7-182D66713411}"/>
              </a:ext>
            </a:extLst>
          </p:cNvPr>
          <p:cNvSpPr/>
          <p:nvPr/>
        </p:nvSpPr>
        <p:spPr>
          <a:xfrm>
            <a:off x="889000" y="35814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27">
            <a:extLst>
              <a:ext uri="{FF2B5EF4-FFF2-40B4-BE49-F238E27FC236}">
                <a16:creationId xmlns:a16="http://schemas.microsoft.com/office/drawing/2014/main" id="{D86DA17D-FABF-0DA0-5145-C700FE8DBF05}"/>
              </a:ext>
            </a:extLst>
          </p:cNvPr>
          <p:cNvSpPr/>
          <p:nvPr/>
        </p:nvSpPr>
        <p:spPr>
          <a:xfrm>
            <a:off x="939800" y="36322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8">
            <a:extLst>
              <a:ext uri="{FF2B5EF4-FFF2-40B4-BE49-F238E27FC236}">
                <a16:creationId xmlns:a16="http://schemas.microsoft.com/office/drawing/2014/main" id="{9ADA088B-4436-5500-D9C8-A115B487C0AC}"/>
              </a:ext>
            </a:extLst>
          </p:cNvPr>
          <p:cNvSpPr/>
          <p:nvPr/>
        </p:nvSpPr>
        <p:spPr>
          <a:xfrm>
            <a:off x="1244600" y="4152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9">
            <a:extLst>
              <a:ext uri="{FF2B5EF4-FFF2-40B4-BE49-F238E27FC236}">
                <a16:creationId xmlns:a16="http://schemas.microsoft.com/office/drawing/2014/main" id="{4D16C78C-6CD0-B424-4A21-EF3BEAF452B1}"/>
              </a:ext>
            </a:extLst>
          </p:cNvPr>
          <p:cNvSpPr/>
          <p:nvPr/>
        </p:nvSpPr>
        <p:spPr>
          <a:xfrm>
            <a:off x="889000" y="4152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30">
            <a:extLst>
              <a:ext uri="{FF2B5EF4-FFF2-40B4-BE49-F238E27FC236}">
                <a16:creationId xmlns:a16="http://schemas.microsoft.com/office/drawing/2014/main" id="{AC28B12C-639E-9CF3-F73C-1228F7271D79}"/>
              </a:ext>
            </a:extLst>
          </p:cNvPr>
          <p:cNvSpPr/>
          <p:nvPr/>
        </p:nvSpPr>
        <p:spPr>
          <a:xfrm>
            <a:off x="939800" y="42037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31">
            <a:extLst>
              <a:ext uri="{FF2B5EF4-FFF2-40B4-BE49-F238E27FC236}">
                <a16:creationId xmlns:a16="http://schemas.microsoft.com/office/drawing/2014/main" id="{37743A3E-0088-EC55-685E-8F46626AB9A2}"/>
              </a:ext>
            </a:extLst>
          </p:cNvPr>
          <p:cNvSpPr/>
          <p:nvPr/>
        </p:nvSpPr>
        <p:spPr>
          <a:xfrm>
            <a:off x="1244600" y="47244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32">
            <a:extLst>
              <a:ext uri="{FF2B5EF4-FFF2-40B4-BE49-F238E27FC236}">
                <a16:creationId xmlns:a16="http://schemas.microsoft.com/office/drawing/2014/main" id="{6EF4D42B-2B05-8A11-CFAF-EEBD7DB22727}"/>
              </a:ext>
            </a:extLst>
          </p:cNvPr>
          <p:cNvSpPr/>
          <p:nvPr/>
        </p:nvSpPr>
        <p:spPr>
          <a:xfrm>
            <a:off x="889000" y="47244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33">
            <a:extLst>
              <a:ext uri="{FF2B5EF4-FFF2-40B4-BE49-F238E27FC236}">
                <a16:creationId xmlns:a16="http://schemas.microsoft.com/office/drawing/2014/main" id="{A73DC5E0-A810-CDE5-9092-1F479592771A}"/>
              </a:ext>
            </a:extLst>
          </p:cNvPr>
          <p:cNvSpPr/>
          <p:nvPr/>
        </p:nvSpPr>
        <p:spPr>
          <a:xfrm>
            <a:off x="939800" y="47752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34">
            <a:extLst>
              <a:ext uri="{FF2B5EF4-FFF2-40B4-BE49-F238E27FC236}">
                <a16:creationId xmlns:a16="http://schemas.microsoft.com/office/drawing/2014/main" id="{2FDC18C0-4835-FCFB-436A-DDAFED40DB86}"/>
              </a:ext>
            </a:extLst>
          </p:cNvPr>
          <p:cNvSpPr/>
          <p:nvPr/>
        </p:nvSpPr>
        <p:spPr>
          <a:xfrm>
            <a:off x="1244600" y="5295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AutoShape 35">
            <a:extLst>
              <a:ext uri="{FF2B5EF4-FFF2-40B4-BE49-F238E27FC236}">
                <a16:creationId xmlns:a16="http://schemas.microsoft.com/office/drawing/2014/main" id="{8A3D8BBA-F389-3EBF-F2F0-CEEA1FE71E61}"/>
              </a:ext>
            </a:extLst>
          </p:cNvPr>
          <p:cNvSpPr/>
          <p:nvPr/>
        </p:nvSpPr>
        <p:spPr>
          <a:xfrm>
            <a:off x="889000" y="5295900"/>
            <a:ext cx="177800" cy="177800"/>
          </a:xfrm>
          <a:prstGeom prst="ellipse">
            <a:avLst/>
          </a:prstGeom>
          <a:solidFill>
            <a:srgbClr val="ACCB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36">
            <a:extLst>
              <a:ext uri="{FF2B5EF4-FFF2-40B4-BE49-F238E27FC236}">
                <a16:creationId xmlns:a16="http://schemas.microsoft.com/office/drawing/2014/main" id="{AE7238FF-42C4-E09D-0999-D91C9F1940DF}"/>
              </a:ext>
            </a:extLst>
          </p:cNvPr>
          <p:cNvSpPr/>
          <p:nvPr/>
        </p:nvSpPr>
        <p:spPr>
          <a:xfrm>
            <a:off x="939800" y="5346700"/>
            <a:ext cx="393700" cy="76200"/>
          </a:xfrm>
          <a:prstGeom prst="roundRect">
            <a:avLst>
              <a:gd name="adj" fmla="val 50000"/>
            </a:avLst>
          </a:prstGeom>
          <a:solidFill>
            <a:srgbClr val="7F8FA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AutoShape 37">
            <a:extLst>
              <a:ext uri="{FF2B5EF4-FFF2-40B4-BE49-F238E27FC236}">
                <a16:creationId xmlns:a16="http://schemas.microsoft.com/office/drawing/2014/main" id="{5D4DD1C1-7615-7967-7FCC-1CF737AC059B}"/>
              </a:ext>
            </a:extLst>
          </p:cNvPr>
          <p:cNvSpPr/>
          <p:nvPr/>
        </p:nvSpPr>
        <p:spPr>
          <a:xfrm>
            <a:off x="2692400" y="2057400"/>
            <a:ext cx="8293100" cy="711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30" name="AutoShape 38">
            <a:extLst>
              <a:ext uri="{FF2B5EF4-FFF2-40B4-BE49-F238E27FC236}">
                <a16:creationId xmlns:a16="http://schemas.microsoft.com/office/drawing/2014/main" id="{6D9AEE91-BEB8-BFA1-A2AF-3800CEA2377A}"/>
              </a:ext>
            </a:extLst>
          </p:cNvPr>
          <p:cNvSpPr/>
          <p:nvPr/>
        </p:nvSpPr>
        <p:spPr>
          <a:xfrm>
            <a:off x="2692400" y="3314700"/>
            <a:ext cx="8293100" cy="711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sp>
        <p:nvSpPr>
          <p:cNvPr id="31" name="AutoShape 39">
            <a:extLst>
              <a:ext uri="{FF2B5EF4-FFF2-40B4-BE49-F238E27FC236}">
                <a16:creationId xmlns:a16="http://schemas.microsoft.com/office/drawing/2014/main" id="{2E679C30-5DB3-CAD4-CE18-EAE2388A1949}"/>
              </a:ext>
            </a:extLst>
          </p:cNvPr>
          <p:cNvSpPr/>
          <p:nvPr/>
        </p:nvSpPr>
        <p:spPr>
          <a:xfrm>
            <a:off x="2692400" y="4572000"/>
            <a:ext cx="8293100" cy="711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endParaRPr lang="en-US" sz="1100" dirty="0"/>
          </a:p>
        </p:txBody>
      </p:sp>
      <p:cxnSp>
        <p:nvCxnSpPr>
          <p:cNvPr id="32" name="Connector 40">
            <a:extLst>
              <a:ext uri="{FF2B5EF4-FFF2-40B4-BE49-F238E27FC236}">
                <a16:creationId xmlns:a16="http://schemas.microsoft.com/office/drawing/2014/main" id="{0F23ADE6-5341-8DDB-A020-EB0917A539C5}"/>
              </a:ext>
            </a:extLst>
          </p:cNvPr>
          <p:cNvCxnSpPr/>
          <p:nvPr/>
        </p:nvCxnSpPr>
        <p:spPr>
          <a:xfrm>
            <a:off x="2806700" y="3035300"/>
            <a:ext cx="7950210" cy="12700"/>
          </a:xfrm>
          <a:prstGeom prst="line">
            <a:avLst/>
          </a:prstGeom>
          <a:solidFill>
            <a:srgbClr val="DEE0E3">
              <a:alpha val="100000"/>
            </a:srgbClr>
          </a:solidFill>
          <a:ln w="12700" cap="flat" cmpd="sng">
            <a:solidFill>
              <a:srgbClr val="4A66AC">
                <a:alpha val="100000"/>
              </a:srgbClr>
            </a:solidFill>
            <a:prstDash val="solid"/>
            <a:miter lim="8000000"/>
            <a:headEnd type="none" w="med" len="med"/>
            <a:tailEnd type="none" w="med" len="med"/>
          </a:ln>
        </p:spPr>
      </p:cxnSp>
      <p:cxnSp>
        <p:nvCxnSpPr>
          <p:cNvPr id="33" name="Connector 41">
            <a:extLst>
              <a:ext uri="{FF2B5EF4-FFF2-40B4-BE49-F238E27FC236}">
                <a16:creationId xmlns:a16="http://schemas.microsoft.com/office/drawing/2014/main" id="{D2BC8812-EFF3-9FC5-2C66-649566C9D751}"/>
              </a:ext>
            </a:extLst>
          </p:cNvPr>
          <p:cNvCxnSpPr/>
          <p:nvPr/>
        </p:nvCxnSpPr>
        <p:spPr>
          <a:xfrm>
            <a:off x="2806700" y="4292600"/>
            <a:ext cx="7950210" cy="12700"/>
          </a:xfrm>
          <a:prstGeom prst="line">
            <a:avLst/>
          </a:prstGeom>
          <a:solidFill>
            <a:srgbClr val="DEE0E3">
              <a:alpha val="100000"/>
            </a:srgbClr>
          </a:solidFill>
          <a:ln w="12700" cap="flat" cmpd="sng">
            <a:solidFill>
              <a:srgbClr val="4A66AC">
                <a:alpha val="100000"/>
              </a:srgbClr>
            </a:solidFill>
            <a:prstDash val="solid"/>
            <a:miter lim="8000000"/>
            <a:headEnd type="none" w="med" len="med"/>
            <a:tailEnd type="none" w="med" len="med"/>
          </a:ln>
        </p:spPr>
      </p:cxnSp>
    </p:spTree>
    <p:extLst>
      <p:ext uri="{BB962C8B-B14F-4D97-AF65-F5344CB8AC3E}">
        <p14:creationId xmlns:p14="http://schemas.microsoft.com/office/powerpoint/2010/main" val="406827759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2_自定义版式">
    <p:spTree>
      <p:nvGrpSpPr>
        <p:cNvPr id="1" name=""/>
        <p:cNvGrpSpPr/>
        <p:nvPr/>
      </p:nvGrpSpPr>
      <p:grpSpPr>
        <a:xfrm>
          <a:off x="0" y="0"/>
          <a:ext cx="0" cy="0"/>
          <a:chOff x="0" y="0"/>
          <a:chExt cx="0" cy="0"/>
        </a:xfrm>
      </p:grpSpPr>
      <p:sp>
        <p:nvSpPr>
          <p:cNvPr id="4" name="AutoShape 11">
            <a:extLst>
              <a:ext uri="{FF2B5EF4-FFF2-40B4-BE49-F238E27FC236}">
                <a16:creationId xmlns:a16="http://schemas.microsoft.com/office/drawing/2014/main" id="{777666A5-E308-86CE-DB68-04FFD47C8F01}"/>
              </a:ext>
            </a:extLst>
          </p:cNvPr>
          <p:cNvSpPr/>
          <p:nvPr/>
        </p:nvSpPr>
        <p:spPr>
          <a:xfrm>
            <a:off x="723900" y="1485900"/>
            <a:ext cx="5092700" cy="4267200"/>
          </a:xfrm>
          <a:prstGeom prst="roundRect">
            <a:avLst>
              <a:gd name="adj" fmla="val 0"/>
            </a:avLst>
          </a:prstGeom>
          <a:solidFill>
            <a:srgbClr val="FFFFFF">
              <a:alpha val="67000"/>
            </a:srgbClr>
          </a:solidFill>
          <a:ln w="25400" cap="flat" cmpd="sng">
            <a:noFill/>
            <a:prstDash val="solid"/>
            <a:round/>
          </a:ln>
          <a:effectLst>
            <a:outerShdw blurRad="63500" algn="ctr" rotWithShape="0">
              <a:srgbClr val="000000">
                <a:alpha val="5000"/>
              </a:srgbClr>
            </a:outerShdw>
          </a:effectLst>
        </p:spPr>
        <p:txBody>
          <a:bodyPr vert="horz" wrap="square" lIns="63500" tIns="63500" rIns="63500" bIns="63500" rtlCol="0" anchor="ctr"/>
          <a:lstStyle/>
          <a:p>
            <a:pPr algn="ctr">
              <a:defRPr/>
            </a:pPr>
            <a:endParaRPr/>
          </a:p>
        </p:txBody>
      </p:sp>
      <p:sp>
        <p:nvSpPr>
          <p:cNvPr id="6" name="AutoShape 12">
            <a:extLst>
              <a:ext uri="{FF2B5EF4-FFF2-40B4-BE49-F238E27FC236}">
                <a16:creationId xmlns:a16="http://schemas.microsoft.com/office/drawing/2014/main" id="{337FB9E3-E239-1B90-EBCD-5F7FC9294357}"/>
              </a:ext>
            </a:extLst>
          </p:cNvPr>
          <p:cNvSpPr/>
          <p:nvPr/>
        </p:nvSpPr>
        <p:spPr>
          <a:xfrm>
            <a:off x="850900" y="1651000"/>
            <a:ext cx="4800600" cy="3924300"/>
          </a:xfrm>
          <a:prstGeom prst="roundRect">
            <a:avLst>
              <a:gd name="adj" fmla="val 0"/>
            </a:avLst>
          </a:prstGeom>
          <a:noFill/>
          <a:ln w="12700" cap="flat" cmpd="sng">
            <a:solidFill>
              <a:srgbClr val="D9D9D9">
                <a:alpha val="100000"/>
              </a:srgbClr>
            </a:solidFill>
            <a:prstDash val="solid"/>
            <a:miter lim="10000000"/>
          </a:ln>
          <a:effectLst>
            <a:outerShdw blurRad="63500" algn="ctr" rotWithShape="0">
              <a:srgbClr val="000000">
                <a:alpha val="13000"/>
              </a:srgbClr>
            </a:outerShdw>
          </a:effectLst>
        </p:spPr>
        <p:txBody>
          <a:bodyPr vert="horz" wrap="square" lIns="63500" tIns="63500" rIns="63500" bIns="63500" rtlCol="0" anchor="ctr"/>
          <a:lstStyle/>
          <a:p>
            <a:pPr algn="ctr">
              <a:defRPr/>
            </a:pPr>
            <a:endParaRPr/>
          </a:p>
        </p:txBody>
      </p:sp>
      <p:sp>
        <p:nvSpPr>
          <p:cNvPr id="8" name="AutoShape 13">
            <a:extLst>
              <a:ext uri="{FF2B5EF4-FFF2-40B4-BE49-F238E27FC236}">
                <a16:creationId xmlns:a16="http://schemas.microsoft.com/office/drawing/2014/main" id="{B1A6A787-0ADD-6E7E-0BC4-6263E3623362}"/>
              </a:ext>
            </a:extLst>
          </p:cNvPr>
          <p:cNvSpPr/>
          <p:nvPr/>
        </p:nvSpPr>
        <p:spPr>
          <a:xfrm>
            <a:off x="1905000" y="2133600"/>
            <a:ext cx="27051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spcAft>
                <a:spcPts val="1200"/>
              </a:spcAft>
              <a:defRPr/>
            </a:pPr>
            <a:endParaRPr lang="en-US" sz="1100" dirty="0"/>
          </a:p>
        </p:txBody>
      </p:sp>
      <p:sp>
        <p:nvSpPr>
          <p:cNvPr id="10" name="AutoShape 14">
            <a:extLst>
              <a:ext uri="{FF2B5EF4-FFF2-40B4-BE49-F238E27FC236}">
                <a16:creationId xmlns:a16="http://schemas.microsoft.com/office/drawing/2014/main" id="{F3A838E8-0B3E-7CC4-4A80-B195DB077401}"/>
              </a:ext>
            </a:extLst>
          </p:cNvPr>
          <p:cNvSpPr/>
          <p:nvPr/>
        </p:nvSpPr>
        <p:spPr>
          <a:xfrm>
            <a:off x="1257300" y="2552700"/>
            <a:ext cx="3987800" cy="1244600"/>
          </a:xfrm>
          <a:prstGeom prst="rect">
            <a:avLst/>
          </a:prstGeom>
          <a:noFill/>
          <a:ln w="12700" cap="flat" cmpd="sng">
            <a:noFill/>
            <a:prstDash val="solid"/>
            <a:round/>
          </a:ln>
        </p:spPr>
        <p:txBody>
          <a:bodyPr vert="horz" wrap="square" lIns="88900" tIns="50800" rIns="88900" bIns="50800" rtlCol="0" anchor="t" anchorCtr="0"/>
          <a:lstStyle/>
          <a:p>
            <a:pPr marL="0" indent="0" algn="just">
              <a:lnSpc>
                <a:spcPct val="116666"/>
              </a:lnSpc>
              <a:defRPr/>
            </a:pPr>
            <a:endParaRPr lang="en-US" sz="1100" dirty="0"/>
          </a:p>
        </p:txBody>
      </p:sp>
      <p:sp>
        <p:nvSpPr>
          <p:cNvPr id="12" name="AutoShape 15">
            <a:extLst>
              <a:ext uri="{FF2B5EF4-FFF2-40B4-BE49-F238E27FC236}">
                <a16:creationId xmlns:a16="http://schemas.microsoft.com/office/drawing/2014/main" id="{B2FF78B2-2499-AFB2-6E70-925A1C36DC00}"/>
              </a:ext>
            </a:extLst>
          </p:cNvPr>
          <p:cNvSpPr/>
          <p:nvPr/>
        </p:nvSpPr>
        <p:spPr>
          <a:xfrm>
            <a:off x="6362700" y="1485900"/>
            <a:ext cx="5092700" cy="4267200"/>
          </a:xfrm>
          <a:prstGeom prst="roundRect">
            <a:avLst>
              <a:gd name="adj" fmla="val 0"/>
            </a:avLst>
          </a:prstGeom>
          <a:solidFill>
            <a:srgbClr val="FFFFFF">
              <a:alpha val="67000"/>
            </a:srgbClr>
          </a:solidFill>
          <a:ln w="25400" cap="flat" cmpd="sng">
            <a:noFill/>
            <a:prstDash val="solid"/>
            <a:round/>
          </a:ln>
          <a:effectLst>
            <a:outerShdw blurRad="63500" algn="ctr" rotWithShape="0">
              <a:srgbClr val="000000">
                <a:alpha val="5000"/>
              </a:srgbClr>
            </a:outerShdw>
          </a:effectLst>
        </p:spPr>
        <p:txBody>
          <a:bodyPr vert="horz" wrap="square" lIns="63500" tIns="63500" rIns="63500" bIns="63500" rtlCol="0" anchor="ctr"/>
          <a:lstStyle/>
          <a:p>
            <a:pPr algn="ctr">
              <a:defRPr/>
            </a:pPr>
            <a:endParaRPr/>
          </a:p>
        </p:txBody>
      </p:sp>
      <p:sp>
        <p:nvSpPr>
          <p:cNvPr id="14" name="AutoShape 16">
            <a:extLst>
              <a:ext uri="{FF2B5EF4-FFF2-40B4-BE49-F238E27FC236}">
                <a16:creationId xmlns:a16="http://schemas.microsoft.com/office/drawing/2014/main" id="{D3793847-702C-7BA1-103F-7EE22A8334BF}"/>
              </a:ext>
            </a:extLst>
          </p:cNvPr>
          <p:cNvSpPr/>
          <p:nvPr/>
        </p:nvSpPr>
        <p:spPr>
          <a:xfrm>
            <a:off x="6489700" y="1651000"/>
            <a:ext cx="4800600" cy="3924300"/>
          </a:xfrm>
          <a:prstGeom prst="roundRect">
            <a:avLst>
              <a:gd name="adj" fmla="val 0"/>
            </a:avLst>
          </a:prstGeom>
          <a:noFill/>
          <a:ln w="12700" cap="flat" cmpd="sng">
            <a:solidFill>
              <a:srgbClr val="D9D9D9">
                <a:alpha val="100000"/>
              </a:srgbClr>
            </a:solidFill>
            <a:prstDash val="solid"/>
            <a:miter lim="10000000"/>
          </a:ln>
          <a:effectLst>
            <a:outerShdw blurRad="63500" algn="ctr" rotWithShape="0">
              <a:srgbClr val="000000">
                <a:alpha val="13000"/>
              </a:srgbClr>
            </a:outerShdw>
          </a:effectLst>
        </p:spPr>
        <p:txBody>
          <a:bodyPr vert="horz" wrap="square" lIns="63500" tIns="63500" rIns="63500" bIns="63500" rtlCol="0" anchor="ctr"/>
          <a:lstStyle/>
          <a:p>
            <a:pPr algn="ctr">
              <a:defRPr/>
            </a:pPr>
            <a:endParaRPr/>
          </a:p>
        </p:txBody>
      </p:sp>
      <p:sp>
        <p:nvSpPr>
          <p:cNvPr id="16" name="AutoShape 17">
            <a:extLst>
              <a:ext uri="{FF2B5EF4-FFF2-40B4-BE49-F238E27FC236}">
                <a16:creationId xmlns:a16="http://schemas.microsoft.com/office/drawing/2014/main" id="{6BFC270F-646B-4252-442B-2C561115A40A}"/>
              </a:ext>
            </a:extLst>
          </p:cNvPr>
          <p:cNvSpPr/>
          <p:nvPr/>
        </p:nvSpPr>
        <p:spPr>
          <a:xfrm>
            <a:off x="7543800" y="2133600"/>
            <a:ext cx="27051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spcAft>
                <a:spcPts val="1200"/>
              </a:spcAft>
              <a:defRPr/>
            </a:pPr>
            <a:endParaRPr lang="en-US" sz="1100" dirty="0"/>
          </a:p>
        </p:txBody>
      </p:sp>
      <p:sp>
        <p:nvSpPr>
          <p:cNvPr id="18" name="AutoShape 18">
            <a:extLst>
              <a:ext uri="{FF2B5EF4-FFF2-40B4-BE49-F238E27FC236}">
                <a16:creationId xmlns:a16="http://schemas.microsoft.com/office/drawing/2014/main" id="{C4CA4FF0-7961-EA3C-3962-CA3D0214682D}"/>
              </a:ext>
            </a:extLst>
          </p:cNvPr>
          <p:cNvSpPr/>
          <p:nvPr/>
        </p:nvSpPr>
        <p:spPr>
          <a:xfrm>
            <a:off x="6896100" y="2552700"/>
            <a:ext cx="3987800" cy="1244600"/>
          </a:xfrm>
          <a:prstGeom prst="rect">
            <a:avLst/>
          </a:prstGeom>
          <a:noFill/>
          <a:ln w="12700" cap="flat" cmpd="sng">
            <a:noFill/>
            <a:prstDash val="solid"/>
            <a:round/>
          </a:ln>
        </p:spPr>
        <p:txBody>
          <a:bodyPr vert="horz" wrap="square" lIns="88900" tIns="50800" rIns="88900" bIns="50800" rtlCol="0" anchor="t" anchorCtr="0"/>
          <a:lstStyle/>
          <a:p>
            <a:pPr marL="0" indent="0" algn="just">
              <a:lnSpc>
                <a:spcPct val="116666"/>
              </a:lnSpc>
              <a:defRPr/>
            </a:pPr>
            <a:endParaRPr lang="en-US" sz="1100" dirty="0"/>
          </a:p>
        </p:txBody>
      </p:sp>
    </p:spTree>
    <p:extLst>
      <p:ext uri="{BB962C8B-B14F-4D97-AF65-F5344CB8AC3E}">
        <p14:creationId xmlns:p14="http://schemas.microsoft.com/office/powerpoint/2010/main" val="394984660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3_自定义版式">
    <p:spTree>
      <p:nvGrpSpPr>
        <p:cNvPr id="1" name=""/>
        <p:cNvGrpSpPr/>
        <p:nvPr/>
      </p:nvGrpSpPr>
      <p:grpSpPr>
        <a:xfrm>
          <a:off x="0" y="0"/>
          <a:ext cx="0" cy="0"/>
          <a:chOff x="0" y="0"/>
          <a:chExt cx="0" cy="0"/>
        </a:xfrm>
      </p:grpSpPr>
      <p:sp>
        <p:nvSpPr>
          <p:cNvPr id="3" name="Freeform 11">
            <a:extLst>
              <a:ext uri="{FF2B5EF4-FFF2-40B4-BE49-F238E27FC236}">
                <a16:creationId xmlns:a16="http://schemas.microsoft.com/office/drawing/2014/main" id="{3DA67CB2-74D5-95D4-E4C5-300370DF0582}"/>
              </a:ext>
            </a:extLst>
          </p:cNvPr>
          <p:cNvSpPr/>
          <p:nvPr/>
        </p:nvSpPr>
        <p:spPr>
          <a:xfrm>
            <a:off x="6146800" y="1866900"/>
            <a:ext cx="1795729" cy="1795725"/>
          </a:xfrm>
          <a:custGeom>
            <a:avLst/>
            <a:gdLst/>
            <a:ahLst/>
            <a:cxnLst/>
            <a:rect l="l" t="t" r="r" b="b"/>
            <a:pathLst>
              <a:path w="1795729" h="1795725">
                <a:moveTo>
                  <a:pt x="0" y="0"/>
                </a:moveTo>
                <a:lnTo>
                  <a:pt x="88795" y="4483"/>
                </a:lnTo>
                <a:cubicBezTo>
                  <a:pt x="986448" y="95645"/>
                  <a:pt x="1700083" y="809280"/>
                  <a:pt x="1791245" y="1706935"/>
                </a:cubicBezTo>
                <a:lnTo>
                  <a:pt x="1795729" y="1795725"/>
                </a:lnTo>
                <a:lnTo>
                  <a:pt x="1210380" y="1795725"/>
                </a:lnTo>
                <a:lnTo>
                  <a:pt x="1208742" y="1763292"/>
                </a:lnTo>
                <a:cubicBezTo>
                  <a:pt x="1144880" y="1134455"/>
                  <a:pt x="644954" y="634528"/>
                  <a:pt x="16116" y="570666"/>
                </a:cubicBezTo>
                <a:lnTo>
                  <a:pt x="0" y="569852"/>
                </a:lnTo>
                <a:lnTo>
                  <a:pt x="0" y="0"/>
                </a:ln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Freeform 12">
            <a:extLst>
              <a:ext uri="{FF2B5EF4-FFF2-40B4-BE49-F238E27FC236}">
                <a16:creationId xmlns:a16="http://schemas.microsoft.com/office/drawing/2014/main" id="{95CB6475-C771-37E2-17B0-99975A140F6B}"/>
              </a:ext>
            </a:extLst>
          </p:cNvPr>
          <p:cNvSpPr/>
          <p:nvPr/>
        </p:nvSpPr>
        <p:spPr>
          <a:xfrm>
            <a:off x="4140200" y="1866900"/>
            <a:ext cx="1795725" cy="1795725"/>
          </a:xfrm>
          <a:custGeom>
            <a:avLst/>
            <a:gdLst/>
            <a:ahLst/>
            <a:cxnLst/>
            <a:rect l="l" t="t" r="r" b="b"/>
            <a:pathLst>
              <a:path w="1795725" h="1795725">
                <a:moveTo>
                  <a:pt x="1795725" y="0"/>
                </a:moveTo>
                <a:lnTo>
                  <a:pt x="1795725" y="568411"/>
                </a:lnTo>
                <a:lnTo>
                  <a:pt x="1751054" y="570666"/>
                </a:lnTo>
                <a:cubicBezTo>
                  <a:pt x="1122216" y="634528"/>
                  <a:pt x="622290" y="1134455"/>
                  <a:pt x="558428" y="1763292"/>
                </a:cubicBezTo>
                <a:lnTo>
                  <a:pt x="556791" y="1795725"/>
                </a:lnTo>
                <a:lnTo>
                  <a:pt x="0" y="1795725"/>
                </a:lnTo>
                <a:lnTo>
                  <a:pt x="4483" y="1706935"/>
                </a:lnTo>
                <a:cubicBezTo>
                  <a:pt x="95645" y="809280"/>
                  <a:pt x="809281" y="95645"/>
                  <a:pt x="1706935" y="4483"/>
                </a:cubicBezTo>
                <a:lnTo>
                  <a:pt x="1795725" y="0"/>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Freeform 13">
            <a:extLst>
              <a:ext uri="{FF2B5EF4-FFF2-40B4-BE49-F238E27FC236}">
                <a16:creationId xmlns:a16="http://schemas.microsoft.com/office/drawing/2014/main" id="{94CBADAD-25F7-840F-69A7-EE69DF79A74C}"/>
              </a:ext>
            </a:extLst>
          </p:cNvPr>
          <p:cNvSpPr/>
          <p:nvPr/>
        </p:nvSpPr>
        <p:spPr>
          <a:xfrm>
            <a:off x="4140200" y="3873500"/>
            <a:ext cx="1795725" cy="1795728"/>
          </a:xfrm>
          <a:custGeom>
            <a:avLst/>
            <a:gdLst/>
            <a:ahLst/>
            <a:cxnLst/>
            <a:rect l="l" t="t" r="r" b="b"/>
            <a:pathLst>
              <a:path w="1795725" h="1795728">
                <a:moveTo>
                  <a:pt x="0" y="0"/>
                </a:moveTo>
                <a:lnTo>
                  <a:pt x="556997" y="0"/>
                </a:lnTo>
                <a:lnTo>
                  <a:pt x="558428" y="28353"/>
                </a:lnTo>
                <a:cubicBezTo>
                  <a:pt x="622290" y="657191"/>
                  <a:pt x="1122216" y="1157117"/>
                  <a:pt x="1751054" y="1220979"/>
                </a:cubicBezTo>
                <a:lnTo>
                  <a:pt x="1795725" y="1223235"/>
                </a:lnTo>
                <a:lnTo>
                  <a:pt x="1795725" y="1795728"/>
                </a:lnTo>
                <a:lnTo>
                  <a:pt x="1706935" y="1791244"/>
                </a:lnTo>
                <a:cubicBezTo>
                  <a:pt x="809281" y="1700082"/>
                  <a:pt x="95645" y="986448"/>
                  <a:pt x="4483" y="88793"/>
                </a:cubicBezTo>
                <a:lnTo>
                  <a:pt x="0" y="0"/>
                </a:ln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Freeform 14">
            <a:extLst>
              <a:ext uri="{FF2B5EF4-FFF2-40B4-BE49-F238E27FC236}">
                <a16:creationId xmlns:a16="http://schemas.microsoft.com/office/drawing/2014/main" id="{DBD16696-4C93-46B5-ACA4-21F917533263}"/>
              </a:ext>
            </a:extLst>
          </p:cNvPr>
          <p:cNvSpPr/>
          <p:nvPr/>
        </p:nvSpPr>
        <p:spPr>
          <a:xfrm>
            <a:off x="6146800" y="3873500"/>
            <a:ext cx="1795729" cy="1795728"/>
          </a:xfrm>
          <a:custGeom>
            <a:avLst/>
            <a:gdLst/>
            <a:ahLst/>
            <a:cxnLst/>
            <a:rect l="l" t="t" r="r" b="b"/>
            <a:pathLst>
              <a:path w="1795729" h="1795728">
                <a:moveTo>
                  <a:pt x="1210174" y="0"/>
                </a:moveTo>
                <a:lnTo>
                  <a:pt x="1795729" y="0"/>
                </a:lnTo>
                <a:lnTo>
                  <a:pt x="1791245" y="88793"/>
                </a:lnTo>
                <a:cubicBezTo>
                  <a:pt x="1700083" y="986448"/>
                  <a:pt x="986448" y="1700082"/>
                  <a:pt x="88795" y="1791244"/>
                </a:cubicBezTo>
                <a:lnTo>
                  <a:pt x="0" y="1795728"/>
                </a:lnTo>
                <a:lnTo>
                  <a:pt x="0" y="1221793"/>
                </a:lnTo>
                <a:lnTo>
                  <a:pt x="16116" y="1220979"/>
                </a:lnTo>
                <a:cubicBezTo>
                  <a:pt x="644954" y="1157117"/>
                  <a:pt x="1144880" y="657191"/>
                  <a:pt x="1208742" y="28353"/>
                </a:cubicBezTo>
                <a:lnTo>
                  <a:pt x="1210174" y="0"/>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15">
            <a:extLst>
              <a:ext uri="{FF2B5EF4-FFF2-40B4-BE49-F238E27FC236}">
                <a16:creationId xmlns:a16="http://schemas.microsoft.com/office/drawing/2014/main" id="{D4096B83-C640-E964-FDD1-11C9A0A61157}"/>
              </a:ext>
            </a:extLst>
          </p:cNvPr>
          <p:cNvSpPr/>
          <p:nvPr/>
        </p:nvSpPr>
        <p:spPr>
          <a:xfrm>
            <a:off x="4445000" y="3073400"/>
            <a:ext cx="3302000" cy="584200"/>
          </a:xfrm>
          <a:prstGeom prst="rect">
            <a:avLst/>
          </a:prstGeom>
          <a:noFill/>
          <a:ln w="12700" cap="flat" cmpd="sng">
            <a:noFill/>
            <a:prstDash val="solid"/>
            <a:round/>
          </a:ln>
        </p:spPr>
        <p:txBody>
          <a:bodyPr vert="horz" wrap="none" lIns="88900" tIns="50800" rIns="88900" bIns="50800" rtlCol="0" anchor="t" anchorCtr="0"/>
          <a:lstStyle/>
          <a:p>
            <a:pPr marL="0" indent="0" algn="ctr">
              <a:lnSpc>
                <a:spcPct val="100000"/>
              </a:lnSpc>
              <a:defRPr/>
            </a:pPr>
            <a:endParaRPr lang="en-US" sz="1100" dirty="0"/>
          </a:p>
        </p:txBody>
      </p:sp>
      <p:sp>
        <p:nvSpPr>
          <p:cNvPr id="8" name="Freeform 16">
            <a:extLst>
              <a:ext uri="{FF2B5EF4-FFF2-40B4-BE49-F238E27FC236}">
                <a16:creationId xmlns:a16="http://schemas.microsoft.com/office/drawing/2014/main" id="{5563BAA9-F7C7-3106-A9C9-E972856FCBB2}"/>
              </a:ext>
            </a:extLst>
          </p:cNvPr>
          <p:cNvSpPr/>
          <p:nvPr/>
        </p:nvSpPr>
        <p:spPr>
          <a:xfrm>
            <a:off x="5727700" y="3873500"/>
            <a:ext cx="631999" cy="627784"/>
          </a:xfrm>
          <a:custGeom>
            <a:avLst/>
            <a:gdLst/>
            <a:ahLst/>
            <a:cxnLst/>
            <a:rect l="l" t="t" r="r" b="b"/>
            <a:pathLst>
              <a:path w="631999" h="627784">
                <a:moveTo>
                  <a:pt x="59280" y="0"/>
                </a:moveTo>
                <a:cubicBezTo>
                  <a:pt x="23905" y="0"/>
                  <a:pt x="0" y="29790"/>
                  <a:pt x="0" y="64261"/>
                </a:cubicBezTo>
                <a:lnTo>
                  <a:pt x="0" y="340224"/>
                </a:lnTo>
                <a:cubicBezTo>
                  <a:pt x="0" y="377339"/>
                  <a:pt x="37686" y="386203"/>
                  <a:pt x="37686" y="386203"/>
                </a:cubicBezTo>
                <a:cubicBezTo>
                  <a:pt x="37686" y="386203"/>
                  <a:pt x="37686" y="103090"/>
                  <a:pt x="37686" y="74811"/>
                </a:cubicBezTo>
                <a:cubicBezTo>
                  <a:pt x="37686" y="46502"/>
                  <a:pt x="53047" y="41562"/>
                  <a:pt x="83125" y="41562"/>
                </a:cubicBezTo>
                <a:cubicBezTo>
                  <a:pt x="113175" y="41562"/>
                  <a:pt x="547996" y="41562"/>
                  <a:pt x="547996" y="41562"/>
                </a:cubicBezTo>
                <a:cubicBezTo>
                  <a:pt x="547996" y="41562"/>
                  <a:pt x="533864" y="0"/>
                  <a:pt x="506419" y="0"/>
                </a:cubicBezTo>
                <a:lnTo>
                  <a:pt x="59280" y="0"/>
                </a:lnTo>
                <a:close/>
                <a:moveTo>
                  <a:pt x="108610" y="70917"/>
                </a:moveTo>
                <a:cubicBezTo>
                  <a:pt x="67940" y="70917"/>
                  <a:pt x="70924" y="105270"/>
                  <a:pt x="70924" y="105270"/>
                </a:cubicBezTo>
                <a:cubicBezTo>
                  <a:pt x="70924" y="105270"/>
                  <a:pt x="70924" y="415529"/>
                  <a:pt x="70924" y="439391"/>
                </a:cubicBezTo>
                <a:cubicBezTo>
                  <a:pt x="70924" y="463281"/>
                  <a:pt x="85057" y="480953"/>
                  <a:pt x="108054" y="480953"/>
                </a:cubicBezTo>
                <a:cubicBezTo>
                  <a:pt x="131053" y="480953"/>
                  <a:pt x="262631" y="480953"/>
                  <a:pt x="262631" y="480953"/>
                </a:cubicBezTo>
                <a:lnTo>
                  <a:pt x="344089" y="627784"/>
                </a:lnTo>
                <a:lnTo>
                  <a:pt x="436051" y="478192"/>
                </a:lnTo>
                <a:cubicBezTo>
                  <a:pt x="436051" y="478192"/>
                  <a:pt x="559027" y="478192"/>
                  <a:pt x="587320" y="478192"/>
                </a:cubicBezTo>
                <a:cubicBezTo>
                  <a:pt x="615615" y="478192"/>
                  <a:pt x="629425" y="478046"/>
                  <a:pt x="629425" y="433840"/>
                </a:cubicBezTo>
                <a:lnTo>
                  <a:pt x="629425" y="121895"/>
                </a:lnTo>
                <a:cubicBezTo>
                  <a:pt x="629425" y="92714"/>
                  <a:pt x="631999" y="70917"/>
                  <a:pt x="593962" y="70917"/>
                </a:cubicBezTo>
                <a:lnTo>
                  <a:pt x="108610" y="70917"/>
                </a:lnTo>
                <a:close/>
              </a:path>
            </a:pathLst>
          </a:custGeom>
          <a:solidFill>
            <a:srgbClr val="284E7D">
              <a:alpha val="100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9" name="Connector 17">
            <a:extLst>
              <a:ext uri="{FF2B5EF4-FFF2-40B4-BE49-F238E27FC236}">
                <a16:creationId xmlns:a16="http://schemas.microsoft.com/office/drawing/2014/main" id="{1755CC42-AF77-37AB-D2FB-D3878D85654C}"/>
              </a:ext>
            </a:extLst>
          </p:cNvPr>
          <p:cNvCxnSpPr/>
          <p:nvPr/>
        </p:nvCxnSpPr>
        <p:spPr>
          <a:xfrm rot="3">
            <a:off x="3543300" y="2057400"/>
            <a:ext cx="1028778"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0" name="Connector 18">
            <a:extLst>
              <a:ext uri="{FF2B5EF4-FFF2-40B4-BE49-F238E27FC236}">
                <a16:creationId xmlns:a16="http://schemas.microsoft.com/office/drawing/2014/main" id="{4B272935-1530-FF7E-4523-541C8ECB743B}"/>
              </a:ext>
            </a:extLst>
          </p:cNvPr>
          <p:cNvCxnSpPr/>
          <p:nvPr/>
        </p:nvCxnSpPr>
        <p:spPr>
          <a:xfrm rot="5223772">
            <a:off x="4330621" y="2298781"/>
            <a:ext cx="495463"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1" name="Connector 19">
            <a:extLst>
              <a:ext uri="{FF2B5EF4-FFF2-40B4-BE49-F238E27FC236}">
                <a16:creationId xmlns:a16="http://schemas.microsoft.com/office/drawing/2014/main" id="{01E825D4-C761-C3A5-C8B7-F31EC43E5484}"/>
              </a:ext>
            </a:extLst>
          </p:cNvPr>
          <p:cNvCxnSpPr/>
          <p:nvPr/>
        </p:nvCxnSpPr>
        <p:spPr>
          <a:xfrm rot="3">
            <a:off x="7505700" y="2057400"/>
            <a:ext cx="1016079"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2" name="Connector 20">
            <a:extLst>
              <a:ext uri="{FF2B5EF4-FFF2-40B4-BE49-F238E27FC236}">
                <a16:creationId xmlns:a16="http://schemas.microsoft.com/office/drawing/2014/main" id="{E5D6AE73-5266-42FA-1FBF-80556DCBC3E4}"/>
              </a:ext>
            </a:extLst>
          </p:cNvPr>
          <p:cNvCxnSpPr/>
          <p:nvPr/>
        </p:nvCxnSpPr>
        <p:spPr>
          <a:xfrm rot="5223772">
            <a:off x="7238921" y="2298781"/>
            <a:ext cx="495463"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3" name="Connector 21">
            <a:extLst>
              <a:ext uri="{FF2B5EF4-FFF2-40B4-BE49-F238E27FC236}">
                <a16:creationId xmlns:a16="http://schemas.microsoft.com/office/drawing/2014/main" id="{8C9C02C5-5F20-329C-ED7A-1527C8BFEA2F}"/>
              </a:ext>
            </a:extLst>
          </p:cNvPr>
          <p:cNvCxnSpPr/>
          <p:nvPr/>
        </p:nvCxnSpPr>
        <p:spPr>
          <a:xfrm rot="3">
            <a:off x="3543300" y="5486400"/>
            <a:ext cx="1028778"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4" name="Connector 22">
            <a:extLst>
              <a:ext uri="{FF2B5EF4-FFF2-40B4-BE49-F238E27FC236}">
                <a16:creationId xmlns:a16="http://schemas.microsoft.com/office/drawing/2014/main" id="{A2C5BB72-C508-3A04-AF55-46C8B3E76327}"/>
              </a:ext>
            </a:extLst>
          </p:cNvPr>
          <p:cNvCxnSpPr/>
          <p:nvPr/>
        </p:nvCxnSpPr>
        <p:spPr>
          <a:xfrm rot="5223772">
            <a:off x="4330621" y="5232481"/>
            <a:ext cx="495463"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5" name="Connector 23">
            <a:extLst>
              <a:ext uri="{FF2B5EF4-FFF2-40B4-BE49-F238E27FC236}">
                <a16:creationId xmlns:a16="http://schemas.microsoft.com/office/drawing/2014/main" id="{CE10274B-30FF-9A07-C8A9-53BDD470907A}"/>
              </a:ext>
            </a:extLst>
          </p:cNvPr>
          <p:cNvCxnSpPr/>
          <p:nvPr/>
        </p:nvCxnSpPr>
        <p:spPr>
          <a:xfrm rot="3">
            <a:off x="7480300" y="5486400"/>
            <a:ext cx="1028778"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cxnSp>
        <p:nvCxnSpPr>
          <p:cNvPr id="16" name="Connector 24">
            <a:extLst>
              <a:ext uri="{FF2B5EF4-FFF2-40B4-BE49-F238E27FC236}">
                <a16:creationId xmlns:a16="http://schemas.microsoft.com/office/drawing/2014/main" id="{AB4321F1-92DA-11D2-83F1-93B60EA127DB}"/>
              </a:ext>
            </a:extLst>
          </p:cNvPr>
          <p:cNvCxnSpPr/>
          <p:nvPr/>
        </p:nvCxnSpPr>
        <p:spPr>
          <a:xfrm rot="5223772">
            <a:off x="7251621" y="5232481"/>
            <a:ext cx="495463" cy="12700"/>
          </a:xfrm>
          <a:prstGeom prst="line">
            <a:avLst/>
          </a:prstGeom>
          <a:solidFill>
            <a:srgbClr val="DEE0E3">
              <a:alpha val="100000"/>
            </a:srgbClr>
          </a:solidFill>
          <a:ln w="12700" cap="flat" cmpd="sng">
            <a:solidFill>
              <a:srgbClr val="77C2E8">
                <a:alpha val="100000"/>
              </a:srgbClr>
            </a:solidFill>
            <a:prstDash val="solid"/>
            <a:miter lim="10000000"/>
            <a:headEnd type="none" w="med" len="med"/>
            <a:tailEnd type="none" w="med" len="med"/>
          </a:ln>
        </p:spPr>
      </p:cxnSp>
      <p:sp>
        <p:nvSpPr>
          <p:cNvPr id="17" name="AutoShape 25">
            <a:extLst>
              <a:ext uri="{FF2B5EF4-FFF2-40B4-BE49-F238E27FC236}">
                <a16:creationId xmlns:a16="http://schemas.microsoft.com/office/drawing/2014/main" id="{93008BEA-E94D-1DEC-55C8-A0D57986AE54}"/>
              </a:ext>
            </a:extLst>
          </p:cNvPr>
          <p:cNvSpPr/>
          <p:nvPr/>
        </p:nvSpPr>
        <p:spPr>
          <a:xfrm>
            <a:off x="3302000" y="1930400"/>
            <a:ext cx="254000" cy="254000"/>
          </a:xfrm>
          <a:prstGeom prst="ellipse">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26">
            <a:extLst>
              <a:ext uri="{FF2B5EF4-FFF2-40B4-BE49-F238E27FC236}">
                <a16:creationId xmlns:a16="http://schemas.microsoft.com/office/drawing/2014/main" id="{3A88A187-F5DD-4281-7B2A-748351EB4A6B}"/>
              </a:ext>
            </a:extLst>
          </p:cNvPr>
          <p:cNvSpPr/>
          <p:nvPr/>
        </p:nvSpPr>
        <p:spPr>
          <a:xfrm>
            <a:off x="3289300" y="5372100"/>
            <a:ext cx="254000" cy="2540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27">
            <a:extLst>
              <a:ext uri="{FF2B5EF4-FFF2-40B4-BE49-F238E27FC236}">
                <a16:creationId xmlns:a16="http://schemas.microsoft.com/office/drawing/2014/main" id="{181862E4-B5C0-89B6-CA49-3FAAFC7A3062}"/>
              </a:ext>
            </a:extLst>
          </p:cNvPr>
          <p:cNvSpPr/>
          <p:nvPr/>
        </p:nvSpPr>
        <p:spPr>
          <a:xfrm>
            <a:off x="8521700" y="1930400"/>
            <a:ext cx="254000" cy="2540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8">
            <a:extLst>
              <a:ext uri="{FF2B5EF4-FFF2-40B4-BE49-F238E27FC236}">
                <a16:creationId xmlns:a16="http://schemas.microsoft.com/office/drawing/2014/main" id="{BBF3AD1D-EE2F-D470-E13A-B497CC424F61}"/>
              </a:ext>
            </a:extLst>
          </p:cNvPr>
          <p:cNvSpPr/>
          <p:nvPr/>
        </p:nvSpPr>
        <p:spPr>
          <a:xfrm>
            <a:off x="8470900" y="5372100"/>
            <a:ext cx="254000" cy="254000"/>
          </a:xfrm>
          <a:prstGeom prst="ellipse">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Freeform 29">
            <a:extLst>
              <a:ext uri="{FF2B5EF4-FFF2-40B4-BE49-F238E27FC236}">
                <a16:creationId xmlns:a16="http://schemas.microsoft.com/office/drawing/2014/main" id="{0982D153-4420-00C6-DE2E-FB9371D4B6AA}"/>
              </a:ext>
            </a:extLst>
          </p:cNvPr>
          <p:cNvSpPr/>
          <p:nvPr/>
        </p:nvSpPr>
        <p:spPr>
          <a:xfrm>
            <a:off x="2283941" y="1646933"/>
            <a:ext cx="542149" cy="631850"/>
          </a:xfrm>
          <a:custGeom>
            <a:avLst/>
            <a:gdLst/>
            <a:ahLst/>
            <a:cxnLst/>
            <a:rect l="l" t="t" r="r" b="b"/>
            <a:pathLst>
              <a:path w="542149" h="631850">
                <a:moveTo>
                  <a:pt x="301044" y="452505"/>
                </a:moveTo>
                <a:lnTo>
                  <a:pt x="301044" y="303055"/>
                </a:lnTo>
                <a:cubicBezTo>
                  <a:pt x="301044" y="286498"/>
                  <a:pt x="287616" y="273100"/>
                  <a:pt x="271075" y="273100"/>
                </a:cubicBezTo>
                <a:cubicBezTo>
                  <a:pt x="254585" y="273100"/>
                  <a:pt x="241206" y="286498"/>
                  <a:pt x="241206" y="303055"/>
                </a:cubicBezTo>
                <a:lnTo>
                  <a:pt x="241206" y="452505"/>
                </a:lnTo>
                <a:lnTo>
                  <a:pt x="94149" y="452505"/>
                </a:lnTo>
                <a:lnTo>
                  <a:pt x="174869" y="351585"/>
                </a:lnTo>
                <a:cubicBezTo>
                  <a:pt x="182022" y="342546"/>
                  <a:pt x="183503" y="330319"/>
                  <a:pt x="178559" y="319992"/>
                </a:cubicBezTo>
                <a:cubicBezTo>
                  <a:pt x="173614" y="309520"/>
                  <a:pt x="163072" y="303055"/>
                  <a:pt x="151527" y="303055"/>
                </a:cubicBezTo>
                <a:lnTo>
                  <a:pt x="119324" y="303055"/>
                </a:lnTo>
                <a:lnTo>
                  <a:pt x="271075" y="86119"/>
                </a:lnTo>
                <a:lnTo>
                  <a:pt x="423053" y="303055"/>
                </a:lnTo>
                <a:lnTo>
                  <a:pt x="390674" y="303055"/>
                </a:lnTo>
                <a:cubicBezTo>
                  <a:pt x="379305" y="303055"/>
                  <a:pt x="368712" y="309520"/>
                  <a:pt x="363742" y="319992"/>
                </a:cubicBezTo>
                <a:cubicBezTo>
                  <a:pt x="358773" y="330319"/>
                  <a:pt x="360153" y="342546"/>
                  <a:pt x="367433" y="351585"/>
                </a:cubicBezTo>
                <a:lnTo>
                  <a:pt x="448177" y="452505"/>
                </a:lnTo>
                <a:cubicBezTo>
                  <a:pt x="448177" y="452505"/>
                  <a:pt x="301044" y="452505"/>
                  <a:pt x="301044" y="452505"/>
                </a:cubicBezTo>
                <a:close/>
                <a:moveTo>
                  <a:pt x="533666" y="463680"/>
                </a:moveTo>
                <a:lnTo>
                  <a:pt x="452946" y="362701"/>
                </a:lnTo>
                <a:lnTo>
                  <a:pt x="480380" y="362701"/>
                </a:lnTo>
                <a:cubicBezTo>
                  <a:pt x="491525" y="362701"/>
                  <a:pt x="501739" y="356528"/>
                  <a:pt x="506960" y="346641"/>
                </a:cubicBezTo>
                <a:cubicBezTo>
                  <a:pt x="512055" y="336724"/>
                  <a:pt x="511202" y="324877"/>
                  <a:pt x="504978" y="315721"/>
                </a:cubicBezTo>
                <a:lnTo>
                  <a:pt x="295598" y="16733"/>
                </a:lnTo>
                <a:cubicBezTo>
                  <a:pt x="286110" y="3335"/>
                  <a:pt x="267410" y="0"/>
                  <a:pt x="254033" y="9478"/>
                </a:cubicBezTo>
                <a:cubicBezTo>
                  <a:pt x="251222" y="11409"/>
                  <a:pt x="249214" y="13866"/>
                  <a:pt x="247306" y="16382"/>
                </a:cubicBezTo>
                <a:cubicBezTo>
                  <a:pt x="246578" y="16733"/>
                  <a:pt x="37374" y="315721"/>
                  <a:pt x="37374" y="315721"/>
                </a:cubicBezTo>
                <a:cubicBezTo>
                  <a:pt x="30973" y="324877"/>
                  <a:pt x="30271" y="336724"/>
                  <a:pt x="35366" y="346641"/>
                </a:cubicBezTo>
                <a:cubicBezTo>
                  <a:pt x="40461" y="356528"/>
                  <a:pt x="50652" y="362701"/>
                  <a:pt x="61896" y="362701"/>
                </a:cubicBezTo>
                <a:lnTo>
                  <a:pt x="89380" y="362701"/>
                </a:lnTo>
                <a:lnTo>
                  <a:pt x="8686" y="463680"/>
                </a:lnTo>
                <a:cubicBezTo>
                  <a:pt x="1457" y="472602"/>
                  <a:pt x="0" y="484917"/>
                  <a:pt x="4995" y="495360"/>
                </a:cubicBezTo>
                <a:cubicBezTo>
                  <a:pt x="9941" y="505568"/>
                  <a:pt x="20482" y="512180"/>
                  <a:pt x="32027" y="512180"/>
                </a:cubicBezTo>
                <a:lnTo>
                  <a:pt x="241206" y="512180"/>
                </a:lnTo>
                <a:lnTo>
                  <a:pt x="241206" y="601955"/>
                </a:lnTo>
                <a:cubicBezTo>
                  <a:pt x="241206" y="618395"/>
                  <a:pt x="254585" y="631851"/>
                  <a:pt x="271075" y="631851"/>
                </a:cubicBezTo>
                <a:cubicBezTo>
                  <a:pt x="287616" y="631851"/>
                  <a:pt x="301044" y="618395"/>
                  <a:pt x="301044" y="601955"/>
                </a:cubicBezTo>
                <a:lnTo>
                  <a:pt x="301044" y="512180"/>
                </a:lnTo>
                <a:lnTo>
                  <a:pt x="510349" y="512180"/>
                </a:lnTo>
                <a:cubicBezTo>
                  <a:pt x="521719" y="512180"/>
                  <a:pt x="532236" y="505568"/>
                  <a:pt x="537180" y="495360"/>
                </a:cubicBezTo>
                <a:cubicBezTo>
                  <a:pt x="542149" y="484917"/>
                  <a:pt x="540845" y="472602"/>
                  <a:pt x="533666" y="463680"/>
                </a:cubicBezTo>
                <a:cubicBezTo>
                  <a:pt x="533666" y="463680"/>
                  <a:pt x="533666" y="463680"/>
                  <a:pt x="533666" y="463680"/>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Freeform 30">
            <a:extLst>
              <a:ext uri="{FF2B5EF4-FFF2-40B4-BE49-F238E27FC236}">
                <a16:creationId xmlns:a16="http://schemas.microsoft.com/office/drawing/2014/main" id="{FDFA3E8F-FEE3-C21C-6025-D0F7094C4977}"/>
              </a:ext>
            </a:extLst>
          </p:cNvPr>
          <p:cNvSpPr/>
          <p:nvPr/>
        </p:nvSpPr>
        <p:spPr>
          <a:xfrm>
            <a:off x="9182100" y="1651000"/>
            <a:ext cx="630241" cy="627784"/>
          </a:xfrm>
          <a:custGeom>
            <a:avLst/>
            <a:gdLst/>
            <a:ahLst/>
            <a:cxnLst/>
            <a:rect l="l" t="t" r="r" b="b"/>
            <a:pathLst>
              <a:path w="630241" h="627784">
                <a:moveTo>
                  <a:pt x="154175" y="0"/>
                </a:moveTo>
                <a:cubicBezTo>
                  <a:pt x="143584" y="0"/>
                  <a:pt x="137603" y="6656"/>
                  <a:pt x="137603" y="17206"/>
                </a:cubicBezTo>
                <a:lnTo>
                  <a:pt x="137603" y="75566"/>
                </a:lnTo>
                <a:cubicBezTo>
                  <a:pt x="135969" y="66672"/>
                  <a:pt x="129170" y="59581"/>
                  <a:pt x="119775" y="59581"/>
                </a:cubicBezTo>
                <a:cubicBezTo>
                  <a:pt x="112277" y="59581"/>
                  <a:pt x="104719" y="59204"/>
                  <a:pt x="97658" y="58971"/>
                </a:cubicBezTo>
                <a:cubicBezTo>
                  <a:pt x="67022" y="58042"/>
                  <a:pt x="37960" y="57198"/>
                  <a:pt x="18440" y="76177"/>
                </a:cubicBezTo>
                <a:cubicBezTo>
                  <a:pt x="5777" y="88412"/>
                  <a:pt x="0" y="106723"/>
                  <a:pt x="0" y="132067"/>
                </a:cubicBezTo>
                <a:cubicBezTo>
                  <a:pt x="0" y="201530"/>
                  <a:pt x="46568" y="334150"/>
                  <a:pt x="119775" y="334150"/>
                </a:cubicBezTo>
                <a:cubicBezTo>
                  <a:pt x="130367" y="334150"/>
                  <a:pt x="138828" y="325692"/>
                  <a:pt x="138828" y="315112"/>
                </a:cubicBezTo>
                <a:cubicBezTo>
                  <a:pt x="138828" y="304563"/>
                  <a:pt x="130367" y="296075"/>
                  <a:pt x="119775" y="296075"/>
                </a:cubicBezTo>
                <a:cubicBezTo>
                  <a:pt x="81902" y="296075"/>
                  <a:pt x="38077" y="196851"/>
                  <a:pt x="38077" y="132067"/>
                </a:cubicBezTo>
                <a:cubicBezTo>
                  <a:pt x="38077" y="122273"/>
                  <a:pt x="38952" y="109572"/>
                  <a:pt x="44846" y="103817"/>
                </a:cubicBezTo>
                <a:cubicBezTo>
                  <a:pt x="52812" y="96115"/>
                  <a:pt x="73995" y="96347"/>
                  <a:pt x="96432" y="97045"/>
                </a:cubicBezTo>
                <a:cubicBezTo>
                  <a:pt x="103844" y="97306"/>
                  <a:pt x="111868" y="97655"/>
                  <a:pt x="119775" y="97655"/>
                </a:cubicBezTo>
                <a:cubicBezTo>
                  <a:pt x="129170" y="97655"/>
                  <a:pt x="135969" y="90564"/>
                  <a:pt x="137603" y="81699"/>
                </a:cubicBezTo>
                <a:lnTo>
                  <a:pt x="137603" y="299767"/>
                </a:lnTo>
                <a:cubicBezTo>
                  <a:pt x="137603" y="395300"/>
                  <a:pt x="207192" y="478452"/>
                  <a:pt x="294842" y="498159"/>
                </a:cubicBezTo>
                <a:lnTo>
                  <a:pt x="294842" y="589711"/>
                </a:lnTo>
                <a:lnTo>
                  <a:pt x="195958" y="589711"/>
                </a:lnTo>
                <a:cubicBezTo>
                  <a:pt x="185425" y="589711"/>
                  <a:pt x="176905" y="598197"/>
                  <a:pt x="176905" y="608747"/>
                </a:cubicBezTo>
                <a:cubicBezTo>
                  <a:pt x="176905" y="619269"/>
                  <a:pt x="185425" y="627784"/>
                  <a:pt x="195958" y="627784"/>
                </a:cubicBezTo>
                <a:lnTo>
                  <a:pt x="473001" y="627784"/>
                </a:lnTo>
                <a:cubicBezTo>
                  <a:pt x="483593" y="627784"/>
                  <a:pt x="492026" y="619269"/>
                  <a:pt x="492026" y="608747"/>
                </a:cubicBezTo>
                <a:cubicBezTo>
                  <a:pt x="492026" y="598197"/>
                  <a:pt x="483535" y="589711"/>
                  <a:pt x="473001" y="589711"/>
                </a:cubicBezTo>
                <a:lnTo>
                  <a:pt x="332948" y="589711"/>
                </a:lnTo>
                <a:lnTo>
                  <a:pt x="332948" y="506151"/>
                </a:lnTo>
                <a:lnTo>
                  <a:pt x="340302" y="506151"/>
                </a:lnTo>
                <a:cubicBezTo>
                  <a:pt x="434924" y="506151"/>
                  <a:pt x="517294" y="425237"/>
                  <a:pt x="532583" y="329237"/>
                </a:cubicBezTo>
                <a:cubicBezTo>
                  <a:pt x="592630" y="305812"/>
                  <a:pt x="630241" y="194061"/>
                  <a:pt x="630241" y="132067"/>
                </a:cubicBezTo>
                <a:cubicBezTo>
                  <a:pt x="630241" y="106665"/>
                  <a:pt x="623792" y="88412"/>
                  <a:pt x="611188" y="76177"/>
                </a:cubicBezTo>
                <a:cubicBezTo>
                  <a:pt x="593098" y="58651"/>
                  <a:pt x="566809" y="58216"/>
                  <a:pt x="538710" y="58971"/>
                </a:cubicBezTo>
                <a:lnTo>
                  <a:pt x="538710" y="17206"/>
                </a:lnTo>
                <a:cubicBezTo>
                  <a:pt x="538710" y="6656"/>
                  <a:pt x="527740" y="0"/>
                  <a:pt x="517206" y="0"/>
                </a:cubicBezTo>
                <a:lnTo>
                  <a:pt x="154175" y="0"/>
                </a:lnTo>
                <a:close/>
                <a:moveTo>
                  <a:pt x="175679" y="38073"/>
                </a:moveTo>
                <a:cubicBezTo>
                  <a:pt x="175679" y="38073"/>
                  <a:pt x="500633" y="38073"/>
                  <a:pt x="500633" y="38073"/>
                </a:cubicBezTo>
                <a:lnTo>
                  <a:pt x="500633" y="63882"/>
                </a:lnTo>
                <a:cubicBezTo>
                  <a:pt x="495440" y="67313"/>
                  <a:pt x="491413" y="71963"/>
                  <a:pt x="491413" y="78618"/>
                </a:cubicBezTo>
                <a:cubicBezTo>
                  <a:pt x="491413" y="85303"/>
                  <a:pt x="495440" y="89953"/>
                  <a:pt x="500633" y="93383"/>
                </a:cubicBezTo>
                <a:lnTo>
                  <a:pt x="500633" y="299767"/>
                </a:lnTo>
                <a:cubicBezTo>
                  <a:pt x="500633" y="299970"/>
                  <a:pt x="500633" y="300173"/>
                  <a:pt x="500633" y="300377"/>
                </a:cubicBezTo>
                <a:cubicBezTo>
                  <a:pt x="495440" y="303807"/>
                  <a:pt x="491413" y="308428"/>
                  <a:pt x="491413" y="315112"/>
                </a:cubicBezTo>
                <a:cubicBezTo>
                  <a:pt x="491413" y="318920"/>
                  <a:pt x="493193" y="321972"/>
                  <a:pt x="495089" y="324936"/>
                </a:cubicBezTo>
                <a:cubicBezTo>
                  <a:pt x="481843" y="401462"/>
                  <a:pt x="414617" y="468076"/>
                  <a:pt x="340302" y="468076"/>
                </a:cubicBezTo>
                <a:lnTo>
                  <a:pt x="331081" y="468076"/>
                </a:lnTo>
                <a:cubicBezTo>
                  <a:pt x="248303" y="468076"/>
                  <a:pt x="175679" y="386639"/>
                  <a:pt x="175679" y="299767"/>
                </a:cubicBezTo>
                <a:lnTo>
                  <a:pt x="175679" y="38073"/>
                </a:lnTo>
                <a:close/>
                <a:moveTo>
                  <a:pt x="538710" y="97045"/>
                </a:moveTo>
                <a:cubicBezTo>
                  <a:pt x="558872" y="96493"/>
                  <a:pt x="577517" y="96783"/>
                  <a:pt x="584782" y="103817"/>
                </a:cubicBezTo>
                <a:cubicBezTo>
                  <a:pt x="590647" y="109572"/>
                  <a:pt x="592164" y="122273"/>
                  <a:pt x="592164" y="132067"/>
                </a:cubicBezTo>
                <a:cubicBezTo>
                  <a:pt x="592164" y="181069"/>
                  <a:pt x="567304" y="249516"/>
                  <a:pt x="538710" y="280120"/>
                </a:cubicBezTo>
                <a:lnTo>
                  <a:pt x="538710" y="97045"/>
                </a:lnTo>
                <a:close/>
                <a:moveTo>
                  <a:pt x="225428" y="216237"/>
                </a:moveTo>
                <a:cubicBezTo>
                  <a:pt x="220205" y="216237"/>
                  <a:pt x="216237" y="220102"/>
                  <a:pt x="216237" y="225450"/>
                </a:cubicBezTo>
                <a:lnTo>
                  <a:pt x="216237" y="280120"/>
                </a:lnTo>
                <a:cubicBezTo>
                  <a:pt x="216237" y="355802"/>
                  <a:pt x="245678" y="397626"/>
                  <a:pt x="308964" y="409106"/>
                </a:cubicBezTo>
                <a:cubicBezTo>
                  <a:pt x="309576" y="409193"/>
                  <a:pt x="309023" y="409716"/>
                  <a:pt x="309606" y="409716"/>
                </a:cubicBezTo>
                <a:cubicBezTo>
                  <a:pt x="314187" y="409716"/>
                  <a:pt x="318621" y="406345"/>
                  <a:pt x="319410" y="401724"/>
                </a:cubicBezTo>
                <a:cubicBezTo>
                  <a:pt x="320344" y="396521"/>
                  <a:pt x="317222" y="391639"/>
                  <a:pt x="312057" y="390679"/>
                </a:cubicBezTo>
                <a:cubicBezTo>
                  <a:pt x="257874" y="380884"/>
                  <a:pt x="235261" y="346822"/>
                  <a:pt x="235261" y="280120"/>
                </a:cubicBezTo>
                <a:lnTo>
                  <a:pt x="235261" y="225450"/>
                </a:lnTo>
                <a:cubicBezTo>
                  <a:pt x="235261" y="220102"/>
                  <a:pt x="230709" y="216237"/>
                  <a:pt x="225428" y="216237"/>
                </a:cubicBezTo>
                <a:close/>
                <a:moveTo>
                  <a:pt x="323728" y="412797"/>
                </a:moveTo>
                <a:cubicBezTo>
                  <a:pt x="318446" y="412797"/>
                  <a:pt x="314508" y="416721"/>
                  <a:pt x="314508" y="422011"/>
                </a:cubicBezTo>
                <a:cubicBezTo>
                  <a:pt x="314508" y="427271"/>
                  <a:pt x="318446" y="431834"/>
                  <a:pt x="323728" y="431834"/>
                </a:cubicBezTo>
                <a:lnTo>
                  <a:pt x="333560" y="431834"/>
                </a:lnTo>
                <a:cubicBezTo>
                  <a:pt x="338842" y="431834"/>
                  <a:pt x="342751" y="427271"/>
                  <a:pt x="342751" y="422011"/>
                </a:cubicBezTo>
                <a:cubicBezTo>
                  <a:pt x="342751" y="416721"/>
                  <a:pt x="338842" y="412797"/>
                  <a:pt x="333560" y="412797"/>
                </a:cubicBezTo>
                <a:lnTo>
                  <a:pt x="323728" y="412797"/>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Freeform 31">
            <a:extLst>
              <a:ext uri="{FF2B5EF4-FFF2-40B4-BE49-F238E27FC236}">
                <a16:creationId xmlns:a16="http://schemas.microsoft.com/office/drawing/2014/main" id="{859AFF46-CC10-4EA7-C5E3-979BE4E20DAE}"/>
              </a:ext>
            </a:extLst>
          </p:cNvPr>
          <p:cNvSpPr/>
          <p:nvPr/>
        </p:nvSpPr>
        <p:spPr>
          <a:xfrm>
            <a:off x="9182100" y="5295900"/>
            <a:ext cx="627784" cy="627784"/>
          </a:xfrm>
          <a:custGeom>
            <a:avLst/>
            <a:gdLst/>
            <a:ahLst/>
            <a:cxnLst/>
            <a:rect l="l" t="t" r="r" b="b"/>
            <a:pathLst>
              <a:path w="627784" h="627784">
                <a:moveTo>
                  <a:pt x="313892" y="448429"/>
                </a:moveTo>
                <a:cubicBezTo>
                  <a:pt x="239663" y="448429"/>
                  <a:pt x="179354" y="388093"/>
                  <a:pt x="179354" y="313892"/>
                </a:cubicBezTo>
                <a:cubicBezTo>
                  <a:pt x="179354" y="239720"/>
                  <a:pt x="239663" y="179384"/>
                  <a:pt x="313892" y="179384"/>
                </a:cubicBezTo>
                <a:cubicBezTo>
                  <a:pt x="388035" y="179384"/>
                  <a:pt x="448400" y="239720"/>
                  <a:pt x="448400" y="313892"/>
                </a:cubicBezTo>
                <a:cubicBezTo>
                  <a:pt x="448400" y="388093"/>
                  <a:pt x="388035" y="448429"/>
                  <a:pt x="313892" y="448429"/>
                </a:cubicBezTo>
                <a:cubicBezTo>
                  <a:pt x="313892" y="448429"/>
                  <a:pt x="313892" y="448429"/>
                  <a:pt x="313892" y="448429"/>
                </a:cubicBezTo>
                <a:close/>
                <a:moveTo>
                  <a:pt x="313892" y="125586"/>
                </a:moveTo>
                <a:cubicBezTo>
                  <a:pt x="210017" y="125586"/>
                  <a:pt x="125586" y="210047"/>
                  <a:pt x="125586" y="313892"/>
                </a:cubicBezTo>
                <a:cubicBezTo>
                  <a:pt x="125586" y="417766"/>
                  <a:pt x="210017" y="502199"/>
                  <a:pt x="313892" y="502199"/>
                </a:cubicBezTo>
                <a:cubicBezTo>
                  <a:pt x="417739" y="502199"/>
                  <a:pt x="502169" y="417766"/>
                  <a:pt x="502169" y="313892"/>
                </a:cubicBezTo>
                <a:cubicBezTo>
                  <a:pt x="502169" y="210047"/>
                  <a:pt x="417739" y="125586"/>
                  <a:pt x="313892" y="125586"/>
                </a:cubicBezTo>
                <a:cubicBezTo>
                  <a:pt x="313892" y="125586"/>
                  <a:pt x="313892" y="125586"/>
                  <a:pt x="313892" y="125586"/>
                </a:cubicBezTo>
                <a:close/>
                <a:moveTo>
                  <a:pt x="313892" y="520131"/>
                </a:moveTo>
                <a:cubicBezTo>
                  <a:pt x="298953" y="520131"/>
                  <a:pt x="287007" y="532251"/>
                  <a:pt x="287007" y="547014"/>
                </a:cubicBezTo>
                <a:lnTo>
                  <a:pt x="287007" y="600899"/>
                </a:lnTo>
                <a:cubicBezTo>
                  <a:pt x="287007" y="615693"/>
                  <a:pt x="298953" y="627784"/>
                  <a:pt x="313892" y="627784"/>
                </a:cubicBezTo>
                <a:cubicBezTo>
                  <a:pt x="328773" y="627784"/>
                  <a:pt x="340777" y="615693"/>
                  <a:pt x="340777" y="600899"/>
                </a:cubicBezTo>
                <a:lnTo>
                  <a:pt x="340777" y="547014"/>
                </a:lnTo>
                <a:cubicBezTo>
                  <a:pt x="340777" y="532251"/>
                  <a:pt x="328773" y="520131"/>
                  <a:pt x="313892" y="520131"/>
                </a:cubicBezTo>
                <a:cubicBezTo>
                  <a:pt x="313892" y="520131"/>
                  <a:pt x="313892" y="520131"/>
                  <a:pt x="313892" y="520131"/>
                </a:cubicBezTo>
                <a:close/>
                <a:moveTo>
                  <a:pt x="512225" y="474268"/>
                </a:moveTo>
                <a:cubicBezTo>
                  <a:pt x="507430" y="469355"/>
                  <a:pt x="500658" y="466362"/>
                  <a:pt x="493246" y="466362"/>
                </a:cubicBezTo>
                <a:cubicBezTo>
                  <a:pt x="478366" y="466362"/>
                  <a:pt x="466362" y="478395"/>
                  <a:pt x="466362" y="493246"/>
                </a:cubicBezTo>
                <a:cubicBezTo>
                  <a:pt x="466362" y="500687"/>
                  <a:pt x="469327" y="507459"/>
                  <a:pt x="474268" y="512284"/>
                </a:cubicBezTo>
                <a:lnTo>
                  <a:pt x="510017" y="548178"/>
                </a:lnTo>
                <a:cubicBezTo>
                  <a:pt x="514957" y="553002"/>
                  <a:pt x="521729" y="556054"/>
                  <a:pt x="529170" y="556054"/>
                </a:cubicBezTo>
                <a:cubicBezTo>
                  <a:pt x="543935" y="556054"/>
                  <a:pt x="556025" y="543963"/>
                  <a:pt x="556025" y="529170"/>
                </a:cubicBezTo>
                <a:cubicBezTo>
                  <a:pt x="556025" y="521729"/>
                  <a:pt x="553002" y="514986"/>
                  <a:pt x="548178" y="510103"/>
                </a:cubicBezTo>
                <a:cubicBezTo>
                  <a:pt x="548178" y="510103"/>
                  <a:pt x="512225" y="474268"/>
                  <a:pt x="512225" y="474268"/>
                </a:cubicBezTo>
                <a:close/>
                <a:moveTo>
                  <a:pt x="600842" y="287007"/>
                </a:moveTo>
                <a:lnTo>
                  <a:pt x="547014" y="287007"/>
                </a:lnTo>
                <a:cubicBezTo>
                  <a:pt x="532192" y="287007"/>
                  <a:pt x="520131" y="299011"/>
                  <a:pt x="520131" y="313892"/>
                </a:cubicBezTo>
                <a:cubicBezTo>
                  <a:pt x="520131" y="328773"/>
                  <a:pt x="532192" y="340777"/>
                  <a:pt x="547014" y="340777"/>
                </a:cubicBezTo>
                <a:lnTo>
                  <a:pt x="600842" y="340777"/>
                </a:lnTo>
                <a:cubicBezTo>
                  <a:pt x="615635" y="340777"/>
                  <a:pt x="627784" y="328773"/>
                  <a:pt x="627784" y="313892"/>
                </a:cubicBezTo>
                <a:cubicBezTo>
                  <a:pt x="627784" y="299011"/>
                  <a:pt x="615635" y="287007"/>
                  <a:pt x="600842" y="287007"/>
                </a:cubicBezTo>
                <a:cubicBezTo>
                  <a:pt x="600842" y="287007"/>
                  <a:pt x="600842" y="287007"/>
                  <a:pt x="600842" y="287007"/>
                </a:cubicBezTo>
                <a:close/>
                <a:moveTo>
                  <a:pt x="115500" y="153546"/>
                </a:moveTo>
                <a:cubicBezTo>
                  <a:pt x="120296" y="158399"/>
                  <a:pt x="127069" y="161422"/>
                  <a:pt x="134537" y="161422"/>
                </a:cubicBezTo>
                <a:cubicBezTo>
                  <a:pt x="149418" y="161422"/>
                  <a:pt x="161393" y="149389"/>
                  <a:pt x="161393" y="134537"/>
                </a:cubicBezTo>
                <a:cubicBezTo>
                  <a:pt x="161393" y="127069"/>
                  <a:pt x="158370" y="120354"/>
                  <a:pt x="153516" y="115500"/>
                </a:cubicBezTo>
                <a:lnTo>
                  <a:pt x="117681" y="79635"/>
                </a:lnTo>
                <a:cubicBezTo>
                  <a:pt x="112798" y="74811"/>
                  <a:pt x="106055" y="71730"/>
                  <a:pt x="98614" y="71730"/>
                </a:cubicBezTo>
                <a:cubicBezTo>
                  <a:pt x="83792" y="71730"/>
                  <a:pt x="71702" y="83821"/>
                  <a:pt x="71702" y="98585"/>
                </a:cubicBezTo>
                <a:cubicBezTo>
                  <a:pt x="71702" y="106055"/>
                  <a:pt x="74752" y="112827"/>
                  <a:pt x="79606" y="117652"/>
                </a:cubicBezTo>
                <a:cubicBezTo>
                  <a:pt x="79606" y="117652"/>
                  <a:pt x="115500" y="153546"/>
                  <a:pt x="115500" y="153546"/>
                </a:cubicBezTo>
                <a:close/>
                <a:moveTo>
                  <a:pt x="493246" y="161422"/>
                </a:moveTo>
                <a:cubicBezTo>
                  <a:pt x="500658" y="161422"/>
                  <a:pt x="507430" y="158399"/>
                  <a:pt x="512225" y="153546"/>
                </a:cubicBezTo>
                <a:lnTo>
                  <a:pt x="548178" y="117710"/>
                </a:lnTo>
                <a:cubicBezTo>
                  <a:pt x="553002" y="112798"/>
                  <a:pt x="556025" y="106055"/>
                  <a:pt x="556025" y="98585"/>
                </a:cubicBezTo>
                <a:cubicBezTo>
                  <a:pt x="556025" y="83821"/>
                  <a:pt x="543935" y="71730"/>
                  <a:pt x="529170" y="71730"/>
                </a:cubicBezTo>
                <a:cubicBezTo>
                  <a:pt x="521729" y="71730"/>
                  <a:pt x="514957" y="74781"/>
                  <a:pt x="510017" y="79606"/>
                </a:cubicBezTo>
                <a:lnTo>
                  <a:pt x="474268" y="115500"/>
                </a:lnTo>
                <a:cubicBezTo>
                  <a:pt x="469327" y="120354"/>
                  <a:pt x="466362" y="127069"/>
                  <a:pt x="466362" y="134537"/>
                </a:cubicBezTo>
                <a:cubicBezTo>
                  <a:pt x="466362" y="149389"/>
                  <a:pt x="478366" y="161422"/>
                  <a:pt x="493246" y="161422"/>
                </a:cubicBezTo>
                <a:cubicBezTo>
                  <a:pt x="493246" y="161422"/>
                  <a:pt x="493246" y="161422"/>
                  <a:pt x="493246" y="161422"/>
                </a:cubicBezTo>
                <a:close/>
                <a:moveTo>
                  <a:pt x="313892" y="107653"/>
                </a:moveTo>
                <a:cubicBezTo>
                  <a:pt x="328773" y="107653"/>
                  <a:pt x="340777" y="95592"/>
                  <a:pt x="340777" y="80769"/>
                </a:cubicBezTo>
                <a:lnTo>
                  <a:pt x="340777" y="26885"/>
                </a:lnTo>
                <a:cubicBezTo>
                  <a:pt x="340777" y="12090"/>
                  <a:pt x="328773" y="0"/>
                  <a:pt x="313892" y="0"/>
                </a:cubicBezTo>
                <a:cubicBezTo>
                  <a:pt x="298953" y="0"/>
                  <a:pt x="287007" y="12090"/>
                  <a:pt x="287007" y="26885"/>
                </a:cubicBezTo>
                <a:lnTo>
                  <a:pt x="287007" y="80769"/>
                </a:lnTo>
                <a:cubicBezTo>
                  <a:pt x="287007" y="95592"/>
                  <a:pt x="298953" y="107653"/>
                  <a:pt x="313892" y="107653"/>
                </a:cubicBezTo>
                <a:cubicBezTo>
                  <a:pt x="313892" y="107653"/>
                  <a:pt x="313892" y="107653"/>
                  <a:pt x="313892" y="107653"/>
                </a:cubicBezTo>
                <a:close/>
                <a:moveTo>
                  <a:pt x="134537" y="466362"/>
                </a:moveTo>
                <a:cubicBezTo>
                  <a:pt x="127069" y="466362"/>
                  <a:pt x="120296" y="469355"/>
                  <a:pt x="115500" y="474268"/>
                </a:cubicBezTo>
                <a:lnTo>
                  <a:pt x="79606" y="510103"/>
                </a:lnTo>
                <a:cubicBezTo>
                  <a:pt x="74752" y="514986"/>
                  <a:pt x="71702" y="521729"/>
                  <a:pt x="71702" y="529170"/>
                </a:cubicBezTo>
                <a:cubicBezTo>
                  <a:pt x="71702" y="543992"/>
                  <a:pt x="83792" y="556054"/>
                  <a:pt x="98614" y="556054"/>
                </a:cubicBezTo>
                <a:cubicBezTo>
                  <a:pt x="106055" y="556054"/>
                  <a:pt x="112798" y="553002"/>
                  <a:pt x="117593" y="548178"/>
                </a:cubicBezTo>
                <a:lnTo>
                  <a:pt x="153516" y="512284"/>
                </a:lnTo>
                <a:cubicBezTo>
                  <a:pt x="158370" y="507459"/>
                  <a:pt x="161393" y="500687"/>
                  <a:pt x="161393" y="493246"/>
                </a:cubicBezTo>
                <a:cubicBezTo>
                  <a:pt x="161393" y="478395"/>
                  <a:pt x="149418" y="466362"/>
                  <a:pt x="134537" y="466362"/>
                </a:cubicBezTo>
                <a:cubicBezTo>
                  <a:pt x="134537" y="466362"/>
                  <a:pt x="134537" y="466362"/>
                  <a:pt x="134537" y="466362"/>
                </a:cubicBezTo>
                <a:close/>
                <a:moveTo>
                  <a:pt x="107596" y="313921"/>
                </a:moveTo>
                <a:cubicBezTo>
                  <a:pt x="107596" y="299011"/>
                  <a:pt x="95533" y="287037"/>
                  <a:pt x="80740" y="287037"/>
                </a:cubicBezTo>
                <a:lnTo>
                  <a:pt x="26855" y="287037"/>
                </a:lnTo>
                <a:cubicBezTo>
                  <a:pt x="12090" y="287037"/>
                  <a:pt x="0" y="299011"/>
                  <a:pt x="0" y="313921"/>
                </a:cubicBezTo>
                <a:cubicBezTo>
                  <a:pt x="0" y="328773"/>
                  <a:pt x="12090" y="340806"/>
                  <a:pt x="26855" y="340806"/>
                </a:cubicBezTo>
                <a:lnTo>
                  <a:pt x="80740" y="340806"/>
                </a:lnTo>
                <a:cubicBezTo>
                  <a:pt x="95533" y="340806"/>
                  <a:pt x="107596" y="328773"/>
                  <a:pt x="107596" y="313921"/>
                </a:cubicBezTo>
                <a:cubicBezTo>
                  <a:pt x="107596" y="313921"/>
                  <a:pt x="107596" y="313921"/>
                  <a:pt x="107596" y="313921"/>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Freeform 32">
            <a:extLst>
              <a:ext uri="{FF2B5EF4-FFF2-40B4-BE49-F238E27FC236}">
                <a16:creationId xmlns:a16="http://schemas.microsoft.com/office/drawing/2014/main" id="{FA3B6DC7-A2E3-52AE-0C9E-CE07FD529609}"/>
              </a:ext>
            </a:extLst>
          </p:cNvPr>
          <p:cNvSpPr/>
          <p:nvPr/>
        </p:nvSpPr>
        <p:spPr>
          <a:xfrm>
            <a:off x="2336800" y="5280603"/>
            <a:ext cx="431869" cy="630381"/>
          </a:xfrm>
          <a:custGeom>
            <a:avLst/>
            <a:gdLst/>
            <a:ahLst/>
            <a:cxnLst/>
            <a:rect l="l" t="t" r="r" b="b"/>
            <a:pathLst>
              <a:path w="431869" h="630381">
                <a:moveTo>
                  <a:pt x="159851" y="3443"/>
                </a:moveTo>
                <a:cubicBezTo>
                  <a:pt x="146876" y="0"/>
                  <a:pt x="134019" y="7296"/>
                  <a:pt x="130580" y="20225"/>
                </a:cubicBezTo>
                <a:lnTo>
                  <a:pt x="122462" y="51656"/>
                </a:lnTo>
                <a:cubicBezTo>
                  <a:pt x="119103" y="64584"/>
                  <a:pt x="126322" y="77542"/>
                  <a:pt x="139258" y="80928"/>
                </a:cubicBezTo>
                <a:cubicBezTo>
                  <a:pt x="141317" y="81628"/>
                  <a:pt x="143676" y="82008"/>
                  <a:pt x="145755" y="82008"/>
                </a:cubicBezTo>
                <a:cubicBezTo>
                  <a:pt x="155952" y="82008"/>
                  <a:pt x="165769" y="75033"/>
                  <a:pt x="168529" y="64117"/>
                </a:cubicBezTo>
                <a:lnTo>
                  <a:pt x="176646" y="32686"/>
                </a:lnTo>
                <a:cubicBezTo>
                  <a:pt x="180045" y="19757"/>
                  <a:pt x="172747" y="6829"/>
                  <a:pt x="159851" y="3443"/>
                </a:cubicBezTo>
                <a:close/>
                <a:moveTo>
                  <a:pt x="333238" y="3443"/>
                </a:moveTo>
                <a:cubicBezTo>
                  <a:pt x="320302" y="0"/>
                  <a:pt x="307406" y="7296"/>
                  <a:pt x="303987" y="20225"/>
                </a:cubicBezTo>
                <a:lnTo>
                  <a:pt x="295849" y="51656"/>
                </a:lnTo>
                <a:cubicBezTo>
                  <a:pt x="292430" y="64584"/>
                  <a:pt x="299688" y="77542"/>
                  <a:pt x="312664" y="80928"/>
                </a:cubicBezTo>
                <a:cubicBezTo>
                  <a:pt x="314664" y="81628"/>
                  <a:pt x="317102" y="82008"/>
                  <a:pt x="319162" y="82008"/>
                </a:cubicBezTo>
                <a:cubicBezTo>
                  <a:pt x="329339" y="82008"/>
                  <a:pt x="339216" y="75033"/>
                  <a:pt x="341916" y="64117"/>
                </a:cubicBezTo>
                <a:lnTo>
                  <a:pt x="350053" y="32686"/>
                </a:lnTo>
                <a:cubicBezTo>
                  <a:pt x="353432" y="19757"/>
                  <a:pt x="346194" y="6829"/>
                  <a:pt x="333238" y="3443"/>
                </a:cubicBezTo>
                <a:close/>
                <a:moveTo>
                  <a:pt x="246545" y="55449"/>
                </a:moveTo>
                <a:cubicBezTo>
                  <a:pt x="233609" y="52065"/>
                  <a:pt x="220712" y="59332"/>
                  <a:pt x="217293" y="72260"/>
                </a:cubicBezTo>
                <a:lnTo>
                  <a:pt x="209156" y="103662"/>
                </a:lnTo>
                <a:cubicBezTo>
                  <a:pt x="205737" y="116591"/>
                  <a:pt x="213035" y="129520"/>
                  <a:pt x="225951" y="132935"/>
                </a:cubicBezTo>
                <a:cubicBezTo>
                  <a:pt x="227990" y="133634"/>
                  <a:pt x="230430" y="134014"/>
                  <a:pt x="232468" y="134014"/>
                </a:cubicBezTo>
                <a:cubicBezTo>
                  <a:pt x="243365" y="134014"/>
                  <a:pt x="252523" y="127039"/>
                  <a:pt x="255222" y="116153"/>
                </a:cubicBezTo>
                <a:lnTo>
                  <a:pt x="263340" y="84722"/>
                </a:lnTo>
                <a:cubicBezTo>
                  <a:pt x="266779" y="71764"/>
                  <a:pt x="259500" y="58864"/>
                  <a:pt x="246545" y="55449"/>
                </a:cubicBezTo>
                <a:close/>
                <a:moveTo>
                  <a:pt x="73157" y="90120"/>
                </a:moveTo>
                <a:cubicBezTo>
                  <a:pt x="60241" y="86736"/>
                  <a:pt x="47245" y="94003"/>
                  <a:pt x="43886" y="106931"/>
                </a:cubicBezTo>
                <a:lnTo>
                  <a:pt x="35770" y="138363"/>
                </a:lnTo>
                <a:cubicBezTo>
                  <a:pt x="32351" y="151291"/>
                  <a:pt x="39607" y="164191"/>
                  <a:pt x="52564" y="167606"/>
                </a:cubicBezTo>
                <a:cubicBezTo>
                  <a:pt x="54563" y="168276"/>
                  <a:pt x="57023" y="168714"/>
                  <a:pt x="59061" y="168714"/>
                </a:cubicBezTo>
                <a:cubicBezTo>
                  <a:pt x="69338" y="168714"/>
                  <a:pt x="79136" y="161710"/>
                  <a:pt x="81815" y="150824"/>
                </a:cubicBezTo>
                <a:lnTo>
                  <a:pt x="89953" y="119393"/>
                </a:lnTo>
                <a:cubicBezTo>
                  <a:pt x="93372" y="106464"/>
                  <a:pt x="86114" y="93506"/>
                  <a:pt x="73157" y="90120"/>
                </a:cubicBezTo>
                <a:close/>
                <a:moveTo>
                  <a:pt x="402617" y="90120"/>
                </a:moveTo>
                <a:cubicBezTo>
                  <a:pt x="389661" y="86736"/>
                  <a:pt x="376765" y="94003"/>
                  <a:pt x="373346" y="106931"/>
                </a:cubicBezTo>
                <a:lnTo>
                  <a:pt x="365209" y="138363"/>
                </a:lnTo>
                <a:cubicBezTo>
                  <a:pt x="361850" y="151291"/>
                  <a:pt x="369087" y="164191"/>
                  <a:pt x="382024" y="167606"/>
                </a:cubicBezTo>
                <a:cubicBezTo>
                  <a:pt x="384082" y="168276"/>
                  <a:pt x="386462" y="168714"/>
                  <a:pt x="388521" y="168714"/>
                </a:cubicBezTo>
                <a:cubicBezTo>
                  <a:pt x="398738" y="168714"/>
                  <a:pt x="407895" y="161710"/>
                  <a:pt x="411274" y="150824"/>
                </a:cubicBezTo>
                <a:lnTo>
                  <a:pt x="419412" y="119393"/>
                </a:lnTo>
                <a:cubicBezTo>
                  <a:pt x="422791" y="106464"/>
                  <a:pt x="415553" y="93506"/>
                  <a:pt x="402617" y="90120"/>
                </a:cubicBezTo>
                <a:close/>
                <a:moveTo>
                  <a:pt x="216214" y="176303"/>
                </a:moveTo>
                <a:cubicBezTo>
                  <a:pt x="167209" y="176303"/>
                  <a:pt x="118904" y="191711"/>
                  <a:pt x="80735" y="219641"/>
                </a:cubicBezTo>
                <a:cubicBezTo>
                  <a:pt x="29671" y="256413"/>
                  <a:pt x="0" y="312126"/>
                  <a:pt x="0" y="371371"/>
                </a:cubicBezTo>
                <a:cubicBezTo>
                  <a:pt x="0" y="384270"/>
                  <a:pt x="10897" y="395214"/>
                  <a:pt x="23833" y="395214"/>
                </a:cubicBezTo>
                <a:cubicBezTo>
                  <a:pt x="34050" y="395214"/>
                  <a:pt x="43207" y="390107"/>
                  <a:pt x="46605" y="380563"/>
                </a:cubicBezTo>
                <a:cubicBezTo>
                  <a:pt x="47266" y="378521"/>
                  <a:pt x="55523" y="359988"/>
                  <a:pt x="83454" y="359988"/>
                </a:cubicBezTo>
                <a:cubicBezTo>
                  <a:pt x="108627" y="359988"/>
                  <a:pt x="118284" y="374697"/>
                  <a:pt x="120303" y="379483"/>
                </a:cubicBezTo>
                <a:cubicBezTo>
                  <a:pt x="120983" y="381527"/>
                  <a:pt x="121623" y="383598"/>
                  <a:pt x="123002" y="384911"/>
                </a:cubicBezTo>
                <a:cubicBezTo>
                  <a:pt x="127820" y="391740"/>
                  <a:pt x="134879" y="395739"/>
                  <a:pt x="143057" y="395739"/>
                </a:cubicBezTo>
                <a:cubicBezTo>
                  <a:pt x="152613" y="395739"/>
                  <a:pt x="161351" y="389961"/>
                  <a:pt x="164729" y="381118"/>
                </a:cubicBezTo>
                <a:cubicBezTo>
                  <a:pt x="168209" y="376331"/>
                  <a:pt x="182145" y="359988"/>
                  <a:pt x="216214" y="359988"/>
                </a:cubicBezTo>
                <a:cubicBezTo>
                  <a:pt x="251604" y="359988"/>
                  <a:pt x="264939" y="377557"/>
                  <a:pt x="267678" y="381672"/>
                </a:cubicBezTo>
                <a:lnTo>
                  <a:pt x="269857" y="385991"/>
                </a:lnTo>
                <a:cubicBezTo>
                  <a:pt x="274616" y="392120"/>
                  <a:pt x="281894" y="395739"/>
                  <a:pt x="289352" y="395739"/>
                </a:cubicBezTo>
                <a:cubicBezTo>
                  <a:pt x="300269" y="395739"/>
                  <a:pt x="309965" y="388473"/>
                  <a:pt x="312664" y="378958"/>
                </a:cubicBezTo>
                <a:cubicBezTo>
                  <a:pt x="315403" y="373501"/>
                  <a:pt x="325140" y="359988"/>
                  <a:pt x="348953" y="359988"/>
                </a:cubicBezTo>
                <a:cubicBezTo>
                  <a:pt x="376185" y="359988"/>
                  <a:pt x="385102" y="379221"/>
                  <a:pt x="385802" y="380563"/>
                </a:cubicBezTo>
                <a:cubicBezTo>
                  <a:pt x="389161" y="390107"/>
                  <a:pt x="397759" y="395739"/>
                  <a:pt x="408036" y="395739"/>
                </a:cubicBezTo>
                <a:cubicBezTo>
                  <a:pt x="420952" y="395739"/>
                  <a:pt x="431869" y="384941"/>
                  <a:pt x="431869" y="371371"/>
                </a:cubicBezTo>
                <a:cubicBezTo>
                  <a:pt x="431869" y="312126"/>
                  <a:pt x="402737" y="257055"/>
                  <a:pt x="351672" y="219641"/>
                </a:cubicBezTo>
                <a:cubicBezTo>
                  <a:pt x="313544" y="191711"/>
                  <a:pt x="265219" y="176303"/>
                  <a:pt x="216214" y="176303"/>
                </a:cubicBezTo>
                <a:close/>
                <a:moveTo>
                  <a:pt x="216214" y="224514"/>
                </a:moveTo>
                <a:cubicBezTo>
                  <a:pt x="255702" y="224514"/>
                  <a:pt x="293530" y="236860"/>
                  <a:pt x="323501" y="258661"/>
                </a:cubicBezTo>
                <a:cubicBezTo>
                  <a:pt x="344614" y="274303"/>
                  <a:pt x="360930" y="293244"/>
                  <a:pt x="371187" y="315016"/>
                </a:cubicBezTo>
                <a:cubicBezTo>
                  <a:pt x="364368" y="312972"/>
                  <a:pt x="357151" y="312300"/>
                  <a:pt x="348953" y="312300"/>
                </a:cubicBezTo>
                <a:cubicBezTo>
                  <a:pt x="319663" y="312300"/>
                  <a:pt x="300648" y="322953"/>
                  <a:pt x="287732" y="334510"/>
                </a:cubicBezTo>
                <a:cubicBezTo>
                  <a:pt x="272736" y="322953"/>
                  <a:pt x="250243" y="312300"/>
                  <a:pt x="216214" y="312300"/>
                </a:cubicBezTo>
                <a:cubicBezTo>
                  <a:pt x="182145" y="312300"/>
                  <a:pt x="159631" y="322953"/>
                  <a:pt x="144676" y="334510"/>
                </a:cubicBezTo>
                <a:cubicBezTo>
                  <a:pt x="131719" y="322953"/>
                  <a:pt x="112046" y="312300"/>
                  <a:pt x="83454" y="312300"/>
                </a:cubicBezTo>
                <a:cubicBezTo>
                  <a:pt x="75297" y="312300"/>
                  <a:pt x="67520" y="313673"/>
                  <a:pt x="60682" y="315016"/>
                </a:cubicBezTo>
                <a:cubicBezTo>
                  <a:pt x="70879" y="293244"/>
                  <a:pt x="87273" y="274303"/>
                  <a:pt x="108367" y="258661"/>
                </a:cubicBezTo>
                <a:cubicBezTo>
                  <a:pt x="138337" y="236860"/>
                  <a:pt x="176707" y="224514"/>
                  <a:pt x="216214" y="224514"/>
                </a:cubicBezTo>
                <a:close/>
                <a:moveTo>
                  <a:pt x="214574" y="401722"/>
                </a:moveTo>
                <a:cubicBezTo>
                  <a:pt x="201638" y="401722"/>
                  <a:pt x="190741" y="412578"/>
                  <a:pt x="190741" y="425565"/>
                </a:cubicBezTo>
                <a:lnTo>
                  <a:pt x="190741" y="556690"/>
                </a:lnTo>
                <a:cubicBezTo>
                  <a:pt x="190741" y="597549"/>
                  <a:pt x="223572" y="630381"/>
                  <a:pt x="264439" y="630381"/>
                </a:cubicBezTo>
                <a:cubicBezTo>
                  <a:pt x="305266" y="630381"/>
                  <a:pt x="338117" y="596994"/>
                  <a:pt x="338117" y="556137"/>
                </a:cubicBezTo>
                <a:cubicBezTo>
                  <a:pt x="338117" y="543207"/>
                  <a:pt x="327221" y="532292"/>
                  <a:pt x="314284" y="532292"/>
                </a:cubicBezTo>
                <a:cubicBezTo>
                  <a:pt x="301328" y="532292"/>
                  <a:pt x="290431" y="543207"/>
                  <a:pt x="290431" y="556137"/>
                </a:cubicBezTo>
                <a:cubicBezTo>
                  <a:pt x="290431" y="570437"/>
                  <a:pt x="278714" y="582169"/>
                  <a:pt x="264439" y="582169"/>
                </a:cubicBezTo>
                <a:cubicBezTo>
                  <a:pt x="250124" y="582140"/>
                  <a:pt x="238427" y="570437"/>
                  <a:pt x="238427" y="556137"/>
                </a:cubicBezTo>
                <a:lnTo>
                  <a:pt x="238427" y="425565"/>
                </a:lnTo>
                <a:cubicBezTo>
                  <a:pt x="238427" y="412578"/>
                  <a:pt x="227510" y="401722"/>
                  <a:pt x="214574" y="401722"/>
                </a:cubicBez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33">
            <a:extLst>
              <a:ext uri="{FF2B5EF4-FFF2-40B4-BE49-F238E27FC236}">
                <a16:creationId xmlns:a16="http://schemas.microsoft.com/office/drawing/2014/main" id="{EAB323E1-1B5B-9C75-5A6A-894C871D7780}"/>
              </a:ext>
            </a:extLst>
          </p:cNvPr>
          <p:cNvSpPr/>
          <p:nvPr/>
        </p:nvSpPr>
        <p:spPr>
          <a:xfrm>
            <a:off x="1435100" y="2400300"/>
            <a:ext cx="2844800" cy="9525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endParaRPr lang="en-US" sz="1400" b="0" i="0" u="none" strike="noStrike" dirty="0">
              <a:solidFill>
                <a:srgbClr val="505050"/>
              </a:solidFill>
              <a:latin typeface="Noto Sans SC"/>
              <a:ea typeface="Noto Sans SC"/>
              <a:cs typeface="Noto Sans SC"/>
              <a:sym typeface="Noto Sans SC"/>
            </a:endParaRPr>
          </a:p>
        </p:txBody>
      </p:sp>
      <p:sp>
        <p:nvSpPr>
          <p:cNvPr id="26" name="AutoShape 34">
            <a:extLst>
              <a:ext uri="{FF2B5EF4-FFF2-40B4-BE49-F238E27FC236}">
                <a16:creationId xmlns:a16="http://schemas.microsoft.com/office/drawing/2014/main" id="{5FE067AE-055C-0FF7-F903-7214B5604250}"/>
              </a:ext>
            </a:extLst>
          </p:cNvPr>
          <p:cNvSpPr/>
          <p:nvPr/>
        </p:nvSpPr>
        <p:spPr>
          <a:xfrm>
            <a:off x="1435100" y="4356100"/>
            <a:ext cx="2844800" cy="9398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endParaRPr lang="en-US" sz="1400" b="0" i="0" u="none" strike="noStrike" dirty="0">
              <a:solidFill>
                <a:srgbClr val="505050"/>
              </a:solidFill>
              <a:latin typeface="Noto Sans SC"/>
              <a:ea typeface="Noto Sans SC"/>
              <a:cs typeface="Noto Sans SC"/>
              <a:sym typeface="Noto Sans SC"/>
            </a:endParaRPr>
          </a:p>
        </p:txBody>
      </p:sp>
      <p:sp>
        <p:nvSpPr>
          <p:cNvPr id="27" name="AutoShape 35">
            <a:extLst>
              <a:ext uri="{FF2B5EF4-FFF2-40B4-BE49-F238E27FC236}">
                <a16:creationId xmlns:a16="http://schemas.microsoft.com/office/drawing/2014/main" id="{2180B7F8-3DFA-2C97-92AE-185B8A9622B8}"/>
              </a:ext>
            </a:extLst>
          </p:cNvPr>
          <p:cNvSpPr/>
          <p:nvPr/>
        </p:nvSpPr>
        <p:spPr>
          <a:xfrm>
            <a:off x="8039100" y="4356100"/>
            <a:ext cx="2844800" cy="9398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endParaRPr lang="en-US" sz="1400" b="0" i="0" u="none" strike="noStrike" dirty="0">
              <a:solidFill>
                <a:srgbClr val="505050"/>
              </a:solidFill>
              <a:latin typeface="Noto Sans SC"/>
              <a:ea typeface="Noto Sans SC"/>
              <a:cs typeface="Noto Sans SC"/>
              <a:sym typeface="Noto Sans SC"/>
            </a:endParaRPr>
          </a:p>
        </p:txBody>
      </p:sp>
      <p:sp>
        <p:nvSpPr>
          <p:cNvPr id="28" name="AutoShape 36">
            <a:extLst>
              <a:ext uri="{FF2B5EF4-FFF2-40B4-BE49-F238E27FC236}">
                <a16:creationId xmlns:a16="http://schemas.microsoft.com/office/drawing/2014/main" id="{37CEF1AC-AA83-80DF-A536-631B770D1FFB}"/>
              </a:ext>
            </a:extLst>
          </p:cNvPr>
          <p:cNvSpPr/>
          <p:nvPr/>
        </p:nvSpPr>
        <p:spPr>
          <a:xfrm>
            <a:off x="8026400" y="2374900"/>
            <a:ext cx="2844800" cy="9398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endParaRPr lang="en-US" sz="1400" b="0" i="0" u="none" strike="noStrike" dirty="0">
              <a:solidFill>
                <a:srgbClr val="505050"/>
              </a:solidFill>
              <a:latin typeface="Noto Sans SC"/>
              <a:ea typeface="Noto Sans SC"/>
              <a:cs typeface="Noto Sans SC"/>
              <a:sym typeface="Noto Sans SC"/>
            </a:endParaRPr>
          </a:p>
        </p:txBody>
      </p:sp>
    </p:spTree>
    <p:extLst>
      <p:ext uri="{BB962C8B-B14F-4D97-AF65-F5344CB8AC3E}">
        <p14:creationId xmlns:p14="http://schemas.microsoft.com/office/powerpoint/2010/main" val="96820394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4_自定义版式">
    <p:spTree>
      <p:nvGrpSpPr>
        <p:cNvPr id="1" name=""/>
        <p:cNvGrpSpPr/>
        <p:nvPr/>
      </p:nvGrpSpPr>
      <p:grpSpPr>
        <a:xfrm>
          <a:off x="0" y="0"/>
          <a:ext cx="0" cy="0"/>
          <a:chOff x="0" y="0"/>
          <a:chExt cx="0" cy="0"/>
        </a:xfrm>
      </p:grpSpPr>
      <p:sp>
        <p:nvSpPr>
          <p:cNvPr id="3" name="Freeform 11">
            <a:extLst>
              <a:ext uri="{FF2B5EF4-FFF2-40B4-BE49-F238E27FC236}">
                <a16:creationId xmlns:a16="http://schemas.microsoft.com/office/drawing/2014/main" id="{FBF16A7B-58F2-97AB-32FE-C0AED742F73C}"/>
              </a:ext>
            </a:extLst>
          </p:cNvPr>
          <p:cNvSpPr/>
          <p:nvPr/>
        </p:nvSpPr>
        <p:spPr>
          <a:xfrm>
            <a:off x="5575300" y="5283200"/>
            <a:ext cx="309557" cy="309557"/>
          </a:xfrm>
          <a:custGeom>
            <a:avLst/>
            <a:gdLst/>
            <a:ahLst/>
            <a:cxnLst/>
            <a:rect l="l" t="t" r="r" b="b"/>
            <a:pathLst>
              <a:path w="309557" h="309557">
                <a:moveTo>
                  <a:pt x="154779" y="0"/>
                </a:moveTo>
                <a:cubicBezTo>
                  <a:pt x="70756" y="0"/>
                  <a:pt x="0" y="70756"/>
                  <a:pt x="0" y="154779"/>
                </a:cubicBezTo>
                <a:cubicBezTo>
                  <a:pt x="0" y="241012"/>
                  <a:pt x="70756" y="309557"/>
                  <a:pt x="154779" y="309557"/>
                </a:cubicBezTo>
                <a:cubicBezTo>
                  <a:pt x="241012" y="309557"/>
                  <a:pt x="309557" y="241012"/>
                  <a:pt x="309557" y="154779"/>
                </a:cubicBezTo>
                <a:cubicBezTo>
                  <a:pt x="309557" y="70756"/>
                  <a:pt x="241012" y="0"/>
                  <a:pt x="154779" y="0"/>
                </a:cubicBezTo>
                <a:close/>
                <a:moveTo>
                  <a:pt x="154779" y="283023"/>
                </a:moveTo>
                <a:cubicBezTo>
                  <a:pt x="84023" y="283023"/>
                  <a:pt x="26533" y="225534"/>
                  <a:pt x="26533" y="154779"/>
                </a:cubicBezTo>
                <a:cubicBezTo>
                  <a:pt x="26533" y="84023"/>
                  <a:pt x="84023" y="26533"/>
                  <a:pt x="154779" y="26533"/>
                </a:cubicBezTo>
                <a:cubicBezTo>
                  <a:pt x="225534" y="26533"/>
                  <a:pt x="283023" y="84023"/>
                  <a:pt x="283023" y="154779"/>
                </a:cubicBezTo>
                <a:cubicBezTo>
                  <a:pt x="283023" y="225534"/>
                  <a:pt x="225534" y="283023"/>
                  <a:pt x="154779" y="283023"/>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Freeform 12">
            <a:extLst>
              <a:ext uri="{FF2B5EF4-FFF2-40B4-BE49-F238E27FC236}">
                <a16:creationId xmlns:a16="http://schemas.microsoft.com/office/drawing/2014/main" id="{E4257F3E-DD8A-C668-498A-58512791D1B2}"/>
              </a:ext>
            </a:extLst>
          </p:cNvPr>
          <p:cNvSpPr/>
          <p:nvPr/>
        </p:nvSpPr>
        <p:spPr>
          <a:xfrm>
            <a:off x="5664200" y="5372100"/>
            <a:ext cx="131373" cy="129233"/>
          </a:xfrm>
          <a:custGeom>
            <a:avLst/>
            <a:gdLst/>
            <a:ahLst/>
            <a:cxnLst/>
            <a:rect l="l" t="t" r="r" b="b"/>
            <a:pathLst>
              <a:path w="131373" h="129233">
                <a:moveTo>
                  <a:pt x="124692" y="4456"/>
                </a:moveTo>
                <a:cubicBezTo>
                  <a:pt x="120240" y="0"/>
                  <a:pt x="111333" y="0"/>
                  <a:pt x="106879" y="4456"/>
                </a:cubicBezTo>
                <a:cubicBezTo>
                  <a:pt x="64573" y="46792"/>
                  <a:pt x="64573" y="46792"/>
                  <a:pt x="64573" y="46792"/>
                </a:cubicBezTo>
                <a:cubicBezTo>
                  <a:pt x="24493" y="4456"/>
                  <a:pt x="24493" y="4456"/>
                  <a:pt x="24493" y="4456"/>
                </a:cubicBezTo>
                <a:cubicBezTo>
                  <a:pt x="17813" y="0"/>
                  <a:pt x="11133" y="0"/>
                  <a:pt x="4454" y="4456"/>
                </a:cubicBezTo>
                <a:cubicBezTo>
                  <a:pt x="0" y="11140"/>
                  <a:pt x="0" y="17826"/>
                  <a:pt x="4454" y="24510"/>
                </a:cubicBezTo>
                <a:cubicBezTo>
                  <a:pt x="46760" y="64616"/>
                  <a:pt x="46760" y="64616"/>
                  <a:pt x="46760" y="64616"/>
                </a:cubicBezTo>
                <a:cubicBezTo>
                  <a:pt x="4454" y="106952"/>
                  <a:pt x="4454" y="106952"/>
                  <a:pt x="4454" y="106952"/>
                </a:cubicBezTo>
                <a:cubicBezTo>
                  <a:pt x="0" y="111408"/>
                  <a:pt x="0" y="120320"/>
                  <a:pt x="4454" y="124776"/>
                </a:cubicBezTo>
                <a:cubicBezTo>
                  <a:pt x="6680" y="129233"/>
                  <a:pt x="11133" y="129233"/>
                  <a:pt x="15587" y="129233"/>
                </a:cubicBezTo>
                <a:cubicBezTo>
                  <a:pt x="17813" y="129233"/>
                  <a:pt x="22267" y="129233"/>
                  <a:pt x="24493" y="124776"/>
                </a:cubicBezTo>
                <a:cubicBezTo>
                  <a:pt x="64573" y="84670"/>
                  <a:pt x="64573" y="84670"/>
                  <a:pt x="64573" y="84670"/>
                </a:cubicBezTo>
                <a:cubicBezTo>
                  <a:pt x="106879" y="124776"/>
                  <a:pt x="106879" y="124776"/>
                  <a:pt x="106879" y="124776"/>
                </a:cubicBezTo>
                <a:cubicBezTo>
                  <a:pt x="109107" y="129233"/>
                  <a:pt x="113560" y="129233"/>
                  <a:pt x="115786" y="129233"/>
                </a:cubicBezTo>
                <a:cubicBezTo>
                  <a:pt x="120240" y="129233"/>
                  <a:pt x="122466" y="129233"/>
                  <a:pt x="124692" y="124776"/>
                </a:cubicBezTo>
                <a:cubicBezTo>
                  <a:pt x="131373" y="120320"/>
                  <a:pt x="131373" y="111408"/>
                  <a:pt x="124692" y="106952"/>
                </a:cubicBezTo>
                <a:cubicBezTo>
                  <a:pt x="84614" y="64616"/>
                  <a:pt x="84614" y="64616"/>
                  <a:pt x="84614" y="64616"/>
                </a:cubicBezTo>
                <a:cubicBezTo>
                  <a:pt x="124692" y="24510"/>
                  <a:pt x="124692" y="24510"/>
                  <a:pt x="124692" y="24510"/>
                </a:cubicBezTo>
                <a:cubicBezTo>
                  <a:pt x="131373" y="17826"/>
                  <a:pt x="131373" y="11140"/>
                  <a:pt x="124692" y="4456"/>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Freeform 13">
            <a:extLst>
              <a:ext uri="{FF2B5EF4-FFF2-40B4-BE49-F238E27FC236}">
                <a16:creationId xmlns:a16="http://schemas.microsoft.com/office/drawing/2014/main" id="{0ED34B00-B0D1-3914-51F3-0D1813072B61}"/>
              </a:ext>
            </a:extLst>
          </p:cNvPr>
          <p:cNvSpPr/>
          <p:nvPr/>
        </p:nvSpPr>
        <p:spPr>
          <a:xfrm>
            <a:off x="5575300" y="5283200"/>
            <a:ext cx="309557" cy="309557"/>
          </a:xfrm>
          <a:custGeom>
            <a:avLst/>
            <a:gdLst/>
            <a:ahLst/>
            <a:cxnLst/>
            <a:rect l="l" t="t" r="r" b="b"/>
            <a:pathLst>
              <a:path w="309557" h="309557">
                <a:moveTo>
                  <a:pt x="154779" y="0"/>
                </a:moveTo>
                <a:cubicBezTo>
                  <a:pt x="70756" y="0"/>
                  <a:pt x="0" y="70756"/>
                  <a:pt x="0" y="154779"/>
                </a:cubicBezTo>
                <a:cubicBezTo>
                  <a:pt x="0" y="241012"/>
                  <a:pt x="70756" y="309557"/>
                  <a:pt x="154779" y="309557"/>
                </a:cubicBezTo>
                <a:cubicBezTo>
                  <a:pt x="241012" y="309557"/>
                  <a:pt x="309557" y="241012"/>
                  <a:pt x="309557" y="154779"/>
                </a:cubicBezTo>
                <a:cubicBezTo>
                  <a:pt x="309557" y="70756"/>
                  <a:pt x="241012" y="0"/>
                  <a:pt x="154779" y="0"/>
                </a:cubicBezTo>
                <a:close/>
                <a:moveTo>
                  <a:pt x="154779" y="283023"/>
                </a:moveTo>
                <a:cubicBezTo>
                  <a:pt x="84023" y="283023"/>
                  <a:pt x="26533" y="225534"/>
                  <a:pt x="26533" y="154779"/>
                </a:cubicBezTo>
                <a:cubicBezTo>
                  <a:pt x="26533" y="84023"/>
                  <a:pt x="84023" y="26533"/>
                  <a:pt x="154779" y="26533"/>
                </a:cubicBezTo>
                <a:cubicBezTo>
                  <a:pt x="225534" y="26533"/>
                  <a:pt x="283023" y="84023"/>
                  <a:pt x="283023" y="154779"/>
                </a:cubicBezTo>
                <a:cubicBezTo>
                  <a:pt x="283023" y="225534"/>
                  <a:pt x="225534" y="283023"/>
                  <a:pt x="154779" y="283023"/>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Freeform 14">
            <a:extLst>
              <a:ext uri="{FF2B5EF4-FFF2-40B4-BE49-F238E27FC236}">
                <a16:creationId xmlns:a16="http://schemas.microsoft.com/office/drawing/2014/main" id="{4AD5E7D8-3065-BE2B-0589-6B7023273604}"/>
              </a:ext>
            </a:extLst>
          </p:cNvPr>
          <p:cNvSpPr/>
          <p:nvPr/>
        </p:nvSpPr>
        <p:spPr>
          <a:xfrm>
            <a:off x="5664200" y="5372100"/>
            <a:ext cx="131373" cy="129233"/>
          </a:xfrm>
          <a:custGeom>
            <a:avLst/>
            <a:gdLst/>
            <a:ahLst/>
            <a:cxnLst/>
            <a:rect l="l" t="t" r="r" b="b"/>
            <a:pathLst>
              <a:path w="131373" h="129233">
                <a:moveTo>
                  <a:pt x="124692" y="4456"/>
                </a:moveTo>
                <a:cubicBezTo>
                  <a:pt x="120240" y="0"/>
                  <a:pt x="111333" y="0"/>
                  <a:pt x="106879" y="4456"/>
                </a:cubicBezTo>
                <a:cubicBezTo>
                  <a:pt x="64573" y="46792"/>
                  <a:pt x="64573" y="46792"/>
                  <a:pt x="64573" y="46792"/>
                </a:cubicBezTo>
                <a:cubicBezTo>
                  <a:pt x="24493" y="4456"/>
                  <a:pt x="24493" y="4456"/>
                  <a:pt x="24493" y="4456"/>
                </a:cubicBezTo>
                <a:cubicBezTo>
                  <a:pt x="17813" y="0"/>
                  <a:pt x="11133" y="0"/>
                  <a:pt x="4454" y="4456"/>
                </a:cubicBezTo>
                <a:cubicBezTo>
                  <a:pt x="0" y="11140"/>
                  <a:pt x="0" y="17826"/>
                  <a:pt x="4454" y="24510"/>
                </a:cubicBezTo>
                <a:cubicBezTo>
                  <a:pt x="46760" y="64616"/>
                  <a:pt x="46760" y="64616"/>
                  <a:pt x="46760" y="64616"/>
                </a:cubicBezTo>
                <a:cubicBezTo>
                  <a:pt x="4454" y="106952"/>
                  <a:pt x="4454" y="106952"/>
                  <a:pt x="4454" y="106952"/>
                </a:cubicBezTo>
                <a:cubicBezTo>
                  <a:pt x="0" y="111408"/>
                  <a:pt x="0" y="120320"/>
                  <a:pt x="4454" y="124776"/>
                </a:cubicBezTo>
                <a:cubicBezTo>
                  <a:pt x="6680" y="129233"/>
                  <a:pt x="11133" y="129233"/>
                  <a:pt x="15587" y="129233"/>
                </a:cubicBezTo>
                <a:cubicBezTo>
                  <a:pt x="17813" y="129233"/>
                  <a:pt x="22267" y="129233"/>
                  <a:pt x="24493" y="124776"/>
                </a:cubicBezTo>
                <a:cubicBezTo>
                  <a:pt x="64573" y="84670"/>
                  <a:pt x="64573" y="84670"/>
                  <a:pt x="64573" y="84670"/>
                </a:cubicBezTo>
                <a:cubicBezTo>
                  <a:pt x="106879" y="124776"/>
                  <a:pt x="106879" y="124776"/>
                  <a:pt x="106879" y="124776"/>
                </a:cubicBezTo>
                <a:cubicBezTo>
                  <a:pt x="109107" y="129233"/>
                  <a:pt x="113560" y="129233"/>
                  <a:pt x="115786" y="129233"/>
                </a:cubicBezTo>
                <a:cubicBezTo>
                  <a:pt x="120240" y="129233"/>
                  <a:pt x="122466" y="129233"/>
                  <a:pt x="124692" y="124776"/>
                </a:cubicBezTo>
                <a:cubicBezTo>
                  <a:pt x="131373" y="120320"/>
                  <a:pt x="131373" y="111408"/>
                  <a:pt x="124692" y="106952"/>
                </a:cubicBezTo>
                <a:cubicBezTo>
                  <a:pt x="84614" y="64616"/>
                  <a:pt x="84614" y="64616"/>
                  <a:pt x="84614" y="64616"/>
                </a:cubicBezTo>
                <a:cubicBezTo>
                  <a:pt x="124692" y="24510"/>
                  <a:pt x="124692" y="24510"/>
                  <a:pt x="124692" y="24510"/>
                </a:cubicBezTo>
                <a:cubicBezTo>
                  <a:pt x="131373" y="17826"/>
                  <a:pt x="131373" y="11140"/>
                  <a:pt x="124692" y="4456"/>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Freeform 15">
            <a:extLst>
              <a:ext uri="{FF2B5EF4-FFF2-40B4-BE49-F238E27FC236}">
                <a16:creationId xmlns:a16="http://schemas.microsoft.com/office/drawing/2014/main" id="{0F70A29F-AC20-9DFF-BDB3-3AEF1F4AFEAE}"/>
              </a:ext>
            </a:extLst>
          </p:cNvPr>
          <p:cNvSpPr/>
          <p:nvPr/>
        </p:nvSpPr>
        <p:spPr>
          <a:xfrm>
            <a:off x="5575300" y="1968500"/>
            <a:ext cx="309557" cy="309557"/>
          </a:xfrm>
          <a:custGeom>
            <a:avLst/>
            <a:gdLst/>
            <a:ahLst/>
            <a:cxnLst/>
            <a:rect l="l" t="t" r="r" b="b"/>
            <a:pathLst>
              <a:path w="309557" h="309557">
                <a:moveTo>
                  <a:pt x="0" y="0"/>
                </a:moveTo>
                <a:lnTo>
                  <a:pt x="0" y="309557"/>
                </a:lnTo>
                <a:lnTo>
                  <a:pt x="309557" y="309557"/>
                </a:lnTo>
                <a:lnTo>
                  <a:pt x="309557" y="0"/>
                </a:lnTo>
                <a:lnTo>
                  <a:pt x="0" y="0"/>
                </a:lnTo>
                <a:close/>
                <a:moveTo>
                  <a:pt x="283887" y="282509"/>
                </a:moveTo>
                <a:lnTo>
                  <a:pt x="25671" y="282509"/>
                </a:lnTo>
                <a:lnTo>
                  <a:pt x="25671" y="25546"/>
                </a:lnTo>
                <a:lnTo>
                  <a:pt x="283887" y="25546"/>
                </a:lnTo>
                <a:lnTo>
                  <a:pt x="283887" y="282509"/>
                </a:lnTo>
                <a:close/>
              </a:path>
            </a:pathLst>
          </a:cu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Freeform 16">
            <a:extLst>
              <a:ext uri="{FF2B5EF4-FFF2-40B4-BE49-F238E27FC236}">
                <a16:creationId xmlns:a16="http://schemas.microsoft.com/office/drawing/2014/main" id="{C0E1B826-D779-CC29-79E4-F8FA59168F72}"/>
              </a:ext>
            </a:extLst>
          </p:cNvPr>
          <p:cNvSpPr/>
          <p:nvPr/>
        </p:nvSpPr>
        <p:spPr>
          <a:xfrm>
            <a:off x="5638800" y="2057400"/>
            <a:ext cx="169125" cy="135244"/>
          </a:xfrm>
          <a:custGeom>
            <a:avLst/>
            <a:gdLst/>
            <a:ahLst/>
            <a:cxnLst/>
            <a:rect l="l" t="t" r="r" b="b"/>
            <a:pathLst>
              <a:path w="169125" h="135244">
                <a:moveTo>
                  <a:pt x="169125" y="18033"/>
                </a:moveTo>
                <a:lnTo>
                  <a:pt x="149493" y="0"/>
                </a:lnTo>
                <a:lnTo>
                  <a:pt x="66441" y="99178"/>
                </a:lnTo>
                <a:lnTo>
                  <a:pt x="15100" y="57103"/>
                </a:lnTo>
                <a:lnTo>
                  <a:pt x="0" y="79643"/>
                </a:lnTo>
                <a:lnTo>
                  <a:pt x="70971" y="135244"/>
                </a:lnTo>
                <a:lnTo>
                  <a:pt x="169125" y="18033"/>
                </a:lnTo>
                <a:close/>
              </a:path>
            </a:pathLst>
          </a:cu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Freeform 17">
            <a:extLst>
              <a:ext uri="{FF2B5EF4-FFF2-40B4-BE49-F238E27FC236}">
                <a16:creationId xmlns:a16="http://schemas.microsoft.com/office/drawing/2014/main" id="{67ACC2A3-6E12-3E81-1853-D9CBBB92D8FE}"/>
              </a:ext>
            </a:extLst>
          </p:cNvPr>
          <p:cNvSpPr/>
          <p:nvPr/>
        </p:nvSpPr>
        <p:spPr>
          <a:xfrm>
            <a:off x="5575300" y="4178300"/>
            <a:ext cx="309557" cy="314043"/>
          </a:xfrm>
          <a:custGeom>
            <a:avLst/>
            <a:gdLst/>
            <a:ahLst/>
            <a:cxnLst/>
            <a:rect l="l" t="t" r="r" b="b"/>
            <a:pathLst>
              <a:path w="309557" h="314043">
                <a:moveTo>
                  <a:pt x="307346" y="133636"/>
                </a:moveTo>
                <a:cubicBezTo>
                  <a:pt x="307346" y="129181"/>
                  <a:pt x="305135" y="124727"/>
                  <a:pt x="300713" y="122499"/>
                </a:cubicBezTo>
                <a:cubicBezTo>
                  <a:pt x="276390" y="113590"/>
                  <a:pt x="276390" y="113590"/>
                  <a:pt x="276390" y="113590"/>
                </a:cubicBezTo>
                <a:cubicBezTo>
                  <a:pt x="274179" y="111362"/>
                  <a:pt x="271968" y="106909"/>
                  <a:pt x="269757" y="102453"/>
                </a:cubicBezTo>
                <a:cubicBezTo>
                  <a:pt x="280812" y="80181"/>
                  <a:pt x="280812" y="80181"/>
                  <a:pt x="280812" y="80181"/>
                </a:cubicBezTo>
                <a:cubicBezTo>
                  <a:pt x="283023" y="75726"/>
                  <a:pt x="283023" y="69045"/>
                  <a:pt x="280812" y="64591"/>
                </a:cubicBezTo>
                <a:cubicBezTo>
                  <a:pt x="271968" y="53454"/>
                  <a:pt x="258702" y="42318"/>
                  <a:pt x="247646" y="31181"/>
                </a:cubicBezTo>
                <a:cubicBezTo>
                  <a:pt x="243223" y="28955"/>
                  <a:pt x="238801" y="28955"/>
                  <a:pt x="234378" y="31181"/>
                </a:cubicBezTo>
                <a:cubicBezTo>
                  <a:pt x="210057" y="42318"/>
                  <a:pt x="210057" y="42318"/>
                  <a:pt x="210057" y="42318"/>
                </a:cubicBezTo>
                <a:cubicBezTo>
                  <a:pt x="205635" y="40090"/>
                  <a:pt x="201212" y="37864"/>
                  <a:pt x="199001" y="37864"/>
                </a:cubicBezTo>
                <a:cubicBezTo>
                  <a:pt x="190156" y="13363"/>
                  <a:pt x="190156" y="13363"/>
                  <a:pt x="190156" y="13363"/>
                </a:cubicBezTo>
                <a:cubicBezTo>
                  <a:pt x="187945" y="8909"/>
                  <a:pt x="183523" y="4454"/>
                  <a:pt x="179100" y="4454"/>
                </a:cubicBezTo>
                <a:cubicBezTo>
                  <a:pt x="161412" y="0"/>
                  <a:pt x="148146" y="0"/>
                  <a:pt x="132667" y="4454"/>
                </a:cubicBezTo>
                <a:cubicBezTo>
                  <a:pt x="128245" y="4454"/>
                  <a:pt x="123822" y="8909"/>
                  <a:pt x="121611" y="13363"/>
                </a:cubicBezTo>
                <a:cubicBezTo>
                  <a:pt x="112767" y="37864"/>
                  <a:pt x="112767" y="37864"/>
                  <a:pt x="112767" y="37864"/>
                </a:cubicBezTo>
                <a:cubicBezTo>
                  <a:pt x="108345" y="37864"/>
                  <a:pt x="103923" y="40090"/>
                  <a:pt x="101712" y="42318"/>
                </a:cubicBezTo>
                <a:cubicBezTo>
                  <a:pt x="77389" y="31181"/>
                  <a:pt x="77389" y="31181"/>
                  <a:pt x="77389" y="31181"/>
                </a:cubicBezTo>
                <a:cubicBezTo>
                  <a:pt x="72967" y="28955"/>
                  <a:pt x="68544" y="28955"/>
                  <a:pt x="64122" y="31181"/>
                </a:cubicBezTo>
                <a:cubicBezTo>
                  <a:pt x="50856" y="42318"/>
                  <a:pt x="39801" y="53454"/>
                  <a:pt x="30956" y="64591"/>
                </a:cubicBezTo>
                <a:cubicBezTo>
                  <a:pt x="28745" y="69045"/>
                  <a:pt x="26533" y="75726"/>
                  <a:pt x="28745" y="80181"/>
                </a:cubicBezTo>
                <a:cubicBezTo>
                  <a:pt x="39801" y="102453"/>
                  <a:pt x="39801" y="102453"/>
                  <a:pt x="39801" y="102453"/>
                </a:cubicBezTo>
                <a:cubicBezTo>
                  <a:pt x="39801" y="106909"/>
                  <a:pt x="37589" y="111362"/>
                  <a:pt x="35378" y="113590"/>
                </a:cubicBezTo>
                <a:cubicBezTo>
                  <a:pt x="11055" y="122499"/>
                  <a:pt x="11055" y="122499"/>
                  <a:pt x="11055" y="122499"/>
                </a:cubicBezTo>
                <a:cubicBezTo>
                  <a:pt x="6633" y="124727"/>
                  <a:pt x="4422" y="129181"/>
                  <a:pt x="2211" y="133636"/>
                </a:cubicBezTo>
                <a:cubicBezTo>
                  <a:pt x="2211" y="142545"/>
                  <a:pt x="0" y="149226"/>
                  <a:pt x="0" y="158135"/>
                </a:cubicBezTo>
                <a:cubicBezTo>
                  <a:pt x="0" y="164817"/>
                  <a:pt x="2211" y="171498"/>
                  <a:pt x="2211" y="180407"/>
                </a:cubicBezTo>
                <a:cubicBezTo>
                  <a:pt x="4422" y="187090"/>
                  <a:pt x="6633" y="189316"/>
                  <a:pt x="11055" y="191544"/>
                </a:cubicBezTo>
                <a:cubicBezTo>
                  <a:pt x="35378" y="200453"/>
                  <a:pt x="35378" y="200453"/>
                  <a:pt x="35378" y="200453"/>
                </a:cubicBezTo>
                <a:cubicBezTo>
                  <a:pt x="37589" y="204907"/>
                  <a:pt x="39801" y="209362"/>
                  <a:pt x="39801" y="211590"/>
                </a:cubicBezTo>
                <a:cubicBezTo>
                  <a:pt x="28745" y="236089"/>
                  <a:pt x="28745" y="236089"/>
                  <a:pt x="28745" y="236089"/>
                </a:cubicBezTo>
                <a:cubicBezTo>
                  <a:pt x="26533" y="240543"/>
                  <a:pt x="28745" y="244998"/>
                  <a:pt x="30956" y="249452"/>
                </a:cubicBezTo>
                <a:cubicBezTo>
                  <a:pt x="39801" y="262816"/>
                  <a:pt x="50856" y="273953"/>
                  <a:pt x="64122" y="282862"/>
                </a:cubicBezTo>
                <a:cubicBezTo>
                  <a:pt x="68544" y="285088"/>
                  <a:pt x="72967" y="287316"/>
                  <a:pt x="77389" y="285088"/>
                </a:cubicBezTo>
                <a:cubicBezTo>
                  <a:pt x="101712" y="273953"/>
                  <a:pt x="101712" y="273953"/>
                  <a:pt x="101712" y="273953"/>
                </a:cubicBezTo>
                <a:cubicBezTo>
                  <a:pt x="103923" y="276179"/>
                  <a:pt x="108345" y="276179"/>
                  <a:pt x="112767" y="278407"/>
                </a:cubicBezTo>
                <a:cubicBezTo>
                  <a:pt x="121611" y="302906"/>
                  <a:pt x="121611" y="302906"/>
                  <a:pt x="121611" y="302906"/>
                </a:cubicBezTo>
                <a:cubicBezTo>
                  <a:pt x="123822" y="307362"/>
                  <a:pt x="128245" y="311815"/>
                  <a:pt x="132667" y="311815"/>
                </a:cubicBezTo>
                <a:cubicBezTo>
                  <a:pt x="141512" y="311815"/>
                  <a:pt x="148146" y="314043"/>
                  <a:pt x="154779" y="314043"/>
                </a:cubicBezTo>
                <a:cubicBezTo>
                  <a:pt x="163623" y="314043"/>
                  <a:pt x="170256" y="311815"/>
                  <a:pt x="179100" y="311815"/>
                </a:cubicBezTo>
                <a:cubicBezTo>
                  <a:pt x="183523" y="311815"/>
                  <a:pt x="187945" y="307362"/>
                  <a:pt x="190156" y="302906"/>
                </a:cubicBezTo>
                <a:cubicBezTo>
                  <a:pt x="199001" y="278407"/>
                  <a:pt x="199001" y="278407"/>
                  <a:pt x="199001" y="278407"/>
                </a:cubicBezTo>
                <a:cubicBezTo>
                  <a:pt x="201212" y="276179"/>
                  <a:pt x="205635" y="276179"/>
                  <a:pt x="210057" y="273953"/>
                </a:cubicBezTo>
                <a:cubicBezTo>
                  <a:pt x="234378" y="285088"/>
                  <a:pt x="234378" y="285088"/>
                  <a:pt x="234378" y="285088"/>
                </a:cubicBezTo>
                <a:cubicBezTo>
                  <a:pt x="238801" y="287316"/>
                  <a:pt x="243223" y="285088"/>
                  <a:pt x="247646" y="282862"/>
                </a:cubicBezTo>
                <a:cubicBezTo>
                  <a:pt x="258702" y="273953"/>
                  <a:pt x="271968" y="262816"/>
                  <a:pt x="280812" y="249452"/>
                </a:cubicBezTo>
                <a:cubicBezTo>
                  <a:pt x="283023" y="244998"/>
                  <a:pt x="283023" y="240543"/>
                  <a:pt x="280812" y="236089"/>
                </a:cubicBezTo>
                <a:cubicBezTo>
                  <a:pt x="269757" y="211590"/>
                  <a:pt x="269757" y="211590"/>
                  <a:pt x="269757" y="211590"/>
                </a:cubicBezTo>
                <a:cubicBezTo>
                  <a:pt x="271968" y="209362"/>
                  <a:pt x="274179" y="204907"/>
                  <a:pt x="276390" y="200453"/>
                </a:cubicBezTo>
                <a:cubicBezTo>
                  <a:pt x="300713" y="191544"/>
                  <a:pt x="300713" y="191544"/>
                  <a:pt x="300713" y="191544"/>
                </a:cubicBezTo>
                <a:cubicBezTo>
                  <a:pt x="305135" y="189316"/>
                  <a:pt x="307346" y="187090"/>
                  <a:pt x="307346" y="180407"/>
                </a:cubicBezTo>
                <a:cubicBezTo>
                  <a:pt x="309557" y="171498"/>
                  <a:pt x="309557" y="164817"/>
                  <a:pt x="309557" y="158135"/>
                </a:cubicBezTo>
                <a:cubicBezTo>
                  <a:pt x="309557" y="149226"/>
                  <a:pt x="309557" y="142545"/>
                  <a:pt x="307346" y="133636"/>
                </a:cubicBezTo>
                <a:close/>
                <a:moveTo>
                  <a:pt x="283023" y="169272"/>
                </a:moveTo>
                <a:cubicBezTo>
                  <a:pt x="260913" y="178181"/>
                  <a:pt x="260913" y="178181"/>
                  <a:pt x="260913" y="178181"/>
                </a:cubicBezTo>
                <a:cubicBezTo>
                  <a:pt x="256490" y="178181"/>
                  <a:pt x="254279" y="182635"/>
                  <a:pt x="252068" y="187090"/>
                </a:cubicBezTo>
                <a:cubicBezTo>
                  <a:pt x="249857" y="193772"/>
                  <a:pt x="247646" y="200453"/>
                  <a:pt x="243223" y="204907"/>
                </a:cubicBezTo>
                <a:cubicBezTo>
                  <a:pt x="241012" y="209362"/>
                  <a:pt x="241012" y="213816"/>
                  <a:pt x="243223" y="218271"/>
                </a:cubicBezTo>
                <a:cubicBezTo>
                  <a:pt x="254279" y="240543"/>
                  <a:pt x="254279" y="240543"/>
                  <a:pt x="254279" y="240543"/>
                </a:cubicBezTo>
                <a:cubicBezTo>
                  <a:pt x="249857" y="247226"/>
                  <a:pt x="243223" y="251680"/>
                  <a:pt x="236590" y="256135"/>
                </a:cubicBezTo>
                <a:cubicBezTo>
                  <a:pt x="216690" y="247226"/>
                  <a:pt x="216690" y="247226"/>
                  <a:pt x="216690" y="247226"/>
                </a:cubicBezTo>
                <a:cubicBezTo>
                  <a:pt x="212268" y="244998"/>
                  <a:pt x="207846" y="244998"/>
                  <a:pt x="203424" y="247226"/>
                </a:cubicBezTo>
                <a:cubicBezTo>
                  <a:pt x="196790" y="249452"/>
                  <a:pt x="190156" y="251680"/>
                  <a:pt x="183523" y="253907"/>
                </a:cubicBezTo>
                <a:cubicBezTo>
                  <a:pt x="179100" y="256135"/>
                  <a:pt x="176889" y="258361"/>
                  <a:pt x="174678" y="262816"/>
                </a:cubicBezTo>
                <a:cubicBezTo>
                  <a:pt x="168045" y="285088"/>
                  <a:pt x="168045" y="285088"/>
                  <a:pt x="168045" y="285088"/>
                </a:cubicBezTo>
                <a:cubicBezTo>
                  <a:pt x="159201" y="287316"/>
                  <a:pt x="152568" y="287316"/>
                  <a:pt x="143723" y="285088"/>
                </a:cubicBezTo>
                <a:cubicBezTo>
                  <a:pt x="134878" y="262816"/>
                  <a:pt x="134878" y="262816"/>
                  <a:pt x="134878" y="262816"/>
                </a:cubicBezTo>
                <a:cubicBezTo>
                  <a:pt x="134878" y="258361"/>
                  <a:pt x="130456" y="256135"/>
                  <a:pt x="126034" y="253907"/>
                </a:cubicBezTo>
                <a:cubicBezTo>
                  <a:pt x="119400" y="251680"/>
                  <a:pt x="112767" y="249452"/>
                  <a:pt x="108345" y="247226"/>
                </a:cubicBezTo>
                <a:cubicBezTo>
                  <a:pt x="103923" y="244998"/>
                  <a:pt x="99501" y="244998"/>
                  <a:pt x="95079" y="247226"/>
                </a:cubicBezTo>
                <a:cubicBezTo>
                  <a:pt x="72967" y="256135"/>
                  <a:pt x="72967" y="256135"/>
                  <a:pt x="72967" y="256135"/>
                </a:cubicBezTo>
                <a:cubicBezTo>
                  <a:pt x="68544" y="251680"/>
                  <a:pt x="61911" y="247226"/>
                  <a:pt x="57489" y="240543"/>
                </a:cubicBezTo>
                <a:cubicBezTo>
                  <a:pt x="68544" y="218271"/>
                  <a:pt x="68544" y="218271"/>
                  <a:pt x="68544" y="218271"/>
                </a:cubicBezTo>
                <a:cubicBezTo>
                  <a:pt x="68544" y="213816"/>
                  <a:pt x="68544" y="209362"/>
                  <a:pt x="66333" y="204907"/>
                </a:cubicBezTo>
                <a:cubicBezTo>
                  <a:pt x="64122" y="200453"/>
                  <a:pt x="61911" y="193772"/>
                  <a:pt x="59700" y="187090"/>
                </a:cubicBezTo>
                <a:cubicBezTo>
                  <a:pt x="57489" y="182635"/>
                  <a:pt x="55278" y="178181"/>
                  <a:pt x="50856" y="178181"/>
                </a:cubicBezTo>
                <a:cubicBezTo>
                  <a:pt x="28745" y="169272"/>
                  <a:pt x="28745" y="169272"/>
                  <a:pt x="28745" y="169272"/>
                </a:cubicBezTo>
                <a:cubicBezTo>
                  <a:pt x="26533" y="164817"/>
                  <a:pt x="26533" y="160363"/>
                  <a:pt x="26533" y="158135"/>
                </a:cubicBezTo>
                <a:cubicBezTo>
                  <a:pt x="26533" y="153680"/>
                  <a:pt x="26533" y="149226"/>
                  <a:pt x="28745" y="144771"/>
                </a:cubicBezTo>
                <a:cubicBezTo>
                  <a:pt x="50856" y="138090"/>
                  <a:pt x="50856" y="138090"/>
                  <a:pt x="50856" y="138090"/>
                </a:cubicBezTo>
                <a:cubicBezTo>
                  <a:pt x="55278" y="135862"/>
                  <a:pt x="57489" y="133636"/>
                  <a:pt x="59700" y="129181"/>
                </a:cubicBezTo>
                <a:cubicBezTo>
                  <a:pt x="61911" y="122499"/>
                  <a:pt x="64122" y="115818"/>
                  <a:pt x="66333" y="109135"/>
                </a:cubicBezTo>
                <a:cubicBezTo>
                  <a:pt x="68544" y="104681"/>
                  <a:pt x="68544" y="100226"/>
                  <a:pt x="68544" y="98000"/>
                </a:cubicBezTo>
                <a:cubicBezTo>
                  <a:pt x="57489" y="75726"/>
                  <a:pt x="57489" y="75726"/>
                  <a:pt x="57489" y="75726"/>
                </a:cubicBezTo>
                <a:cubicBezTo>
                  <a:pt x="61911" y="69045"/>
                  <a:pt x="68544" y="62363"/>
                  <a:pt x="72967" y="57908"/>
                </a:cubicBezTo>
                <a:cubicBezTo>
                  <a:pt x="95079" y="69045"/>
                  <a:pt x="95079" y="69045"/>
                  <a:pt x="95079" y="69045"/>
                </a:cubicBezTo>
                <a:cubicBezTo>
                  <a:pt x="99501" y="71272"/>
                  <a:pt x="103923" y="71272"/>
                  <a:pt x="108345" y="69045"/>
                </a:cubicBezTo>
                <a:cubicBezTo>
                  <a:pt x="112767" y="64591"/>
                  <a:pt x="119400" y="62363"/>
                  <a:pt x="126034" y="60136"/>
                </a:cubicBezTo>
                <a:cubicBezTo>
                  <a:pt x="130456" y="60136"/>
                  <a:pt x="134878" y="55682"/>
                  <a:pt x="134878" y="51227"/>
                </a:cubicBezTo>
                <a:cubicBezTo>
                  <a:pt x="143723" y="28955"/>
                  <a:pt x="143723" y="28955"/>
                  <a:pt x="143723" y="28955"/>
                </a:cubicBezTo>
                <a:cubicBezTo>
                  <a:pt x="152568" y="28955"/>
                  <a:pt x="159201" y="28955"/>
                  <a:pt x="168045" y="28955"/>
                </a:cubicBezTo>
                <a:cubicBezTo>
                  <a:pt x="174678" y="51227"/>
                  <a:pt x="174678" y="51227"/>
                  <a:pt x="174678" y="51227"/>
                </a:cubicBezTo>
                <a:cubicBezTo>
                  <a:pt x="176889" y="55682"/>
                  <a:pt x="179100" y="60136"/>
                  <a:pt x="183523" y="60136"/>
                </a:cubicBezTo>
                <a:cubicBezTo>
                  <a:pt x="190156" y="62363"/>
                  <a:pt x="196790" y="64591"/>
                  <a:pt x="203424" y="69045"/>
                </a:cubicBezTo>
                <a:cubicBezTo>
                  <a:pt x="207846" y="71272"/>
                  <a:pt x="212268" y="71272"/>
                  <a:pt x="216690" y="69045"/>
                </a:cubicBezTo>
                <a:cubicBezTo>
                  <a:pt x="236590" y="57908"/>
                  <a:pt x="236590" y="57908"/>
                  <a:pt x="236590" y="57908"/>
                </a:cubicBezTo>
                <a:cubicBezTo>
                  <a:pt x="243223" y="62363"/>
                  <a:pt x="249857" y="69045"/>
                  <a:pt x="254279" y="75726"/>
                </a:cubicBezTo>
                <a:cubicBezTo>
                  <a:pt x="243223" y="98000"/>
                  <a:pt x="243223" y="98000"/>
                  <a:pt x="243223" y="98000"/>
                </a:cubicBezTo>
                <a:cubicBezTo>
                  <a:pt x="241012" y="100226"/>
                  <a:pt x="241012" y="104681"/>
                  <a:pt x="243223" y="109135"/>
                </a:cubicBezTo>
                <a:cubicBezTo>
                  <a:pt x="247646" y="115818"/>
                  <a:pt x="249857" y="122499"/>
                  <a:pt x="252068" y="129181"/>
                </a:cubicBezTo>
                <a:cubicBezTo>
                  <a:pt x="254279" y="133636"/>
                  <a:pt x="256490" y="135862"/>
                  <a:pt x="260913" y="138090"/>
                </a:cubicBezTo>
                <a:cubicBezTo>
                  <a:pt x="283023" y="144771"/>
                  <a:pt x="283023" y="144771"/>
                  <a:pt x="283023" y="144771"/>
                </a:cubicBezTo>
                <a:cubicBezTo>
                  <a:pt x="283023" y="149226"/>
                  <a:pt x="283023" y="153680"/>
                  <a:pt x="283023" y="158135"/>
                </a:cubicBezTo>
                <a:cubicBezTo>
                  <a:pt x="283023" y="160363"/>
                  <a:pt x="283023" y="164817"/>
                  <a:pt x="283023" y="169272"/>
                </a:cubicBezTo>
                <a:close/>
              </a:path>
            </a:pathLst>
          </a:cu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Freeform 18">
            <a:extLst>
              <a:ext uri="{FF2B5EF4-FFF2-40B4-BE49-F238E27FC236}">
                <a16:creationId xmlns:a16="http://schemas.microsoft.com/office/drawing/2014/main" id="{916DB8AA-EE32-AE66-FBF7-F3FA103B4930}"/>
              </a:ext>
            </a:extLst>
          </p:cNvPr>
          <p:cNvSpPr/>
          <p:nvPr/>
        </p:nvSpPr>
        <p:spPr>
          <a:xfrm>
            <a:off x="5664200" y="4267200"/>
            <a:ext cx="122312" cy="122296"/>
          </a:xfrm>
          <a:custGeom>
            <a:avLst/>
            <a:gdLst/>
            <a:ahLst/>
            <a:cxnLst/>
            <a:rect l="l" t="t" r="r" b="b"/>
            <a:pathLst>
              <a:path w="122312" h="122296">
                <a:moveTo>
                  <a:pt x="60044" y="0"/>
                </a:moveTo>
                <a:cubicBezTo>
                  <a:pt x="26687" y="0"/>
                  <a:pt x="0" y="26683"/>
                  <a:pt x="0" y="60037"/>
                </a:cubicBezTo>
                <a:cubicBezTo>
                  <a:pt x="0" y="95613"/>
                  <a:pt x="26687" y="122296"/>
                  <a:pt x="60044" y="122296"/>
                </a:cubicBezTo>
                <a:cubicBezTo>
                  <a:pt x="95626" y="122296"/>
                  <a:pt x="122312" y="95613"/>
                  <a:pt x="122312" y="60037"/>
                </a:cubicBezTo>
                <a:cubicBezTo>
                  <a:pt x="122312" y="26683"/>
                  <a:pt x="95626" y="0"/>
                  <a:pt x="60044" y="0"/>
                </a:cubicBezTo>
                <a:close/>
                <a:moveTo>
                  <a:pt x="60044" y="95613"/>
                </a:moveTo>
                <a:cubicBezTo>
                  <a:pt x="42254" y="95613"/>
                  <a:pt x="26687" y="80048"/>
                  <a:pt x="26687" y="60037"/>
                </a:cubicBezTo>
                <a:cubicBezTo>
                  <a:pt x="26687" y="42248"/>
                  <a:pt x="42254" y="26683"/>
                  <a:pt x="60044" y="26683"/>
                </a:cubicBezTo>
                <a:cubicBezTo>
                  <a:pt x="80060" y="26683"/>
                  <a:pt x="95626" y="42248"/>
                  <a:pt x="95626" y="60037"/>
                </a:cubicBezTo>
                <a:cubicBezTo>
                  <a:pt x="95626" y="80048"/>
                  <a:pt x="80060" y="95613"/>
                  <a:pt x="60044" y="95613"/>
                </a:cubicBezTo>
                <a:close/>
              </a:path>
            </a:pathLst>
          </a:custGeom>
          <a:solidFill>
            <a:srgbClr val="009D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Freeform 19">
            <a:extLst>
              <a:ext uri="{FF2B5EF4-FFF2-40B4-BE49-F238E27FC236}">
                <a16:creationId xmlns:a16="http://schemas.microsoft.com/office/drawing/2014/main" id="{287DCE6D-D1AF-1CA7-0BDC-91BCF6839734}"/>
              </a:ext>
            </a:extLst>
          </p:cNvPr>
          <p:cNvSpPr/>
          <p:nvPr/>
        </p:nvSpPr>
        <p:spPr>
          <a:xfrm>
            <a:off x="5575300" y="3073400"/>
            <a:ext cx="309557" cy="309557"/>
          </a:xfrm>
          <a:custGeom>
            <a:avLst/>
            <a:gdLst/>
            <a:ahLst/>
            <a:cxnLst/>
            <a:rect l="l" t="t" r="r" b="b"/>
            <a:pathLst>
              <a:path w="309557" h="309557">
                <a:moveTo>
                  <a:pt x="154779" y="309557"/>
                </a:moveTo>
                <a:cubicBezTo>
                  <a:pt x="70756" y="309557"/>
                  <a:pt x="0" y="241012"/>
                  <a:pt x="0" y="154779"/>
                </a:cubicBezTo>
                <a:cubicBezTo>
                  <a:pt x="0" y="70756"/>
                  <a:pt x="70756" y="0"/>
                  <a:pt x="154779" y="0"/>
                </a:cubicBezTo>
                <a:cubicBezTo>
                  <a:pt x="241012" y="0"/>
                  <a:pt x="309557" y="70756"/>
                  <a:pt x="309557" y="154779"/>
                </a:cubicBezTo>
                <a:cubicBezTo>
                  <a:pt x="309557" y="241012"/>
                  <a:pt x="241012" y="309557"/>
                  <a:pt x="154779" y="309557"/>
                </a:cubicBezTo>
                <a:close/>
                <a:moveTo>
                  <a:pt x="154779" y="26533"/>
                </a:moveTo>
                <a:cubicBezTo>
                  <a:pt x="84023" y="26533"/>
                  <a:pt x="26533" y="84023"/>
                  <a:pt x="26533" y="154779"/>
                </a:cubicBezTo>
                <a:cubicBezTo>
                  <a:pt x="26533" y="225534"/>
                  <a:pt x="84023" y="283023"/>
                  <a:pt x="154779" y="283023"/>
                </a:cubicBezTo>
                <a:cubicBezTo>
                  <a:pt x="225534" y="283023"/>
                  <a:pt x="283023" y="225534"/>
                  <a:pt x="283023" y="154779"/>
                </a:cubicBezTo>
                <a:cubicBezTo>
                  <a:pt x="283023" y="84023"/>
                  <a:pt x="225534" y="26533"/>
                  <a:pt x="154779" y="26533"/>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Freeform 20">
            <a:extLst>
              <a:ext uri="{FF2B5EF4-FFF2-40B4-BE49-F238E27FC236}">
                <a16:creationId xmlns:a16="http://schemas.microsoft.com/office/drawing/2014/main" id="{9B45316D-66A0-3175-D3E4-1C0BC2434989}"/>
              </a:ext>
            </a:extLst>
          </p:cNvPr>
          <p:cNvSpPr/>
          <p:nvPr/>
        </p:nvSpPr>
        <p:spPr>
          <a:xfrm>
            <a:off x="5715000" y="3124200"/>
            <a:ext cx="95132" cy="107672"/>
          </a:xfrm>
          <a:custGeom>
            <a:avLst/>
            <a:gdLst/>
            <a:ahLst/>
            <a:cxnLst/>
            <a:rect l="l" t="t" r="r" b="b"/>
            <a:pathLst>
              <a:path w="95132" h="107672">
                <a:moveTo>
                  <a:pt x="81858" y="107672"/>
                </a:moveTo>
                <a:cubicBezTo>
                  <a:pt x="13274" y="107672"/>
                  <a:pt x="13274" y="107672"/>
                  <a:pt x="13274" y="107672"/>
                </a:cubicBezTo>
                <a:cubicBezTo>
                  <a:pt x="6637" y="107672"/>
                  <a:pt x="0" y="101079"/>
                  <a:pt x="0" y="94488"/>
                </a:cubicBezTo>
                <a:cubicBezTo>
                  <a:pt x="0" y="13184"/>
                  <a:pt x="0" y="13184"/>
                  <a:pt x="0" y="13184"/>
                </a:cubicBezTo>
                <a:cubicBezTo>
                  <a:pt x="0" y="6593"/>
                  <a:pt x="6637" y="0"/>
                  <a:pt x="13274" y="0"/>
                </a:cubicBezTo>
                <a:cubicBezTo>
                  <a:pt x="22123" y="0"/>
                  <a:pt x="26548" y="6593"/>
                  <a:pt x="26548" y="13184"/>
                </a:cubicBezTo>
                <a:cubicBezTo>
                  <a:pt x="26548" y="81303"/>
                  <a:pt x="26548" y="81303"/>
                  <a:pt x="26548" y="81303"/>
                </a:cubicBezTo>
                <a:cubicBezTo>
                  <a:pt x="81858" y="81303"/>
                  <a:pt x="81858" y="81303"/>
                  <a:pt x="81858" y="81303"/>
                </a:cubicBezTo>
                <a:cubicBezTo>
                  <a:pt x="88495" y="81303"/>
                  <a:pt x="95132" y="87895"/>
                  <a:pt x="95132" y="94488"/>
                </a:cubicBezTo>
                <a:cubicBezTo>
                  <a:pt x="95132" y="101079"/>
                  <a:pt x="88495" y="107672"/>
                  <a:pt x="81858" y="107672"/>
                </a:cubicBezTo>
                <a:close/>
              </a:path>
            </a:pathLst>
          </a:cu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13" name="Connector 21">
            <a:extLst>
              <a:ext uri="{FF2B5EF4-FFF2-40B4-BE49-F238E27FC236}">
                <a16:creationId xmlns:a16="http://schemas.microsoft.com/office/drawing/2014/main" id="{F02A35E7-1C85-3160-DD30-C6C27BD30C2F}"/>
              </a:ext>
            </a:extLst>
          </p:cNvPr>
          <p:cNvCxnSpPr/>
          <p:nvPr/>
        </p:nvCxnSpPr>
        <p:spPr>
          <a:xfrm rot="5377383">
            <a:off x="3117840" y="3752860"/>
            <a:ext cx="3860821" cy="12700"/>
          </a:xfrm>
          <a:prstGeom prst="line">
            <a:avLst/>
          </a:prstGeom>
          <a:solidFill>
            <a:srgbClr val="DEE0E3">
              <a:alpha val="100000"/>
            </a:srgbClr>
          </a:solidFill>
          <a:ln w="12700" cap="sq" cmpd="sng">
            <a:solidFill>
              <a:srgbClr val="00C0BB">
                <a:alpha val="100000"/>
              </a:srgbClr>
            </a:solidFill>
            <a:prstDash val="solid"/>
            <a:round/>
            <a:headEnd type="oval" w="sm" len="sm"/>
            <a:tailEnd type="oval" w="sm" len="sm"/>
          </a:ln>
        </p:spPr>
      </p:cxnSp>
      <p:sp>
        <p:nvSpPr>
          <p:cNvPr id="14" name="AutoShape 22">
            <a:extLst>
              <a:ext uri="{FF2B5EF4-FFF2-40B4-BE49-F238E27FC236}">
                <a16:creationId xmlns:a16="http://schemas.microsoft.com/office/drawing/2014/main" id="{AC3CA4BD-81ED-B316-2EA5-D04A361F56CC}"/>
              </a:ext>
            </a:extLst>
          </p:cNvPr>
          <p:cNvSpPr/>
          <p:nvPr/>
        </p:nvSpPr>
        <p:spPr>
          <a:xfrm>
            <a:off x="1676400" y="2324100"/>
            <a:ext cx="1422400" cy="1422400"/>
          </a:xfrm>
          <a:prstGeom prst="ellipse">
            <a:avLst/>
          </a:pr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23">
            <a:extLst>
              <a:ext uri="{FF2B5EF4-FFF2-40B4-BE49-F238E27FC236}">
                <a16:creationId xmlns:a16="http://schemas.microsoft.com/office/drawing/2014/main" id="{595FF08A-E306-B665-3213-30891E2E71FF}"/>
              </a:ext>
            </a:extLst>
          </p:cNvPr>
          <p:cNvSpPr/>
          <p:nvPr/>
        </p:nvSpPr>
        <p:spPr>
          <a:xfrm>
            <a:off x="3098800" y="2324100"/>
            <a:ext cx="1422400" cy="14224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24">
            <a:extLst>
              <a:ext uri="{FF2B5EF4-FFF2-40B4-BE49-F238E27FC236}">
                <a16:creationId xmlns:a16="http://schemas.microsoft.com/office/drawing/2014/main" id="{1677D183-94BC-1738-83F9-1DE3A3D0A32C}"/>
              </a:ext>
            </a:extLst>
          </p:cNvPr>
          <p:cNvSpPr/>
          <p:nvPr/>
        </p:nvSpPr>
        <p:spPr>
          <a:xfrm>
            <a:off x="1676400" y="3759200"/>
            <a:ext cx="1422400" cy="14224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25">
            <a:extLst>
              <a:ext uri="{FF2B5EF4-FFF2-40B4-BE49-F238E27FC236}">
                <a16:creationId xmlns:a16="http://schemas.microsoft.com/office/drawing/2014/main" id="{F4B290E6-3BAD-D5BD-BCB0-9DEEB679F09C}"/>
              </a:ext>
            </a:extLst>
          </p:cNvPr>
          <p:cNvSpPr/>
          <p:nvPr/>
        </p:nvSpPr>
        <p:spPr>
          <a:xfrm>
            <a:off x="3098800" y="3771900"/>
            <a:ext cx="1422400" cy="1422400"/>
          </a:xfrm>
          <a:prstGeom prst="ellipse">
            <a:avLst/>
          </a:pr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26">
            <a:extLst>
              <a:ext uri="{FF2B5EF4-FFF2-40B4-BE49-F238E27FC236}">
                <a16:creationId xmlns:a16="http://schemas.microsoft.com/office/drawing/2014/main" id="{CE630ED2-7284-E2DE-213F-8E68EBC0FAAF}"/>
              </a:ext>
            </a:extLst>
          </p:cNvPr>
          <p:cNvSpPr/>
          <p:nvPr/>
        </p:nvSpPr>
        <p:spPr>
          <a:xfrm>
            <a:off x="2387600" y="3048000"/>
            <a:ext cx="736600" cy="7366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27">
            <a:extLst>
              <a:ext uri="{FF2B5EF4-FFF2-40B4-BE49-F238E27FC236}">
                <a16:creationId xmlns:a16="http://schemas.microsoft.com/office/drawing/2014/main" id="{547799D4-A8EE-D90D-0B3D-4AABCE4201F6}"/>
              </a:ext>
            </a:extLst>
          </p:cNvPr>
          <p:cNvSpPr/>
          <p:nvPr/>
        </p:nvSpPr>
        <p:spPr>
          <a:xfrm>
            <a:off x="3022600" y="3048000"/>
            <a:ext cx="736600" cy="736600"/>
          </a:xfrm>
          <a:prstGeom prst="ellipse">
            <a:avLst/>
          </a:pr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8">
            <a:extLst>
              <a:ext uri="{FF2B5EF4-FFF2-40B4-BE49-F238E27FC236}">
                <a16:creationId xmlns:a16="http://schemas.microsoft.com/office/drawing/2014/main" id="{98CFED0F-BC8A-06D1-41BD-1F0F97283360}"/>
              </a:ext>
            </a:extLst>
          </p:cNvPr>
          <p:cNvSpPr/>
          <p:nvPr/>
        </p:nvSpPr>
        <p:spPr>
          <a:xfrm>
            <a:off x="2387600" y="3644900"/>
            <a:ext cx="736600" cy="736600"/>
          </a:xfrm>
          <a:prstGeom prst="ellipse">
            <a:avLst/>
          </a:pr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9">
            <a:extLst>
              <a:ext uri="{FF2B5EF4-FFF2-40B4-BE49-F238E27FC236}">
                <a16:creationId xmlns:a16="http://schemas.microsoft.com/office/drawing/2014/main" id="{00640663-BD6D-2742-A272-59EF4E769BC4}"/>
              </a:ext>
            </a:extLst>
          </p:cNvPr>
          <p:cNvSpPr/>
          <p:nvPr/>
        </p:nvSpPr>
        <p:spPr>
          <a:xfrm>
            <a:off x="3022600" y="3644900"/>
            <a:ext cx="736600" cy="736600"/>
          </a:xfrm>
          <a:prstGeom prst="ellips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30">
            <a:extLst>
              <a:ext uri="{FF2B5EF4-FFF2-40B4-BE49-F238E27FC236}">
                <a16:creationId xmlns:a16="http://schemas.microsoft.com/office/drawing/2014/main" id="{E19C12EB-063E-6529-E48B-6E5D45C64D60}"/>
              </a:ext>
            </a:extLst>
          </p:cNvPr>
          <p:cNvSpPr/>
          <p:nvPr/>
        </p:nvSpPr>
        <p:spPr>
          <a:xfrm>
            <a:off x="1841500" y="2679700"/>
            <a:ext cx="9271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Noto Sans SC"/>
                <a:ea typeface="Noto Sans SC"/>
                <a:cs typeface="Noto Sans SC"/>
                <a:sym typeface="Noto Sans SC"/>
              </a:rPr>
              <a:t>01</a:t>
            </a:r>
            <a:endParaRPr lang="en-US" sz="1100"/>
          </a:p>
        </p:txBody>
      </p:sp>
      <p:sp>
        <p:nvSpPr>
          <p:cNvPr id="23" name="Freeform 31">
            <a:extLst>
              <a:ext uri="{FF2B5EF4-FFF2-40B4-BE49-F238E27FC236}">
                <a16:creationId xmlns:a16="http://schemas.microsoft.com/office/drawing/2014/main" id="{2623A36D-1138-14F9-0B49-000FCCF7B734}"/>
              </a:ext>
            </a:extLst>
          </p:cNvPr>
          <p:cNvSpPr/>
          <p:nvPr/>
        </p:nvSpPr>
        <p:spPr>
          <a:xfrm>
            <a:off x="2603500" y="3263900"/>
            <a:ext cx="309557" cy="309557"/>
          </a:xfrm>
          <a:custGeom>
            <a:avLst/>
            <a:gdLst/>
            <a:ahLst/>
            <a:cxnLst/>
            <a:rect l="l" t="t" r="r" b="b"/>
            <a:pathLst>
              <a:path w="309557" h="309557">
                <a:moveTo>
                  <a:pt x="0" y="0"/>
                </a:moveTo>
                <a:lnTo>
                  <a:pt x="0" y="309557"/>
                </a:lnTo>
                <a:lnTo>
                  <a:pt x="309557" y="309557"/>
                </a:lnTo>
                <a:lnTo>
                  <a:pt x="309557" y="0"/>
                </a:lnTo>
                <a:lnTo>
                  <a:pt x="0" y="0"/>
                </a:lnTo>
                <a:close/>
                <a:moveTo>
                  <a:pt x="283887" y="282509"/>
                </a:moveTo>
                <a:lnTo>
                  <a:pt x="25671" y="282509"/>
                </a:lnTo>
                <a:lnTo>
                  <a:pt x="25671" y="25546"/>
                </a:lnTo>
                <a:lnTo>
                  <a:pt x="283887" y="25546"/>
                </a:lnTo>
                <a:lnTo>
                  <a:pt x="283887" y="282509"/>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Freeform 32">
            <a:extLst>
              <a:ext uri="{FF2B5EF4-FFF2-40B4-BE49-F238E27FC236}">
                <a16:creationId xmlns:a16="http://schemas.microsoft.com/office/drawing/2014/main" id="{22962014-1931-ADC8-DC9F-AEEC6D4CB34F}"/>
              </a:ext>
            </a:extLst>
          </p:cNvPr>
          <p:cNvSpPr/>
          <p:nvPr/>
        </p:nvSpPr>
        <p:spPr>
          <a:xfrm>
            <a:off x="2679700" y="3352800"/>
            <a:ext cx="169125" cy="135244"/>
          </a:xfrm>
          <a:custGeom>
            <a:avLst/>
            <a:gdLst/>
            <a:ahLst/>
            <a:cxnLst/>
            <a:rect l="l" t="t" r="r" b="b"/>
            <a:pathLst>
              <a:path w="169125" h="135244">
                <a:moveTo>
                  <a:pt x="169125" y="18033"/>
                </a:moveTo>
                <a:lnTo>
                  <a:pt x="149493" y="0"/>
                </a:lnTo>
                <a:lnTo>
                  <a:pt x="66441" y="99178"/>
                </a:lnTo>
                <a:lnTo>
                  <a:pt x="15100" y="57103"/>
                </a:lnTo>
                <a:lnTo>
                  <a:pt x="0" y="79643"/>
                </a:lnTo>
                <a:lnTo>
                  <a:pt x="70971" y="135244"/>
                </a:lnTo>
                <a:lnTo>
                  <a:pt x="169125" y="18033"/>
                </a:ln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33">
            <a:extLst>
              <a:ext uri="{FF2B5EF4-FFF2-40B4-BE49-F238E27FC236}">
                <a16:creationId xmlns:a16="http://schemas.microsoft.com/office/drawing/2014/main" id="{B2406F23-8EFB-F2A1-1967-2CF0C09D7FEB}"/>
              </a:ext>
            </a:extLst>
          </p:cNvPr>
          <p:cNvSpPr/>
          <p:nvPr/>
        </p:nvSpPr>
        <p:spPr>
          <a:xfrm>
            <a:off x="3619500" y="2667000"/>
            <a:ext cx="9271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Noto Sans SC"/>
                <a:ea typeface="Noto Sans SC"/>
                <a:cs typeface="Noto Sans SC"/>
                <a:sym typeface="Noto Sans SC"/>
              </a:rPr>
              <a:t>02</a:t>
            </a:r>
            <a:endParaRPr lang="en-US" sz="1100"/>
          </a:p>
        </p:txBody>
      </p:sp>
      <p:sp>
        <p:nvSpPr>
          <p:cNvPr id="26" name="Freeform 34">
            <a:extLst>
              <a:ext uri="{FF2B5EF4-FFF2-40B4-BE49-F238E27FC236}">
                <a16:creationId xmlns:a16="http://schemas.microsoft.com/office/drawing/2014/main" id="{AF7A49D3-6FC8-448B-72CD-530F6C1C4DB0}"/>
              </a:ext>
            </a:extLst>
          </p:cNvPr>
          <p:cNvSpPr/>
          <p:nvPr/>
        </p:nvSpPr>
        <p:spPr>
          <a:xfrm>
            <a:off x="3225800" y="3263900"/>
            <a:ext cx="309557" cy="309557"/>
          </a:xfrm>
          <a:custGeom>
            <a:avLst/>
            <a:gdLst/>
            <a:ahLst/>
            <a:cxnLst/>
            <a:rect l="l" t="t" r="r" b="b"/>
            <a:pathLst>
              <a:path w="309557" h="309557">
                <a:moveTo>
                  <a:pt x="154779" y="309557"/>
                </a:moveTo>
                <a:cubicBezTo>
                  <a:pt x="70756" y="309557"/>
                  <a:pt x="0" y="241012"/>
                  <a:pt x="0" y="154779"/>
                </a:cubicBezTo>
                <a:cubicBezTo>
                  <a:pt x="0" y="70756"/>
                  <a:pt x="70756" y="0"/>
                  <a:pt x="154779" y="0"/>
                </a:cubicBezTo>
                <a:cubicBezTo>
                  <a:pt x="241012" y="0"/>
                  <a:pt x="309557" y="70756"/>
                  <a:pt x="309557" y="154779"/>
                </a:cubicBezTo>
                <a:cubicBezTo>
                  <a:pt x="309557" y="241012"/>
                  <a:pt x="241012" y="309557"/>
                  <a:pt x="154779" y="309557"/>
                </a:cubicBezTo>
                <a:close/>
                <a:moveTo>
                  <a:pt x="154779" y="26533"/>
                </a:moveTo>
                <a:cubicBezTo>
                  <a:pt x="84023" y="26533"/>
                  <a:pt x="26533" y="84023"/>
                  <a:pt x="26533" y="154779"/>
                </a:cubicBezTo>
                <a:cubicBezTo>
                  <a:pt x="26533" y="225534"/>
                  <a:pt x="84023" y="283023"/>
                  <a:pt x="154779" y="283023"/>
                </a:cubicBezTo>
                <a:cubicBezTo>
                  <a:pt x="225534" y="283023"/>
                  <a:pt x="283023" y="225534"/>
                  <a:pt x="283023" y="154779"/>
                </a:cubicBezTo>
                <a:cubicBezTo>
                  <a:pt x="283023" y="84023"/>
                  <a:pt x="225534" y="26533"/>
                  <a:pt x="154779" y="26533"/>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Freeform 35">
            <a:extLst>
              <a:ext uri="{FF2B5EF4-FFF2-40B4-BE49-F238E27FC236}">
                <a16:creationId xmlns:a16="http://schemas.microsoft.com/office/drawing/2014/main" id="{78BE89B1-5092-DBFC-8B3A-170C49BA72F8}"/>
              </a:ext>
            </a:extLst>
          </p:cNvPr>
          <p:cNvSpPr/>
          <p:nvPr/>
        </p:nvSpPr>
        <p:spPr>
          <a:xfrm>
            <a:off x="3365500" y="3314700"/>
            <a:ext cx="95132" cy="107672"/>
          </a:xfrm>
          <a:custGeom>
            <a:avLst/>
            <a:gdLst/>
            <a:ahLst/>
            <a:cxnLst/>
            <a:rect l="l" t="t" r="r" b="b"/>
            <a:pathLst>
              <a:path w="95132" h="107672">
                <a:moveTo>
                  <a:pt x="81858" y="107672"/>
                </a:moveTo>
                <a:cubicBezTo>
                  <a:pt x="13274" y="107672"/>
                  <a:pt x="13274" y="107672"/>
                  <a:pt x="13274" y="107672"/>
                </a:cubicBezTo>
                <a:cubicBezTo>
                  <a:pt x="6637" y="107672"/>
                  <a:pt x="0" y="101079"/>
                  <a:pt x="0" y="94488"/>
                </a:cubicBezTo>
                <a:cubicBezTo>
                  <a:pt x="0" y="13184"/>
                  <a:pt x="0" y="13184"/>
                  <a:pt x="0" y="13184"/>
                </a:cubicBezTo>
                <a:cubicBezTo>
                  <a:pt x="0" y="6593"/>
                  <a:pt x="6637" y="0"/>
                  <a:pt x="13274" y="0"/>
                </a:cubicBezTo>
                <a:cubicBezTo>
                  <a:pt x="22123" y="0"/>
                  <a:pt x="26548" y="6593"/>
                  <a:pt x="26548" y="13184"/>
                </a:cubicBezTo>
                <a:cubicBezTo>
                  <a:pt x="26548" y="81303"/>
                  <a:pt x="26548" y="81303"/>
                  <a:pt x="26548" y="81303"/>
                </a:cubicBezTo>
                <a:cubicBezTo>
                  <a:pt x="81858" y="81303"/>
                  <a:pt x="81858" y="81303"/>
                  <a:pt x="81858" y="81303"/>
                </a:cubicBezTo>
                <a:cubicBezTo>
                  <a:pt x="88495" y="81303"/>
                  <a:pt x="95132" y="87895"/>
                  <a:pt x="95132" y="94488"/>
                </a:cubicBezTo>
                <a:cubicBezTo>
                  <a:pt x="95132" y="101079"/>
                  <a:pt x="88495" y="107672"/>
                  <a:pt x="81858" y="107672"/>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Freeform 36">
            <a:extLst>
              <a:ext uri="{FF2B5EF4-FFF2-40B4-BE49-F238E27FC236}">
                <a16:creationId xmlns:a16="http://schemas.microsoft.com/office/drawing/2014/main" id="{49284F50-B66C-AC09-4E23-B223604A1CB8}"/>
              </a:ext>
            </a:extLst>
          </p:cNvPr>
          <p:cNvSpPr/>
          <p:nvPr/>
        </p:nvSpPr>
        <p:spPr>
          <a:xfrm>
            <a:off x="3175000" y="3886200"/>
            <a:ext cx="309557" cy="314043"/>
          </a:xfrm>
          <a:custGeom>
            <a:avLst/>
            <a:gdLst/>
            <a:ahLst/>
            <a:cxnLst/>
            <a:rect l="l" t="t" r="r" b="b"/>
            <a:pathLst>
              <a:path w="309557" h="314043">
                <a:moveTo>
                  <a:pt x="307346" y="133636"/>
                </a:moveTo>
                <a:cubicBezTo>
                  <a:pt x="307346" y="129181"/>
                  <a:pt x="305135" y="124727"/>
                  <a:pt x="300713" y="122499"/>
                </a:cubicBezTo>
                <a:cubicBezTo>
                  <a:pt x="276390" y="113590"/>
                  <a:pt x="276390" y="113590"/>
                  <a:pt x="276390" y="113590"/>
                </a:cubicBezTo>
                <a:cubicBezTo>
                  <a:pt x="274179" y="111362"/>
                  <a:pt x="271968" y="106909"/>
                  <a:pt x="269757" y="102453"/>
                </a:cubicBezTo>
                <a:cubicBezTo>
                  <a:pt x="280812" y="80181"/>
                  <a:pt x="280812" y="80181"/>
                  <a:pt x="280812" y="80181"/>
                </a:cubicBezTo>
                <a:cubicBezTo>
                  <a:pt x="283023" y="75726"/>
                  <a:pt x="283023" y="69045"/>
                  <a:pt x="280812" y="64591"/>
                </a:cubicBezTo>
                <a:cubicBezTo>
                  <a:pt x="271968" y="53454"/>
                  <a:pt x="258702" y="42318"/>
                  <a:pt x="247646" y="31181"/>
                </a:cubicBezTo>
                <a:cubicBezTo>
                  <a:pt x="243223" y="28955"/>
                  <a:pt x="238801" y="28955"/>
                  <a:pt x="234378" y="31181"/>
                </a:cubicBezTo>
                <a:cubicBezTo>
                  <a:pt x="210057" y="42318"/>
                  <a:pt x="210057" y="42318"/>
                  <a:pt x="210057" y="42318"/>
                </a:cubicBezTo>
                <a:cubicBezTo>
                  <a:pt x="205635" y="40090"/>
                  <a:pt x="201212" y="37864"/>
                  <a:pt x="199001" y="37864"/>
                </a:cubicBezTo>
                <a:cubicBezTo>
                  <a:pt x="190156" y="13363"/>
                  <a:pt x="190156" y="13363"/>
                  <a:pt x="190156" y="13363"/>
                </a:cubicBezTo>
                <a:cubicBezTo>
                  <a:pt x="187945" y="8909"/>
                  <a:pt x="183523" y="4454"/>
                  <a:pt x="179100" y="4454"/>
                </a:cubicBezTo>
                <a:cubicBezTo>
                  <a:pt x="161412" y="0"/>
                  <a:pt x="148146" y="0"/>
                  <a:pt x="132667" y="4454"/>
                </a:cubicBezTo>
                <a:cubicBezTo>
                  <a:pt x="128245" y="4454"/>
                  <a:pt x="123822" y="8909"/>
                  <a:pt x="121611" y="13363"/>
                </a:cubicBezTo>
                <a:cubicBezTo>
                  <a:pt x="112767" y="37864"/>
                  <a:pt x="112767" y="37864"/>
                  <a:pt x="112767" y="37864"/>
                </a:cubicBezTo>
                <a:cubicBezTo>
                  <a:pt x="108345" y="37864"/>
                  <a:pt x="103923" y="40090"/>
                  <a:pt x="101712" y="42318"/>
                </a:cubicBezTo>
                <a:cubicBezTo>
                  <a:pt x="77389" y="31181"/>
                  <a:pt x="77389" y="31181"/>
                  <a:pt x="77389" y="31181"/>
                </a:cubicBezTo>
                <a:cubicBezTo>
                  <a:pt x="72967" y="28955"/>
                  <a:pt x="68544" y="28955"/>
                  <a:pt x="64122" y="31181"/>
                </a:cubicBezTo>
                <a:cubicBezTo>
                  <a:pt x="50856" y="42318"/>
                  <a:pt x="39801" y="53454"/>
                  <a:pt x="30956" y="64591"/>
                </a:cubicBezTo>
                <a:cubicBezTo>
                  <a:pt x="28745" y="69045"/>
                  <a:pt x="26533" y="75726"/>
                  <a:pt x="28745" y="80181"/>
                </a:cubicBezTo>
                <a:cubicBezTo>
                  <a:pt x="39801" y="102453"/>
                  <a:pt x="39801" y="102453"/>
                  <a:pt x="39801" y="102453"/>
                </a:cubicBezTo>
                <a:cubicBezTo>
                  <a:pt x="39801" y="106909"/>
                  <a:pt x="37589" y="111362"/>
                  <a:pt x="35378" y="113590"/>
                </a:cubicBezTo>
                <a:cubicBezTo>
                  <a:pt x="11055" y="122499"/>
                  <a:pt x="11055" y="122499"/>
                  <a:pt x="11055" y="122499"/>
                </a:cubicBezTo>
                <a:cubicBezTo>
                  <a:pt x="6633" y="124727"/>
                  <a:pt x="4422" y="129181"/>
                  <a:pt x="2211" y="133636"/>
                </a:cubicBezTo>
                <a:cubicBezTo>
                  <a:pt x="2211" y="142545"/>
                  <a:pt x="0" y="149226"/>
                  <a:pt x="0" y="158135"/>
                </a:cubicBezTo>
                <a:cubicBezTo>
                  <a:pt x="0" y="164817"/>
                  <a:pt x="2211" y="171498"/>
                  <a:pt x="2211" y="180407"/>
                </a:cubicBezTo>
                <a:cubicBezTo>
                  <a:pt x="4422" y="187090"/>
                  <a:pt x="6633" y="189316"/>
                  <a:pt x="11055" y="191544"/>
                </a:cubicBezTo>
                <a:cubicBezTo>
                  <a:pt x="35378" y="200453"/>
                  <a:pt x="35378" y="200453"/>
                  <a:pt x="35378" y="200453"/>
                </a:cubicBezTo>
                <a:cubicBezTo>
                  <a:pt x="37589" y="204907"/>
                  <a:pt x="39801" y="209362"/>
                  <a:pt x="39801" y="211590"/>
                </a:cubicBezTo>
                <a:cubicBezTo>
                  <a:pt x="28745" y="236089"/>
                  <a:pt x="28745" y="236089"/>
                  <a:pt x="28745" y="236089"/>
                </a:cubicBezTo>
                <a:cubicBezTo>
                  <a:pt x="26533" y="240543"/>
                  <a:pt x="28745" y="244998"/>
                  <a:pt x="30956" y="249452"/>
                </a:cubicBezTo>
                <a:cubicBezTo>
                  <a:pt x="39801" y="262816"/>
                  <a:pt x="50856" y="273953"/>
                  <a:pt x="64122" y="282862"/>
                </a:cubicBezTo>
                <a:cubicBezTo>
                  <a:pt x="68544" y="285088"/>
                  <a:pt x="72967" y="287316"/>
                  <a:pt x="77389" y="285088"/>
                </a:cubicBezTo>
                <a:cubicBezTo>
                  <a:pt x="101712" y="273953"/>
                  <a:pt x="101712" y="273953"/>
                  <a:pt x="101712" y="273953"/>
                </a:cubicBezTo>
                <a:cubicBezTo>
                  <a:pt x="103923" y="276179"/>
                  <a:pt x="108345" y="276179"/>
                  <a:pt x="112767" y="278407"/>
                </a:cubicBezTo>
                <a:cubicBezTo>
                  <a:pt x="121611" y="302906"/>
                  <a:pt x="121611" y="302906"/>
                  <a:pt x="121611" y="302906"/>
                </a:cubicBezTo>
                <a:cubicBezTo>
                  <a:pt x="123822" y="307362"/>
                  <a:pt x="128245" y="311815"/>
                  <a:pt x="132667" y="311815"/>
                </a:cubicBezTo>
                <a:cubicBezTo>
                  <a:pt x="141512" y="311815"/>
                  <a:pt x="148146" y="314043"/>
                  <a:pt x="154779" y="314043"/>
                </a:cubicBezTo>
                <a:cubicBezTo>
                  <a:pt x="163623" y="314043"/>
                  <a:pt x="170256" y="311815"/>
                  <a:pt x="179100" y="311815"/>
                </a:cubicBezTo>
                <a:cubicBezTo>
                  <a:pt x="183523" y="311815"/>
                  <a:pt x="187945" y="307362"/>
                  <a:pt x="190156" y="302906"/>
                </a:cubicBezTo>
                <a:cubicBezTo>
                  <a:pt x="199001" y="278407"/>
                  <a:pt x="199001" y="278407"/>
                  <a:pt x="199001" y="278407"/>
                </a:cubicBezTo>
                <a:cubicBezTo>
                  <a:pt x="201212" y="276179"/>
                  <a:pt x="205635" y="276179"/>
                  <a:pt x="210057" y="273953"/>
                </a:cubicBezTo>
                <a:cubicBezTo>
                  <a:pt x="234378" y="285088"/>
                  <a:pt x="234378" y="285088"/>
                  <a:pt x="234378" y="285088"/>
                </a:cubicBezTo>
                <a:cubicBezTo>
                  <a:pt x="238801" y="287316"/>
                  <a:pt x="243223" y="285088"/>
                  <a:pt x="247646" y="282862"/>
                </a:cubicBezTo>
                <a:cubicBezTo>
                  <a:pt x="258702" y="273953"/>
                  <a:pt x="271968" y="262816"/>
                  <a:pt x="280812" y="249452"/>
                </a:cubicBezTo>
                <a:cubicBezTo>
                  <a:pt x="283023" y="244998"/>
                  <a:pt x="283023" y="240543"/>
                  <a:pt x="280812" y="236089"/>
                </a:cubicBezTo>
                <a:cubicBezTo>
                  <a:pt x="269757" y="211590"/>
                  <a:pt x="269757" y="211590"/>
                  <a:pt x="269757" y="211590"/>
                </a:cubicBezTo>
                <a:cubicBezTo>
                  <a:pt x="271968" y="209362"/>
                  <a:pt x="274179" y="204907"/>
                  <a:pt x="276390" y="200453"/>
                </a:cubicBezTo>
                <a:cubicBezTo>
                  <a:pt x="300713" y="191544"/>
                  <a:pt x="300713" y="191544"/>
                  <a:pt x="300713" y="191544"/>
                </a:cubicBezTo>
                <a:cubicBezTo>
                  <a:pt x="305135" y="189316"/>
                  <a:pt x="307346" y="187090"/>
                  <a:pt x="307346" y="180407"/>
                </a:cubicBezTo>
                <a:cubicBezTo>
                  <a:pt x="309557" y="171498"/>
                  <a:pt x="309557" y="164817"/>
                  <a:pt x="309557" y="158135"/>
                </a:cubicBezTo>
                <a:cubicBezTo>
                  <a:pt x="309557" y="149226"/>
                  <a:pt x="309557" y="142545"/>
                  <a:pt x="307346" y="133636"/>
                </a:cubicBezTo>
                <a:close/>
                <a:moveTo>
                  <a:pt x="283023" y="169272"/>
                </a:moveTo>
                <a:cubicBezTo>
                  <a:pt x="260913" y="178181"/>
                  <a:pt x="260913" y="178181"/>
                  <a:pt x="260913" y="178181"/>
                </a:cubicBezTo>
                <a:cubicBezTo>
                  <a:pt x="256490" y="178181"/>
                  <a:pt x="254279" y="182635"/>
                  <a:pt x="252068" y="187090"/>
                </a:cubicBezTo>
                <a:cubicBezTo>
                  <a:pt x="249857" y="193772"/>
                  <a:pt x="247646" y="200453"/>
                  <a:pt x="243223" y="204907"/>
                </a:cubicBezTo>
                <a:cubicBezTo>
                  <a:pt x="241012" y="209362"/>
                  <a:pt x="241012" y="213816"/>
                  <a:pt x="243223" y="218271"/>
                </a:cubicBezTo>
                <a:cubicBezTo>
                  <a:pt x="254279" y="240543"/>
                  <a:pt x="254279" y="240543"/>
                  <a:pt x="254279" y="240543"/>
                </a:cubicBezTo>
                <a:cubicBezTo>
                  <a:pt x="249857" y="247226"/>
                  <a:pt x="243223" y="251680"/>
                  <a:pt x="236590" y="256135"/>
                </a:cubicBezTo>
                <a:cubicBezTo>
                  <a:pt x="216690" y="247226"/>
                  <a:pt x="216690" y="247226"/>
                  <a:pt x="216690" y="247226"/>
                </a:cubicBezTo>
                <a:cubicBezTo>
                  <a:pt x="212268" y="244998"/>
                  <a:pt x="207846" y="244998"/>
                  <a:pt x="203424" y="247226"/>
                </a:cubicBezTo>
                <a:cubicBezTo>
                  <a:pt x="196790" y="249452"/>
                  <a:pt x="190156" y="251680"/>
                  <a:pt x="183523" y="253907"/>
                </a:cubicBezTo>
                <a:cubicBezTo>
                  <a:pt x="179100" y="256135"/>
                  <a:pt x="176889" y="258361"/>
                  <a:pt x="174678" y="262816"/>
                </a:cubicBezTo>
                <a:cubicBezTo>
                  <a:pt x="168045" y="285088"/>
                  <a:pt x="168045" y="285088"/>
                  <a:pt x="168045" y="285088"/>
                </a:cubicBezTo>
                <a:cubicBezTo>
                  <a:pt x="159201" y="287316"/>
                  <a:pt x="152568" y="287316"/>
                  <a:pt x="143723" y="285088"/>
                </a:cubicBezTo>
                <a:cubicBezTo>
                  <a:pt x="134878" y="262816"/>
                  <a:pt x="134878" y="262816"/>
                  <a:pt x="134878" y="262816"/>
                </a:cubicBezTo>
                <a:cubicBezTo>
                  <a:pt x="134878" y="258361"/>
                  <a:pt x="130456" y="256135"/>
                  <a:pt x="126034" y="253907"/>
                </a:cubicBezTo>
                <a:cubicBezTo>
                  <a:pt x="119400" y="251680"/>
                  <a:pt x="112767" y="249452"/>
                  <a:pt x="108345" y="247226"/>
                </a:cubicBezTo>
                <a:cubicBezTo>
                  <a:pt x="103923" y="244998"/>
                  <a:pt x="99501" y="244998"/>
                  <a:pt x="95079" y="247226"/>
                </a:cubicBezTo>
                <a:cubicBezTo>
                  <a:pt x="72967" y="256135"/>
                  <a:pt x="72967" y="256135"/>
                  <a:pt x="72967" y="256135"/>
                </a:cubicBezTo>
                <a:cubicBezTo>
                  <a:pt x="68544" y="251680"/>
                  <a:pt x="61911" y="247226"/>
                  <a:pt x="57489" y="240543"/>
                </a:cubicBezTo>
                <a:cubicBezTo>
                  <a:pt x="68544" y="218271"/>
                  <a:pt x="68544" y="218271"/>
                  <a:pt x="68544" y="218271"/>
                </a:cubicBezTo>
                <a:cubicBezTo>
                  <a:pt x="68544" y="213816"/>
                  <a:pt x="68544" y="209362"/>
                  <a:pt x="66333" y="204907"/>
                </a:cubicBezTo>
                <a:cubicBezTo>
                  <a:pt x="64122" y="200453"/>
                  <a:pt x="61911" y="193772"/>
                  <a:pt x="59700" y="187090"/>
                </a:cubicBezTo>
                <a:cubicBezTo>
                  <a:pt x="57489" y="182635"/>
                  <a:pt x="55278" y="178181"/>
                  <a:pt x="50856" y="178181"/>
                </a:cubicBezTo>
                <a:cubicBezTo>
                  <a:pt x="28745" y="169272"/>
                  <a:pt x="28745" y="169272"/>
                  <a:pt x="28745" y="169272"/>
                </a:cubicBezTo>
                <a:cubicBezTo>
                  <a:pt x="26533" y="164817"/>
                  <a:pt x="26533" y="160363"/>
                  <a:pt x="26533" y="158135"/>
                </a:cubicBezTo>
                <a:cubicBezTo>
                  <a:pt x="26533" y="153680"/>
                  <a:pt x="26533" y="149226"/>
                  <a:pt x="28745" y="144771"/>
                </a:cubicBezTo>
                <a:cubicBezTo>
                  <a:pt x="50856" y="138090"/>
                  <a:pt x="50856" y="138090"/>
                  <a:pt x="50856" y="138090"/>
                </a:cubicBezTo>
                <a:cubicBezTo>
                  <a:pt x="55278" y="135862"/>
                  <a:pt x="57489" y="133636"/>
                  <a:pt x="59700" y="129181"/>
                </a:cubicBezTo>
                <a:cubicBezTo>
                  <a:pt x="61911" y="122499"/>
                  <a:pt x="64122" y="115818"/>
                  <a:pt x="66333" y="109135"/>
                </a:cubicBezTo>
                <a:cubicBezTo>
                  <a:pt x="68544" y="104681"/>
                  <a:pt x="68544" y="100226"/>
                  <a:pt x="68544" y="98000"/>
                </a:cubicBezTo>
                <a:cubicBezTo>
                  <a:pt x="57489" y="75726"/>
                  <a:pt x="57489" y="75726"/>
                  <a:pt x="57489" y="75726"/>
                </a:cubicBezTo>
                <a:cubicBezTo>
                  <a:pt x="61911" y="69045"/>
                  <a:pt x="68544" y="62363"/>
                  <a:pt x="72967" y="57908"/>
                </a:cubicBezTo>
                <a:cubicBezTo>
                  <a:pt x="95079" y="69045"/>
                  <a:pt x="95079" y="69045"/>
                  <a:pt x="95079" y="69045"/>
                </a:cubicBezTo>
                <a:cubicBezTo>
                  <a:pt x="99501" y="71272"/>
                  <a:pt x="103923" y="71272"/>
                  <a:pt x="108345" y="69045"/>
                </a:cubicBezTo>
                <a:cubicBezTo>
                  <a:pt x="112767" y="64591"/>
                  <a:pt x="119400" y="62363"/>
                  <a:pt x="126034" y="60136"/>
                </a:cubicBezTo>
                <a:cubicBezTo>
                  <a:pt x="130456" y="60136"/>
                  <a:pt x="134878" y="55682"/>
                  <a:pt x="134878" y="51227"/>
                </a:cubicBezTo>
                <a:cubicBezTo>
                  <a:pt x="143723" y="28955"/>
                  <a:pt x="143723" y="28955"/>
                  <a:pt x="143723" y="28955"/>
                </a:cubicBezTo>
                <a:cubicBezTo>
                  <a:pt x="152568" y="28955"/>
                  <a:pt x="159201" y="28955"/>
                  <a:pt x="168045" y="28955"/>
                </a:cubicBezTo>
                <a:cubicBezTo>
                  <a:pt x="174678" y="51227"/>
                  <a:pt x="174678" y="51227"/>
                  <a:pt x="174678" y="51227"/>
                </a:cubicBezTo>
                <a:cubicBezTo>
                  <a:pt x="176889" y="55682"/>
                  <a:pt x="179100" y="60136"/>
                  <a:pt x="183523" y="60136"/>
                </a:cubicBezTo>
                <a:cubicBezTo>
                  <a:pt x="190156" y="62363"/>
                  <a:pt x="196790" y="64591"/>
                  <a:pt x="203424" y="69045"/>
                </a:cubicBezTo>
                <a:cubicBezTo>
                  <a:pt x="207846" y="71272"/>
                  <a:pt x="212268" y="71272"/>
                  <a:pt x="216690" y="69045"/>
                </a:cubicBezTo>
                <a:cubicBezTo>
                  <a:pt x="236590" y="57908"/>
                  <a:pt x="236590" y="57908"/>
                  <a:pt x="236590" y="57908"/>
                </a:cubicBezTo>
                <a:cubicBezTo>
                  <a:pt x="243223" y="62363"/>
                  <a:pt x="249857" y="69045"/>
                  <a:pt x="254279" y="75726"/>
                </a:cubicBezTo>
                <a:cubicBezTo>
                  <a:pt x="243223" y="98000"/>
                  <a:pt x="243223" y="98000"/>
                  <a:pt x="243223" y="98000"/>
                </a:cubicBezTo>
                <a:cubicBezTo>
                  <a:pt x="241012" y="100226"/>
                  <a:pt x="241012" y="104681"/>
                  <a:pt x="243223" y="109135"/>
                </a:cubicBezTo>
                <a:cubicBezTo>
                  <a:pt x="247646" y="115818"/>
                  <a:pt x="249857" y="122499"/>
                  <a:pt x="252068" y="129181"/>
                </a:cubicBezTo>
                <a:cubicBezTo>
                  <a:pt x="254279" y="133636"/>
                  <a:pt x="256490" y="135862"/>
                  <a:pt x="260913" y="138090"/>
                </a:cubicBezTo>
                <a:cubicBezTo>
                  <a:pt x="283023" y="144771"/>
                  <a:pt x="283023" y="144771"/>
                  <a:pt x="283023" y="144771"/>
                </a:cubicBezTo>
                <a:cubicBezTo>
                  <a:pt x="283023" y="149226"/>
                  <a:pt x="283023" y="153680"/>
                  <a:pt x="283023" y="158135"/>
                </a:cubicBezTo>
                <a:cubicBezTo>
                  <a:pt x="283023" y="160363"/>
                  <a:pt x="283023" y="164817"/>
                  <a:pt x="283023" y="169272"/>
                </a:cubicBez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9" name="Freeform 37">
            <a:extLst>
              <a:ext uri="{FF2B5EF4-FFF2-40B4-BE49-F238E27FC236}">
                <a16:creationId xmlns:a16="http://schemas.microsoft.com/office/drawing/2014/main" id="{EA9AB64E-D2B2-2F4B-74DD-A93F8072538C}"/>
              </a:ext>
            </a:extLst>
          </p:cNvPr>
          <p:cNvSpPr/>
          <p:nvPr/>
        </p:nvSpPr>
        <p:spPr>
          <a:xfrm>
            <a:off x="3263900" y="3975100"/>
            <a:ext cx="122312" cy="122296"/>
          </a:xfrm>
          <a:custGeom>
            <a:avLst/>
            <a:gdLst/>
            <a:ahLst/>
            <a:cxnLst/>
            <a:rect l="l" t="t" r="r" b="b"/>
            <a:pathLst>
              <a:path w="122312" h="122296">
                <a:moveTo>
                  <a:pt x="60044" y="0"/>
                </a:moveTo>
                <a:cubicBezTo>
                  <a:pt x="26687" y="0"/>
                  <a:pt x="0" y="26683"/>
                  <a:pt x="0" y="60037"/>
                </a:cubicBezTo>
                <a:cubicBezTo>
                  <a:pt x="0" y="95613"/>
                  <a:pt x="26687" y="122296"/>
                  <a:pt x="60044" y="122296"/>
                </a:cubicBezTo>
                <a:cubicBezTo>
                  <a:pt x="95626" y="122296"/>
                  <a:pt x="122312" y="95613"/>
                  <a:pt x="122312" y="60037"/>
                </a:cubicBezTo>
                <a:cubicBezTo>
                  <a:pt x="122312" y="26683"/>
                  <a:pt x="95626" y="0"/>
                  <a:pt x="60044" y="0"/>
                </a:cubicBezTo>
                <a:close/>
                <a:moveTo>
                  <a:pt x="60044" y="95613"/>
                </a:moveTo>
                <a:cubicBezTo>
                  <a:pt x="42254" y="95613"/>
                  <a:pt x="26687" y="80048"/>
                  <a:pt x="26687" y="60037"/>
                </a:cubicBezTo>
                <a:cubicBezTo>
                  <a:pt x="26687" y="42248"/>
                  <a:pt x="42254" y="26683"/>
                  <a:pt x="60044" y="26683"/>
                </a:cubicBezTo>
                <a:cubicBezTo>
                  <a:pt x="80060" y="26683"/>
                  <a:pt x="95626" y="42248"/>
                  <a:pt x="95626" y="60037"/>
                </a:cubicBezTo>
                <a:cubicBezTo>
                  <a:pt x="95626" y="80048"/>
                  <a:pt x="80060" y="95613"/>
                  <a:pt x="60044" y="95613"/>
                </a:cubicBezTo>
                <a:close/>
              </a:path>
            </a:pathLst>
          </a:custGeom>
          <a:solidFill>
            <a:srgbClr val="DBEFF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0" name="Freeform 38">
            <a:extLst>
              <a:ext uri="{FF2B5EF4-FFF2-40B4-BE49-F238E27FC236}">
                <a16:creationId xmlns:a16="http://schemas.microsoft.com/office/drawing/2014/main" id="{3FE1B40B-62BF-1F70-1887-CE36819F885B}"/>
              </a:ext>
            </a:extLst>
          </p:cNvPr>
          <p:cNvSpPr/>
          <p:nvPr/>
        </p:nvSpPr>
        <p:spPr>
          <a:xfrm>
            <a:off x="2578100" y="3835400"/>
            <a:ext cx="309557" cy="309557"/>
          </a:xfrm>
          <a:custGeom>
            <a:avLst/>
            <a:gdLst/>
            <a:ahLst/>
            <a:cxnLst/>
            <a:rect l="l" t="t" r="r" b="b"/>
            <a:pathLst>
              <a:path w="309557" h="309557">
                <a:moveTo>
                  <a:pt x="154779" y="0"/>
                </a:moveTo>
                <a:cubicBezTo>
                  <a:pt x="70756" y="0"/>
                  <a:pt x="0" y="70756"/>
                  <a:pt x="0" y="154779"/>
                </a:cubicBezTo>
                <a:cubicBezTo>
                  <a:pt x="0" y="241012"/>
                  <a:pt x="70756" y="309557"/>
                  <a:pt x="154779" y="309557"/>
                </a:cubicBezTo>
                <a:cubicBezTo>
                  <a:pt x="241012" y="309557"/>
                  <a:pt x="309557" y="241012"/>
                  <a:pt x="309557" y="154779"/>
                </a:cubicBezTo>
                <a:cubicBezTo>
                  <a:pt x="309557" y="70756"/>
                  <a:pt x="241012" y="0"/>
                  <a:pt x="154779" y="0"/>
                </a:cubicBezTo>
                <a:close/>
                <a:moveTo>
                  <a:pt x="154779" y="283023"/>
                </a:moveTo>
                <a:cubicBezTo>
                  <a:pt x="84023" y="283023"/>
                  <a:pt x="26533" y="225534"/>
                  <a:pt x="26533" y="154779"/>
                </a:cubicBezTo>
                <a:cubicBezTo>
                  <a:pt x="26533" y="84023"/>
                  <a:pt x="84023" y="26533"/>
                  <a:pt x="154779" y="26533"/>
                </a:cubicBezTo>
                <a:cubicBezTo>
                  <a:pt x="225534" y="26533"/>
                  <a:pt x="283023" y="84023"/>
                  <a:pt x="283023" y="154779"/>
                </a:cubicBezTo>
                <a:cubicBezTo>
                  <a:pt x="283023" y="225534"/>
                  <a:pt x="225534" y="283023"/>
                  <a:pt x="154779" y="283023"/>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Freeform 39">
            <a:extLst>
              <a:ext uri="{FF2B5EF4-FFF2-40B4-BE49-F238E27FC236}">
                <a16:creationId xmlns:a16="http://schemas.microsoft.com/office/drawing/2014/main" id="{BB5A7E2E-A941-21E6-5D1D-8950A974F179}"/>
              </a:ext>
            </a:extLst>
          </p:cNvPr>
          <p:cNvSpPr/>
          <p:nvPr/>
        </p:nvSpPr>
        <p:spPr>
          <a:xfrm>
            <a:off x="2667000" y="3924300"/>
            <a:ext cx="131373" cy="129233"/>
          </a:xfrm>
          <a:custGeom>
            <a:avLst/>
            <a:gdLst/>
            <a:ahLst/>
            <a:cxnLst/>
            <a:rect l="l" t="t" r="r" b="b"/>
            <a:pathLst>
              <a:path w="131373" h="129233">
                <a:moveTo>
                  <a:pt x="124692" y="4456"/>
                </a:moveTo>
                <a:cubicBezTo>
                  <a:pt x="120240" y="0"/>
                  <a:pt x="111333" y="0"/>
                  <a:pt x="106879" y="4456"/>
                </a:cubicBezTo>
                <a:cubicBezTo>
                  <a:pt x="64573" y="46792"/>
                  <a:pt x="64573" y="46792"/>
                  <a:pt x="64573" y="46792"/>
                </a:cubicBezTo>
                <a:cubicBezTo>
                  <a:pt x="24493" y="4456"/>
                  <a:pt x="24493" y="4456"/>
                  <a:pt x="24493" y="4456"/>
                </a:cubicBezTo>
                <a:cubicBezTo>
                  <a:pt x="17813" y="0"/>
                  <a:pt x="11133" y="0"/>
                  <a:pt x="4454" y="4456"/>
                </a:cubicBezTo>
                <a:cubicBezTo>
                  <a:pt x="0" y="11140"/>
                  <a:pt x="0" y="17826"/>
                  <a:pt x="4454" y="24510"/>
                </a:cubicBezTo>
                <a:cubicBezTo>
                  <a:pt x="46760" y="64616"/>
                  <a:pt x="46760" y="64616"/>
                  <a:pt x="46760" y="64616"/>
                </a:cubicBezTo>
                <a:cubicBezTo>
                  <a:pt x="4454" y="106952"/>
                  <a:pt x="4454" y="106952"/>
                  <a:pt x="4454" y="106952"/>
                </a:cubicBezTo>
                <a:cubicBezTo>
                  <a:pt x="0" y="111408"/>
                  <a:pt x="0" y="120320"/>
                  <a:pt x="4454" y="124776"/>
                </a:cubicBezTo>
                <a:cubicBezTo>
                  <a:pt x="6680" y="129233"/>
                  <a:pt x="11133" y="129233"/>
                  <a:pt x="15587" y="129233"/>
                </a:cubicBezTo>
                <a:cubicBezTo>
                  <a:pt x="17813" y="129233"/>
                  <a:pt x="22267" y="129233"/>
                  <a:pt x="24493" y="124776"/>
                </a:cubicBezTo>
                <a:cubicBezTo>
                  <a:pt x="64573" y="84670"/>
                  <a:pt x="64573" y="84670"/>
                  <a:pt x="64573" y="84670"/>
                </a:cubicBezTo>
                <a:cubicBezTo>
                  <a:pt x="106879" y="124776"/>
                  <a:pt x="106879" y="124776"/>
                  <a:pt x="106879" y="124776"/>
                </a:cubicBezTo>
                <a:cubicBezTo>
                  <a:pt x="109107" y="129233"/>
                  <a:pt x="113560" y="129233"/>
                  <a:pt x="115786" y="129233"/>
                </a:cubicBezTo>
                <a:cubicBezTo>
                  <a:pt x="120240" y="129233"/>
                  <a:pt x="122466" y="129233"/>
                  <a:pt x="124692" y="124776"/>
                </a:cubicBezTo>
                <a:cubicBezTo>
                  <a:pt x="131373" y="120320"/>
                  <a:pt x="131373" y="111408"/>
                  <a:pt x="124692" y="106952"/>
                </a:cubicBezTo>
                <a:cubicBezTo>
                  <a:pt x="84614" y="64616"/>
                  <a:pt x="84614" y="64616"/>
                  <a:pt x="84614" y="64616"/>
                </a:cubicBezTo>
                <a:cubicBezTo>
                  <a:pt x="124692" y="24510"/>
                  <a:pt x="124692" y="24510"/>
                  <a:pt x="124692" y="24510"/>
                </a:cubicBezTo>
                <a:cubicBezTo>
                  <a:pt x="131373" y="17826"/>
                  <a:pt x="131373" y="11140"/>
                  <a:pt x="124692" y="4456"/>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Freeform 40">
            <a:extLst>
              <a:ext uri="{FF2B5EF4-FFF2-40B4-BE49-F238E27FC236}">
                <a16:creationId xmlns:a16="http://schemas.microsoft.com/office/drawing/2014/main" id="{C2A5642B-99BA-62AC-D53F-402FF1F6BC03}"/>
              </a:ext>
            </a:extLst>
          </p:cNvPr>
          <p:cNvSpPr/>
          <p:nvPr/>
        </p:nvSpPr>
        <p:spPr>
          <a:xfrm>
            <a:off x="2578100" y="3835400"/>
            <a:ext cx="309557" cy="309557"/>
          </a:xfrm>
          <a:custGeom>
            <a:avLst/>
            <a:gdLst/>
            <a:ahLst/>
            <a:cxnLst/>
            <a:rect l="l" t="t" r="r" b="b"/>
            <a:pathLst>
              <a:path w="309557" h="309557">
                <a:moveTo>
                  <a:pt x="154779" y="0"/>
                </a:moveTo>
                <a:cubicBezTo>
                  <a:pt x="70756" y="0"/>
                  <a:pt x="0" y="70756"/>
                  <a:pt x="0" y="154779"/>
                </a:cubicBezTo>
                <a:cubicBezTo>
                  <a:pt x="0" y="241012"/>
                  <a:pt x="70756" y="309557"/>
                  <a:pt x="154779" y="309557"/>
                </a:cubicBezTo>
                <a:cubicBezTo>
                  <a:pt x="241012" y="309557"/>
                  <a:pt x="309557" y="241012"/>
                  <a:pt x="309557" y="154779"/>
                </a:cubicBezTo>
                <a:cubicBezTo>
                  <a:pt x="309557" y="70756"/>
                  <a:pt x="241012" y="0"/>
                  <a:pt x="154779" y="0"/>
                </a:cubicBezTo>
                <a:close/>
                <a:moveTo>
                  <a:pt x="154779" y="283023"/>
                </a:moveTo>
                <a:cubicBezTo>
                  <a:pt x="84023" y="283023"/>
                  <a:pt x="26533" y="225534"/>
                  <a:pt x="26533" y="154779"/>
                </a:cubicBezTo>
                <a:cubicBezTo>
                  <a:pt x="26533" y="84023"/>
                  <a:pt x="84023" y="26533"/>
                  <a:pt x="154779" y="26533"/>
                </a:cubicBezTo>
                <a:cubicBezTo>
                  <a:pt x="225534" y="26533"/>
                  <a:pt x="283023" y="84023"/>
                  <a:pt x="283023" y="154779"/>
                </a:cubicBezTo>
                <a:cubicBezTo>
                  <a:pt x="283023" y="225534"/>
                  <a:pt x="225534" y="283023"/>
                  <a:pt x="154779" y="283023"/>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3" name="Freeform 41">
            <a:extLst>
              <a:ext uri="{FF2B5EF4-FFF2-40B4-BE49-F238E27FC236}">
                <a16:creationId xmlns:a16="http://schemas.microsoft.com/office/drawing/2014/main" id="{275D9F2E-8B01-07D1-851E-60D1B3177B86}"/>
              </a:ext>
            </a:extLst>
          </p:cNvPr>
          <p:cNvSpPr/>
          <p:nvPr/>
        </p:nvSpPr>
        <p:spPr>
          <a:xfrm>
            <a:off x="2667000" y="3924300"/>
            <a:ext cx="131373" cy="129233"/>
          </a:xfrm>
          <a:custGeom>
            <a:avLst/>
            <a:gdLst/>
            <a:ahLst/>
            <a:cxnLst/>
            <a:rect l="l" t="t" r="r" b="b"/>
            <a:pathLst>
              <a:path w="131373" h="129233">
                <a:moveTo>
                  <a:pt x="124692" y="4456"/>
                </a:moveTo>
                <a:cubicBezTo>
                  <a:pt x="120240" y="0"/>
                  <a:pt x="111333" y="0"/>
                  <a:pt x="106879" y="4456"/>
                </a:cubicBezTo>
                <a:cubicBezTo>
                  <a:pt x="64573" y="46792"/>
                  <a:pt x="64573" y="46792"/>
                  <a:pt x="64573" y="46792"/>
                </a:cubicBezTo>
                <a:cubicBezTo>
                  <a:pt x="24493" y="4456"/>
                  <a:pt x="24493" y="4456"/>
                  <a:pt x="24493" y="4456"/>
                </a:cubicBezTo>
                <a:cubicBezTo>
                  <a:pt x="17813" y="0"/>
                  <a:pt x="11133" y="0"/>
                  <a:pt x="4454" y="4456"/>
                </a:cubicBezTo>
                <a:cubicBezTo>
                  <a:pt x="0" y="11140"/>
                  <a:pt x="0" y="17826"/>
                  <a:pt x="4454" y="24510"/>
                </a:cubicBezTo>
                <a:cubicBezTo>
                  <a:pt x="46760" y="64616"/>
                  <a:pt x="46760" y="64616"/>
                  <a:pt x="46760" y="64616"/>
                </a:cubicBezTo>
                <a:cubicBezTo>
                  <a:pt x="4454" y="106952"/>
                  <a:pt x="4454" y="106952"/>
                  <a:pt x="4454" y="106952"/>
                </a:cubicBezTo>
                <a:cubicBezTo>
                  <a:pt x="0" y="111408"/>
                  <a:pt x="0" y="120320"/>
                  <a:pt x="4454" y="124776"/>
                </a:cubicBezTo>
                <a:cubicBezTo>
                  <a:pt x="6680" y="129233"/>
                  <a:pt x="11133" y="129233"/>
                  <a:pt x="15587" y="129233"/>
                </a:cubicBezTo>
                <a:cubicBezTo>
                  <a:pt x="17813" y="129233"/>
                  <a:pt x="22267" y="129233"/>
                  <a:pt x="24493" y="124776"/>
                </a:cubicBezTo>
                <a:cubicBezTo>
                  <a:pt x="64573" y="84670"/>
                  <a:pt x="64573" y="84670"/>
                  <a:pt x="64573" y="84670"/>
                </a:cubicBezTo>
                <a:cubicBezTo>
                  <a:pt x="106879" y="124776"/>
                  <a:pt x="106879" y="124776"/>
                  <a:pt x="106879" y="124776"/>
                </a:cubicBezTo>
                <a:cubicBezTo>
                  <a:pt x="109107" y="129233"/>
                  <a:pt x="113560" y="129233"/>
                  <a:pt x="115786" y="129233"/>
                </a:cubicBezTo>
                <a:cubicBezTo>
                  <a:pt x="120240" y="129233"/>
                  <a:pt x="122466" y="129233"/>
                  <a:pt x="124692" y="124776"/>
                </a:cubicBezTo>
                <a:cubicBezTo>
                  <a:pt x="131373" y="120320"/>
                  <a:pt x="131373" y="111408"/>
                  <a:pt x="124692" y="106952"/>
                </a:cubicBezTo>
                <a:cubicBezTo>
                  <a:pt x="84614" y="64616"/>
                  <a:pt x="84614" y="64616"/>
                  <a:pt x="84614" y="64616"/>
                </a:cubicBezTo>
                <a:cubicBezTo>
                  <a:pt x="124692" y="24510"/>
                  <a:pt x="124692" y="24510"/>
                  <a:pt x="124692" y="24510"/>
                </a:cubicBezTo>
                <a:cubicBezTo>
                  <a:pt x="131373" y="17826"/>
                  <a:pt x="131373" y="11140"/>
                  <a:pt x="124692" y="4456"/>
                </a:cubicBezTo>
                <a:close/>
              </a:path>
            </a:pathLst>
          </a:custGeom>
          <a:solidFill>
            <a:srgbClr val="59595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4" name="AutoShape 42">
            <a:extLst>
              <a:ext uri="{FF2B5EF4-FFF2-40B4-BE49-F238E27FC236}">
                <a16:creationId xmlns:a16="http://schemas.microsoft.com/office/drawing/2014/main" id="{E39FBD9A-9E5C-A777-130D-0E139A6E52C9}"/>
              </a:ext>
            </a:extLst>
          </p:cNvPr>
          <p:cNvSpPr/>
          <p:nvPr/>
        </p:nvSpPr>
        <p:spPr>
          <a:xfrm>
            <a:off x="1816100" y="4292600"/>
            <a:ext cx="9271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Noto Sans SC"/>
                <a:ea typeface="Noto Sans SC"/>
                <a:cs typeface="Noto Sans SC"/>
                <a:sym typeface="Noto Sans SC"/>
              </a:rPr>
              <a:t>04</a:t>
            </a:r>
            <a:endParaRPr lang="en-US" sz="1100"/>
          </a:p>
        </p:txBody>
      </p:sp>
      <p:sp>
        <p:nvSpPr>
          <p:cNvPr id="35" name="AutoShape 43">
            <a:extLst>
              <a:ext uri="{FF2B5EF4-FFF2-40B4-BE49-F238E27FC236}">
                <a16:creationId xmlns:a16="http://schemas.microsoft.com/office/drawing/2014/main" id="{6C1BED2E-A20D-9643-FE5D-838BDCB97DC9}"/>
              </a:ext>
            </a:extLst>
          </p:cNvPr>
          <p:cNvSpPr/>
          <p:nvPr/>
        </p:nvSpPr>
        <p:spPr>
          <a:xfrm>
            <a:off x="3606800" y="4267200"/>
            <a:ext cx="9271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Noto Sans SC"/>
                <a:ea typeface="Noto Sans SC"/>
                <a:cs typeface="Noto Sans SC"/>
                <a:sym typeface="Noto Sans SC"/>
              </a:rPr>
              <a:t>03</a:t>
            </a:r>
            <a:endParaRPr lang="en-US" sz="1100"/>
          </a:p>
        </p:txBody>
      </p:sp>
      <p:sp>
        <p:nvSpPr>
          <p:cNvPr id="36" name="AutoShape 44">
            <a:extLst>
              <a:ext uri="{FF2B5EF4-FFF2-40B4-BE49-F238E27FC236}">
                <a16:creationId xmlns:a16="http://schemas.microsoft.com/office/drawing/2014/main" id="{FA6A42CB-BC59-040E-6D8A-7C9CC4BA19DC}"/>
              </a:ext>
            </a:extLst>
          </p:cNvPr>
          <p:cNvSpPr/>
          <p:nvPr/>
        </p:nvSpPr>
        <p:spPr>
          <a:xfrm>
            <a:off x="6400800" y="15494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37" name="AutoShape 45">
            <a:extLst>
              <a:ext uri="{FF2B5EF4-FFF2-40B4-BE49-F238E27FC236}">
                <a16:creationId xmlns:a16="http://schemas.microsoft.com/office/drawing/2014/main" id="{55B81F03-20DC-ADF2-5015-5BA16B51045C}"/>
              </a:ext>
            </a:extLst>
          </p:cNvPr>
          <p:cNvSpPr/>
          <p:nvPr/>
        </p:nvSpPr>
        <p:spPr>
          <a:xfrm>
            <a:off x="6413500" y="26924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38" name="AutoShape 46">
            <a:extLst>
              <a:ext uri="{FF2B5EF4-FFF2-40B4-BE49-F238E27FC236}">
                <a16:creationId xmlns:a16="http://schemas.microsoft.com/office/drawing/2014/main" id="{04C36F31-131A-5570-A5AF-10B0DE508F5D}"/>
              </a:ext>
            </a:extLst>
          </p:cNvPr>
          <p:cNvSpPr/>
          <p:nvPr/>
        </p:nvSpPr>
        <p:spPr>
          <a:xfrm>
            <a:off x="6438900" y="38227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39" name="AutoShape 47">
            <a:extLst>
              <a:ext uri="{FF2B5EF4-FFF2-40B4-BE49-F238E27FC236}">
                <a16:creationId xmlns:a16="http://schemas.microsoft.com/office/drawing/2014/main" id="{46EC8251-9567-95BF-E045-7BF6DC8FAF40}"/>
              </a:ext>
            </a:extLst>
          </p:cNvPr>
          <p:cNvSpPr/>
          <p:nvPr/>
        </p:nvSpPr>
        <p:spPr>
          <a:xfrm>
            <a:off x="6451600" y="49911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Tree>
    <p:extLst>
      <p:ext uri="{BB962C8B-B14F-4D97-AF65-F5344CB8AC3E}">
        <p14:creationId xmlns:p14="http://schemas.microsoft.com/office/powerpoint/2010/main" val="124758003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5_自定义版式">
    <p:spTree>
      <p:nvGrpSpPr>
        <p:cNvPr id="1" name=""/>
        <p:cNvGrpSpPr/>
        <p:nvPr/>
      </p:nvGrpSpPr>
      <p:grpSpPr>
        <a:xfrm>
          <a:off x="0" y="0"/>
          <a:ext cx="0" cy="0"/>
          <a:chOff x="0" y="0"/>
          <a:chExt cx="0" cy="0"/>
        </a:xfrm>
      </p:grpSpPr>
      <p:sp>
        <p:nvSpPr>
          <p:cNvPr id="4" name="AutoShape 11">
            <a:extLst>
              <a:ext uri="{FF2B5EF4-FFF2-40B4-BE49-F238E27FC236}">
                <a16:creationId xmlns:a16="http://schemas.microsoft.com/office/drawing/2014/main" id="{3CB35F4C-268A-AF59-EE72-9D03EE282EAB}"/>
              </a:ext>
            </a:extLst>
          </p:cNvPr>
          <p:cNvSpPr/>
          <p:nvPr/>
        </p:nvSpPr>
        <p:spPr>
          <a:xfrm>
            <a:off x="1676400" y="3213721"/>
            <a:ext cx="1219200" cy="1117600"/>
          </a:xfrm>
          <a:prstGeom prst="roundRect">
            <a:avLst>
              <a:gd name="adj" fmla="val 0"/>
            </a:avLst>
          </a:prstGeom>
          <a:noFill/>
          <a:ln w="25400" cap="flat" cmpd="sng">
            <a:noFill/>
            <a:prstDash val="solid"/>
            <a:round/>
          </a:ln>
        </p:spPr>
        <p:txBody>
          <a:bodyPr vert="horz" wrap="none" lIns="127000" tIns="63500" rIns="127000" bIns="63500" rtlCol="0" anchor="t" anchorCtr="0"/>
          <a:lstStyle/>
          <a:p>
            <a:pPr marL="0" indent="0" algn="l">
              <a:lnSpc>
                <a:spcPct val="100000"/>
              </a:lnSpc>
              <a:defRPr/>
            </a:pPr>
            <a:r>
              <a:rPr lang="en-US" sz="6500" b="1" i="0" u="none" strike="noStrike" dirty="0">
                <a:latin typeface="Noto Sans SC"/>
                <a:ea typeface="Noto Sans SC"/>
                <a:cs typeface="Noto Sans SC"/>
                <a:sym typeface="Noto Sans SC"/>
              </a:rPr>
              <a:t>01</a:t>
            </a:r>
            <a:endParaRPr lang="en-US" sz="1100" dirty="0"/>
          </a:p>
        </p:txBody>
      </p:sp>
      <p:sp>
        <p:nvSpPr>
          <p:cNvPr id="6" name="AutoShape 12">
            <a:extLst>
              <a:ext uri="{FF2B5EF4-FFF2-40B4-BE49-F238E27FC236}">
                <a16:creationId xmlns:a16="http://schemas.microsoft.com/office/drawing/2014/main" id="{5B1C1C04-4538-56D7-F2A1-425A9558629D}"/>
              </a:ext>
            </a:extLst>
          </p:cNvPr>
          <p:cNvSpPr/>
          <p:nvPr/>
        </p:nvSpPr>
        <p:spPr>
          <a:xfrm>
            <a:off x="9245600" y="3213721"/>
            <a:ext cx="1219200" cy="1117600"/>
          </a:xfrm>
          <a:prstGeom prst="roundRect">
            <a:avLst>
              <a:gd name="adj" fmla="val 0"/>
            </a:avLst>
          </a:prstGeom>
          <a:noFill/>
          <a:ln w="25400" cap="flat" cmpd="sng">
            <a:noFill/>
            <a:prstDash val="solid"/>
            <a:round/>
          </a:ln>
        </p:spPr>
        <p:txBody>
          <a:bodyPr vert="horz" wrap="none" lIns="127000" tIns="63500" rIns="127000" bIns="63500" rtlCol="0" anchor="t" anchorCtr="0"/>
          <a:lstStyle/>
          <a:p>
            <a:pPr marL="0" indent="0" algn="l">
              <a:lnSpc>
                <a:spcPct val="100000"/>
              </a:lnSpc>
              <a:defRPr/>
            </a:pPr>
            <a:r>
              <a:rPr lang="en-US" sz="6500" b="1" i="0" u="none" strike="noStrike">
                <a:latin typeface="Noto Sans SC"/>
                <a:ea typeface="Noto Sans SC"/>
                <a:cs typeface="Noto Sans SC"/>
                <a:sym typeface="Noto Sans SC"/>
              </a:rPr>
              <a:t>03</a:t>
            </a:r>
            <a:endParaRPr lang="en-US" sz="1100"/>
          </a:p>
        </p:txBody>
      </p:sp>
      <p:sp>
        <p:nvSpPr>
          <p:cNvPr id="8" name="AutoShape 13">
            <a:extLst>
              <a:ext uri="{FF2B5EF4-FFF2-40B4-BE49-F238E27FC236}">
                <a16:creationId xmlns:a16="http://schemas.microsoft.com/office/drawing/2014/main" id="{A59B2510-F421-CEDE-3FDF-3633D0185974}"/>
              </a:ext>
            </a:extLst>
          </p:cNvPr>
          <p:cNvSpPr/>
          <p:nvPr/>
        </p:nvSpPr>
        <p:spPr>
          <a:xfrm>
            <a:off x="673100" y="1587500"/>
            <a:ext cx="10845800" cy="1775293"/>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4">
            <a:extLst>
              <a:ext uri="{FF2B5EF4-FFF2-40B4-BE49-F238E27FC236}">
                <a16:creationId xmlns:a16="http://schemas.microsoft.com/office/drawing/2014/main" id="{306826D7-CA97-FEE1-665C-C40E7B68E70C}"/>
              </a:ext>
            </a:extLst>
          </p:cNvPr>
          <p:cNvSpPr/>
          <p:nvPr/>
        </p:nvSpPr>
        <p:spPr>
          <a:xfrm>
            <a:off x="977900" y="1790700"/>
            <a:ext cx="2324100" cy="4191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00000"/>
              </a:lnSpc>
              <a:defRPr/>
            </a:pPr>
            <a:endParaRPr lang="en-US" sz="1100" dirty="0"/>
          </a:p>
        </p:txBody>
      </p:sp>
      <p:sp>
        <p:nvSpPr>
          <p:cNvPr id="12" name="AutoShape 15">
            <a:extLst>
              <a:ext uri="{FF2B5EF4-FFF2-40B4-BE49-F238E27FC236}">
                <a16:creationId xmlns:a16="http://schemas.microsoft.com/office/drawing/2014/main" id="{B23F6934-A6F9-C35D-FAE4-1795520E8F16}"/>
              </a:ext>
            </a:extLst>
          </p:cNvPr>
          <p:cNvSpPr/>
          <p:nvPr/>
        </p:nvSpPr>
        <p:spPr>
          <a:xfrm>
            <a:off x="977900" y="2286000"/>
            <a:ext cx="10388600" cy="9398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25000"/>
              </a:lnSpc>
              <a:defRPr/>
            </a:pPr>
            <a:endParaRPr lang="en-US" sz="1100" dirty="0"/>
          </a:p>
        </p:txBody>
      </p:sp>
      <p:sp>
        <p:nvSpPr>
          <p:cNvPr id="14" name="AutoShape 16">
            <a:extLst>
              <a:ext uri="{FF2B5EF4-FFF2-40B4-BE49-F238E27FC236}">
                <a16:creationId xmlns:a16="http://schemas.microsoft.com/office/drawing/2014/main" id="{F8C2B705-8395-13AD-EB66-BC2A3E463CD5}"/>
              </a:ext>
            </a:extLst>
          </p:cNvPr>
          <p:cNvSpPr/>
          <p:nvPr/>
        </p:nvSpPr>
        <p:spPr>
          <a:xfrm>
            <a:off x="977900" y="4787900"/>
            <a:ext cx="2654300" cy="10668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25000"/>
              </a:lnSpc>
              <a:spcBef>
                <a:spcPts val="600"/>
              </a:spcBef>
              <a:defRPr/>
            </a:pPr>
            <a:endParaRPr lang="en-US" sz="1100" dirty="0"/>
          </a:p>
        </p:txBody>
      </p:sp>
      <p:sp>
        <p:nvSpPr>
          <p:cNvPr id="16" name="AutoShape 17">
            <a:extLst>
              <a:ext uri="{FF2B5EF4-FFF2-40B4-BE49-F238E27FC236}">
                <a16:creationId xmlns:a16="http://schemas.microsoft.com/office/drawing/2014/main" id="{AE47F250-6DBB-9684-E439-30F204BB13A7}"/>
              </a:ext>
            </a:extLst>
          </p:cNvPr>
          <p:cNvSpPr/>
          <p:nvPr/>
        </p:nvSpPr>
        <p:spPr>
          <a:xfrm>
            <a:off x="1295400" y="4330700"/>
            <a:ext cx="2019300" cy="4572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00000"/>
              </a:lnSpc>
              <a:defRPr/>
            </a:pPr>
            <a:endParaRPr lang="en-US" sz="1100" dirty="0"/>
          </a:p>
        </p:txBody>
      </p:sp>
      <p:sp>
        <p:nvSpPr>
          <p:cNvPr id="18" name="AutoShape 18">
            <a:extLst>
              <a:ext uri="{FF2B5EF4-FFF2-40B4-BE49-F238E27FC236}">
                <a16:creationId xmlns:a16="http://schemas.microsoft.com/office/drawing/2014/main" id="{12A82319-67C4-1759-5B5F-9F024B7917B6}"/>
              </a:ext>
            </a:extLst>
          </p:cNvPr>
          <p:cNvSpPr/>
          <p:nvPr/>
        </p:nvSpPr>
        <p:spPr>
          <a:xfrm>
            <a:off x="5461000" y="3213721"/>
            <a:ext cx="1219200" cy="1117600"/>
          </a:xfrm>
          <a:prstGeom prst="roundRect">
            <a:avLst>
              <a:gd name="adj" fmla="val 0"/>
            </a:avLst>
          </a:prstGeom>
          <a:noFill/>
          <a:ln w="25400" cap="flat" cmpd="sng">
            <a:noFill/>
            <a:prstDash val="solid"/>
            <a:round/>
          </a:ln>
        </p:spPr>
        <p:txBody>
          <a:bodyPr vert="horz" wrap="none" lIns="127000" tIns="63500" rIns="127000" bIns="63500" rtlCol="0" anchor="t" anchorCtr="0"/>
          <a:lstStyle/>
          <a:p>
            <a:pPr marL="0" indent="0" algn="l">
              <a:lnSpc>
                <a:spcPct val="100000"/>
              </a:lnSpc>
              <a:defRPr/>
            </a:pPr>
            <a:r>
              <a:rPr lang="en-US" sz="6500" b="1" i="0" u="none" strike="noStrike">
                <a:latin typeface="Noto Sans SC"/>
                <a:ea typeface="Noto Sans SC"/>
                <a:cs typeface="Noto Sans SC"/>
                <a:sym typeface="Noto Sans SC"/>
              </a:rPr>
              <a:t>02</a:t>
            </a:r>
            <a:endParaRPr lang="en-US" sz="1100"/>
          </a:p>
        </p:txBody>
      </p:sp>
      <p:sp>
        <p:nvSpPr>
          <p:cNvPr id="20" name="AutoShape 19">
            <a:extLst>
              <a:ext uri="{FF2B5EF4-FFF2-40B4-BE49-F238E27FC236}">
                <a16:creationId xmlns:a16="http://schemas.microsoft.com/office/drawing/2014/main" id="{D3668D57-E8D8-5890-17F9-93BCB1F4A640}"/>
              </a:ext>
            </a:extLst>
          </p:cNvPr>
          <p:cNvSpPr/>
          <p:nvPr/>
        </p:nvSpPr>
        <p:spPr>
          <a:xfrm>
            <a:off x="4775200" y="4787900"/>
            <a:ext cx="2654300" cy="10668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25000"/>
              </a:lnSpc>
              <a:spcBef>
                <a:spcPts val="600"/>
              </a:spcBef>
              <a:defRPr/>
            </a:pPr>
            <a:r>
              <a:rPr lang="en-US" sz="1100" dirty="0"/>
              <a:t>	</a:t>
            </a:r>
          </a:p>
        </p:txBody>
      </p:sp>
      <p:sp>
        <p:nvSpPr>
          <p:cNvPr id="22" name="AutoShape 20">
            <a:extLst>
              <a:ext uri="{FF2B5EF4-FFF2-40B4-BE49-F238E27FC236}">
                <a16:creationId xmlns:a16="http://schemas.microsoft.com/office/drawing/2014/main" id="{CD29A42C-4226-AD18-AEAD-027BFC1EED55}"/>
              </a:ext>
            </a:extLst>
          </p:cNvPr>
          <p:cNvSpPr/>
          <p:nvPr/>
        </p:nvSpPr>
        <p:spPr>
          <a:xfrm>
            <a:off x="5092700" y="4330700"/>
            <a:ext cx="2019300" cy="4572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00000"/>
              </a:lnSpc>
              <a:defRPr/>
            </a:pPr>
            <a:endParaRPr lang="en-US" sz="1100" dirty="0"/>
          </a:p>
        </p:txBody>
      </p:sp>
      <p:sp>
        <p:nvSpPr>
          <p:cNvPr id="24" name="AutoShape 21">
            <a:extLst>
              <a:ext uri="{FF2B5EF4-FFF2-40B4-BE49-F238E27FC236}">
                <a16:creationId xmlns:a16="http://schemas.microsoft.com/office/drawing/2014/main" id="{E6B4029C-16E1-5F77-2A1C-2C3F8461A86B}"/>
              </a:ext>
            </a:extLst>
          </p:cNvPr>
          <p:cNvSpPr/>
          <p:nvPr/>
        </p:nvSpPr>
        <p:spPr>
          <a:xfrm>
            <a:off x="8559800" y="4787900"/>
            <a:ext cx="2654300" cy="10668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25000"/>
              </a:lnSpc>
              <a:spcBef>
                <a:spcPts val="600"/>
              </a:spcBef>
              <a:defRPr/>
            </a:pPr>
            <a:endParaRPr lang="en-US" sz="1100" dirty="0"/>
          </a:p>
        </p:txBody>
      </p:sp>
      <p:sp>
        <p:nvSpPr>
          <p:cNvPr id="26" name="AutoShape 22">
            <a:extLst>
              <a:ext uri="{FF2B5EF4-FFF2-40B4-BE49-F238E27FC236}">
                <a16:creationId xmlns:a16="http://schemas.microsoft.com/office/drawing/2014/main" id="{9BD53BFA-7837-01CC-30D1-F7C5720977D6}"/>
              </a:ext>
            </a:extLst>
          </p:cNvPr>
          <p:cNvSpPr/>
          <p:nvPr/>
        </p:nvSpPr>
        <p:spPr>
          <a:xfrm>
            <a:off x="8877300" y="4343400"/>
            <a:ext cx="2019300" cy="4572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00000"/>
              </a:lnSpc>
              <a:defRPr/>
            </a:pPr>
            <a:endParaRPr lang="en-US" sz="1100" dirty="0"/>
          </a:p>
        </p:txBody>
      </p:sp>
    </p:spTree>
    <p:extLst>
      <p:ext uri="{BB962C8B-B14F-4D97-AF65-F5344CB8AC3E}">
        <p14:creationId xmlns:p14="http://schemas.microsoft.com/office/powerpoint/2010/main" val="298345144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6_自定义版式">
    <p:spTree>
      <p:nvGrpSpPr>
        <p:cNvPr id="1" name=""/>
        <p:cNvGrpSpPr/>
        <p:nvPr/>
      </p:nvGrpSpPr>
      <p:grpSpPr>
        <a:xfrm>
          <a:off x="0" y="0"/>
          <a:ext cx="0" cy="0"/>
          <a:chOff x="0" y="0"/>
          <a:chExt cx="0" cy="0"/>
        </a:xfrm>
      </p:grpSpPr>
      <p:sp>
        <p:nvSpPr>
          <p:cNvPr id="4" name="AutoShape 11">
            <a:extLst>
              <a:ext uri="{FF2B5EF4-FFF2-40B4-BE49-F238E27FC236}">
                <a16:creationId xmlns:a16="http://schemas.microsoft.com/office/drawing/2014/main" id="{A9CEBC97-BF41-AB8E-2EB5-73A22334FB3E}"/>
              </a:ext>
            </a:extLst>
          </p:cNvPr>
          <p:cNvSpPr/>
          <p:nvPr/>
        </p:nvSpPr>
        <p:spPr>
          <a:xfrm rot="5400000">
            <a:off x="1752600" y="1485900"/>
            <a:ext cx="2159000" cy="2794000"/>
          </a:xfrm>
          <a:prstGeom prst="homePlate">
            <a:avLst>
              <a:gd name="adj" fmla="val 50000"/>
            </a:avLst>
          </a:prstGeom>
          <a:solidFill>
            <a:srgbClr val="17406D">
              <a:alpha val="100000"/>
            </a:srgbClr>
          </a:solidFill>
          <a:ln w="25400" cap="flat" cmpd="sng">
            <a:noFill/>
            <a:prstDash val="solid"/>
            <a:round/>
          </a:ln>
        </p:spPr>
        <p:txBody>
          <a:bodyPr vert="vert270" wrap="square" lIns="63500" tIns="63500" rIns="63500" bIns="63500" rtlCol="0" anchor="ctr"/>
          <a:lstStyle/>
          <a:p>
            <a:pPr algn="ctr">
              <a:defRPr/>
            </a:pPr>
            <a:endParaRPr/>
          </a:p>
        </p:txBody>
      </p:sp>
      <p:sp>
        <p:nvSpPr>
          <p:cNvPr id="6" name="Freeform 12">
            <a:extLst>
              <a:ext uri="{FF2B5EF4-FFF2-40B4-BE49-F238E27FC236}">
                <a16:creationId xmlns:a16="http://schemas.microsoft.com/office/drawing/2014/main" id="{45868A40-A3B6-4F0F-B7F8-1E17216769AB}"/>
              </a:ext>
            </a:extLst>
          </p:cNvPr>
          <p:cNvSpPr/>
          <p:nvPr/>
        </p:nvSpPr>
        <p:spPr>
          <a:xfrm>
            <a:off x="2552700" y="2768600"/>
            <a:ext cx="565032" cy="565032"/>
          </a:xfrm>
          <a:custGeom>
            <a:avLst/>
            <a:gdLst/>
            <a:ahLst/>
            <a:cxnLst/>
            <a:rect l="l" t="t" r="r" b="b"/>
            <a:pathLst>
              <a:path w="565032" h="565032">
                <a:moveTo>
                  <a:pt x="552640" y="235430"/>
                </a:moveTo>
                <a:cubicBezTo>
                  <a:pt x="485729" y="223039"/>
                  <a:pt x="485729" y="223039"/>
                  <a:pt x="485729" y="223039"/>
                </a:cubicBezTo>
                <a:cubicBezTo>
                  <a:pt x="480772" y="208170"/>
                  <a:pt x="475817" y="195778"/>
                  <a:pt x="468382" y="183388"/>
                </a:cubicBezTo>
                <a:cubicBezTo>
                  <a:pt x="508033" y="123910"/>
                  <a:pt x="508033" y="123910"/>
                  <a:pt x="508033" y="123910"/>
                </a:cubicBezTo>
                <a:cubicBezTo>
                  <a:pt x="512990" y="118955"/>
                  <a:pt x="510511" y="111520"/>
                  <a:pt x="508033" y="106563"/>
                </a:cubicBezTo>
                <a:cubicBezTo>
                  <a:pt x="458469" y="59477"/>
                  <a:pt x="458469" y="59477"/>
                  <a:pt x="458469" y="59477"/>
                </a:cubicBezTo>
                <a:cubicBezTo>
                  <a:pt x="453512" y="54521"/>
                  <a:pt x="446077" y="52042"/>
                  <a:pt x="441122" y="56999"/>
                </a:cubicBezTo>
                <a:cubicBezTo>
                  <a:pt x="384123" y="96651"/>
                  <a:pt x="384123" y="96651"/>
                  <a:pt x="384123" y="96651"/>
                </a:cubicBezTo>
                <a:cubicBezTo>
                  <a:pt x="369254" y="89215"/>
                  <a:pt x="356862" y="84259"/>
                  <a:pt x="341993" y="79303"/>
                </a:cubicBezTo>
                <a:cubicBezTo>
                  <a:pt x="329602" y="12391"/>
                  <a:pt x="329602" y="12391"/>
                  <a:pt x="329602" y="12391"/>
                </a:cubicBezTo>
                <a:cubicBezTo>
                  <a:pt x="329602" y="4957"/>
                  <a:pt x="322167" y="0"/>
                  <a:pt x="314733" y="0"/>
                </a:cubicBezTo>
                <a:cubicBezTo>
                  <a:pt x="247821" y="0"/>
                  <a:pt x="247821" y="0"/>
                  <a:pt x="247821" y="0"/>
                </a:cubicBezTo>
                <a:cubicBezTo>
                  <a:pt x="240387" y="0"/>
                  <a:pt x="235430" y="4957"/>
                  <a:pt x="232952" y="12391"/>
                </a:cubicBezTo>
                <a:cubicBezTo>
                  <a:pt x="220561" y="79303"/>
                  <a:pt x="220561" y="79303"/>
                  <a:pt x="220561" y="79303"/>
                </a:cubicBezTo>
                <a:cubicBezTo>
                  <a:pt x="205692" y="84259"/>
                  <a:pt x="193300" y="89215"/>
                  <a:pt x="180909" y="96651"/>
                </a:cubicBezTo>
                <a:cubicBezTo>
                  <a:pt x="123910" y="56999"/>
                  <a:pt x="123910" y="56999"/>
                  <a:pt x="123910" y="56999"/>
                </a:cubicBezTo>
                <a:cubicBezTo>
                  <a:pt x="118955" y="54521"/>
                  <a:pt x="111520" y="54521"/>
                  <a:pt x="106563" y="59477"/>
                </a:cubicBezTo>
                <a:cubicBezTo>
                  <a:pt x="56999" y="106563"/>
                  <a:pt x="56999" y="106563"/>
                  <a:pt x="56999" y="106563"/>
                </a:cubicBezTo>
                <a:cubicBezTo>
                  <a:pt x="54521" y="111520"/>
                  <a:pt x="52042" y="121432"/>
                  <a:pt x="56999" y="126389"/>
                </a:cubicBezTo>
                <a:cubicBezTo>
                  <a:pt x="96651" y="183388"/>
                  <a:pt x="96651" y="183388"/>
                  <a:pt x="96651" y="183388"/>
                </a:cubicBezTo>
                <a:cubicBezTo>
                  <a:pt x="89215" y="195778"/>
                  <a:pt x="84259" y="208170"/>
                  <a:pt x="79303" y="223039"/>
                </a:cubicBezTo>
                <a:cubicBezTo>
                  <a:pt x="12391" y="235430"/>
                  <a:pt x="12391" y="235430"/>
                  <a:pt x="12391" y="235430"/>
                </a:cubicBezTo>
                <a:cubicBezTo>
                  <a:pt x="4957" y="235430"/>
                  <a:pt x="0" y="242865"/>
                  <a:pt x="0" y="247821"/>
                </a:cubicBezTo>
                <a:cubicBezTo>
                  <a:pt x="0" y="317210"/>
                  <a:pt x="0" y="317210"/>
                  <a:pt x="0" y="317210"/>
                </a:cubicBezTo>
                <a:cubicBezTo>
                  <a:pt x="0" y="324645"/>
                  <a:pt x="4957" y="329602"/>
                  <a:pt x="12391" y="332080"/>
                </a:cubicBezTo>
                <a:cubicBezTo>
                  <a:pt x="79303" y="344471"/>
                  <a:pt x="79303" y="344471"/>
                  <a:pt x="79303" y="344471"/>
                </a:cubicBezTo>
                <a:cubicBezTo>
                  <a:pt x="84259" y="356862"/>
                  <a:pt x="89215" y="371732"/>
                  <a:pt x="96651" y="384123"/>
                </a:cubicBezTo>
                <a:cubicBezTo>
                  <a:pt x="56999" y="441122"/>
                  <a:pt x="56999" y="441122"/>
                  <a:pt x="56999" y="441122"/>
                </a:cubicBezTo>
                <a:cubicBezTo>
                  <a:pt x="54521" y="446077"/>
                  <a:pt x="54521" y="453512"/>
                  <a:pt x="59477" y="458469"/>
                </a:cubicBezTo>
                <a:cubicBezTo>
                  <a:pt x="106563" y="505555"/>
                  <a:pt x="106563" y="505555"/>
                  <a:pt x="106563" y="505555"/>
                </a:cubicBezTo>
                <a:cubicBezTo>
                  <a:pt x="111520" y="510511"/>
                  <a:pt x="118955" y="512990"/>
                  <a:pt x="126389" y="508033"/>
                </a:cubicBezTo>
                <a:cubicBezTo>
                  <a:pt x="180909" y="468382"/>
                  <a:pt x="180909" y="468382"/>
                  <a:pt x="180909" y="468382"/>
                </a:cubicBezTo>
                <a:cubicBezTo>
                  <a:pt x="193300" y="475817"/>
                  <a:pt x="208170" y="480772"/>
                  <a:pt x="220561" y="485729"/>
                </a:cubicBezTo>
                <a:cubicBezTo>
                  <a:pt x="232952" y="552640"/>
                  <a:pt x="232952" y="552640"/>
                  <a:pt x="232952" y="552640"/>
                </a:cubicBezTo>
                <a:cubicBezTo>
                  <a:pt x="235430" y="560075"/>
                  <a:pt x="240387" y="565032"/>
                  <a:pt x="247821" y="565032"/>
                </a:cubicBezTo>
                <a:cubicBezTo>
                  <a:pt x="314733" y="565032"/>
                  <a:pt x="314733" y="565032"/>
                  <a:pt x="314733" y="565032"/>
                </a:cubicBezTo>
                <a:cubicBezTo>
                  <a:pt x="322167" y="565032"/>
                  <a:pt x="329602" y="560075"/>
                  <a:pt x="329602" y="552640"/>
                </a:cubicBezTo>
                <a:cubicBezTo>
                  <a:pt x="341993" y="485729"/>
                  <a:pt x="341993" y="485729"/>
                  <a:pt x="341993" y="485729"/>
                </a:cubicBezTo>
                <a:cubicBezTo>
                  <a:pt x="356862" y="480772"/>
                  <a:pt x="369254" y="475817"/>
                  <a:pt x="381644" y="470860"/>
                </a:cubicBezTo>
                <a:cubicBezTo>
                  <a:pt x="438643" y="508033"/>
                  <a:pt x="438643" y="508033"/>
                  <a:pt x="438643" y="508033"/>
                </a:cubicBezTo>
                <a:cubicBezTo>
                  <a:pt x="446077" y="512990"/>
                  <a:pt x="453512" y="512990"/>
                  <a:pt x="458469" y="508033"/>
                </a:cubicBezTo>
                <a:cubicBezTo>
                  <a:pt x="505555" y="458469"/>
                  <a:pt x="505555" y="458469"/>
                  <a:pt x="505555" y="458469"/>
                </a:cubicBezTo>
                <a:cubicBezTo>
                  <a:pt x="510511" y="453512"/>
                  <a:pt x="510511" y="446077"/>
                  <a:pt x="508033" y="441122"/>
                </a:cubicBezTo>
                <a:cubicBezTo>
                  <a:pt x="468382" y="384123"/>
                  <a:pt x="468382" y="384123"/>
                  <a:pt x="468382" y="384123"/>
                </a:cubicBezTo>
                <a:cubicBezTo>
                  <a:pt x="475817" y="371732"/>
                  <a:pt x="480772" y="356862"/>
                  <a:pt x="485729" y="344471"/>
                </a:cubicBezTo>
                <a:cubicBezTo>
                  <a:pt x="552640" y="332080"/>
                  <a:pt x="552640" y="332080"/>
                  <a:pt x="552640" y="332080"/>
                </a:cubicBezTo>
                <a:cubicBezTo>
                  <a:pt x="560075" y="329602"/>
                  <a:pt x="565032" y="324645"/>
                  <a:pt x="565032" y="317210"/>
                </a:cubicBezTo>
                <a:cubicBezTo>
                  <a:pt x="565032" y="247821"/>
                  <a:pt x="565032" y="247821"/>
                  <a:pt x="565032" y="247821"/>
                </a:cubicBezTo>
                <a:cubicBezTo>
                  <a:pt x="565032" y="242865"/>
                  <a:pt x="560075" y="235430"/>
                  <a:pt x="552640" y="235430"/>
                </a:cubicBezTo>
                <a:close/>
                <a:moveTo>
                  <a:pt x="282517" y="369254"/>
                </a:moveTo>
                <a:cubicBezTo>
                  <a:pt x="235430" y="369254"/>
                  <a:pt x="195778" y="329602"/>
                  <a:pt x="195778" y="282517"/>
                </a:cubicBezTo>
                <a:cubicBezTo>
                  <a:pt x="195778" y="235430"/>
                  <a:pt x="235430" y="195778"/>
                  <a:pt x="282517" y="195778"/>
                </a:cubicBezTo>
                <a:cubicBezTo>
                  <a:pt x="329602" y="195778"/>
                  <a:pt x="369254" y="235430"/>
                  <a:pt x="369254" y="282517"/>
                </a:cubicBezTo>
                <a:cubicBezTo>
                  <a:pt x="369254" y="329602"/>
                  <a:pt x="329602" y="369254"/>
                  <a:pt x="282517" y="369254"/>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13">
            <a:extLst>
              <a:ext uri="{FF2B5EF4-FFF2-40B4-BE49-F238E27FC236}">
                <a16:creationId xmlns:a16="http://schemas.microsoft.com/office/drawing/2014/main" id="{2883F5DA-48AC-1BD0-72C7-08E0EC1803C4}"/>
              </a:ext>
            </a:extLst>
          </p:cNvPr>
          <p:cNvSpPr/>
          <p:nvPr/>
        </p:nvSpPr>
        <p:spPr>
          <a:xfrm>
            <a:off x="1435100" y="1803400"/>
            <a:ext cx="2794000" cy="3797300"/>
          </a:xfrm>
          <a:prstGeom prst="roundRect">
            <a:avLst>
              <a:gd name="adj" fmla="val 0"/>
            </a:avLst>
          </a:prstGeom>
          <a:noFill/>
          <a:ln w="12700" cap="flat" cmpd="sng">
            <a:solidFill>
              <a:srgbClr val="26476A">
                <a:alpha val="100000"/>
              </a:srgbClr>
            </a:solidFill>
            <a:prstDash val="sysDash"/>
            <a:miter lim="10000000"/>
          </a:ln>
        </p:spPr>
        <p:txBody>
          <a:bodyPr vert="horz" wrap="square" lIns="63500" tIns="63500" rIns="63500" bIns="63500" rtlCol="0" anchor="ctr"/>
          <a:lstStyle/>
          <a:p>
            <a:pPr algn="ctr">
              <a:defRPr/>
            </a:pPr>
            <a:endParaRPr/>
          </a:p>
        </p:txBody>
      </p:sp>
      <p:sp>
        <p:nvSpPr>
          <p:cNvPr id="10" name="AutoShape 14">
            <a:extLst>
              <a:ext uri="{FF2B5EF4-FFF2-40B4-BE49-F238E27FC236}">
                <a16:creationId xmlns:a16="http://schemas.microsoft.com/office/drawing/2014/main" id="{8E60BF4B-C75B-48EF-FF90-54A6B9A290A5}"/>
              </a:ext>
            </a:extLst>
          </p:cNvPr>
          <p:cNvSpPr/>
          <p:nvPr/>
        </p:nvSpPr>
        <p:spPr>
          <a:xfrm>
            <a:off x="1714500" y="4102100"/>
            <a:ext cx="2247900" cy="13589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12" name="AutoShape 15">
            <a:extLst>
              <a:ext uri="{FF2B5EF4-FFF2-40B4-BE49-F238E27FC236}">
                <a16:creationId xmlns:a16="http://schemas.microsoft.com/office/drawing/2014/main" id="{C033B28F-DC0E-2DBC-AC71-699BD730A50F}"/>
              </a:ext>
            </a:extLst>
          </p:cNvPr>
          <p:cNvSpPr/>
          <p:nvPr/>
        </p:nvSpPr>
        <p:spPr>
          <a:xfrm>
            <a:off x="1714500" y="2032000"/>
            <a:ext cx="2324100" cy="3683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endParaRPr lang="en-US" sz="1100" dirty="0"/>
          </a:p>
        </p:txBody>
      </p:sp>
      <p:sp>
        <p:nvSpPr>
          <p:cNvPr id="14" name="AutoShape 16">
            <a:extLst>
              <a:ext uri="{FF2B5EF4-FFF2-40B4-BE49-F238E27FC236}">
                <a16:creationId xmlns:a16="http://schemas.microsoft.com/office/drawing/2014/main" id="{BAC4252F-89E2-7976-0446-FA391568F9C6}"/>
              </a:ext>
            </a:extLst>
          </p:cNvPr>
          <p:cNvSpPr/>
          <p:nvPr/>
        </p:nvSpPr>
        <p:spPr>
          <a:xfrm rot="5400000">
            <a:off x="5016500" y="1485900"/>
            <a:ext cx="2159000" cy="2794000"/>
          </a:xfrm>
          <a:prstGeom prst="homePlate">
            <a:avLst>
              <a:gd name="adj" fmla="val 50000"/>
            </a:avLst>
          </a:prstGeom>
          <a:solidFill>
            <a:srgbClr val="448AD7">
              <a:alpha val="100000"/>
            </a:srgbClr>
          </a:solidFill>
          <a:ln w="25400" cap="flat" cmpd="sng">
            <a:noFill/>
            <a:prstDash val="solid"/>
            <a:round/>
          </a:ln>
        </p:spPr>
        <p:txBody>
          <a:bodyPr vert="vert270" wrap="square" lIns="63500" tIns="63500" rIns="63500" bIns="63500" rtlCol="0" anchor="ctr"/>
          <a:lstStyle/>
          <a:p>
            <a:pPr algn="ctr">
              <a:defRPr/>
            </a:pPr>
            <a:endParaRPr/>
          </a:p>
        </p:txBody>
      </p:sp>
      <p:sp>
        <p:nvSpPr>
          <p:cNvPr id="16" name="Freeform 17">
            <a:extLst>
              <a:ext uri="{FF2B5EF4-FFF2-40B4-BE49-F238E27FC236}">
                <a16:creationId xmlns:a16="http://schemas.microsoft.com/office/drawing/2014/main" id="{B13DA7AB-840C-1374-65B8-9CF900B31E7E}"/>
              </a:ext>
            </a:extLst>
          </p:cNvPr>
          <p:cNvSpPr/>
          <p:nvPr/>
        </p:nvSpPr>
        <p:spPr>
          <a:xfrm>
            <a:off x="5829300" y="2768600"/>
            <a:ext cx="565032" cy="565032"/>
          </a:xfrm>
          <a:custGeom>
            <a:avLst/>
            <a:gdLst/>
            <a:ahLst/>
            <a:cxnLst/>
            <a:rect l="l" t="t" r="r" b="b"/>
            <a:pathLst>
              <a:path w="565032" h="565032">
                <a:moveTo>
                  <a:pt x="311247" y="2394"/>
                </a:moveTo>
                <a:cubicBezTo>
                  <a:pt x="301669" y="0"/>
                  <a:pt x="292092" y="0"/>
                  <a:pt x="282517" y="0"/>
                </a:cubicBezTo>
                <a:cubicBezTo>
                  <a:pt x="198719" y="0"/>
                  <a:pt x="122104" y="38307"/>
                  <a:pt x="71826" y="95768"/>
                </a:cubicBezTo>
                <a:cubicBezTo>
                  <a:pt x="162806" y="251391"/>
                  <a:pt x="162806" y="251391"/>
                  <a:pt x="162806" y="251391"/>
                </a:cubicBezTo>
                <a:lnTo>
                  <a:pt x="311247" y="2394"/>
                </a:lnTo>
                <a:close/>
                <a:moveTo>
                  <a:pt x="47884" y="124498"/>
                </a:moveTo>
                <a:cubicBezTo>
                  <a:pt x="16759" y="169988"/>
                  <a:pt x="0" y="225055"/>
                  <a:pt x="0" y="282517"/>
                </a:cubicBezTo>
                <a:cubicBezTo>
                  <a:pt x="0" y="311247"/>
                  <a:pt x="4788" y="339976"/>
                  <a:pt x="11971" y="366314"/>
                </a:cubicBezTo>
                <a:cubicBezTo>
                  <a:pt x="193930" y="366314"/>
                  <a:pt x="193930" y="366314"/>
                  <a:pt x="193930" y="366314"/>
                </a:cubicBezTo>
                <a:lnTo>
                  <a:pt x="47884" y="124498"/>
                </a:lnTo>
                <a:close/>
                <a:moveTo>
                  <a:pt x="538696" y="162806"/>
                </a:moveTo>
                <a:cubicBezTo>
                  <a:pt x="502783" y="86191"/>
                  <a:pt x="430957" y="26336"/>
                  <a:pt x="347160" y="7183"/>
                </a:cubicBezTo>
                <a:cubicBezTo>
                  <a:pt x="253785" y="162806"/>
                  <a:pt x="253785" y="162806"/>
                  <a:pt x="253785" y="162806"/>
                </a:cubicBezTo>
                <a:lnTo>
                  <a:pt x="538696" y="162806"/>
                </a:lnTo>
                <a:close/>
                <a:moveTo>
                  <a:pt x="311247" y="399832"/>
                </a:moveTo>
                <a:cubicBezTo>
                  <a:pt x="26336" y="399832"/>
                  <a:pt x="26336" y="399832"/>
                  <a:pt x="26336" y="399832"/>
                </a:cubicBezTo>
                <a:cubicBezTo>
                  <a:pt x="62249" y="481235"/>
                  <a:pt x="138864" y="543484"/>
                  <a:pt x="229843" y="560244"/>
                </a:cubicBezTo>
                <a:cubicBezTo>
                  <a:pt x="222661" y="555455"/>
                  <a:pt x="222661" y="555455"/>
                  <a:pt x="222661" y="555455"/>
                </a:cubicBezTo>
                <a:lnTo>
                  <a:pt x="311247" y="399832"/>
                </a:lnTo>
                <a:close/>
                <a:moveTo>
                  <a:pt x="550667" y="196324"/>
                </a:moveTo>
                <a:cubicBezTo>
                  <a:pt x="371102" y="196324"/>
                  <a:pt x="371102" y="196324"/>
                  <a:pt x="371102" y="196324"/>
                </a:cubicBezTo>
                <a:cubicBezTo>
                  <a:pt x="514754" y="445322"/>
                  <a:pt x="514754" y="445322"/>
                  <a:pt x="514754" y="445322"/>
                </a:cubicBezTo>
                <a:cubicBezTo>
                  <a:pt x="545878" y="399832"/>
                  <a:pt x="565032" y="342372"/>
                  <a:pt x="565032" y="282517"/>
                </a:cubicBezTo>
                <a:cubicBezTo>
                  <a:pt x="565032" y="253785"/>
                  <a:pt x="560244" y="225055"/>
                  <a:pt x="550667" y="196324"/>
                </a:cubicBezTo>
                <a:close/>
                <a:moveTo>
                  <a:pt x="258575" y="565032"/>
                </a:moveTo>
                <a:cubicBezTo>
                  <a:pt x="265756" y="565032"/>
                  <a:pt x="275333" y="565032"/>
                  <a:pt x="282517" y="565032"/>
                </a:cubicBezTo>
                <a:cubicBezTo>
                  <a:pt x="363918" y="565032"/>
                  <a:pt x="438140" y="529119"/>
                  <a:pt x="490812" y="474053"/>
                </a:cubicBezTo>
                <a:cubicBezTo>
                  <a:pt x="399832" y="316034"/>
                  <a:pt x="399832" y="316034"/>
                  <a:pt x="399832" y="316034"/>
                </a:cubicBezTo>
                <a:lnTo>
                  <a:pt x="258575" y="565032"/>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a:extLst>
              <a:ext uri="{FF2B5EF4-FFF2-40B4-BE49-F238E27FC236}">
                <a16:creationId xmlns:a16="http://schemas.microsoft.com/office/drawing/2014/main" id="{5F73CAF8-F4AB-6DFF-753D-6B8059FEC75A}"/>
              </a:ext>
            </a:extLst>
          </p:cNvPr>
          <p:cNvSpPr/>
          <p:nvPr/>
        </p:nvSpPr>
        <p:spPr>
          <a:xfrm>
            <a:off x="4699000" y="1803400"/>
            <a:ext cx="2794000" cy="3797300"/>
          </a:xfrm>
          <a:prstGeom prst="roundRect">
            <a:avLst>
              <a:gd name="adj" fmla="val 0"/>
            </a:avLst>
          </a:prstGeom>
          <a:noFill/>
          <a:ln w="12700" cap="flat" cmpd="sng">
            <a:solidFill>
              <a:srgbClr val="009DD9">
                <a:alpha val="100000"/>
              </a:srgbClr>
            </a:solidFill>
            <a:prstDash val="sysDash"/>
            <a:miter lim="10000000"/>
          </a:ln>
        </p:spPr>
        <p:txBody>
          <a:bodyPr vert="horz" wrap="square" lIns="63500" tIns="63500" rIns="63500" bIns="63500" rtlCol="0" anchor="ctr"/>
          <a:lstStyle/>
          <a:p>
            <a:pPr algn="ctr">
              <a:defRPr/>
            </a:pPr>
            <a:endParaRPr/>
          </a:p>
        </p:txBody>
      </p:sp>
      <p:sp>
        <p:nvSpPr>
          <p:cNvPr id="20" name="AutoShape 19">
            <a:extLst>
              <a:ext uri="{FF2B5EF4-FFF2-40B4-BE49-F238E27FC236}">
                <a16:creationId xmlns:a16="http://schemas.microsoft.com/office/drawing/2014/main" id="{3801955C-EB39-EB20-EC17-C7DE07CE0B73}"/>
              </a:ext>
            </a:extLst>
          </p:cNvPr>
          <p:cNvSpPr/>
          <p:nvPr/>
        </p:nvSpPr>
        <p:spPr>
          <a:xfrm>
            <a:off x="4978400" y="2032000"/>
            <a:ext cx="2324100" cy="3683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endParaRPr lang="en-US" sz="1100" dirty="0"/>
          </a:p>
        </p:txBody>
      </p:sp>
      <p:sp>
        <p:nvSpPr>
          <p:cNvPr id="22" name="AutoShape 20">
            <a:extLst>
              <a:ext uri="{FF2B5EF4-FFF2-40B4-BE49-F238E27FC236}">
                <a16:creationId xmlns:a16="http://schemas.microsoft.com/office/drawing/2014/main" id="{50B799EE-E599-ABAB-0ADA-C185A45B9E28}"/>
              </a:ext>
            </a:extLst>
          </p:cNvPr>
          <p:cNvSpPr/>
          <p:nvPr/>
        </p:nvSpPr>
        <p:spPr>
          <a:xfrm>
            <a:off x="4978400" y="4102100"/>
            <a:ext cx="2247900" cy="13589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
        <p:nvSpPr>
          <p:cNvPr id="24" name="AutoShape 21">
            <a:extLst>
              <a:ext uri="{FF2B5EF4-FFF2-40B4-BE49-F238E27FC236}">
                <a16:creationId xmlns:a16="http://schemas.microsoft.com/office/drawing/2014/main" id="{4411208B-4DE0-5584-AA90-166B2070B570}"/>
              </a:ext>
            </a:extLst>
          </p:cNvPr>
          <p:cNvSpPr/>
          <p:nvPr/>
        </p:nvSpPr>
        <p:spPr>
          <a:xfrm rot="5400000">
            <a:off x="8280400" y="1485900"/>
            <a:ext cx="2159000" cy="2794000"/>
          </a:xfrm>
          <a:prstGeom prst="homePlate">
            <a:avLst>
              <a:gd name="adj" fmla="val 50000"/>
            </a:avLst>
          </a:prstGeom>
          <a:solidFill>
            <a:srgbClr val="5D90C5">
              <a:alpha val="100000"/>
            </a:srgbClr>
          </a:solidFill>
          <a:ln w="25400" cap="flat" cmpd="sng">
            <a:noFill/>
            <a:prstDash val="solid"/>
            <a:round/>
          </a:ln>
        </p:spPr>
        <p:txBody>
          <a:bodyPr vert="vert270" wrap="square" lIns="63500" tIns="63500" rIns="63500" bIns="63500" rtlCol="0" anchor="ctr"/>
          <a:lstStyle/>
          <a:p>
            <a:pPr algn="ctr">
              <a:defRPr/>
            </a:pPr>
            <a:endParaRPr/>
          </a:p>
        </p:txBody>
      </p:sp>
      <p:sp>
        <p:nvSpPr>
          <p:cNvPr id="26" name="Freeform 22">
            <a:extLst>
              <a:ext uri="{FF2B5EF4-FFF2-40B4-BE49-F238E27FC236}">
                <a16:creationId xmlns:a16="http://schemas.microsoft.com/office/drawing/2014/main" id="{51F336C0-D055-2568-FC78-5DE5B76F5126}"/>
              </a:ext>
            </a:extLst>
          </p:cNvPr>
          <p:cNvSpPr/>
          <p:nvPr/>
        </p:nvSpPr>
        <p:spPr>
          <a:xfrm>
            <a:off x="9080500" y="2768600"/>
            <a:ext cx="565032" cy="565032"/>
          </a:xfrm>
          <a:custGeom>
            <a:avLst/>
            <a:gdLst/>
            <a:ahLst/>
            <a:cxnLst/>
            <a:rect l="l" t="t" r="r" b="b"/>
            <a:pathLst>
              <a:path w="565032" h="565032">
                <a:moveTo>
                  <a:pt x="282517" y="0"/>
                </a:moveTo>
                <a:cubicBezTo>
                  <a:pt x="126893" y="0"/>
                  <a:pt x="0" y="126893"/>
                  <a:pt x="0" y="282517"/>
                </a:cubicBezTo>
                <a:cubicBezTo>
                  <a:pt x="0" y="438140"/>
                  <a:pt x="126893" y="565032"/>
                  <a:pt x="282517" y="565032"/>
                </a:cubicBezTo>
                <a:cubicBezTo>
                  <a:pt x="438140" y="565032"/>
                  <a:pt x="565032" y="438140"/>
                  <a:pt x="565032" y="282517"/>
                </a:cubicBezTo>
                <a:cubicBezTo>
                  <a:pt x="565032" y="126893"/>
                  <a:pt x="438140" y="0"/>
                  <a:pt x="282517" y="0"/>
                </a:cubicBezTo>
                <a:close/>
                <a:moveTo>
                  <a:pt x="253785" y="409409"/>
                </a:moveTo>
                <a:cubicBezTo>
                  <a:pt x="129287" y="390256"/>
                  <a:pt x="129287" y="390256"/>
                  <a:pt x="129287" y="390256"/>
                </a:cubicBezTo>
                <a:cubicBezTo>
                  <a:pt x="129287" y="289698"/>
                  <a:pt x="129287" y="289698"/>
                  <a:pt x="129287" y="289698"/>
                </a:cubicBezTo>
                <a:cubicBezTo>
                  <a:pt x="253785" y="289698"/>
                  <a:pt x="253785" y="289698"/>
                  <a:pt x="253785" y="289698"/>
                </a:cubicBezTo>
                <a:lnTo>
                  <a:pt x="253785" y="409409"/>
                </a:lnTo>
                <a:close/>
                <a:moveTo>
                  <a:pt x="253785" y="272940"/>
                </a:moveTo>
                <a:cubicBezTo>
                  <a:pt x="129287" y="272940"/>
                  <a:pt x="129287" y="272940"/>
                  <a:pt x="129287" y="272940"/>
                </a:cubicBezTo>
                <a:cubicBezTo>
                  <a:pt x="129287" y="172382"/>
                  <a:pt x="129287" y="172382"/>
                  <a:pt x="129287" y="172382"/>
                </a:cubicBezTo>
                <a:cubicBezTo>
                  <a:pt x="253785" y="153229"/>
                  <a:pt x="253785" y="153229"/>
                  <a:pt x="253785" y="153229"/>
                </a:cubicBezTo>
                <a:lnTo>
                  <a:pt x="253785" y="272940"/>
                </a:lnTo>
                <a:close/>
                <a:moveTo>
                  <a:pt x="435745" y="435745"/>
                </a:moveTo>
                <a:cubicBezTo>
                  <a:pt x="270546" y="411803"/>
                  <a:pt x="270546" y="411803"/>
                  <a:pt x="270546" y="411803"/>
                </a:cubicBezTo>
                <a:cubicBezTo>
                  <a:pt x="270546" y="289698"/>
                  <a:pt x="270546" y="289698"/>
                  <a:pt x="270546" y="289698"/>
                </a:cubicBezTo>
                <a:cubicBezTo>
                  <a:pt x="435745" y="289698"/>
                  <a:pt x="435745" y="289698"/>
                  <a:pt x="435745" y="289698"/>
                </a:cubicBezTo>
                <a:lnTo>
                  <a:pt x="435745" y="435745"/>
                </a:lnTo>
                <a:close/>
                <a:moveTo>
                  <a:pt x="435745" y="272940"/>
                </a:moveTo>
                <a:cubicBezTo>
                  <a:pt x="270546" y="272940"/>
                  <a:pt x="270546" y="272940"/>
                  <a:pt x="270546" y="272940"/>
                </a:cubicBezTo>
                <a:cubicBezTo>
                  <a:pt x="270546" y="150835"/>
                  <a:pt x="270546" y="150835"/>
                  <a:pt x="270546" y="150835"/>
                </a:cubicBezTo>
                <a:cubicBezTo>
                  <a:pt x="435745" y="126893"/>
                  <a:pt x="435745" y="126893"/>
                  <a:pt x="435745" y="126893"/>
                </a:cubicBezTo>
                <a:lnTo>
                  <a:pt x="435745" y="272940"/>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8" name="AutoShape 23">
            <a:extLst>
              <a:ext uri="{FF2B5EF4-FFF2-40B4-BE49-F238E27FC236}">
                <a16:creationId xmlns:a16="http://schemas.microsoft.com/office/drawing/2014/main" id="{52C3F0F6-5389-8853-F6E6-46C93F4CA46D}"/>
              </a:ext>
            </a:extLst>
          </p:cNvPr>
          <p:cNvSpPr/>
          <p:nvPr/>
        </p:nvSpPr>
        <p:spPr>
          <a:xfrm>
            <a:off x="7962900" y="1803400"/>
            <a:ext cx="2794000" cy="3797300"/>
          </a:xfrm>
          <a:prstGeom prst="roundRect">
            <a:avLst>
              <a:gd name="adj" fmla="val 0"/>
            </a:avLst>
          </a:prstGeom>
          <a:noFill/>
          <a:ln w="12700" cap="flat" cmpd="sng">
            <a:solidFill>
              <a:srgbClr val="0BD0D9">
                <a:alpha val="100000"/>
              </a:srgbClr>
            </a:solidFill>
            <a:prstDash val="sysDash"/>
            <a:miter lim="10000000"/>
          </a:ln>
        </p:spPr>
        <p:txBody>
          <a:bodyPr vert="horz" wrap="square" lIns="63500" tIns="63500" rIns="63500" bIns="63500" rtlCol="0" anchor="ctr"/>
          <a:lstStyle/>
          <a:p>
            <a:pPr algn="ctr">
              <a:defRPr/>
            </a:pPr>
            <a:endParaRPr/>
          </a:p>
        </p:txBody>
      </p:sp>
      <p:sp>
        <p:nvSpPr>
          <p:cNvPr id="30" name="AutoShape 24">
            <a:extLst>
              <a:ext uri="{FF2B5EF4-FFF2-40B4-BE49-F238E27FC236}">
                <a16:creationId xmlns:a16="http://schemas.microsoft.com/office/drawing/2014/main" id="{5D2158F1-D1C5-BF4F-76FF-6C8D43C46FDF}"/>
              </a:ext>
            </a:extLst>
          </p:cNvPr>
          <p:cNvSpPr/>
          <p:nvPr/>
        </p:nvSpPr>
        <p:spPr>
          <a:xfrm>
            <a:off x="8229600" y="2032000"/>
            <a:ext cx="2324100" cy="3683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endParaRPr lang="en-US" sz="1100" dirty="0"/>
          </a:p>
        </p:txBody>
      </p:sp>
      <p:sp>
        <p:nvSpPr>
          <p:cNvPr id="32" name="AutoShape 25">
            <a:extLst>
              <a:ext uri="{FF2B5EF4-FFF2-40B4-BE49-F238E27FC236}">
                <a16:creationId xmlns:a16="http://schemas.microsoft.com/office/drawing/2014/main" id="{DBFA3E45-57BB-6CC2-FC04-9F2BAA84BF73}"/>
              </a:ext>
            </a:extLst>
          </p:cNvPr>
          <p:cNvSpPr/>
          <p:nvPr/>
        </p:nvSpPr>
        <p:spPr>
          <a:xfrm>
            <a:off x="8318500" y="4102100"/>
            <a:ext cx="2247900" cy="13589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endParaRPr lang="en-US" sz="1100" dirty="0"/>
          </a:p>
        </p:txBody>
      </p:sp>
    </p:spTree>
    <p:extLst>
      <p:ext uri="{BB962C8B-B14F-4D97-AF65-F5344CB8AC3E}">
        <p14:creationId xmlns:p14="http://schemas.microsoft.com/office/powerpoint/2010/main" val="245525425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7_自定义版式">
    <p:spTree>
      <p:nvGrpSpPr>
        <p:cNvPr id="1" name=""/>
        <p:cNvGrpSpPr/>
        <p:nvPr/>
      </p:nvGrpSpPr>
      <p:grpSpPr>
        <a:xfrm>
          <a:off x="0" y="0"/>
          <a:ext cx="0" cy="0"/>
          <a:chOff x="0" y="0"/>
          <a:chExt cx="0" cy="0"/>
        </a:xfrm>
      </p:grpSpPr>
      <p:sp>
        <p:nvSpPr>
          <p:cNvPr id="4" name="任意多边形: 形状 3">
            <a:extLst>
              <a:ext uri="{FF2B5EF4-FFF2-40B4-BE49-F238E27FC236}">
                <a16:creationId xmlns:a16="http://schemas.microsoft.com/office/drawing/2014/main" id="{DA860E43-ED1B-00AC-09F7-33B5922AF3D9}"/>
              </a:ext>
            </a:extLst>
          </p:cNvPr>
          <p:cNvSpPr/>
          <p:nvPr/>
        </p:nvSpPr>
        <p:spPr>
          <a:xfrm>
            <a:off x="643783" y="1899186"/>
            <a:ext cx="2726778" cy="1459359"/>
          </a:xfrm>
          <a:custGeom>
            <a:avLst/>
            <a:gdLst>
              <a:gd name="connsiteX0" fmla="*/ 0 w 2754321"/>
              <a:gd name="connsiteY0" fmla="*/ 0 h 1474101"/>
              <a:gd name="connsiteX1" fmla="*/ 2754322 w 2754321"/>
              <a:gd name="connsiteY1" fmla="*/ 0 h 1474101"/>
              <a:gd name="connsiteX2" fmla="*/ 2754322 w 2754321"/>
              <a:gd name="connsiteY2" fmla="*/ 1474102 h 1474101"/>
              <a:gd name="connsiteX3" fmla="*/ 0 w 2754321"/>
              <a:gd name="connsiteY3" fmla="*/ 1474102 h 1474101"/>
            </a:gdLst>
            <a:ahLst/>
            <a:cxnLst>
              <a:cxn ang="0">
                <a:pos x="connsiteX0" y="connsiteY0"/>
              </a:cxn>
              <a:cxn ang="0">
                <a:pos x="connsiteX1" y="connsiteY1"/>
              </a:cxn>
              <a:cxn ang="0">
                <a:pos x="connsiteX2" y="connsiteY2"/>
              </a:cxn>
              <a:cxn ang="0">
                <a:pos x="connsiteX3" y="connsiteY3"/>
              </a:cxn>
            </a:cxnLst>
            <a:rect l="l" t="t" r="r" b="b"/>
            <a:pathLst>
              <a:path w="2754321" h="1474101">
                <a:moveTo>
                  <a:pt x="0" y="0"/>
                </a:moveTo>
                <a:lnTo>
                  <a:pt x="2754322" y="0"/>
                </a:lnTo>
                <a:lnTo>
                  <a:pt x="2754322" y="1474102"/>
                </a:lnTo>
                <a:lnTo>
                  <a:pt x="0" y="1474102"/>
                </a:lnTo>
                <a:close/>
              </a:path>
            </a:pathLst>
          </a:custGeom>
          <a:solidFill>
            <a:srgbClr val="4A66AC"/>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 name="任意多边形: 形状 4">
            <a:extLst>
              <a:ext uri="{FF2B5EF4-FFF2-40B4-BE49-F238E27FC236}">
                <a16:creationId xmlns:a16="http://schemas.microsoft.com/office/drawing/2014/main" id="{7D12B520-2826-BB4F-561F-129162B2E170}"/>
              </a:ext>
            </a:extLst>
          </p:cNvPr>
          <p:cNvSpPr/>
          <p:nvPr/>
        </p:nvSpPr>
        <p:spPr>
          <a:xfrm>
            <a:off x="905957" y="1528394"/>
            <a:ext cx="2202135" cy="2202135"/>
          </a:xfrm>
          <a:custGeom>
            <a:avLst/>
            <a:gdLst>
              <a:gd name="connsiteX0" fmla="*/ 1112189 w 2224378"/>
              <a:gd name="connsiteY0" fmla="*/ 2224379 h 2224378"/>
              <a:gd name="connsiteX1" fmla="*/ 679337 w 2224378"/>
              <a:gd name="connsiteY1" fmla="*/ 2136907 h 2224378"/>
              <a:gd name="connsiteX2" fmla="*/ 325841 w 2224378"/>
              <a:gd name="connsiteY2" fmla="*/ 1898538 h 2224378"/>
              <a:gd name="connsiteX3" fmla="*/ 87472 w 2224378"/>
              <a:gd name="connsiteY3" fmla="*/ 1545042 h 2224378"/>
              <a:gd name="connsiteX4" fmla="*/ 0 w 2224378"/>
              <a:gd name="connsiteY4" fmla="*/ 1112189 h 2224378"/>
              <a:gd name="connsiteX5" fmla="*/ 87472 w 2224378"/>
              <a:gd name="connsiteY5" fmla="*/ 679337 h 2224378"/>
              <a:gd name="connsiteX6" fmla="*/ 325841 w 2224378"/>
              <a:gd name="connsiteY6" fmla="*/ 325842 h 2224378"/>
              <a:gd name="connsiteX7" fmla="*/ 679337 w 2224378"/>
              <a:gd name="connsiteY7" fmla="*/ 87472 h 2224378"/>
              <a:gd name="connsiteX8" fmla="*/ 1112189 w 2224378"/>
              <a:gd name="connsiteY8" fmla="*/ 0 h 2224378"/>
              <a:gd name="connsiteX9" fmla="*/ 1545041 w 2224378"/>
              <a:gd name="connsiteY9" fmla="*/ 87472 h 2224378"/>
              <a:gd name="connsiteX10" fmla="*/ 1898537 w 2224378"/>
              <a:gd name="connsiteY10" fmla="*/ 325842 h 2224378"/>
              <a:gd name="connsiteX11" fmla="*/ 2136907 w 2224378"/>
              <a:gd name="connsiteY11" fmla="*/ 679337 h 2224378"/>
              <a:gd name="connsiteX12" fmla="*/ 2224379 w 2224378"/>
              <a:gd name="connsiteY12" fmla="*/ 1112189 h 2224378"/>
              <a:gd name="connsiteX13" fmla="*/ 2136907 w 2224378"/>
              <a:gd name="connsiteY13" fmla="*/ 1545042 h 2224378"/>
              <a:gd name="connsiteX14" fmla="*/ 1898537 w 2224378"/>
              <a:gd name="connsiteY14" fmla="*/ 1898538 h 2224378"/>
              <a:gd name="connsiteX15" fmla="*/ 1545041 w 2224378"/>
              <a:gd name="connsiteY15" fmla="*/ 2136907 h 2224378"/>
              <a:gd name="connsiteX16" fmla="*/ 1112189 w 2224378"/>
              <a:gd name="connsiteY16" fmla="*/ 2224379 h 2224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24378" h="2224378">
                <a:moveTo>
                  <a:pt x="1112189" y="2224379"/>
                </a:moveTo>
                <a:cubicBezTo>
                  <a:pt x="962194" y="2224379"/>
                  <a:pt x="816407" y="2194921"/>
                  <a:pt x="679337" y="2136907"/>
                </a:cubicBezTo>
                <a:cubicBezTo>
                  <a:pt x="546776" y="2080997"/>
                  <a:pt x="428043" y="2000739"/>
                  <a:pt x="325841" y="1898538"/>
                </a:cubicBezTo>
                <a:cubicBezTo>
                  <a:pt x="223640" y="1796336"/>
                  <a:pt x="143683" y="1677603"/>
                  <a:pt x="87472" y="1545042"/>
                </a:cubicBezTo>
                <a:cubicBezTo>
                  <a:pt x="29458" y="1407972"/>
                  <a:pt x="0" y="1262185"/>
                  <a:pt x="0" y="1112189"/>
                </a:cubicBezTo>
                <a:cubicBezTo>
                  <a:pt x="0" y="962194"/>
                  <a:pt x="29458" y="816407"/>
                  <a:pt x="87472" y="679337"/>
                </a:cubicBezTo>
                <a:cubicBezTo>
                  <a:pt x="143382" y="546776"/>
                  <a:pt x="223640" y="428043"/>
                  <a:pt x="325841" y="325842"/>
                </a:cubicBezTo>
                <a:cubicBezTo>
                  <a:pt x="428043" y="223640"/>
                  <a:pt x="546776" y="143683"/>
                  <a:pt x="679337" y="87472"/>
                </a:cubicBezTo>
                <a:cubicBezTo>
                  <a:pt x="816407" y="29458"/>
                  <a:pt x="962194" y="0"/>
                  <a:pt x="1112189" y="0"/>
                </a:cubicBezTo>
                <a:cubicBezTo>
                  <a:pt x="1262185" y="0"/>
                  <a:pt x="1407972" y="29458"/>
                  <a:pt x="1545041" y="87472"/>
                </a:cubicBezTo>
                <a:cubicBezTo>
                  <a:pt x="1677602" y="143382"/>
                  <a:pt x="1796336" y="223640"/>
                  <a:pt x="1898537" y="325842"/>
                </a:cubicBezTo>
                <a:cubicBezTo>
                  <a:pt x="2000738" y="428043"/>
                  <a:pt x="2080696" y="546776"/>
                  <a:pt x="2136907" y="679337"/>
                </a:cubicBezTo>
                <a:cubicBezTo>
                  <a:pt x="2194921" y="816407"/>
                  <a:pt x="2224379" y="962194"/>
                  <a:pt x="2224379" y="1112189"/>
                </a:cubicBezTo>
                <a:cubicBezTo>
                  <a:pt x="2224379" y="1262185"/>
                  <a:pt x="2194921" y="1407972"/>
                  <a:pt x="2136907" y="1545042"/>
                </a:cubicBezTo>
                <a:cubicBezTo>
                  <a:pt x="2080996" y="1677603"/>
                  <a:pt x="2000738" y="1796336"/>
                  <a:pt x="1898537" y="1898538"/>
                </a:cubicBezTo>
                <a:cubicBezTo>
                  <a:pt x="1796336" y="2000739"/>
                  <a:pt x="1677602" y="2080696"/>
                  <a:pt x="1545041" y="2136907"/>
                </a:cubicBezTo>
                <a:cubicBezTo>
                  <a:pt x="1407972" y="2194921"/>
                  <a:pt x="1262185" y="2224379"/>
                  <a:pt x="1112189" y="2224379"/>
                </a:cubicBezTo>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6" name="任意多边形: 形状 5">
            <a:extLst>
              <a:ext uri="{FF2B5EF4-FFF2-40B4-BE49-F238E27FC236}">
                <a16:creationId xmlns:a16="http://schemas.microsoft.com/office/drawing/2014/main" id="{DEFC6D69-7F05-C197-585C-14BDD85A7225}"/>
              </a:ext>
            </a:extLst>
          </p:cNvPr>
          <p:cNvSpPr/>
          <p:nvPr/>
        </p:nvSpPr>
        <p:spPr>
          <a:xfrm>
            <a:off x="1212469" y="1835203"/>
            <a:ext cx="1588512" cy="1588512"/>
          </a:xfrm>
          <a:custGeom>
            <a:avLst/>
            <a:gdLst>
              <a:gd name="connsiteX0" fmla="*/ 1604559 w 1604558"/>
              <a:gd name="connsiteY0" fmla="*/ 802279 h 1604558"/>
              <a:gd name="connsiteX1" fmla="*/ 1541434 w 1604558"/>
              <a:gd name="connsiteY1" fmla="*/ 1114594 h 1604558"/>
              <a:gd name="connsiteX2" fmla="*/ 1369496 w 1604558"/>
              <a:gd name="connsiteY2" fmla="*/ 1369496 h 1604558"/>
              <a:gd name="connsiteX3" fmla="*/ 1114594 w 1604558"/>
              <a:gd name="connsiteY3" fmla="*/ 1541435 h 1604558"/>
              <a:gd name="connsiteX4" fmla="*/ 802279 w 1604558"/>
              <a:gd name="connsiteY4" fmla="*/ 1604559 h 1604558"/>
              <a:gd name="connsiteX5" fmla="*/ 489965 w 1604558"/>
              <a:gd name="connsiteY5" fmla="*/ 1541435 h 1604558"/>
              <a:gd name="connsiteX6" fmla="*/ 235063 w 1604558"/>
              <a:gd name="connsiteY6" fmla="*/ 1369496 h 1604558"/>
              <a:gd name="connsiteX7" fmla="*/ 63124 w 1604558"/>
              <a:gd name="connsiteY7" fmla="*/ 1114594 h 1604558"/>
              <a:gd name="connsiteX8" fmla="*/ 0 w 1604558"/>
              <a:gd name="connsiteY8" fmla="*/ 802279 h 1604558"/>
              <a:gd name="connsiteX9" fmla="*/ 63124 w 1604558"/>
              <a:gd name="connsiteY9" fmla="*/ 489965 h 1604558"/>
              <a:gd name="connsiteX10" fmla="*/ 235063 w 1604558"/>
              <a:gd name="connsiteY10" fmla="*/ 235063 h 1604558"/>
              <a:gd name="connsiteX11" fmla="*/ 489965 w 1604558"/>
              <a:gd name="connsiteY11" fmla="*/ 63124 h 1604558"/>
              <a:gd name="connsiteX12" fmla="*/ 802279 w 1604558"/>
              <a:gd name="connsiteY12" fmla="*/ 0 h 1604558"/>
              <a:gd name="connsiteX13" fmla="*/ 1114594 w 1604558"/>
              <a:gd name="connsiteY13" fmla="*/ 63124 h 1604558"/>
              <a:gd name="connsiteX14" fmla="*/ 1369496 w 1604558"/>
              <a:gd name="connsiteY14" fmla="*/ 235063 h 1604558"/>
              <a:gd name="connsiteX15" fmla="*/ 1541434 w 1604558"/>
              <a:gd name="connsiteY15" fmla="*/ 489965 h 1604558"/>
              <a:gd name="connsiteX16" fmla="*/ 1604559 w 1604558"/>
              <a:gd name="connsiteY16" fmla="*/ 802279 h 160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4558" h="1604558">
                <a:moveTo>
                  <a:pt x="1604559" y="802279"/>
                </a:moveTo>
                <a:cubicBezTo>
                  <a:pt x="1604559" y="910492"/>
                  <a:pt x="1583217" y="1015699"/>
                  <a:pt x="1541434" y="1114594"/>
                </a:cubicBezTo>
                <a:cubicBezTo>
                  <a:pt x="1501155" y="1210182"/>
                  <a:pt x="1443141" y="1295851"/>
                  <a:pt x="1369496" y="1369496"/>
                </a:cubicBezTo>
                <a:cubicBezTo>
                  <a:pt x="1295851" y="1443141"/>
                  <a:pt x="1210182" y="1500855"/>
                  <a:pt x="1114594" y="1541435"/>
                </a:cubicBezTo>
                <a:cubicBezTo>
                  <a:pt x="1015700" y="1583217"/>
                  <a:pt x="910492" y="1604559"/>
                  <a:pt x="802279" y="1604559"/>
                </a:cubicBezTo>
                <a:cubicBezTo>
                  <a:pt x="694066" y="1604559"/>
                  <a:pt x="588859" y="1583217"/>
                  <a:pt x="489965" y="1541435"/>
                </a:cubicBezTo>
                <a:cubicBezTo>
                  <a:pt x="394376" y="1501155"/>
                  <a:pt x="308708" y="1443141"/>
                  <a:pt x="235063" y="1369496"/>
                </a:cubicBezTo>
                <a:cubicBezTo>
                  <a:pt x="161418" y="1295851"/>
                  <a:pt x="103704" y="1210182"/>
                  <a:pt x="63124" y="1114594"/>
                </a:cubicBezTo>
                <a:cubicBezTo>
                  <a:pt x="21342" y="1015699"/>
                  <a:pt x="0" y="910492"/>
                  <a:pt x="0" y="802279"/>
                </a:cubicBezTo>
                <a:cubicBezTo>
                  <a:pt x="0" y="694066"/>
                  <a:pt x="21342" y="588859"/>
                  <a:pt x="63124" y="489965"/>
                </a:cubicBezTo>
                <a:cubicBezTo>
                  <a:pt x="103404" y="394376"/>
                  <a:pt x="161418" y="308708"/>
                  <a:pt x="235063" y="235063"/>
                </a:cubicBezTo>
                <a:cubicBezTo>
                  <a:pt x="308708" y="161418"/>
                  <a:pt x="394376" y="103704"/>
                  <a:pt x="489965" y="63124"/>
                </a:cubicBezTo>
                <a:cubicBezTo>
                  <a:pt x="588859" y="21342"/>
                  <a:pt x="694066" y="0"/>
                  <a:pt x="802279" y="0"/>
                </a:cubicBezTo>
                <a:cubicBezTo>
                  <a:pt x="910492" y="0"/>
                  <a:pt x="1015700" y="21342"/>
                  <a:pt x="1114594" y="63124"/>
                </a:cubicBezTo>
                <a:cubicBezTo>
                  <a:pt x="1210182" y="103404"/>
                  <a:pt x="1295851" y="161418"/>
                  <a:pt x="1369496" y="235063"/>
                </a:cubicBezTo>
                <a:cubicBezTo>
                  <a:pt x="1443141" y="308708"/>
                  <a:pt x="1500854" y="394376"/>
                  <a:pt x="1541434" y="489965"/>
                </a:cubicBezTo>
                <a:cubicBezTo>
                  <a:pt x="1583517" y="588859"/>
                  <a:pt x="1604559" y="693766"/>
                  <a:pt x="1604559" y="802279"/>
                </a:cubicBezTo>
              </a:path>
            </a:pathLst>
          </a:custGeom>
          <a:noFill/>
          <a:ln w="178551" cap="flat">
            <a:solidFill>
              <a:srgbClr val="4A66AC"/>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7" name="任意多边形: 形状 6">
            <a:extLst>
              <a:ext uri="{FF2B5EF4-FFF2-40B4-BE49-F238E27FC236}">
                <a16:creationId xmlns:a16="http://schemas.microsoft.com/office/drawing/2014/main" id="{73233544-E976-4A04-CC6D-21218A20525B}"/>
              </a:ext>
            </a:extLst>
          </p:cNvPr>
          <p:cNvSpPr/>
          <p:nvPr/>
        </p:nvSpPr>
        <p:spPr>
          <a:xfrm>
            <a:off x="1278236" y="1900673"/>
            <a:ext cx="1457575" cy="1457575"/>
          </a:xfrm>
          <a:custGeom>
            <a:avLst/>
            <a:gdLst>
              <a:gd name="connsiteX0" fmla="*/ 1472298 w 1472298"/>
              <a:gd name="connsiteY0" fmla="*/ 736149 h 1472298"/>
              <a:gd name="connsiteX1" fmla="*/ 736149 w 1472298"/>
              <a:gd name="connsiteY1" fmla="*/ 1472298 h 1472298"/>
              <a:gd name="connsiteX2" fmla="*/ 0 w 1472298"/>
              <a:gd name="connsiteY2" fmla="*/ 736149 h 1472298"/>
              <a:gd name="connsiteX3" fmla="*/ 736149 w 1472298"/>
              <a:gd name="connsiteY3" fmla="*/ 0 h 1472298"/>
              <a:gd name="connsiteX4" fmla="*/ 1472298 w 1472298"/>
              <a:gd name="connsiteY4" fmla="*/ 736149 h 1472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2298" h="1472298">
                <a:moveTo>
                  <a:pt x="1472298" y="736149"/>
                </a:moveTo>
                <a:cubicBezTo>
                  <a:pt x="1472298" y="1142713"/>
                  <a:pt x="1142713" y="1472298"/>
                  <a:pt x="736149" y="1472298"/>
                </a:cubicBezTo>
                <a:cubicBezTo>
                  <a:pt x="329585" y="1472298"/>
                  <a:pt x="0" y="1142713"/>
                  <a:pt x="0" y="736149"/>
                </a:cubicBezTo>
                <a:cubicBezTo>
                  <a:pt x="0" y="329585"/>
                  <a:pt x="329585" y="0"/>
                  <a:pt x="736149" y="0"/>
                </a:cubicBezTo>
                <a:cubicBezTo>
                  <a:pt x="1142713" y="0"/>
                  <a:pt x="1472298" y="329585"/>
                  <a:pt x="1472298" y="736149"/>
                </a:cubicBezTo>
                <a:close/>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8" name="任意多边形: 形状 7">
            <a:extLst>
              <a:ext uri="{FF2B5EF4-FFF2-40B4-BE49-F238E27FC236}">
                <a16:creationId xmlns:a16="http://schemas.microsoft.com/office/drawing/2014/main" id="{85C9BFD3-4439-442F-8F2C-EEB5822766BB}"/>
              </a:ext>
            </a:extLst>
          </p:cNvPr>
          <p:cNvSpPr/>
          <p:nvPr/>
        </p:nvSpPr>
        <p:spPr>
          <a:xfrm>
            <a:off x="1348466" y="1970904"/>
            <a:ext cx="1317114" cy="1317114"/>
          </a:xfrm>
          <a:custGeom>
            <a:avLst/>
            <a:gdLst>
              <a:gd name="connsiteX0" fmla="*/ 1330419 w 1330418"/>
              <a:gd name="connsiteY0" fmla="*/ 665209 h 1330418"/>
              <a:gd name="connsiteX1" fmla="*/ 665209 w 1330418"/>
              <a:gd name="connsiteY1" fmla="*/ 1330419 h 1330418"/>
              <a:gd name="connsiteX2" fmla="*/ 0 w 1330418"/>
              <a:gd name="connsiteY2" fmla="*/ 665209 h 1330418"/>
              <a:gd name="connsiteX3" fmla="*/ 665209 w 1330418"/>
              <a:gd name="connsiteY3" fmla="*/ 0 h 1330418"/>
              <a:gd name="connsiteX4" fmla="*/ 1330419 w 1330418"/>
              <a:gd name="connsiteY4" fmla="*/ 665209 h 1330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0418" h="1330418">
                <a:moveTo>
                  <a:pt x="1330419" y="665209"/>
                </a:moveTo>
                <a:cubicBezTo>
                  <a:pt x="1330419" y="1032595"/>
                  <a:pt x="1032594" y="1330419"/>
                  <a:pt x="665209" y="1330419"/>
                </a:cubicBezTo>
                <a:cubicBezTo>
                  <a:pt x="297824" y="1330419"/>
                  <a:pt x="0" y="1032594"/>
                  <a:pt x="0" y="665209"/>
                </a:cubicBezTo>
                <a:cubicBezTo>
                  <a:pt x="0" y="297824"/>
                  <a:pt x="297825" y="0"/>
                  <a:pt x="665209" y="0"/>
                </a:cubicBezTo>
                <a:cubicBezTo>
                  <a:pt x="1032595" y="0"/>
                  <a:pt x="1330419" y="297825"/>
                  <a:pt x="1330419" y="665209"/>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9" name="任意多边形: 形状 8">
            <a:extLst>
              <a:ext uri="{FF2B5EF4-FFF2-40B4-BE49-F238E27FC236}">
                <a16:creationId xmlns:a16="http://schemas.microsoft.com/office/drawing/2014/main" id="{31373D56-0DB8-6CB4-8E04-A5A9BF9742C0}"/>
              </a:ext>
            </a:extLst>
          </p:cNvPr>
          <p:cNvSpPr/>
          <p:nvPr/>
        </p:nvSpPr>
        <p:spPr>
          <a:xfrm>
            <a:off x="1705271" y="4107568"/>
            <a:ext cx="603504" cy="603504"/>
          </a:xfrm>
          <a:custGeom>
            <a:avLst/>
            <a:gdLst>
              <a:gd name="connsiteX0" fmla="*/ 304800 w 609600"/>
              <a:gd name="connsiteY0" fmla="*/ 609600 h 609600"/>
              <a:gd name="connsiteX1" fmla="*/ 186066 w 609600"/>
              <a:gd name="connsiteY1" fmla="*/ 585553 h 609600"/>
              <a:gd name="connsiteX2" fmla="*/ 89276 w 609600"/>
              <a:gd name="connsiteY2" fmla="*/ 520324 h 609600"/>
              <a:gd name="connsiteX3" fmla="*/ 24047 w 609600"/>
              <a:gd name="connsiteY3" fmla="*/ 423534 h 609600"/>
              <a:gd name="connsiteX4" fmla="*/ 0 w 609600"/>
              <a:gd name="connsiteY4" fmla="*/ 304800 h 609600"/>
              <a:gd name="connsiteX5" fmla="*/ 24047 w 609600"/>
              <a:gd name="connsiteY5" fmla="*/ 186066 h 609600"/>
              <a:gd name="connsiteX6" fmla="*/ 89276 w 609600"/>
              <a:gd name="connsiteY6" fmla="*/ 89276 h 609600"/>
              <a:gd name="connsiteX7" fmla="*/ 186066 w 609600"/>
              <a:gd name="connsiteY7" fmla="*/ 24047 h 609600"/>
              <a:gd name="connsiteX8" fmla="*/ 304800 w 609600"/>
              <a:gd name="connsiteY8" fmla="*/ 0 h 609600"/>
              <a:gd name="connsiteX9" fmla="*/ 423534 w 609600"/>
              <a:gd name="connsiteY9" fmla="*/ 24047 h 609600"/>
              <a:gd name="connsiteX10" fmla="*/ 520324 w 609600"/>
              <a:gd name="connsiteY10" fmla="*/ 89276 h 609600"/>
              <a:gd name="connsiteX11" fmla="*/ 585553 w 609600"/>
              <a:gd name="connsiteY11" fmla="*/ 186066 h 609600"/>
              <a:gd name="connsiteX12" fmla="*/ 609600 w 609600"/>
              <a:gd name="connsiteY12" fmla="*/ 304800 h 609600"/>
              <a:gd name="connsiteX13" fmla="*/ 585553 w 609600"/>
              <a:gd name="connsiteY13" fmla="*/ 423534 h 609600"/>
              <a:gd name="connsiteX14" fmla="*/ 520324 w 609600"/>
              <a:gd name="connsiteY14" fmla="*/ 520324 h 609600"/>
              <a:gd name="connsiteX15" fmla="*/ 423534 w 609600"/>
              <a:gd name="connsiteY15" fmla="*/ 585553 h 609600"/>
              <a:gd name="connsiteX16" fmla="*/ 304800 w 609600"/>
              <a:gd name="connsiteY16" fmla="*/ 60960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600" h="609600">
                <a:moveTo>
                  <a:pt x="304800" y="609600"/>
                </a:moveTo>
                <a:cubicBezTo>
                  <a:pt x="263619" y="609600"/>
                  <a:pt x="223640" y="601484"/>
                  <a:pt x="186066" y="585553"/>
                </a:cubicBezTo>
                <a:cubicBezTo>
                  <a:pt x="149695" y="570222"/>
                  <a:pt x="117231" y="548279"/>
                  <a:pt x="89276" y="520324"/>
                </a:cubicBezTo>
                <a:cubicBezTo>
                  <a:pt x="61321" y="492369"/>
                  <a:pt x="39378" y="459905"/>
                  <a:pt x="24047" y="423534"/>
                </a:cubicBezTo>
                <a:cubicBezTo>
                  <a:pt x="8116" y="385960"/>
                  <a:pt x="0" y="345981"/>
                  <a:pt x="0" y="304800"/>
                </a:cubicBezTo>
                <a:cubicBezTo>
                  <a:pt x="0" y="263619"/>
                  <a:pt x="8116" y="223640"/>
                  <a:pt x="24047" y="186066"/>
                </a:cubicBezTo>
                <a:cubicBezTo>
                  <a:pt x="39378" y="149695"/>
                  <a:pt x="61321" y="117231"/>
                  <a:pt x="89276" y="89276"/>
                </a:cubicBezTo>
                <a:cubicBezTo>
                  <a:pt x="117231" y="61321"/>
                  <a:pt x="149695" y="39377"/>
                  <a:pt x="186066" y="24047"/>
                </a:cubicBezTo>
                <a:cubicBezTo>
                  <a:pt x="223640" y="8116"/>
                  <a:pt x="263619" y="0"/>
                  <a:pt x="304800" y="0"/>
                </a:cubicBezTo>
                <a:cubicBezTo>
                  <a:pt x="345981" y="0"/>
                  <a:pt x="385960" y="8116"/>
                  <a:pt x="423534" y="24047"/>
                </a:cubicBezTo>
                <a:cubicBezTo>
                  <a:pt x="459905" y="39377"/>
                  <a:pt x="492369" y="61321"/>
                  <a:pt x="520324" y="89276"/>
                </a:cubicBezTo>
                <a:cubicBezTo>
                  <a:pt x="548279" y="117231"/>
                  <a:pt x="570223" y="149695"/>
                  <a:pt x="585553" y="186066"/>
                </a:cubicBezTo>
                <a:cubicBezTo>
                  <a:pt x="601484" y="223640"/>
                  <a:pt x="609600" y="263619"/>
                  <a:pt x="609600" y="304800"/>
                </a:cubicBezTo>
                <a:cubicBezTo>
                  <a:pt x="609600" y="345981"/>
                  <a:pt x="601484" y="385960"/>
                  <a:pt x="585553" y="423534"/>
                </a:cubicBezTo>
                <a:cubicBezTo>
                  <a:pt x="570223" y="459905"/>
                  <a:pt x="548279" y="492369"/>
                  <a:pt x="520324" y="520324"/>
                </a:cubicBezTo>
                <a:cubicBezTo>
                  <a:pt x="492369" y="548279"/>
                  <a:pt x="459905" y="570222"/>
                  <a:pt x="423534" y="585553"/>
                </a:cubicBezTo>
                <a:cubicBezTo>
                  <a:pt x="385960" y="601484"/>
                  <a:pt x="345981" y="609600"/>
                  <a:pt x="304800" y="609600"/>
                </a:cubicBezTo>
              </a:path>
            </a:pathLst>
          </a:custGeom>
          <a:solidFill>
            <a:srgbClr val="606060"/>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0" name="任意多边形: 形状 9">
            <a:extLst>
              <a:ext uri="{FF2B5EF4-FFF2-40B4-BE49-F238E27FC236}">
                <a16:creationId xmlns:a16="http://schemas.microsoft.com/office/drawing/2014/main" id="{02EBCBDC-81A1-6843-2890-9E5C85206EA8}"/>
              </a:ext>
            </a:extLst>
          </p:cNvPr>
          <p:cNvSpPr/>
          <p:nvPr/>
        </p:nvSpPr>
        <p:spPr>
          <a:xfrm>
            <a:off x="1754671" y="4156969"/>
            <a:ext cx="504705" cy="504705"/>
          </a:xfrm>
          <a:custGeom>
            <a:avLst/>
            <a:gdLst>
              <a:gd name="connsiteX0" fmla="*/ 509803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6 w 509803"/>
              <a:gd name="connsiteY5" fmla="*/ 489664 h 509803"/>
              <a:gd name="connsiteX6" fmla="*/ 74847 w 509803"/>
              <a:gd name="connsiteY6" fmla="*/ 434956 h 509803"/>
              <a:gd name="connsiteX7" fmla="*/ 20140 w 509803"/>
              <a:gd name="connsiteY7" fmla="*/ 354097 h 509803"/>
              <a:gd name="connsiteX8" fmla="*/ 0 w 509803"/>
              <a:gd name="connsiteY8" fmla="*/ 254902 h 509803"/>
              <a:gd name="connsiteX9" fmla="*/ 20140 w 509803"/>
              <a:gd name="connsiteY9" fmla="*/ 155707 h 509803"/>
              <a:gd name="connsiteX10" fmla="*/ 74847 w 509803"/>
              <a:gd name="connsiteY10" fmla="*/ 74847 h 509803"/>
              <a:gd name="connsiteX11" fmla="*/ 155706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7 h 509803"/>
              <a:gd name="connsiteX16" fmla="*/ 509803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3" y="254902"/>
                </a:moveTo>
                <a:cubicBezTo>
                  <a:pt x="509803" y="289169"/>
                  <a:pt x="503190" y="322535"/>
                  <a:pt x="489664" y="354097"/>
                </a:cubicBezTo>
                <a:cubicBezTo>
                  <a:pt x="476738" y="384457"/>
                  <a:pt x="458402" y="411811"/>
                  <a:pt x="434956" y="434956"/>
                </a:cubicBezTo>
                <a:cubicBezTo>
                  <a:pt x="411510" y="458402"/>
                  <a:pt x="384457" y="476738"/>
                  <a:pt x="354097" y="489664"/>
                </a:cubicBezTo>
                <a:cubicBezTo>
                  <a:pt x="322535" y="502890"/>
                  <a:pt x="289169" y="509804"/>
                  <a:pt x="254902" y="509804"/>
                </a:cubicBezTo>
                <a:cubicBezTo>
                  <a:pt x="220634" y="509804"/>
                  <a:pt x="187269" y="503191"/>
                  <a:pt x="155706" y="489664"/>
                </a:cubicBezTo>
                <a:cubicBezTo>
                  <a:pt x="125347" y="476738"/>
                  <a:pt x="97993" y="458402"/>
                  <a:pt x="74847" y="434956"/>
                </a:cubicBezTo>
                <a:cubicBezTo>
                  <a:pt x="51401" y="411510"/>
                  <a:pt x="33065" y="384457"/>
                  <a:pt x="20140" y="354097"/>
                </a:cubicBezTo>
                <a:cubicBezTo>
                  <a:pt x="6914" y="322535"/>
                  <a:pt x="0" y="289169"/>
                  <a:pt x="0" y="254902"/>
                </a:cubicBezTo>
                <a:cubicBezTo>
                  <a:pt x="0" y="220634"/>
                  <a:pt x="6613" y="187269"/>
                  <a:pt x="20140" y="155707"/>
                </a:cubicBezTo>
                <a:cubicBezTo>
                  <a:pt x="33065" y="125347"/>
                  <a:pt x="51401" y="97993"/>
                  <a:pt x="74847" y="74847"/>
                </a:cubicBezTo>
                <a:cubicBezTo>
                  <a:pt x="98294" y="51401"/>
                  <a:pt x="125347" y="33065"/>
                  <a:pt x="155706" y="20140"/>
                </a:cubicBezTo>
                <a:cubicBezTo>
                  <a:pt x="187269" y="6914"/>
                  <a:pt x="220634" y="0"/>
                  <a:pt x="254902" y="0"/>
                </a:cubicBezTo>
                <a:cubicBezTo>
                  <a:pt x="289169" y="0"/>
                  <a:pt x="322535" y="6613"/>
                  <a:pt x="354097" y="20140"/>
                </a:cubicBezTo>
                <a:cubicBezTo>
                  <a:pt x="384457" y="33065"/>
                  <a:pt x="411811" y="51401"/>
                  <a:pt x="434956" y="74847"/>
                </a:cubicBezTo>
                <a:cubicBezTo>
                  <a:pt x="458402" y="98294"/>
                  <a:pt x="476738" y="125347"/>
                  <a:pt x="489664" y="155707"/>
                </a:cubicBezTo>
                <a:cubicBezTo>
                  <a:pt x="502890" y="187269"/>
                  <a:pt x="509803" y="220634"/>
                  <a:pt x="509803" y="254902"/>
                </a:cubicBezTo>
              </a:path>
            </a:pathLst>
          </a:custGeom>
          <a:noFill/>
          <a:ln w="178551" cap="flat">
            <a:solidFill>
              <a:srgbClr val="4A66AC"/>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1" name="任意多边形: 形状 10">
            <a:extLst>
              <a:ext uri="{FF2B5EF4-FFF2-40B4-BE49-F238E27FC236}">
                <a16:creationId xmlns:a16="http://schemas.microsoft.com/office/drawing/2014/main" id="{DA90FDF1-941A-EB7F-9940-700B4CFF5211}"/>
              </a:ext>
            </a:extLst>
          </p:cNvPr>
          <p:cNvSpPr/>
          <p:nvPr/>
        </p:nvSpPr>
        <p:spPr>
          <a:xfrm>
            <a:off x="1775503" y="4177801"/>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2" name="任意多边形: 形状 11">
            <a:extLst>
              <a:ext uri="{FF2B5EF4-FFF2-40B4-BE49-F238E27FC236}">
                <a16:creationId xmlns:a16="http://schemas.microsoft.com/office/drawing/2014/main" id="{1C8FC0D6-8B8E-7B31-BC07-8485F6D3A0FC}"/>
              </a:ext>
            </a:extLst>
          </p:cNvPr>
          <p:cNvSpPr/>
          <p:nvPr/>
        </p:nvSpPr>
        <p:spPr>
          <a:xfrm>
            <a:off x="1754671" y="2377107"/>
            <a:ext cx="504705" cy="504705"/>
          </a:xfrm>
          <a:custGeom>
            <a:avLst/>
            <a:gdLst>
              <a:gd name="connsiteX0" fmla="*/ 509803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6 w 509803"/>
              <a:gd name="connsiteY5" fmla="*/ 489664 h 509803"/>
              <a:gd name="connsiteX6" fmla="*/ 74847 w 509803"/>
              <a:gd name="connsiteY6" fmla="*/ 434956 h 509803"/>
              <a:gd name="connsiteX7" fmla="*/ 20140 w 509803"/>
              <a:gd name="connsiteY7" fmla="*/ 354097 h 509803"/>
              <a:gd name="connsiteX8" fmla="*/ 0 w 509803"/>
              <a:gd name="connsiteY8" fmla="*/ 254902 h 509803"/>
              <a:gd name="connsiteX9" fmla="*/ 20140 w 509803"/>
              <a:gd name="connsiteY9" fmla="*/ 155706 h 509803"/>
              <a:gd name="connsiteX10" fmla="*/ 74847 w 509803"/>
              <a:gd name="connsiteY10" fmla="*/ 74847 h 509803"/>
              <a:gd name="connsiteX11" fmla="*/ 155706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6 h 509803"/>
              <a:gd name="connsiteX16" fmla="*/ 509803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3" y="254902"/>
                </a:moveTo>
                <a:cubicBezTo>
                  <a:pt x="509803" y="289169"/>
                  <a:pt x="503190" y="322535"/>
                  <a:pt x="489664" y="354097"/>
                </a:cubicBezTo>
                <a:cubicBezTo>
                  <a:pt x="476738" y="384457"/>
                  <a:pt x="458402" y="411811"/>
                  <a:pt x="434956" y="434956"/>
                </a:cubicBezTo>
                <a:cubicBezTo>
                  <a:pt x="411510" y="458102"/>
                  <a:pt x="384457" y="476738"/>
                  <a:pt x="354097" y="489664"/>
                </a:cubicBezTo>
                <a:cubicBezTo>
                  <a:pt x="322535" y="502890"/>
                  <a:pt x="289169" y="509804"/>
                  <a:pt x="254902" y="509804"/>
                </a:cubicBezTo>
                <a:cubicBezTo>
                  <a:pt x="220634" y="509804"/>
                  <a:pt x="187269" y="503191"/>
                  <a:pt x="155706" y="489664"/>
                </a:cubicBezTo>
                <a:cubicBezTo>
                  <a:pt x="125347" y="476738"/>
                  <a:pt x="97993" y="458402"/>
                  <a:pt x="74847" y="434956"/>
                </a:cubicBezTo>
                <a:cubicBezTo>
                  <a:pt x="51702" y="411510"/>
                  <a:pt x="33065" y="384457"/>
                  <a:pt x="20140" y="354097"/>
                </a:cubicBezTo>
                <a:cubicBezTo>
                  <a:pt x="6914" y="322535"/>
                  <a:pt x="0" y="289169"/>
                  <a:pt x="0" y="254902"/>
                </a:cubicBezTo>
                <a:cubicBezTo>
                  <a:pt x="0" y="220634"/>
                  <a:pt x="6613" y="187269"/>
                  <a:pt x="20140" y="155706"/>
                </a:cubicBezTo>
                <a:cubicBezTo>
                  <a:pt x="33065" y="125347"/>
                  <a:pt x="51401" y="97993"/>
                  <a:pt x="74847" y="74847"/>
                </a:cubicBezTo>
                <a:cubicBezTo>
                  <a:pt x="98294" y="51702"/>
                  <a:pt x="125347" y="33065"/>
                  <a:pt x="155706" y="20140"/>
                </a:cubicBezTo>
                <a:cubicBezTo>
                  <a:pt x="187269" y="6914"/>
                  <a:pt x="220634" y="0"/>
                  <a:pt x="254902" y="0"/>
                </a:cubicBezTo>
                <a:cubicBezTo>
                  <a:pt x="289169" y="0"/>
                  <a:pt x="322535" y="6613"/>
                  <a:pt x="354097" y="20140"/>
                </a:cubicBezTo>
                <a:cubicBezTo>
                  <a:pt x="384457" y="33065"/>
                  <a:pt x="411811" y="51401"/>
                  <a:pt x="434956" y="74847"/>
                </a:cubicBezTo>
                <a:cubicBezTo>
                  <a:pt x="458102" y="98294"/>
                  <a:pt x="476738" y="125347"/>
                  <a:pt x="489664" y="155706"/>
                </a:cubicBezTo>
                <a:cubicBezTo>
                  <a:pt x="502890" y="186968"/>
                  <a:pt x="509803" y="220334"/>
                  <a:pt x="509803" y="254902"/>
                </a:cubicBezTo>
              </a:path>
            </a:pathLst>
          </a:custGeom>
          <a:noFill/>
          <a:ln w="178551" cap="flat">
            <a:solidFill>
              <a:srgbClr val="4A66AC"/>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3" name="任意多边形: 形状 12">
            <a:extLst>
              <a:ext uri="{FF2B5EF4-FFF2-40B4-BE49-F238E27FC236}">
                <a16:creationId xmlns:a16="http://schemas.microsoft.com/office/drawing/2014/main" id="{BD789A7F-7A61-413E-0559-AAC5FC27D680}"/>
              </a:ext>
            </a:extLst>
          </p:cNvPr>
          <p:cNvSpPr/>
          <p:nvPr/>
        </p:nvSpPr>
        <p:spPr>
          <a:xfrm>
            <a:off x="1775503" y="2397939"/>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4" name="任意多边形: 形状 13">
            <a:extLst>
              <a:ext uri="{FF2B5EF4-FFF2-40B4-BE49-F238E27FC236}">
                <a16:creationId xmlns:a16="http://schemas.microsoft.com/office/drawing/2014/main" id="{19603979-132A-72BF-8E58-614097E2CFDB}"/>
              </a:ext>
            </a:extLst>
          </p:cNvPr>
          <p:cNvSpPr/>
          <p:nvPr/>
        </p:nvSpPr>
        <p:spPr>
          <a:xfrm>
            <a:off x="2007022" y="2630353"/>
            <a:ext cx="2975" cy="1685227"/>
          </a:xfrm>
          <a:custGeom>
            <a:avLst/>
            <a:gdLst>
              <a:gd name="connsiteX0" fmla="*/ 0 w 3005"/>
              <a:gd name="connsiteY0" fmla="*/ 0 h 1702250"/>
              <a:gd name="connsiteX1" fmla="*/ 0 w 3005"/>
              <a:gd name="connsiteY1" fmla="*/ 1702251 h 1702250"/>
            </a:gdLst>
            <a:ahLst/>
            <a:cxnLst>
              <a:cxn ang="0">
                <a:pos x="connsiteX0" y="connsiteY0"/>
              </a:cxn>
              <a:cxn ang="0">
                <a:pos x="connsiteX1" y="connsiteY1"/>
              </a:cxn>
            </a:cxnLst>
            <a:rect l="l" t="t" r="r" b="b"/>
            <a:pathLst>
              <a:path w="3005" h="1702250">
                <a:moveTo>
                  <a:pt x="0" y="0"/>
                </a:moveTo>
                <a:lnTo>
                  <a:pt x="0" y="1702251"/>
                </a:lnTo>
              </a:path>
            </a:pathLst>
          </a:custGeom>
          <a:ln w="105176" cap="rnd">
            <a:solidFill>
              <a:srgbClr val="FFFFFF"/>
            </a:solidFill>
            <a:prstDash val="solid"/>
            <a:bevel/>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nvGrpSpPr>
          <p:cNvPr id="15" name="组合 14">
            <a:extLst>
              <a:ext uri="{FF2B5EF4-FFF2-40B4-BE49-F238E27FC236}">
                <a16:creationId xmlns:a16="http://schemas.microsoft.com/office/drawing/2014/main" id="{086D8103-DA63-0A6B-FB4D-69AE3078790E}"/>
              </a:ext>
            </a:extLst>
          </p:cNvPr>
          <p:cNvGrpSpPr/>
          <p:nvPr/>
        </p:nvGrpSpPr>
        <p:grpSpPr>
          <a:xfrm>
            <a:off x="1928909" y="4303381"/>
            <a:ext cx="150281" cy="183609"/>
            <a:chOff x="1934918" y="4278943"/>
            <a:chExt cx="150281" cy="183609"/>
          </a:xfrm>
          <a:solidFill>
            <a:srgbClr val="4A66AC"/>
          </a:solidFill>
        </p:grpSpPr>
        <p:sp>
          <p:nvSpPr>
            <p:cNvPr id="16" name="任意多边形: 形状 15">
              <a:extLst>
                <a:ext uri="{FF2B5EF4-FFF2-40B4-BE49-F238E27FC236}">
                  <a16:creationId xmlns:a16="http://schemas.microsoft.com/office/drawing/2014/main" id="{3DD5FD44-075E-1AE7-8660-768993B5112B}"/>
                </a:ext>
              </a:extLst>
            </p:cNvPr>
            <p:cNvSpPr/>
            <p:nvPr/>
          </p:nvSpPr>
          <p:spPr>
            <a:xfrm>
              <a:off x="1934918" y="4278943"/>
              <a:ext cx="81538" cy="183609"/>
            </a:xfrm>
            <a:custGeom>
              <a:avLst/>
              <a:gdLst>
                <a:gd name="connsiteX0" fmla="*/ 10821 w 82362"/>
                <a:gd name="connsiteY0" fmla="*/ 174343 h 185464"/>
                <a:gd name="connsiteX1" fmla="*/ 0 w 82362"/>
                <a:gd name="connsiteY1" fmla="*/ 142781 h 185464"/>
                <a:gd name="connsiteX2" fmla="*/ 0 w 82362"/>
                <a:gd name="connsiteY2" fmla="*/ 42684 h 185464"/>
                <a:gd name="connsiteX3" fmla="*/ 10821 w 82362"/>
                <a:gd name="connsiteY3" fmla="*/ 11122 h 185464"/>
                <a:gd name="connsiteX4" fmla="*/ 41181 w 82362"/>
                <a:gd name="connsiteY4" fmla="*/ 0 h 185464"/>
                <a:gd name="connsiteX5" fmla="*/ 71541 w 82362"/>
                <a:gd name="connsiteY5" fmla="*/ 11122 h 185464"/>
                <a:gd name="connsiteX6" fmla="*/ 82362 w 82362"/>
                <a:gd name="connsiteY6" fmla="*/ 42684 h 185464"/>
                <a:gd name="connsiteX7" fmla="*/ 82362 w 82362"/>
                <a:gd name="connsiteY7" fmla="*/ 142781 h 185464"/>
                <a:gd name="connsiteX8" fmla="*/ 71541 w 82362"/>
                <a:gd name="connsiteY8" fmla="*/ 174343 h 185464"/>
                <a:gd name="connsiteX9" fmla="*/ 41181 w 82362"/>
                <a:gd name="connsiteY9" fmla="*/ 185465 h 185464"/>
                <a:gd name="connsiteX10" fmla="*/ 10821 w 82362"/>
                <a:gd name="connsiteY10" fmla="*/ 174343 h 185464"/>
                <a:gd name="connsiteX11" fmla="*/ 51702 w 82362"/>
                <a:gd name="connsiteY11" fmla="*/ 154504 h 185464"/>
                <a:gd name="connsiteX12" fmla="*/ 55309 w 82362"/>
                <a:gd name="connsiteY12" fmla="*/ 142480 h 185464"/>
                <a:gd name="connsiteX13" fmla="*/ 55309 w 82362"/>
                <a:gd name="connsiteY13" fmla="*/ 42684 h 185464"/>
                <a:gd name="connsiteX14" fmla="*/ 51702 w 82362"/>
                <a:gd name="connsiteY14" fmla="*/ 30660 h 185464"/>
                <a:gd name="connsiteX15" fmla="*/ 41482 w 82362"/>
                <a:gd name="connsiteY15" fmla="*/ 26452 h 185464"/>
                <a:gd name="connsiteX16" fmla="*/ 31261 w 82362"/>
                <a:gd name="connsiteY16" fmla="*/ 30660 h 185464"/>
                <a:gd name="connsiteX17" fmla="*/ 27654 w 82362"/>
                <a:gd name="connsiteY17" fmla="*/ 42684 h 185464"/>
                <a:gd name="connsiteX18" fmla="*/ 27654 w 82362"/>
                <a:gd name="connsiteY18" fmla="*/ 142480 h 185464"/>
                <a:gd name="connsiteX19" fmla="*/ 31261 w 82362"/>
                <a:gd name="connsiteY19" fmla="*/ 154504 h 185464"/>
                <a:gd name="connsiteX20" fmla="*/ 41482 w 82362"/>
                <a:gd name="connsiteY20" fmla="*/ 158712 h 185464"/>
                <a:gd name="connsiteX21" fmla="*/ 51702 w 82362"/>
                <a:gd name="connsiteY21" fmla="*/ 154504 h 185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2362" h="185464">
                  <a:moveTo>
                    <a:pt x="10821" y="174343"/>
                  </a:moveTo>
                  <a:cubicBezTo>
                    <a:pt x="3607" y="166828"/>
                    <a:pt x="0" y="156308"/>
                    <a:pt x="0" y="142781"/>
                  </a:cubicBezTo>
                  <a:lnTo>
                    <a:pt x="0" y="42684"/>
                  </a:lnTo>
                  <a:cubicBezTo>
                    <a:pt x="0" y="29157"/>
                    <a:pt x="3607" y="18637"/>
                    <a:pt x="10821" y="11122"/>
                  </a:cubicBezTo>
                  <a:cubicBezTo>
                    <a:pt x="18036" y="3607"/>
                    <a:pt x="28256" y="0"/>
                    <a:pt x="41181" y="0"/>
                  </a:cubicBezTo>
                  <a:cubicBezTo>
                    <a:pt x="54107" y="0"/>
                    <a:pt x="64327" y="3607"/>
                    <a:pt x="71541" y="11122"/>
                  </a:cubicBezTo>
                  <a:cubicBezTo>
                    <a:pt x="78755" y="18637"/>
                    <a:pt x="82362" y="29157"/>
                    <a:pt x="82362" y="42684"/>
                  </a:cubicBezTo>
                  <a:lnTo>
                    <a:pt x="82362" y="142781"/>
                  </a:lnTo>
                  <a:cubicBezTo>
                    <a:pt x="82362" y="156308"/>
                    <a:pt x="78755" y="166828"/>
                    <a:pt x="71541" y="174343"/>
                  </a:cubicBezTo>
                  <a:cubicBezTo>
                    <a:pt x="64327" y="181858"/>
                    <a:pt x="54107" y="185465"/>
                    <a:pt x="41181" y="185465"/>
                  </a:cubicBezTo>
                  <a:cubicBezTo>
                    <a:pt x="28256" y="185465"/>
                    <a:pt x="18036" y="181557"/>
                    <a:pt x="10821" y="174343"/>
                  </a:cubicBezTo>
                  <a:close/>
                  <a:moveTo>
                    <a:pt x="51702" y="154504"/>
                  </a:moveTo>
                  <a:cubicBezTo>
                    <a:pt x="54107" y="151799"/>
                    <a:pt x="55309" y="147590"/>
                    <a:pt x="55309" y="142480"/>
                  </a:cubicBezTo>
                  <a:lnTo>
                    <a:pt x="55309" y="42684"/>
                  </a:lnTo>
                  <a:cubicBezTo>
                    <a:pt x="55309" y="37574"/>
                    <a:pt x="54107" y="33666"/>
                    <a:pt x="51702" y="30660"/>
                  </a:cubicBezTo>
                  <a:cubicBezTo>
                    <a:pt x="49297" y="27654"/>
                    <a:pt x="45990" y="26452"/>
                    <a:pt x="41482" y="26452"/>
                  </a:cubicBezTo>
                  <a:cubicBezTo>
                    <a:pt x="37273" y="26452"/>
                    <a:pt x="33666" y="27955"/>
                    <a:pt x="31261" y="30660"/>
                  </a:cubicBezTo>
                  <a:cubicBezTo>
                    <a:pt x="28857" y="33366"/>
                    <a:pt x="27654" y="37574"/>
                    <a:pt x="27654" y="42684"/>
                  </a:cubicBezTo>
                  <a:lnTo>
                    <a:pt x="27654" y="142480"/>
                  </a:lnTo>
                  <a:cubicBezTo>
                    <a:pt x="27654" y="147590"/>
                    <a:pt x="28857" y="151498"/>
                    <a:pt x="31261" y="154504"/>
                  </a:cubicBezTo>
                  <a:cubicBezTo>
                    <a:pt x="33666" y="157209"/>
                    <a:pt x="36973" y="158712"/>
                    <a:pt x="41482" y="158712"/>
                  </a:cubicBezTo>
                  <a:cubicBezTo>
                    <a:pt x="45690" y="159013"/>
                    <a:pt x="49297" y="157510"/>
                    <a:pt x="51702" y="154504"/>
                  </a:cubicBez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7" name="任意多边形: 形状 16">
              <a:extLst>
                <a:ext uri="{FF2B5EF4-FFF2-40B4-BE49-F238E27FC236}">
                  <a16:creationId xmlns:a16="http://schemas.microsoft.com/office/drawing/2014/main" id="{225C3615-D927-8449-4793-6FF8292DC0DD}"/>
                </a:ext>
              </a:extLst>
            </p:cNvPr>
            <p:cNvSpPr/>
            <p:nvPr/>
          </p:nvSpPr>
          <p:spPr>
            <a:xfrm>
              <a:off x="2032824" y="4281027"/>
              <a:ext cx="52375" cy="179443"/>
            </a:xfrm>
            <a:custGeom>
              <a:avLst/>
              <a:gdLst>
                <a:gd name="connsiteX0" fmla="*/ 52604 w 52904"/>
                <a:gd name="connsiteY0" fmla="*/ 181257 h 181256"/>
                <a:gd name="connsiteX1" fmla="*/ 25250 w 52904"/>
                <a:gd name="connsiteY1" fmla="*/ 181257 h 181256"/>
                <a:gd name="connsiteX2" fmla="*/ 25250 w 52904"/>
                <a:gd name="connsiteY2" fmla="*/ 29759 h 181256"/>
                <a:gd name="connsiteX3" fmla="*/ 0 w 52904"/>
                <a:gd name="connsiteY3" fmla="*/ 43886 h 181256"/>
                <a:gd name="connsiteX4" fmla="*/ 0 w 52904"/>
                <a:gd name="connsiteY4" fmla="*/ 14729 h 181256"/>
                <a:gd name="connsiteX5" fmla="*/ 24047 w 52904"/>
                <a:gd name="connsiteY5" fmla="*/ 0 h 181256"/>
                <a:gd name="connsiteX6" fmla="*/ 52904 w 52904"/>
                <a:gd name="connsiteY6" fmla="*/ 0 h 181256"/>
                <a:gd name="connsiteX7" fmla="*/ 52604 w 52904"/>
                <a:gd name="connsiteY7" fmla="*/ 181257 h 181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904" h="181256">
                  <a:moveTo>
                    <a:pt x="52604" y="181257"/>
                  </a:moveTo>
                  <a:lnTo>
                    <a:pt x="25250" y="181257"/>
                  </a:lnTo>
                  <a:lnTo>
                    <a:pt x="25250" y="29759"/>
                  </a:lnTo>
                  <a:lnTo>
                    <a:pt x="0" y="43886"/>
                  </a:lnTo>
                  <a:lnTo>
                    <a:pt x="0" y="14729"/>
                  </a:lnTo>
                  <a:lnTo>
                    <a:pt x="24047" y="0"/>
                  </a:lnTo>
                  <a:lnTo>
                    <a:pt x="52904" y="0"/>
                  </a:lnTo>
                  <a:lnTo>
                    <a:pt x="52604" y="181257"/>
                  </a:ln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sp>
        <p:nvSpPr>
          <p:cNvPr id="18" name="任意多边形: 形状 17">
            <a:extLst>
              <a:ext uri="{FF2B5EF4-FFF2-40B4-BE49-F238E27FC236}">
                <a16:creationId xmlns:a16="http://schemas.microsoft.com/office/drawing/2014/main" id="{67D73C5D-CB7E-1358-906F-337C7EAC1EB4}"/>
              </a:ext>
            </a:extLst>
          </p:cNvPr>
          <p:cNvSpPr/>
          <p:nvPr/>
        </p:nvSpPr>
        <p:spPr>
          <a:xfrm>
            <a:off x="3369669" y="1899186"/>
            <a:ext cx="2726778" cy="1459359"/>
          </a:xfrm>
          <a:custGeom>
            <a:avLst/>
            <a:gdLst>
              <a:gd name="connsiteX0" fmla="*/ 0 w 2754321"/>
              <a:gd name="connsiteY0" fmla="*/ 0 h 1474101"/>
              <a:gd name="connsiteX1" fmla="*/ 2754322 w 2754321"/>
              <a:gd name="connsiteY1" fmla="*/ 0 h 1474101"/>
              <a:gd name="connsiteX2" fmla="*/ 2754322 w 2754321"/>
              <a:gd name="connsiteY2" fmla="*/ 1474102 h 1474101"/>
              <a:gd name="connsiteX3" fmla="*/ 0 w 2754321"/>
              <a:gd name="connsiteY3" fmla="*/ 1474102 h 1474101"/>
            </a:gdLst>
            <a:ahLst/>
            <a:cxnLst>
              <a:cxn ang="0">
                <a:pos x="connsiteX0" y="connsiteY0"/>
              </a:cxn>
              <a:cxn ang="0">
                <a:pos x="connsiteX1" y="connsiteY1"/>
              </a:cxn>
              <a:cxn ang="0">
                <a:pos x="connsiteX2" y="connsiteY2"/>
              </a:cxn>
              <a:cxn ang="0">
                <a:pos x="connsiteX3" y="connsiteY3"/>
              </a:cxn>
            </a:cxnLst>
            <a:rect l="l" t="t" r="r" b="b"/>
            <a:pathLst>
              <a:path w="2754321" h="1474101">
                <a:moveTo>
                  <a:pt x="0" y="0"/>
                </a:moveTo>
                <a:lnTo>
                  <a:pt x="2754322" y="0"/>
                </a:lnTo>
                <a:lnTo>
                  <a:pt x="2754322" y="1474102"/>
                </a:lnTo>
                <a:lnTo>
                  <a:pt x="0" y="1474102"/>
                </a:lnTo>
                <a:close/>
              </a:path>
            </a:pathLst>
          </a:custGeom>
          <a:solidFill>
            <a:srgbClr val="629DD1"/>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19" name="任意多边形: 形状 18">
            <a:extLst>
              <a:ext uri="{FF2B5EF4-FFF2-40B4-BE49-F238E27FC236}">
                <a16:creationId xmlns:a16="http://schemas.microsoft.com/office/drawing/2014/main" id="{EDCB7D54-0AC6-F481-B609-D4B29F768289}"/>
              </a:ext>
            </a:extLst>
          </p:cNvPr>
          <p:cNvSpPr/>
          <p:nvPr/>
        </p:nvSpPr>
        <p:spPr>
          <a:xfrm>
            <a:off x="3631842" y="1528394"/>
            <a:ext cx="2202135" cy="2202135"/>
          </a:xfrm>
          <a:custGeom>
            <a:avLst/>
            <a:gdLst>
              <a:gd name="connsiteX0" fmla="*/ 1112189 w 2224378"/>
              <a:gd name="connsiteY0" fmla="*/ 2224379 h 2224378"/>
              <a:gd name="connsiteX1" fmla="*/ 679337 w 2224378"/>
              <a:gd name="connsiteY1" fmla="*/ 2136907 h 2224378"/>
              <a:gd name="connsiteX2" fmla="*/ 325842 w 2224378"/>
              <a:gd name="connsiteY2" fmla="*/ 1898538 h 2224378"/>
              <a:gd name="connsiteX3" fmla="*/ 87472 w 2224378"/>
              <a:gd name="connsiteY3" fmla="*/ 1545042 h 2224378"/>
              <a:gd name="connsiteX4" fmla="*/ 0 w 2224378"/>
              <a:gd name="connsiteY4" fmla="*/ 1112189 h 2224378"/>
              <a:gd name="connsiteX5" fmla="*/ 87472 w 2224378"/>
              <a:gd name="connsiteY5" fmla="*/ 679337 h 2224378"/>
              <a:gd name="connsiteX6" fmla="*/ 325842 w 2224378"/>
              <a:gd name="connsiteY6" fmla="*/ 325842 h 2224378"/>
              <a:gd name="connsiteX7" fmla="*/ 679337 w 2224378"/>
              <a:gd name="connsiteY7" fmla="*/ 87472 h 2224378"/>
              <a:gd name="connsiteX8" fmla="*/ 1112189 w 2224378"/>
              <a:gd name="connsiteY8" fmla="*/ 0 h 2224378"/>
              <a:gd name="connsiteX9" fmla="*/ 1545041 w 2224378"/>
              <a:gd name="connsiteY9" fmla="*/ 87472 h 2224378"/>
              <a:gd name="connsiteX10" fmla="*/ 1898537 w 2224378"/>
              <a:gd name="connsiteY10" fmla="*/ 325842 h 2224378"/>
              <a:gd name="connsiteX11" fmla="*/ 2136907 w 2224378"/>
              <a:gd name="connsiteY11" fmla="*/ 679337 h 2224378"/>
              <a:gd name="connsiteX12" fmla="*/ 2224379 w 2224378"/>
              <a:gd name="connsiteY12" fmla="*/ 1112189 h 2224378"/>
              <a:gd name="connsiteX13" fmla="*/ 2136907 w 2224378"/>
              <a:gd name="connsiteY13" fmla="*/ 1545042 h 2224378"/>
              <a:gd name="connsiteX14" fmla="*/ 1898537 w 2224378"/>
              <a:gd name="connsiteY14" fmla="*/ 1898538 h 2224378"/>
              <a:gd name="connsiteX15" fmla="*/ 1545041 w 2224378"/>
              <a:gd name="connsiteY15" fmla="*/ 2136907 h 2224378"/>
              <a:gd name="connsiteX16" fmla="*/ 1112189 w 2224378"/>
              <a:gd name="connsiteY16" fmla="*/ 2224379 h 2224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24378" h="2224378">
                <a:moveTo>
                  <a:pt x="1112189" y="2224379"/>
                </a:moveTo>
                <a:cubicBezTo>
                  <a:pt x="962194" y="2224379"/>
                  <a:pt x="816407" y="2194921"/>
                  <a:pt x="679337" y="2136907"/>
                </a:cubicBezTo>
                <a:cubicBezTo>
                  <a:pt x="546776" y="2080997"/>
                  <a:pt x="428043" y="2000739"/>
                  <a:pt x="325842" y="1898538"/>
                </a:cubicBezTo>
                <a:cubicBezTo>
                  <a:pt x="223640" y="1796336"/>
                  <a:pt x="143683" y="1677603"/>
                  <a:pt x="87472" y="1545042"/>
                </a:cubicBezTo>
                <a:cubicBezTo>
                  <a:pt x="29458" y="1407972"/>
                  <a:pt x="0" y="1262185"/>
                  <a:pt x="0" y="1112189"/>
                </a:cubicBezTo>
                <a:cubicBezTo>
                  <a:pt x="0" y="962194"/>
                  <a:pt x="29458" y="816407"/>
                  <a:pt x="87472" y="679337"/>
                </a:cubicBezTo>
                <a:cubicBezTo>
                  <a:pt x="143382" y="546776"/>
                  <a:pt x="223640" y="428043"/>
                  <a:pt x="325842" y="325842"/>
                </a:cubicBezTo>
                <a:cubicBezTo>
                  <a:pt x="428043" y="223640"/>
                  <a:pt x="546776" y="143683"/>
                  <a:pt x="679337" y="87472"/>
                </a:cubicBezTo>
                <a:cubicBezTo>
                  <a:pt x="816407" y="29458"/>
                  <a:pt x="962194" y="0"/>
                  <a:pt x="1112189" y="0"/>
                </a:cubicBezTo>
                <a:cubicBezTo>
                  <a:pt x="1262185" y="0"/>
                  <a:pt x="1407972" y="29458"/>
                  <a:pt x="1545041" y="87472"/>
                </a:cubicBezTo>
                <a:cubicBezTo>
                  <a:pt x="1677602" y="143382"/>
                  <a:pt x="1796336" y="223640"/>
                  <a:pt x="1898537" y="325842"/>
                </a:cubicBezTo>
                <a:cubicBezTo>
                  <a:pt x="2000738" y="428043"/>
                  <a:pt x="2080696" y="546776"/>
                  <a:pt x="2136907" y="679337"/>
                </a:cubicBezTo>
                <a:cubicBezTo>
                  <a:pt x="2194921" y="816407"/>
                  <a:pt x="2224379" y="962194"/>
                  <a:pt x="2224379" y="1112189"/>
                </a:cubicBezTo>
                <a:cubicBezTo>
                  <a:pt x="2224379" y="1262185"/>
                  <a:pt x="2194921" y="1407972"/>
                  <a:pt x="2136907" y="1545042"/>
                </a:cubicBezTo>
                <a:cubicBezTo>
                  <a:pt x="2080997" y="1677603"/>
                  <a:pt x="2000738" y="1796336"/>
                  <a:pt x="1898537" y="1898538"/>
                </a:cubicBezTo>
                <a:cubicBezTo>
                  <a:pt x="1796336" y="2000739"/>
                  <a:pt x="1677602" y="2080696"/>
                  <a:pt x="1545041" y="2136907"/>
                </a:cubicBezTo>
                <a:cubicBezTo>
                  <a:pt x="1407972" y="2194921"/>
                  <a:pt x="1262185" y="2224379"/>
                  <a:pt x="1112189" y="2224379"/>
                </a:cubicBezTo>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0" name="任意多边形: 形状 19">
            <a:extLst>
              <a:ext uri="{FF2B5EF4-FFF2-40B4-BE49-F238E27FC236}">
                <a16:creationId xmlns:a16="http://schemas.microsoft.com/office/drawing/2014/main" id="{9E6E2F26-F7D1-3767-1004-D03D3563A168}"/>
              </a:ext>
            </a:extLst>
          </p:cNvPr>
          <p:cNvSpPr/>
          <p:nvPr/>
        </p:nvSpPr>
        <p:spPr>
          <a:xfrm>
            <a:off x="3938356" y="1835203"/>
            <a:ext cx="1588512" cy="1588512"/>
          </a:xfrm>
          <a:custGeom>
            <a:avLst/>
            <a:gdLst>
              <a:gd name="connsiteX0" fmla="*/ 1604559 w 1604558"/>
              <a:gd name="connsiteY0" fmla="*/ 802279 h 1604558"/>
              <a:gd name="connsiteX1" fmla="*/ 1541435 w 1604558"/>
              <a:gd name="connsiteY1" fmla="*/ 1114594 h 1604558"/>
              <a:gd name="connsiteX2" fmla="*/ 1369496 w 1604558"/>
              <a:gd name="connsiteY2" fmla="*/ 1369496 h 1604558"/>
              <a:gd name="connsiteX3" fmla="*/ 1114594 w 1604558"/>
              <a:gd name="connsiteY3" fmla="*/ 1541435 h 1604558"/>
              <a:gd name="connsiteX4" fmla="*/ 802279 w 1604558"/>
              <a:gd name="connsiteY4" fmla="*/ 1604559 h 1604558"/>
              <a:gd name="connsiteX5" fmla="*/ 489965 w 1604558"/>
              <a:gd name="connsiteY5" fmla="*/ 1541435 h 1604558"/>
              <a:gd name="connsiteX6" fmla="*/ 235063 w 1604558"/>
              <a:gd name="connsiteY6" fmla="*/ 1369496 h 1604558"/>
              <a:gd name="connsiteX7" fmla="*/ 63124 w 1604558"/>
              <a:gd name="connsiteY7" fmla="*/ 1114594 h 1604558"/>
              <a:gd name="connsiteX8" fmla="*/ 0 w 1604558"/>
              <a:gd name="connsiteY8" fmla="*/ 802279 h 1604558"/>
              <a:gd name="connsiteX9" fmla="*/ 63124 w 1604558"/>
              <a:gd name="connsiteY9" fmla="*/ 489965 h 1604558"/>
              <a:gd name="connsiteX10" fmla="*/ 235063 w 1604558"/>
              <a:gd name="connsiteY10" fmla="*/ 235063 h 1604558"/>
              <a:gd name="connsiteX11" fmla="*/ 489965 w 1604558"/>
              <a:gd name="connsiteY11" fmla="*/ 63124 h 1604558"/>
              <a:gd name="connsiteX12" fmla="*/ 802279 w 1604558"/>
              <a:gd name="connsiteY12" fmla="*/ 0 h 1604558"/>
              <a:gd name="connsiteX13" fmla="*/ 1114594 w 1604558"/>
              <a:gd name="connsiteY13" fmla="*/ 63124 h 1604558"/>
              <a:gd name="connsiteX14" fmla="*/ 1369496 w 1604558"/>
              <a:gd name="connsiteY14" fmla="*/ 235063 h 1604558"/>
              <a:gd name="connsiteX15" fmla="*/ 1541435 w 1604558"/>
              <a:gd name="connsiteY15" fmla="*/ 489965 h 1604558"/>
              <a:gd name="connsiteX16" fmla="*/ 1604559 w 1604558"/>
              <a:gd name="connsiteY16" fmla="*/ 802279 h 160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4558" h="1604558">
                <a:moveTo>
                  <a:pt x="1604559" y="802279"/>
                </a:moveTo>
                <a:cubicBezTo>
                  <a:pt x="1604559" y="910492"/>
                  <a:pt x="1583216" y="1015699"/>
                  <a:pt x="1541435" y="1114594"/>
                </a:cubicBezTo>
                <a:cubicBezTo>
                  <a:pt x="1501155" y="1210182"/>
                  <a:pt x="1443141" y="1295851"/>
                  <a:pt x="1369496" y="1369496"/>
                </a:cubicBezTo>
                <a:cubicBezTo>
                  <a:pt x="1295851" y="1443141"/>
                  <a:pt x="1210182" y="1500855"/>
                  <a:pt x="1114594" y="1541435"/>
                </a:cubicBezTo>
                <a:cubicBezTo>
                  <a:pt x="1015700" y="1583217"/>
                  <a:pt x="910492" y="1604559"/>
                  <a:pt x="802279" y="1604559"/>
                </a:cubicBezTo>
                <a:cubicBezTo>
                  <a:pt x="694066" y="1604559"/>
                  <a:pt x="588859" y="1583217"/>
                  <a:pt x="489965" y="1541435"/>
                </a:cubicBezTo>
                <a:cubicBezTo>
                  <a:pt x="394376" y="1501155"/>
                  <a:pt x="308708" y="1443141"/>
                  <a:pt x="235063" y="1369496"/>
                </a:cubicBezTo>
                <a:cubicBezTo>
                  <a:pt x="161418" y="1295851"/>
                  <a:pt x="103704" y="1210182"/>
                  <a:pt x="63124" y="1114594"/>
                </a:cubicBezTo>
                <a:cubicBezTo>
                  <a:pt x="21342" y="1015699"/>
                  <a:pt x="0" y="910492"/>
                  <a:pt x="0" y="802279"/>
                </a:cubicBezTo>
                <a:cubicBezTo>
                  <a:pt x="0" y="694066"/>
                  <a:pt x="21342" y="588859"/>
                  <a:pt x="63124" y="489965"/>
                </a:cubicBezTo>
                <a:cubicBezTo>
                  <a:pt x="103404" y="394376"/>
                  <a:pt x="161418" y="308708"/>
                  <a:pt x="235063" y="235063"/>
                </a:cubicBezTo>
                <a:cubicBezTo>
                  <a:pt x="308708" y="161418"/>
                  <a:pt x="394376" y="103704"/>
                  <a:pt x="489965" y="63124"/>
                </a:cubicBezTo>
                <a:cubicBezTo>
                  <a:pt x="588859" y="21342"/>
                  <a:pt x="694066" y="0"/>
                  <a:pt x="802279" y="0"/>
                </a:cubicBezTo>
                <a:cubicBezTo>
                  <a:pt x="910492" y="0"/>
                  <a:pt x="1015700" y="21342"/>
                  <a:pt x="1114594" y="63124"/>
                </a:cubicBezTo>
                <a:cubicBezTo>
                  <a:pt x="1210182" y="103404"/>
                  <a:pt x="1295851" y="161418"/>
                  <a:pt x="1369496" y="235063"/>
                </a:cubicBezTo>
                <a:cubicBezTo>
                  <a:pt x="1443141" y="308708"/>
                  <a:pt x="1500855" y="394376"/>
                  <a:pt x="1541435" y="489965"/>
                </a:cubicBezTo>
                <a:cubicBezTo>
                  <a:pt x="1583517" y="588859"/>
                  <a:pt x="1604559" y="693766"/>
                  <a:pt x="1604559" y="802279"/>
                </a:cubicBezTo>
              </a:path>
            </a:pathLst>
          </a:custGeom>
          <a:noFill/>
          <a:ln w="178551" cap="flat">
            <a:solidFill>
              <a:srgbClr val="629DD1"/>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1" name="任意多边形: 形状 20">
            <a:extLst>
              <a:ext uri="{FF2B5EF4-FFF2-40B4-BE49-F238E27FC236}">
                <a16:creationId xmlns:a16="http://schemas.microsoft.com/office/drawing/2014/main" id="{0E4279DA-57FD-B4BC-B7ED-EFF893C6F486}"/>
              </a:ext>
            </a:extLst>
          </p:cNvPr>
          <p:cNvSpPr/>
          <p:nvPr/>
        </p:nvSpPr>
        <p:spPr>
          <a:xfrm>
            <a:off x="4004121" y="1900673"/>
            <a:ext cx="1457575" cy="1457575"/>
          </a:xfrm>
          <a:custGeom>
            <a:avLst/>
            <a:gdLst>
              <a:gd name="connsiteX0" fmla="*/ 1472298 w 1472298"/>
              <a:gd name="connsiteY0" fmla="*/ 736149 h 1472298"/>
              <a:gd name="connsiteX1" fmla="*/ 736149 w 1472298"/>
              <a:gd name="connsiteY1" fmla="*/ 1472298 h 1472298"/>
              <a:gd name="connsiteX2" fmla="*/ 0 w 1472298"/>
              <a:gd name="connsiteY2" fmla="*/ 736149 h 1472298"/>
              <a:gd name="connsiteX3" fmla="*/ 736149 w 1472298"/>
              <a:gd name="connsiteY3" fmla="*/ 0 h 1472298"/>
              <a:gd name="connsiteX4" fmla="*/ 1472298 w 1472298"/>
              <a:gd name="connsiteY4" fmla="*/ 736149 h 1472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2298" h="1472298">
                <a:moveTo>
                  <a:pt x="1472298" y="736149"/>
                </a:moveTo>
                <a:cubicBezTo>
                  <a:pt x="1472298" y="1142713"/>
                  <a:pt x="1142713" y="1472298"/>
                  <a:pt x="736149" y="1472298"/>
                </a:cubicBezTo>
                <a:cubicBezTo>
                  <a:pt x="329585" y="1472298"/>
                  <a:pt x="0" y="1142713"/>
                  <a:pt x="0" y="736149"/>
                </a:cubicBezTo>
                <a:cubicBezTo>
                  <a:pt x="0" y="329585"/>
                  <a:pt x="329585" y="0"/>
                  <a:pt x="736149" y="0"/>
                </a:cubicBezTo>
                <a:cubicBezTo>
                  <a:pt x="1142713" y="0"/>
                  <a:pt x="1472298" y="329585"/>
                  <a:pt x="1472298" y="736149"/>
                </a:cubicBezTo>
                <a:close/>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2" name="任意多边形: 形状 21">
            <a:extLst>
              <a:ext uri="{FF2B5EF4-FFF2-40B4-BE49-F238E27FC236}">
                <a16:creationId xmlns:a16="http://schemas.microsoft.com/office/drawing/2014/main" id="{5973DB5B-1C83-FFE5-2044-4233AE3FE185}"/>
              </a:ext>
            </a:extLst>
          </p:cNvPr>
          <p:cNvSpPr/>
          <p:nvPr/>
        </p:nvSpPr>
        <p:spPr>
          <a:xfrm>
            <a:off x="4074352" y="1970904"/>
            <a:ext cx="1317114" cy="1317114"/>
          </a:xfrm>
          <a:custGeom>
            <a:avLst/>
            <a:gdLst>
              <a:gd name="connsiteX0" fmla="*/ 1330419 w 1330418"/>
              <a:gd name="connsiteY0" fmla="*/ 665209 h 1330418"/>
              <a:gd name="connsiteX1" fmla="*/ 665209 w 1330418"/>
              <a:gd name="connsiteY1" fmla="*/ 1330419 h 1330418"/>
              <a:gd name="connsiteX2" fmla="*/ 0 w 1330418"/>
              <a:gd name="connsiteY2" fmla="*/ 665209 h 1330418"/>
              <a:gd name="connsiteX3" fmla="*/ 665209 w 1330418"/>
              <a:gd name="connsiteY3" fmla="*/ 0 h 1330418"/>
              <a:gd name="connsiteX4" fmla="*/ 1330419 w 1330418"/>
              <a:gd name="connsiteY4" fmla="*/ 665209 h 1330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0418" h="1330418">
                <a:moveTo>
                  <a:pt x="1330419" y="665209"/>
                </a:moveTo>
                <a:cubicBezTo>
                  <a:pt x="1330419" y="1032595"/>
                  <a:pt x="1032595" y="1330419"/>
                  <a:pt x="665209" y="1330419"/>
                </a:cubicBezTo>
                <a:cubicBezTo>
                  <a:pt x="297825" y="1330419"/>
                  <a:pt x="0" y="1032594"/>
                  <a:pt x="0" y="665209"/>
                </a:cubicBezTo>
                <a:cubicBezTo>
                  <a:pt x="0" y="297824"/>
                  <a:pt x="297824" y="0"/>
                  <a:pt x="665209" y="0"/>
                </a:cubicBezTo>
                <a:cubicBezTo>
                  <a:pt x="1032594" y="0"/>
                  <a:pt x="1330419" y="297825"/>
                  <a:pt x="1330419" y="665209"/>
                </a:cubicBezTo>
                <a:close/>
              </a:path>
            </a:pathLst>
          </a:custGeom>
          <a:solidFill>
            <a:srgbClr val="FFFFFF"/>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3" name="任意多边形: 形状 22">
            <a:extLst>
              <a:ext uri="{FF2B5EF4-FFF2-40B4-BE49-F238E27FC236}">
                <a16:creationId xmlns:a16="http://schemas.microsoft.com/office/drawing/2014/main" id="{72C275AC-068D-4D86-E259-2E8E04E18603}"/>
              </a:ext>
            </a:extLst>
          </p:cNvPr>
          <p:cNvSpPr/>
          <p:nvPr/>
        </p:nvSpPr>
        <p:spPr>
          <a:xfrm>
            <a:off x="4091314" y="1987865"/>
            <a:ext cx="1283189" cy="1283189"/>
          </a:xfrm>
          <a:custGeom>
            <a:avLst/>
            <a:gdLst>
              <a:gd name="connsiteX0" fmla="*/ 1296151 w 1296151"/>
              <a:gd name="connsiteY0" fmla="*/ 648076 h 1296151"/>
              <a:gd name="connsiteX1" fmla="*/ 648076 w 1296151"/>
              <a:gd name="connsiteY1" fmla="*/ 1296151 h 1296151"/>
              <a:gd name="connsiteX2" fmla="*/ 0 w 1296151"/>
              <a:gd name="connsiteY2" fmla="*/ 648076 h 1296151"/>
              <a:gd name="connsiteX3" fmla="*/ 648076 w 1296151"/>
              <a:gd name="connsiteY3" fmla="*/ 0 h 1296151"/>
              <a:gd name="connsiteX4" fmla="*/ 1296151 w 1296151"/>
              <a:gd name="connsiteY4" fmla="*/ 648076 h 1296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6151" h="1296151">
                <a:moveTo>
                  <a:pt x="1296151" y="648076"/>
                </a:moveTo>
                <a:cubicBezTo>
                  <a:pt x="1296151" y="1005998"/>
                  <a:pt x="1005998" y="1296151"/>
                  <a:pt x="648076" y="1296151"/>
                </a:cubicBezTo>
                <a:cubicBezTo>
                  <a:pt x="290153" y="1296151"/>
                  <a:pt x="0" y="1005998"/>
                  <a:pt x="0" y="648076"/>
                </a:cubicBezTo>
                <a:cubicBezTo>
                  <a:pt x="0" y="290153"/>
                  <a:pt x="290154" y="0"/>
                  <a:pt x="648076" y="0"/>
                </a:cubicBezTo>
                <a:cubicBezTo>
                  <a:pt x="1005998" y="0"/>
                  <a:pt x="1296151" y="290153"/>
                  <a:pt x="1296151" y="648076"/>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4" name="任意多边形: 形状 23">
            <a:extLst>
              <a:ext uri="{FF2B5EF4-FFF2-40B4-BE49-F238E27FC236}">
                <a16:creationId xmlns:a16="http://schemas.microsoft.com/office/drawing/2014/main" id="{E6FCCA08-EBDA-920F-3B8B-1886B6556D65}"/>
              </a:ext>
            </a:extLst>
          </p:cNvPr>
          <p:cNvSpPr/>
          <p:nvPr/>
        </p:nvSpPr>
        <p:spPr>
          <a:xfrm>
            <a:off x="4431157" y="4107568"/>
            <a:ext cx="603504" cy="603504"/>
          </a:xfrm>
          <a:custGeom>
            <a:avLst/>
            <a:gdLst>
              <a:gd name="connsiteX0" fmla="*/ 304800 w 609600"/>
              <a:gd name="connsiteY0" fmla="*/ 609600 h 609600"/>
              <a:gd name="connsiteX1" fmla="*/ 186066 w 609600"/>
              <a:gd name="connsiteY1" fmla="*/ 585553 h 609600"/>
              <a:gd name="connsiteX2" fmla="*/ 89276 w 609600"/>
              <a:gd name="connsiteY2" fmla="*/ 520324 h 609600"/>
              <a:gd name="connsiteX3" fmla="*/ 24047 w 609600"/>
              <a:gd name="connsiteY3" fmla="*/ 423534 h 609600"/>
              <a:gd name="connsiteX4" fmla="*/ 0 w 609600"/>
              <a:gd name="connsiteY4" fmla="*/ 304800 h 609600"/>
              <a:gd name="connsiteX5" fmla="*/ 24047 w 609600"/>
              <a:gd name="connsiteY5" fmla="*/ 186066 h 609600"/>
              <a:gd name="connsiteX6" fmla="*/ 89276 w 609600"/>
              <a:gd name="connsiteY6" fmla="*/ 89276 h 609600"/>
              <a:gd name="connsiteX7" fmla="*/ 186066 w 609600"/>
              <a:gd name="connsiteY7" fmla="*/ 24047 h 609600"/>
              <a:gd name="connsiteX8" fmla="*/ 304800 w 609600"/>
              <a:gd name="connsiteY8" fmla="*/ 0 h 609600"/>
              <a:gd name="connsiteX9" fmla="*/ 423534 w 609600"/>
              <a:gd name="connsiteY9" fmla="*/ 24047 h 609600"/>
              <a:gd name="connsiteX10" fmla="*/ 520324 w 609600"/>
              <a:gd name="connsiteY10" fmla="*/ 89276 h 609600"/>
              <a:gd name="connsiteX11" fmla="*/ 585553 w 609600"/>
              <a:gd name="connsiteY11" fmla="*/ 186066 h 609600"/>
              <a:gd name="connsiteX12" fmla="*/ 609600 w 609600"/>
              <a:gd name="connsiteY12" fmla="*/ 304800 h 609600"/>
              <a:gd name="connsiteX13" fmla="*/ 585553 w 609600"/>
              <a:gd name="connsiteY13" fmla="*/ 423534 h 609600"/>
              <a:gd name="connsiteX14" fmla="*/ 520324 w 609600"/>
              <a:gd name="connsiteY14" fmla="*/ 520324 h 609600"/>
              <a:gd name="connsiteX15" fmla="*/ 423534 w 609600"/>
              <a:gd name="connsiteY15" fmla="*/ 585553 h 609600"/>
              <a:gd name="connsiteX16" fmla="*/ 304800 w 609600"/>
              <a:gd name="connsiteY16" fmla="*/ 60960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600" h="609600">
                <a:moveTo>
                  <a:pt x="304800" y="609600"/>
                </a:moveTo>
                <a:cubicBezTo>
                  <a:pt x="263619" y="609600"/>
                  <a:pt x="223640" y="601484"/>
                  <a:pt x="186066" y="585553"/>
                </a:cubicBezTo>
                <a:cubicBezTo>
                  <a:pt x="149695" y="570222"/>
                  <a:pt x="117231" y="548279"/>
                  <a:pt x="89276" y="520324"/>
                </a:cubicBezTo>
                <a:cubicBezTo>
                  <a:pt x="61321" y="492369"/>
                  <a:pt x="39377" y="459905"/>
                  <a:pt x="24047" y="423534"/>
                </a:cubicBezTo>
                <a:cubicBezTo>
                  <a:pt x="8116" y="385960"/>
                  <a:pt x="0" y="345981"/>
                  <a:pt x="0" y="304800"/>
                </a:cubicBezTo>
                <a:cubicBezTo>
                  <a:pt x="0" y="263619"/>
                  <a:pt x="8116" y="223640"/>
                  <a:pt x="24047" y="186066"/>
                </a:cubicBezTo>
                <a:cubicBezTo>
                  <a:pt x="39377" y="149695"/>
                  <a:pt x="61321" y="117231"/>
                  <a:pt x="89276" y="89276"/>
                </a:cubicBezTo>
                <a:cubicBezTo>
                  <a:pt x="117231" y="61321"/>
                  <a:pt x="149695" y="39377"/>
                  <a:pt x="186066" y="24047"/>
                </a:cubicBezTo>
                <a:cubicBezTo>
                  <a:pt x="223640" y="8116"/>
                  <a:pt x="263619" y="0"/>
                  <a:pt x="304800" y="0"/>
                </a:cubicBezTo>
                <a:cubicBezTo>
                  <a:pt x="345981" y="0"/>
                  <a:pt x="385960" y="8116"/>
                  <a:pt x="423534" y="24047"/>
                </a:cubicBezTo>
                <a:cubicBezTo>
                  <a:pt x="459905" y="39377"/>
                  <a:pt x="492369" y="61321"/>
                  <a:pt x="520324" y="89276"/>
                </a:cubicBezTo>
                <a:cubicBezTo>
                  <a:pt x="548279" y="117231"/>
                  <a:pt x="570223" y="149695"/>
                  <a:pt x="585553" y="186066"/>
                </a:cubicBezTo>
                <a:cubicBezTo>
                  <a:pt x="601484" y="223640"/>
                  <a:pt x="609600" y="263619"/>
                  <a:pt x="609600" y="304800"/>
                </a:cubicBezTo>
                <a:cubicBezTo>
                  <a:pt x="609600" y="345981"/>
                  <a:pt x="601484" y="385960"/>
                  <a:pt x="585553" y="423534"/>
                </a:cubicBezTo>
                <a:cubicBezTo>
                  <a:pt x="570223" y="459905"/>
                  <a:pt x="548279" y="492369"/>
                  <a:pt x="520324" y="520324"/>
                </a:cubicBezTo>
                <a:cubicBezTo>
                  <a:pt x="492369" y="548279"/>
                  <a:pt x="459905" y="570222"/>
                  <a:pt x="423534" y="585553"/>
                </a:cubicBezTo>
                <a:cubicBezTo>
                  <a:pt x="385960" y="601484"/>
                  <a:pt x="345981" y="609600"/>
                  <a:pt x="304800" y="609600"/>
                </a:cubicBezTo>
              </a:path>
            </a:pathLst>
          </a:custGeom>
          <a:solidFill>
            <a:srgbClr val="606060"/>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5" name="任意多边形: 形状 24">
            <a:extLst>
              <a:ext uri="{FF2B5EF4-FFF2-40B4-BE49-F238E27FC236}">
                <a16:creationId xmlns:a16="http://schemas.microsoft.com/office/drawing/2014/main" id="{6A713E04-BEC7-A3DC-FDED-A400C1A34437}"/>
              </a:ext>
            </a:extLst>
          </p:cNvPr>
          <p:cNvSpPr/>
          <p:nvPr/>
        </p:nvSpPr>
        <p:spPr>
          <a:xfrm>
            <a:off x="4480557" y="4156969"/>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7 w 509803"/>
              <a:gd name="connsiteY6" fmla="*/ 434956 h 509803"/>
              <a:gd name="connsiteX7" fmla="*/ 20140 w 509803"/>
              <a:gd name="connsiteY7" fmla="*/ 354097 h 509803"/>
              <a:gd name="connsiteX8" fmla="*/ 0 w 509803"/>
              <a:gd name="connsiteY8" fmla="*/ 254902 h 509803"/>
              <a:gd name="connsiteX9" fmla="*/ 20140 w 509803"/>
              <a:gd name="connsiteY9" fmla="*/ 155707 h 509803"/>
              <a:gd name="connsiteX10" fmla="*/ 74847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7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0" y="458402"/>
                  <a:pt x="384457" y="476738"/>
                  <a:pt x="354097" y="489664"/>
                </a:cubicBezTo>
                <a:cubicBezTo>
                  <a:pt x="322535" y="502890"/>
                  <a:pt x="289169" y="509804"/>
                  <a:pt x="254902" y="509804"/>
                </a:cubicBezTo>
                <a:cubicBezTo>
                  <a:pt x="220634" y="509804"/>
                  <a:pt x="187269" y="503191"/>
                  <a:pt x="155707" y="489664"/>
                </a:cubicBezTo>
                <a:cubicBezTo>
                  <a:pt x="125347" y="476738"/>
                  <a:pt x="97993" y="458402"/>
                  <a:pt x="74847" y="434956"/>
                </a:cubicBezTo>
                <a:cubicBezTo>
                  <a:pt x="51401" y="411510"/>
                  <a:pt x="33065" y="384457"/>
                  <a:pt x="20140" y="354097"/>
                </a:cubicBezTo>
                <a:cubicBezTo>
                  <a:pt x="6914" y="322535"/>
                  <a:pt x="0" y="289169"/>
                  <a:pt x="0" y="254902"/>
                </a:cubicBezTo>
                <a:cubicBezTo>
                  <a:pt x="0" y="220634"/>
                  <a:pt x="6613" y="187269"/>
                  <a:pt x="20140" y="155707"/>
                </a:cubicBezTo>
                <a:cubicBezTo>
                  <a:pt x="33065" y="125347"/>
                  <a:pt x="51401" y="97993"/>
                  <a:pt x="74847" y="74847"/>
                </a:cubicBezTo>
                <a:cubicBezTo>
                  <a:pt x="98294" y="51401"/>
                  <a:pt x="125347" y="33065"/>
                  <a:pt x="155707" y="20140"/>
                </a:cubicBezTo>
                <a:cubicBezTo>
                  <a:pt x="187269" y="6914"/>
                  <a:pt x="220634" y="0"/>
                  <a:pt x="254902" y="0"/>
                </a:cubicBezTo>
                <a:cubicBezTo>
                  <a:pt x="289169" y="0"/>
                  <a:pt x="322535" y="6613"/>
                  <a:pt x="354097" y="20140"/>
                </a:cubicBezTo>
                <a:cubicBezTo>
                  <a:pt x="384457" y="33065"/>
                  <a:pt x="411811" y="51401"/>
                  <a:pt x="434956" y="74847"/>
                </a:cubicBezTo>
                <a:cubicBezTo>
                  <a:pt x="458402" y="98294"/>
                  <a:pt x="476739" y="125347"/>
                  <a:pt x="489664" y="155707"/>
                </a:cubicBezTo>
                <a:cubicBezTo>
                  <a:pt x="502890" y="187269"/>
                  <a:pt x="509804" y="220634"/>
                  <a:pt x="509804" y="254902"/>
                </a:cubicBezTo>
              </a:path>
            </a:pathLst>
          </a:custGeom>
          <a:noFill/>
          <a:ln w="178551" cap="flat">
            <a:solidFill>
              <a:srgbClr val="629DD1"/>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6" name="任意多边形: 形状 25">
            <a:extLst>
              <a:ext uri="{FF2B5EF4-FFF2-40B4-BE49-F238E27FC236}">
                <a16:creationId xmlns:a16="http://schemas.microsoft.com/office/drawing/2014/main" id="{4A424E5F-DA4E-C65F-D723-1B79C965BB48}"/>
              </a:ext>
            </a:extLst>
          </p:cNvPr>
          <p:cNvSpPr/>
          <p:nvPr/>
        </p:nvSpPr>
        <p:spPr>
          <a:xfrm>
            <a:off x="4523706" y="4200118"/>
            <a:ext cx="418405" cy="418405"/>
          </a:xfrm>
          <a:custGeom>
            <a:avLst/>
            <a:gdLst>
              <a:gd name="connsiteX0" fmla="*/ 422632 w 422631"/>
              <a:gd name="connsiteY0" fmla="*/ 211316 h 422631"/>
              <a:gd name="connsiteX1" fmla="*/ 211316 w 422631"/>
              <a:gd name="connsiteY1" fmla="*/ 422632 h 422631"/>
              <a:gd name="connsiteX2" fmla="*/ 0 w 422631"/>
              <a:gd name="connsiteY2" fmla="*/ 211316 h 422631"/>
              <a:gd name="connsiteX3" fmla="*/ 211316 w 422631"/>
              <a:gd name="connsiteY3" fmla="*/ 0 h 422631"/>
              <a:gd name="connsiteX4" fmla="*/ 422632 w 422631"/>
              <a:gd name="connsiteY4" fmla="*/ 211316 h 4226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2631" h="422631">
                <a:moveTo>
                  <a:pt x="422632" y="211316"/>
                </a:moveTo>
                <a:cubicBezTo>
                  <a:pt x="422632" y="328023"/>
                  <a:pt x="328023" y="422632"/>
                  <a:pt x="211316" y="422632"/>
                </a:cubicBezTo>
                <a:cubicBezTo>
                  <a:pt x="94610" y="422632"/>
                  <a:pt x="0" y="328023"/>
                  <a:pt x="0" y="211316"/>
                </a:cubicBezTo>
                <a:cubicBezTo>
                  <a:pt x="0" y="94610"/>
                  <a:pt x="94609" y="0"/>
                  <a:pt x="211316" y="0"/>
                </a:cubicBezTo>
                <a:cubicBezTo>
                  <a:pt x="328022" y="0"/>
                  <a:pt x="422632" y="94609"/>
                  <a:pt x="422632" y="211316"/>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7" name="任意多边形: 形状 26">
            <a:extLst>
              <a:ext uri="{FF2B5EF4-FFF2-40B4-BE49-F238E27FC236}">
                <a16:creationId xmlns:a16="http://schemas.microsoft.com/office/drawing/2014/main" id="{9232D63A-61C6-796A-3331-3C0799AF34A7}"/>
              </a:ext>
            </a:extLst>
          </p:cNvPr>
          <p:cNvSpPr/>
          <p:nvPr/>
        </p:nvSpPr>
        <p:spPr>
          <a:xfrm>
            <a:off x="4480557" y="2377107"/>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7 w 509803"/>
              <a:gd name="connsiteY6" fmla="*/ 434956 h 509803"/>
              <a:gd name="connsiteX7" fmla="*/ 20140 w 509803"/>
              <a:gd name="connsiteY7" fmla="*/ 354097 h 509803"/>
              <a:gd name="connsiteX8" fmla="*/ 0 w 509803"/>
              <a:gd name="connsiteY8" fmla="*/ 254902 h 509803"/>
              <a:gd name="connsiteX9" fmla="*/ 20140 w 509803"/>
              <a:gd name="connsiteY9" fmla="*/ 155706 h 509803"/>
              <a:gd name="connsiteX10" fmla="*/ 74847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6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0" y="458402"/>
                  <a:pt x="384457" y="476738"/>
                  <a:pt x="354097" y="489664"/>
                </a:cubicBezTo>
                <a:cubicBezTo>
                  <a:pt x="322535" y="502890"/>
                  <a:pt x="289169" y="509804"/>
                  <a:pt x="254902" y="509804"/>
                </a:cubicBezTo>
                <a:cubicBezTo>
                  <a:pt x="220634" y="509804"/>
                  <a:pt x="187269" y="503191"/>
                  <a:pt x="155707" y="489664"/>
                </a:cubicBezTo>
                <a:cubicBezTo>
                  <a:pt x="125347" y="476738"/>
                  <a:pt x="97993" y="458402"/>
                  <a:pt x="74847" y="434956"/>
                </a:cubicBezTo>
                <a:cubicBezTo>
                  <a:pt x="51401" y="411510"/>
                  <a:pt x="33065" y="384457"/>
                  <a:pt x="20140" y="354097"/>
                </a:cubicBezTo>
                <a:cubicBezTo>
                  <a:pt x="6914" y="322535"/>
                  <a:pt x="0" y="289169"/>
                  <a:pt x="0" y="254902"/>
                </a:cubicBezTo>
                <a:cubicBezTo>
                  <a:pt x="0" y="220634"/>
                  <a:pt x="6613" y="187269"/>
                  <a:pt x="20140" y="155706"/>
                </a:cubicBezTo>
                <a:cubicBezTo>
                  <a:pt x="33065" y="125347"/>
                  <a:pt x="51401" y="97993"/>
                  <a:pt x="74847" y="74847"/>
                </a:cubicBezTo>
                <a:cubicBezTo>
                  <a:pt x="98294" y="51401"/>
                  <a:pt x="125347" y="33065"/>
                  <a:pt x="155707" y="20140"/>
                </a:cubicBezTo>
                <a:cubicBezTo>
                  <a:pt x="187269" y="6914"/>
                  <a:pt x="220634" y="0"/>
                  <a:pt x="254902" y="0"/>
                </a:cubicBezTo>
                <a:cubicBezTo>
                  <a:pt x="289169" y="0"/>
                  <a:pt x="322535" y="6613"/>
                  <a:pt x="354097" y="20140"/>
                </a:cubicBezTo>
                <a:cubicBezTo>
                  <a:pt x="384457" y="33065"/>
                  <a:pt x="411811" y="51401"/>
                  <a:pt x="434956" y="74847"/>
                </a:cubicBezTo>
                <a:cubicBezTo>
                  <a:pt x="458402" y="98294"/>
                  <a:pt x="476739" y="125347"/>
                  <a:pt x="489664" y="155706"/>
                </a:cubicBezTo>
                <a:cubicBezTo>
                  <a:pt x="502890" y="186968"/>
                  <a:pt x="509804" y="220334"/>
                  <a:pt x="509804" y="254902"/>
                </a:cubicBezTo>
              </a:path>
            </a:pathLst>
          </a:custGeom>
          <a:noFill/>
          <a:ln w="178551" cap="flat">
            <a:solidFill>
              <a:srgbClr val="629DD1"/>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8" name="任意多边形: 形状 27">
            <a:extLst>
              <a:ext uri="{FF2B5EF4-FFF2-40B4-BE49-F238E27FC236}">
                <a16:creationId xmlns:a16="http://schemas.microsoft.com/office/drawing/2014/main" id="{30F4E02F-6049-0242-1BFD-3EA924704079}"/>
              </a:ext>
            </a:extLst>
          </p:cNvPr>
          <p:cNvSpPr/>
          <p:nvPr/>
        </p:nvSpPr>
        <p:spPr>
          <a:xfrm>
            <a:off x="4501388" y="2397939"/>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29" name="任意多边形: 形状 28">
            <a:extLst>
              <a:ext uri="{FF2B5EF4-FFF2-40B4-BE49-F238E27FC236}">
                <a16:creationId xmlns:a16="http://schemas.microsoft.com/office/drawing/2014/main" id="{BF6190C8-ED85-68BB-E9CB-FF590004463B}"/>
              </a:ext>
            </a:extLst>
          </p:cNvPr>
          <p:cNvSpPr/>
          <p:nvPr/>
        </p:nvSpPr>
        <p:spPr>
          <a:xfrm>
            <a:off x="4732909" y="2630353"/>
            <a:ext cx="2975" cy="1685227"/>
          </a:xfrm>
          <a:custGeom>
            <a:avLst/>
            <a:gdLst>
              <a:gd name="connsiteX0" fmla="*/ 0 w 3005"/>
              <a:gd name="connsiteY0" fmla="*/ 0 h 1702250"/>
              <a:gd name="connsiteX1" fmla="*/ 0 w 3005"/>
              <a:gd name="connsiteY1" fmla="*/ 1702251 h 1702250"/>
            </a:gdLst>
            <a:ahLst/>
            <a:cxnLst>
              <a:cxn ang="0">
                <a:pos x="connsiteX0" y="connsiteY0"/>
              </a:cxn>
              <a:cxn ang="0">
                <a:pos x="connsiteX1" y="connsiteY1"/>
              </a:cxn>
            </a:cxnLst>
            <a:rect l="l" t="t" r="r" b="b"/>
            <a:pathLst>
              <a:path w="3005" h="1702250">
                <a:moveTo>
                  <a:pt x="0" y="0"/>
                </a:moveTo>
                <a:lnTo>
                  <a:pt x="0" y="1702251"/>
                </a:lnTo>
              </a:path>
            </a:pathLst>
          </a:custGeom>
          <a:ln w="105176" cap="rnd">
            <a:solidFill>
              <a:srgbClr val="FFFFFF"/>
            </a:solidFill>
            <a:prstDash val="solid"/>
            <a:bevel/>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nvGrpSpPr>
          <p:cNvPr id="30" name="组合 29">
            <a:extLst>
              <a:ext uri="{FF2B5EF4-FFF2-40B4-BE49-F238E27FC236}">
                <a16:creationId xmlns:a16="http://schemas.microsoft.com/office/drawing/2014/main" id="{E2FC2D28-E7C9-3B9E-AEA7-4A0386164E56}"/>
              </a:ext>
            </a:extLst>
          </p:cNvPr>
          <p:cNvGrpSpPr/>
          <p:nvPr/>
        </p:nvGrpSpPr>
        <p:grpSpPr>
          <a:xfrm>
            <a:off x="4639765" y="4303380"/>
            <a:ext cx="185693" cy="183909"/>
            <a:chOff x="4644122" y="4278641"/>
            <a:chExt cx="185693" cy="183909"/>
          </a:xfrm>
          <a:solidFill>
            <a:srgbClr val="629DD1"/>
          </a:solidFill>
        </p:grpSpPr>
        <p:sp>
          <p:nvSpPr>
            <p:cNvPr id="31" name="任意多边形: 形状 30">
              <a:extLst>
                <a:ext uri="{FF2B5EF4-FFF2-40B4-BE49-F238E27FC236}">
                  <a16:creationId xmlns:a16="http://schemas.microsoft.com/office/drawing/2014/main" id="{B995F5EE-2DAA-6510-65AF-F9233E780A96}"/>
                </a:ext>
              </a:extLst>
            </p:cNvPr>
            <p:cNvSpPr/>
            <p:nvPr/>
          </p:nvSpPr>
          <p:spPr>
            <a:xfrm>
              <a:off x="4644122" y="4278941"/>
              <a:ext cx="81538" cy="183609"/>
            </a:xfrm>
            <a:custGeom>
              <a:avLst/>
              <a:gdLst>
                <a:gd name="connsiteX0" fmla="*/ 10821 w 82362"/>
                <a:gd name="connsiteY0" fmla="*/ 174343 h 185464"/>
                <a:gd name="connsiteX1" fmla="*/ 0 w 82362"/>
                <a:gd name="connsiteY1" fmla="*/ 142781 h 185464"/>
                <a:gd name="connsiteX2" fmla="*/ 0 w 82362"/>
                <a:gd name="connsiteY2" fmla="*/ 42684 h 185464"/>
                <a:gd name="connsiteX3" fmla="*/ 10821 w 82362"/>
                <a:gd name="connsiteY3" fmla="*/ 11122 h 185464"/>
                <a:gd name="connsiteX4" fmla="*/ 41181 w 82362"/>
                <a:gd name="connsiteY4" fmla="*/ 0 h 185464"/>
                <a:gd name="connsiteX5" fmla="*/ 71541 w 82362"/>
                <a:gd name="connsiteY5" fmla="*/ 11122 h 185464"/>
                <a:gd name="connsiteX6" fmla="*/ 82362 w 82362"/>
                <a:gd name="connsiteY6" fmla="*/ 42684 h 185464"/>
                <a:gd name="connsiteX7" fmla="*/ 82362 w 82362"/>
                <a:gd name="connsiteY7" fmla="*/ 142781 h 185464"/>
                <a:gd name="connsiteX8" fmla="*/ 71541 w 82362"/>
                <a:gd name="connsiteY8" fmla="*/ 174343 h 185464"/>
                <a:gd name="connsiteX9" fmla="*/ 41181 w 82362"/>
                <a:gd name="connsiteY9" fmla="*/ 185465 h 185464"/>
                <a:gd name="connsiteX10" fmla="*/ 10821 w 82362"/>
                <a:gd name="connsiteY10" fmla="*/ 174343 h 185464"/>
                <a:gd name="connsiteX11" fmla="*/ 51702 w 82362"/>
                <a:gd name="connsiteY11" fmla="*/ 154805 h 185464"/>
                <a:gd name="connsiteX12" fmla="*/ 55309 w 82362"/>
                <a:gd name="connsiteY12" fmla="*/ 142781 h 185464"/>
                <a:gd name="connsiteX13" fmla="*/ 55309 w 82362"/>
                <a:gd name="connsiteY13" fmla="*/ 42984 h 185464"/>
                <a:gd name="connsiteX14" fmla="*/ 51702 w 82362"/>
                <a:gd name="connsiteY14" fmla="*/ 30961 h 185464"/>
                <a:gd name="connsiteX15" fmla="*/ 41482 w 82362"/>
                <a:gd name="connsiteY15" fmla="*/ 26752 h 185464"/>
                <a:gd name="connsiteX16" fmla="*/ 31262 w 82362"/>
                <a:gd name="connsiteY16" fmla="*/ 30961 h 185464"/>
                <a:gd name="connsiteX17" fmla="*/ 27655 w 82362"/>
                <a:gd name="connsiteY17" fmla="*/ 42984 h 185464"/>
                <a:gd name="connsiteX18" fmla="*/ 27655 w 82362"/>
                <a:gd name="connsiteY18" fmla="*/ 142781 h 185464"/>
                <a:gd name="connsiteX19" fmla="*/ 31262 w 82362"/>
                <a:gd name="connsiteY19" fmla="*/ 154805 h 185464"/>
                <a:gd name="connsiteX20" fmla="*/ 41482 w 82362"/>
                <a:gd name="connsiteY20" fmla="*/ 159013 h 185464"/>
                <a:gd name="connsiteX21" fmla="*/ 51702 w 82362"/>
                <a:gd name="connsiteY21" fmla="*/ 154805 h 185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2362" h="185464">
                  <a:moveTo>
                    <a:pt x="10821" y="174343"/>
                  </a:moveTo>
                  <a:cubicBezTo>
                    <a:pt x="3607" y="166828"/>
                    <a:pt x="0" y="156308"/>
                    <a:pt x="0" y="142781"/>
                  </a:cubicBezTo>
                  <a:lnTo>
                    <a:pt x="0" y="42684"/>
                  </a:lnTo>
                  <a:cubicBezTo>
                    <a:pt x="0" y="29157"/>
                    <a:pt x="3607" y="18637"/>
                    <a:pt x="10821" y="11122"/>
                  </a:cubicBezTo>
                  <a:cubicBezTo>
                    <a:pt x="18036" y="3607"/>
                    <a:pt x="28256" y="0"/>
                    <a:pt x="41181" y="0"/>
                  </a:cubicBezTo>
                  <a:cubicBezTo>
                    <a:pt x="54107" y="0"/>
                    <a:pt x="64327" y="3607"/>
                    <a:pt x="71541" y="11122"/>
                  </a:cubicBezTo>
                  <a:cubicBezTo>
                    <a:pt x="78755" y="18637"/>
                    <a:pt x="82362" y="29157"/>
                    <a:pt x="82362" y="42684"/>
                  </a:cubicBezTo>
                  <a:lnTo>
                    <a:pt x="82362" y="142781"/>
                  </a:lnTo>
                  <a:cubicBezTo>
                    <a:pt x="82362" y="156308"/>
                    <a:pt x="78755" y="166828"/>
                    <a:pt x="71541" y="174343"/>
                  </a:cubicBezTo>
                  <a:cubicBezTo>
                    <a:pt x="64327" y="181858"/>
                    <a:pt x="54107" y="185465"/>
                    <a:pt x="41181" y="185465"/>
                  </a:cubicBezTo>
                  <a:cubicBezTo>
                    <a:pt x="28256" y="185465"/>
                    <a:pt x="18036" y="181557"/>
                    <a:pt x="10821" y="174343"/>
                  </a:cubicBezTo>
                  <a:close/>
                  <a:moveTo>
                    <a:pt x="51702" y="154805"/>
                  </a:moveTo>
                  <a:cubicBezTo>
                    <a:pt x="54107" y="152099"/>
                    <a:pt x="55309" y="147891"/>
                    <a:pt x="55309" y="142781"/>
                  </a:cubicBezTo>
                  <a:lnTo>
                    <a:pt x="55309" y="42984"/>
                  </a:lnTo>
                  <a:cubicBezTo>
                    <a:pt x="55309" y="37874"/>
                    <a:pt x="54107" y="33967"/>
                    <a:pt x="51702" y="30961"/>
                  </a:cubicBezTo>
                  <a:cubicBezTo>
                    <a:pt x="49297" y="28255"/>
                    <a:pt x="45991" y="26752"/>
                    <a:pt x="41482" y="26752"/>
                  </a:cubicBezTo>
                  <a:cubicBezTo>
                    <a:pt x="37273" y="26752"/>
                    <a:pt x="33666" y="28255"/>
                    <a:pt x="31262" y="30961"/>
                  </a:cubicBezTo>
                  <a:cubicBezTo>
                    <a:pt x="28857" y="33666"/>
                    <a:pt x="27655" y="37874"/>
                    <a:pt x="27655" y="42984"/>
                  </a:cubicBezTo>
                  <a:lnTo>
                    <a:pt x="27655" y="142781"/>
                  </a:lnTo>
                  <a:cubicBezTo>
                    <a:pt x="27655" y="147891"/>
                    <a:pt x="28857" y="151799"/>
                    <a:pt x="31262" y="154805"/>
                  </a:cubicBezTo>
                  <a:cubicBezTo>
                    <a:pt x="33666" y="157510"/>
                    <a:pt x="36973" y="159013"/>
                    <a:pt x="41482" y="159013"/>
                  </a:cubicBezTo>
                  <a:cubicBezTo>
                    <a:pt x="45690" y="159013"/>
                    <a:pt x="49297" y="157510"/>
                    <a:pt x="51702" y="154805"/>
                  </a:cubicBez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2" name="任意多边形: 形状 31">
              <a:extLst>
                <a:ext uri="{FF2B5EF4-FFF2-40B4-BE49-F238E27FC236}">
                  <a16:creationId xmlns:a16="http://schemas.microsoft.com/office/drawing/2014/main" id="{49B4A910-DFE2-6410-D7DB-CC03029F7E8B}"/>
                </a:ext>
              </a:extLst>
            </p:cNvPr>
            <p:cNvSpPr/>
            <p:nvPr/>
          </p:nvSpPr>
          <p:spPr>
            <a:xfrm>
              <a:off x="4746789" y="4278641"/>
              <a:ext cx="83026" cy="180931"/>
            </a:xfrm>
            <a:custGeom>
              <a:avLst/>
              <a:gdLst>
                <a:gd name="connsiteX0" fmla="*/ 902 w 83865"/>
                <a:gd name="connsiteY0" fmla="*/ 159314 h 182759"/>
                <a:gd name="connsiteX1" fmla="*/ 39678 w 83865"/>
                <a:gd name="connsiteY1" fmla="*/ 91380 h 182759"/>
                <a:gd name="connsiteX2" fmla="*/ 52003 w 83865"/>
                <a:gd name="connsiteY2" fmla="*/ 65529 h 182759"/>
                <a:gd name="connsiteX3" fmla="*/ 55910 w 83865"/>
                <a:gd name="connsiteY3" fmla="*/ 45089 h 182759"/>
                <a:gd name="connsiteX4" fmla="*/ 55910 w 83865"/>
                <a:gd name="connsiteY4" fmla="*/ 43887 h 182759"/>
                <a:gd name="connsiteX5" fmla="*/ 52604 w 83865"/>
                <a:gd name="connsiteY5" fmla="*/ 31262 h 182759"/>
                <a:gd name="connsiteX6" fmla="*/ 42985 w 83865"/>
                <a:gd name="connsiteY6" fmla="*/ 27053 h 182759"/>
                <a:gd name="connsiteX7" fmla="*/ 31562 w 83865"/>
                <a:gd name="connsiteY7" fmla="*/ 32464 h 182759"/>
                <a:gd name="connsiteX8" fmla="*/ 27955 w 83865"/>
                <a:gd name="connsiteY8" fmla="*/ 49297 h 182759"/>
                <a:gd name="connsiteX9" fmla="*/ 27955 w 83865"/>
                <a:gd name="connsiteY9" fmla="*/ 52904 h 182759"/>
                <a:gd name="connsiteX10" fmla="*/ 0 w 83865"/>
                <a:gd name="connsiteY10" fmla="*/ 52904 h 182759"/>
                <a:gd name="connsiteX11" fmla="*/ 0 w 83865"/>
                <a:gd name="connsiteY11" fmla="*/ 49297 h 182759"/>
                <a:gd name="connsiteX12" fmla="*/ 4809 w 83865"/>
                <a:gd name="connsiteY12" fmla="*/ 21943 h 182759"/>
                <a:gd name="connsiteX13" fmla="*/ 18637 w 83865"/>
                <a:gd name="connsiteY13" fmla="*/ 5411 h 182759"/>
                <a:gd name="connsiteX14" fmla="*/ 41782 w 83865"/>
                <a:gd name="connsiteY14" fmla="*/ 0 h 182759"/>
                <a:gd name="connsiteX15" fmla="*/ 64928 w 83865"/>
                <a:gd name="connsiteY15" fmla="*/ 4810 h 182759"/>
                <a:gd name="connsiteX16" fmla="*/ 79056 w 83865"/>
                <a:gd name="connsiteY16" fmla="*/ 19238 h 182759"/>
                <a:gd name="connsiteX17" fmla="*/ 83865 w 83865"/>
                <a:gd name="connsiteY17" fmla="*/ 43285 h 182759"/>
                <a:gd name="connsiteX18" fmla="*/ 83865 w 83865"/>
                <a:gd name="connsiteY18" fmla="*/ 44488 h 182759"/>
                <a:gd name="connsiteX19" fmla="*/ 79356 w 83865"/>
                <a:gd name="connsiteY19" fmla="*/ 68235 h 182759"/>
                <a:gd name="connsiteX20" fmla="*/ 66130 w 83865"/>
                <a:gd name="connsiteY20" fmla="*/ 97692 h 182759"/>
                <a:gd name="connsiteX21" fmla="*/ 34568 w 83865"/>
                <a:gd name="connsiteY21" fmla="*/ 156308 h 182759"/>
                <a:gd name="connsiteX22" fmla="*/ 83264 w 83865"/>
                <a:gd name="connsiteY22" fmla="*/ 156308 h 182759"/>
                <a:gd name="connsiteX23" fmla="*/ 83264 w 83865"/>
                <a:gd name="connsiteY23" fmla="*/ 182760 h 182759"/>
                <a:gd name="connsiteX24" fmla="*/ 601 w 83865"/>
                <a:gd name="connsiteY24" fmla="*/ 182760 h 182759"/>
                <a:gd name="connsiteX25" fmla="*/ 902 w 83865"/>
                <a:gd name="connsiteY25" fmla="*/ 159314 h 182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3865" h="182759">
                  <a:moveTo>
                    <a:pt x="902" y="159314"/>
                  </a:moveTo>
                  <a:lnTo>
                    <a:pt x="39678" y="91380"/>
                  </a:lnTo>
                  <a:cubicBezTo>
                    <a:pt x="45089" y="81761"/>
                    <a:pt x="49297" y="73344"/>
                    <a:pt x="52003" y="65529"/>
                  </a:cubicBezTo>
                  <a:cubicBezTo>
                    <a:pt x="54708" y="57714"/>
                    <a:pt x="55910" y="51101"/>
                    <a:pt x="55910" y="45089"/>
                  </a:cubicBezTo>
                  <a:lnTo>
                    <a:pt x="55910" y="43887"/>
                  </a:lnTo>
                  <a:cubicBezTo>
                    <a:pt x="55910" y="38175"/>
                    <a:pt x="54708" y="34268"/>
                    <a:pt x="52604" y="31262"/>
                  </a:cubicBezTo>
                  <a:cubicBezTo>
                    <a:pt x="50500" y="28256"/>
                    <a:pt x="47193" y="27053"/>
                    <a:pt x="42985" y="27053"/>
                  </a:cubicBezTo>
                  <a:cubicBezTo>
                    <a:pt x="37874" y="27053"/>
                    <a:pt x="33967" y="28857"/>
                    <a:pt x="31562" y="32464"/>
                  </a:cubicBezTo>
                  <a:cubicBezTo>
                    <a:pt x="29158" y="36071"/>
                    <a:pt x="27955" y="41782"/>
                    <a:pt x="27955" y="49297"/>
                  </a:cubicBezTo>
                  <a:lnTo>
                    <a:pt x="27955" y="52904"/>
                  </a:lnTo>
                  <a:lnTo>
                    <a:pt x="0" y="52904"/>
                  </a:lnTo>
                  <a:lnTo>
                    <a:pt x="0" y="49297"/>
                  </a:lnTo>
                  <a:cubicBezTo>
                    <a:pt x="0" y="38175"/>
                    <a:pt x="1803" y="29158"/>
                    <a:pt x="4809" y="21943"/>
                  </a:cubicBezTo>
                  <a:cubicBezTo>
                    <a:pt x="7815" y="14729"/>
                    <a:pt x="12625" y="9319"/>
                    <a:pt x="18637" y="5411"/>
                  </a:cubicBezTo>
                  <a:cubicBezTo>
                    <a:pt x="24949" y="1804"/>
                    <a:pt x="32464" y="0"/>
                    <a:pt x="41782" y="0"/>
                  </a:cubicBezTo>
                  <a:cubicBezTo>
                    <a:pt x="51101" y="0"/>
                    <a:pt x="58916" y="1503"/>
                    <a:pt x="64928" y="4810"/>
                  </a:cubicBezTo>
                  <a:cubicBezTo>
                    <a:pt x="71240" y="8116"/>
                    <a:pt x="75749" y="12926"/>
                    <a:pt x="79056" y="19238"/>
                  </a:cubicBezTo>
                  <a:cubicBezTo>
                    <a:pt x="82062" y="25550"/>
                    <a:pt x="83865" y="33666"/>
                    <a:pt x="83865" y="43285"/>
                  </a:cubicBezTo>
                  <a:lnTo>
                    <a:pt x="83865" y="44488"/>
                  </a:lnTo>
                  <a:cubicBezTo>
                    <a:pt x="83865" y="51401"/>
                    <a:pt x="82362" y="59517"/>
                    <a:pt x="79356" y="68235"/>
                  </a:cubicBezTo>
                  <a:cubicBezTo>
                    <a:pt x="76350" y="77252"/>
                    <a:pt x="72142" y="86871"/>
                    <a:pt x="66130" y="97692"/>
                  </a:cubicBezTo>
                  <a:lnTo>
                    <a:pt x="34568" y="156308"/>
                  </a:lnTo>
                  <a:lnTo>
                    <a:pt x="83264" y="156308"/>
                  </a:lnTo>
                  <a:lnTo>
                    <a:pt x="83264" y="182760"/>
                  </a:lnTo>
                  <a:lnTo>
                    <a:pt x="601" y="182760"/>
                  </a:lnTo>
                  <a:lnTo>
                    <a:pt x="902" y="159314"/>
                  </a:ln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sp>
        <p:nvSpPr>
          <p:cNvPr id="33" name="任意多边形: 形状 32">
            <a:extLst>
              <a:ext uri="{FF2B5EF4-FFF2-40B4-BE49-F238E27FC236}">
                <a16:creationId xmlns:a16="http://schemas.microsoft.com/office/drawing/2014/main" id="{FFEB4AD7-9D2F-E682-0590-87785EDDD71C}"/>
              </a:ext>
            </a:extLst>
          </p:cNvPr>
          <p:cNvSpPr/>
          <p:nvPr/>
        </p:nvSpPr>
        <p:spPr>
          <a:xfrm>
            <a:off x="6095555" y="1899186"/>
            <a:ext cx="2726778" cy="1459359"/>
          </a:xfrm>
          <a:custGeom>
            <a:avLst/>
            <a:gdLst>
              <a:gd name="connsiteX0" fmla="*/ 0 w 2754321"/>
              <a:gd name="connsiteY0" fmla="*/ 0 h 1474101"/>
              <a:gd name="connsiteX1" fmla="*/ 2754322 w 2754321"/>
              <a:gd name="connsiteY1" fmla="*/ 0 h 1474101"/>
              <a:gd name="connsiteX2" fmla="*/ 2754322 w 2754321"/>
              <a:gd name="connsiteY2" fmla="*/ 1474102 h 1474101"/>
              <a:gd name="connsiteX3" fmla="*/ 0 w 2754321"/>
              <a:gd name="connsiteY3" fmla="*/ 1474102 h 1474101"/>
            </a:gdLst>
            <a:ahLst/>
            <a:cxnLst>
              <a:cxn ang="0">
                <a:pos x="connsiteX0" y="connsiteY0"/>
              </a:cxn>
              <a:cxn ang="0">
                <a:pos x="connsiteX1" y="connsiteY1"/>
              </a:cxn>
              <a:cxn ang="0">
                <a:pos x="connsiteX2" y="connsiteY2"/>
              </a:cxn>
              <a:cxn ang="0">
                <a:pos x="connsiteX3" y="connsiteY3"/>
              </a:cxn>
            </a:cxnLst>
            <a:rect l="l" t="t" r="r" b="b"/>
            <a:pathLst>
              <a:path w="2754321" h="1474101">
                <a:moveTo>
                  <a:pt x="0" y="0"/>
                </a:moveTo>
                <a:lnTo>
                  <a:pt x="2754322" y="0"/>
                </a:lnTo>
                <a:lnTo>
                  <a:pt x="2754322" y="1474102"/>
                </a:lnTo>
                <a:lnTo>
                  <a:pt x="0" y="1474102"/>
                </a:lnTo>
                <a:close/>
              </a:path>
            </a:pathLst>
          </a:custGeom>
          <a:solidFill>
            <a:srgbClr val="297FD5"/>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4" name="任意多边形: 形状 33">
            <a:extLst>
              <a:ext uri="{FF2B5EF4-FFF2-40B4-BE49-F238E27FC236}">
                <a16:creationId xmlns:a16="http://schemas.microsoft.com/office/drawing/2014/main" id="{8C18EA7A-C350-C4E1-72F4-F6FCA46B881C}"/>
              </a:ext>
            </a:extLst>
          </p:cNvPr>
          <p:cNvSpPr/>
          <p:nvPr/>
        </p:nvSpPr>
        <p:spPr>
          <a:xfrm>
            <a:off x="6357728" y="1528394"/>
            <a:ext cx="2202135" cy="2202135"/>
          </a:xfrm>
          <a:custGeom>
            <a:avLst/>
            <a:gdLst>
              <a:gd name="connsiteX0" fmla="*/ 1112189 w 2224378"/>
              <a:gd name="connsiteY0" fmla="*/ 2224379 h 2224378"/>
              <a:gd name="connsiteX1" fmla="*/ 679337 w 2224378"/>
              <a:gd name="connsiteY1" fmla="*/ 2136907 h 2224378"/>
              <a:gd name="connsiteX2" fmla="*/ 325841 w 2224378"/>
              <a:gd name="connsiteY2" fmla="*/ 1898538 h 2224378"/>
              <a:gd name="connsiteX3" fmla="*/ 87472 w 2224378"/>
              <a:gd name="connsiteY3" fmla="*/ 1545042 h 2224378"/>
              <a:gd name="connsiteX4" fmla="*/ 0 w 2224378"/>
              <a:gd name="connsiteY4" fmla="*/ 1112189 h 2224378"/>
              <a:gd name="connsiteX5" fmla="*/ 87472 w 2224378"/>
              <a:gd name="connsiteY5" fmla="*/ 679337 h 2224378"/>
              <a:gd name="connsiteX6" fmla="*/ 325841 w 2224378"/>
              <a:gd name="connsiteY6" fmla="*/ 325842 h 2224378"/>
              <a:gd name="connsiteX7" fmla="*/ 679337 w 2224378"/>
              <a:gd name="connsiteY7" fmla="*/ 87472 h 2224378"/>
              <a:gd name="connsiteX8" fmla="*/ 1112189 w 2224378"/>
              <a:gd name="connsiteY8" fmla="*/ 0 h 2224378"/>
              <a:gd name="connsiteX9" fmla="*/ 1545041 w 2224378"/>
              <a:gd name="connsiteY9" fmla="*/ 87472 h 2224378"/>
              <a:gd name="connsiteX10" fmla="*/ 1898538 w 2224378"/>
              <a:gd name="connsiteY10" fmla="*/ 325842 h 2224378"/>
              <a:gd name="connsiteX11" fmla="*/ 2136906 w 2224378"/>
              <a:gd name="connsiteY11" fmla="*/ 679337 h 2224378"/>
              <a:gd name="connsiteX12" fmla="*/ 2224379 w 2224378"/>
              <a:gd name="connsiteY12" fmla="*/ 1112189 h 2224378"/>
              <a:gd name="connsiteX13" fmla="*/ 2136906 w 2224378"/>
              <a:gd name="connsiteY13" fmla="*/ 1545042 h 2224378"/>
              <a:gd name="connsiteX14" fmla="*/ 1898538 w 2224378"/>
              <a:gd name="connsiteY14" fmla="*/ 1898538 h 2224378"/>
              <a:gd name="connsiteX15" fmla="*/ 1545041 w 2224378"/>
              <a:gd name="connsiteY15" fmla="*/ 2136907 h 2224378"/>
              <a:gd name="connsiteX16" fmla="*/ 1112189 w 2224378"/>
              <a:gd name="connsiteY16" fmla="*/ 2224379 h 2224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24378" h="2224378">
                <a:moveTo>
                  <a:pt x="1112189" y="2224379"/>
                </a:moveTo>
                <a:cubicBezTo>
                  <a:pt x="962194" y="2224379"/>
                  <a:pt x="816407" y="2194921"/>
                  <a:pt x="679337" y="2136907"/>
                </a:cubicBezTo>
                <a:cubicBezTo>
                  <a:pt x="546776" y="2080997"/>
                  <a:pt x="428042" y="2000739"/>
                  <a:pt x="325841" y="1898538"/>
                </a:cubicBezTo>
                <a:cubicBezTo>
                  <a:pt x="223640" y="1796336"/>
                  <a:pt x="143683" y="1677603"/>
                  <a:pt x="87472" y="1545042"/>
                </a:cubicBezTo>
                <a:cubicBezTo>
                  <a:pt x="29458" y="1407972"/>
                  <a:pt x="0" y="1262185"/>
                  <a:pt x="0" y="1112189"/>
                </a:cubicBezTo>
                <a:cubicBezTo>
                  <a:pt x="0" y="962194"/>
                  <a:pt x="29458" y="816407"/>
                  <a:pt x="87472" y="679337"/>
                </a:cubicBezTo>
                <a:cubicBezTo>
                  <a:pt x="143382" y="546776"/>
                  <a:pt x="223640" y="428043"/>
                  <a:pt x="325841" y="325842"/>
                </a:cubicBezTo>
                <a:cubicBezTo>
                  <a:pt x="428042" y="223640"/>
                  <a:pt x="546776" y="143683"/>
                  <a:pt x="679337" y="87472"/>
                </a:cubicBezTo>
                <a:cubicBezTo>
                  <a:pt x="816407" y="29458"/>
                  <a:pt x="962194" y="0"/>
                  <a:pt x="1112189" y="0"/>
                </a:cubicBezTo>
                <a:cubicBezTo>
                  <a:pt x="1262184" y="0"/>
                  <a:pt x="1407971" y="29458"/>
                  <a:pt x="1545041" y="87472"/>
                </a:cubicBezTo>
                <a:cubicBezTo>
                  <a:pt x="1677603" y="143382"/>
                  <a:pt x="1796336" y="223640"/>
                  <a:pt x="1898538" y="325842"/>
                </a:cubicBezTo>
                <a:cubicBezTo>
                  <a:pt x="2000739" y="428043"/>
                  <a:pt x="2080696" y="546776"/>
                  <a:pt x="2136906" y="679337"/>
                </a:cubicBezTo>
                <a:cubicBezTo>
                  <a:pt x="2194921" y="816407"/>
                  <a:pt x="2224379" y="962194"/>
                  <a:pt x="2224379" y="1112189"/>
                </a:cubicBezTo>
                <a:cubicBezTo>
                  <a:pt x="2224379" y="1262185"/>
                  <a:pt x="2194921" y="1407972"/>
                  <a:pt x="2136906" y="1545042"/>
                </a:cubicBezTo>
                <a:cubicBezTo>
                  <a:pt x="2080997" y="1677603"/>
                  <a:pt x="2000739" y="1796336"/>
                  <a:pt x="1898538" y="1898538"/>
                </a:cubicBezTo>
                <a:cubicBezTo>
                  <a:pt x="1796336" y="2000739"/>
                  <a:pt x="1677603" y="2080696"/>
                  <a:pt x="1545041" y="2136907"/>
                </a:cubicBezTo>
                <a:cubicBezTo>
                  <a:pt x="1407971" y="2194921"/>
                  <a:pt x="1262184" y="2224379"/>
                  <a:pt x="1112189" y="2224379"/>
                </a:cubicBezTo>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5" name="任意多边形: 形状 34">
            <a:extLst>
              <a:ext uri="{FF2B5EF4-FFF2-40B4-BE49-F238E27FC236}">
                <a16:creationId xmlns:a16="http://schemas.microsoft.com/office/drawing/2014/main" id="{BB14EFAC-9602-2D20-3904-353DA35B85EC}"/>
              </a:ext>
            </a:extLst>
          </p:cNvPr>
          <p:cNvSpPr/>
          <p:nvPr/>
        </p:nvSpPr>
        <p:spPr>
          <a:xfrm>
            <a:off x="6664242" y="1835203"/>
            <a:ext cx="1588512" cy="1588512"/>
          </a:xfrm>
          <a:custGeom>
            <a:avLst/>
            <a:gdLst>
              <a:gd name="connsiteX0" fmla="*/ 1604559 w 1604558"/>
              <a:gd name="connsiteY0" fmla="*/ 802279 h 1604558"/>
              <a:gd name="connsiteX1" fmla="*/ 1541435 w 1604558"/>
              <a:gd name="connsiteY1" fmla="*/ 1114594 h 1604558"/>
              <a:gd name="connsiteX2" fmla="*/ 1369496 w 1604558"/>
              <a:gd name="connsiteY2" fmla="*/ 1369496 h 1604558"/>
              <a:gd name="connsiteX3" fmla="*/ 1114594 w 1604558"/>
              <a:gd name="connsiteY3" fmla="*/ 1541435 h 1604558"/>
              <a:gd name="connsiteX4" fmla="*/ 802279 w 1604558"/>
              <a:gd name="connsiteY4" fmla="*/ 1604559 h 1604558"/>
              <a:gd name="connsiteX5" fmla="*/ 489965 w 1604558"/>
              <a:gd name="connsiteY5" fmla="*/ 1541435 h 1604558"/>
              <a:gd name="connsiteX6" fmla="*/ 235063 w 1604558"/>
              <a:gd name="connsiteY6" fmla="*/ 1369496 h 1604558"/>
              <a:gd name="connsiteX7" fmla="*/ 63124 w 1604558"/>
              <a:gd name="connsiteY7" fmla="*/ 1114594 h 1604558"/>
              <a:gd name="connsiteX8" fmla="*/ 0 w 1604558"/>
              <a:gd name="connsiteY8" fmla="*/ 802279 h 1604558"/>
              <a:gd name="connsiteX9" fmla="*/ 63124 w 1604558"/>
              <a:gd name="connsiteY9" fmla="*/ 489965 h 1604558"/>
              <a:gd name="connsiteX10" fmla="*/ 235063 w 1604558"/>
              <a:gd name="connsiteY10" fmla="*/ 235063 h 1604558"/>
              <a:gd name="connsiteX11" fmla="*/ 489965 w 1604558"/>
              <a:gd name="connsiteY11" fmla="*/ 63124 h 1604558"/>
              <a:gd name="connsiteX12" fmla="*/ 802279 w 1604558"/>
              <a:gd name="connsiteY12" fmla="*/ 0 h 1604558"/>
              <a:gd name="connsiteX13" fmla="*/ 1114594 w 1604558"/>
              <a:gd name="connsiteY13" fmla="*/ 63124 h 1604558"/>
              <a:gd name="connsiteX14" fmla="*/ 1369496 w 1604558"/>
              <a:gd name="connsiteY14" fmla="*/ 235063 h 1604558"/>
              <a:gd name="connsiteX15" fmla="*/ 1541435 w 1604558"/>
              <a:gd name="connsiteY15" fmla="*/ 489965 h 1604558"/>
              <a:gd name="connsiteX16" fmla="*/ 1604559 w 1604558"/>
              <a:gd name="connsiteY16" fmla="*/ 802279 h 160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4558" h="1604558">
                <a:moveTo>
                  <a:pt x="1604559" y="802279"/>
                </a:moveTo>
                <a:cubicBezTo>
                  <a:pt x="1604559" y="910492"/>
                  <a:pt x="1583216" y="1015699"/>
                  <a:pt x="1541435" y="1114594"/>
                </a:cubicBezTo>
                <a:cubicBezTo>
                  <a:pt x="1501155" y="1210182"/>
                  <a:pt x="1443141" y="1295851"/>
                  <a:pt x="1369496" y="1369496"/>
                </a:cubicBezTo>
                <a:cubicBezTo>
                  <a:pt x="1295851" y="1443141"/>
                  <a:pt x="1210183" y="1500855"/>
                  <a:pt x="1114594" y="1541435"/>
                </a:cubicBezTo>
                <a:cubicBezTo>
                  <a:pt x="1015699" y="1583217"/>
                  <a:pt x="910492" y="1604559"/>
                  <a:pt x="802279" y="1604559"/>
                </a:cubicBezTo>
                <a:cubicBezTo>
                  <a:pt x="694066" y="1604559"/>
                  <a:pt x="588859" y="1583217"/>
                  <a:pt x="489965" y="1541435"/>
                </a:cubicBezTo>
                <a:cubicBezTo>
                  <a:pt x="394376" y="1501155"/>
                  <a:pt x="308708" y="1443141"/>
                  <a:pt x="235063" y="1369496"/>
                </a:cubicBezTo>
                <a:cubicBezTo>
                  <a:pt x="161418" y="1295851"/>
                  <a:pt x="103704" y="1210182"/>
                  <a:pt x="63124" y="1114594"/>
                </a:cubicBezTo>
                <a:cubicBezTo>
                  <a:pt x="21342" y="1015699"/>
                  <a:pt x="0" y="910492"/>
                  <a:pt x="0" y="802279"/>
                </a:cubicBezTo>
                <a:cubicBezTo>
                  <a:pt x="0" y="694066"/>
                  <a:pt x="21342" y="588859"/>
                  <a:pt x="63124" y="489965"/>
                </a:cubicBezTo>
                <a:cubicBezTo>
                  <a:pt x="103403" y="394376"/>
                  <a:pt x="161418" y="308708"/>
                  <a:pt x="235063" y="235063"/>
                </a:cubicBezTo>
                <a:cubicBezTo>
                  <a:pt x="308708" y="161418"/>
                  <a:pt x="394376" y="103704"/>
                  <a:pt x="489965" y="63124"/>
                </a:cubicBezTo>
                <a:cubicBezTo>
                  <a:pt x="588859" y="21342"/>
                  <a:pt x="694066" y="0"/>
                  <a:pt x="802279" y="0"/>
                </a:cubicBezTo>
                <a:cubicBezTo>
                  <a:pt x="910492" y="0"/>
                  <a:pt x="1015699" y="21342"/>
                  <a:pt x="1114594" y="63124"/>
                </a:cubicBezTo>
                <a:cubicBezTo>
                  <a:pt x="1210183" y="103404"/>
                  <a:pt x="1295851" y="161418"/>
                  <a:pt x="1369496" y="235063"/>
                </a:cubicBezTo>
                <a:cubicBezTo>
                  <a:pt x="1443141" y="308708"/>
                  <a:pt x="1500855" y="394376"/>
                  <a:pt x="1541435" y="489965"/>
                </a:cubicBezTo>
                <a:cubicBezTo>
                  <a:pt x="1583517" y="588859"/>
                  <a:pt x="1604559" y="693766"/>
                  <a:pt x="1604559" y="802279"/>
                </a:cubicBezTo>
              </a:path>
            </a:pathLst>
          </a:custGeom>
          <a:noFill/>
          <a:ln w="178551" cap="flat">
            <a:solidFill>
              <a:srgbClr val="297FD5"/>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6" name="任意多边形: 形状 35">
            <a:extLst>
              <a:ext uri="{FF2B5EF4-FFF2-40B4-BE49-F238E27FC236}">
                <a16:creationId xmlns:a16="http://schemas.microsoft.com/office/drawing/2014/main" id="{84DA30B7-0FD0-C036-52B2-B1EFF8CDD1E3}"/>
              </a:ext>
            </a:extLst>
          </p:cNvPr>
          <p:cNvSpPr/>
          <p:nvPr/>
        </p:nvSpPr>
        <p:spPr>
          <a:xfrm>
            <a:off x="6730008" y="1900673"/>
            <a:ext cx="1457575" cy="1457575"/>
          </a:xfrm>
          <a:custGeom>
            <a:avLst/>
            <a:gdLst>
              <a:gd name="connsiteX0" fmla="*/ 1472298 w 1472298"/>
              <a:gd name="connsiteY0" fmla="*/ 736149 h 1472298"/>
              <a:gd name="connsiteX1" fmla="*/ 736149 w 1472298"/>
              <a:gd name="connsiteY1" fmla="*/ 1472298 h 1472298"/>
              <a:gd name="connsiteX2" fmla="*/ 0 w 1472298"/>
              <a:gd name="connsiteY2" fmla="*/ 736149 h 1472298"/>
              <a:gd name="connsiteX3" fmla="*/ 736149 w 1472298"/>
              <a:gd name="connsiteY3" fmla="*/ 0 h 1472298"/>
              <a:gd name="connsiteX4" fmla="*/ 1472298 w 1472298"/>
              <a:gd name="connsiteY4" fmla="*/ 736149 h 1472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2298" h="1472298">
                <a:moveTo>
                  <a:pt x="1472298" y="736149"/>
                </a:moveTo>
                <a:cubicBezTo>
                  <a:pt x="1472298" y="1142713"/>
                  <a:pt x="1142713" y="1472298"/>
                  <a:pt x="736149" y="1472298"/>
                </a:cubicBezTo>
                <a:cubicBezTo>
                  <a:pt x="329585" y="1472298"/>
                  <a:pt x="0" y="1142713"/>
                  <a:pt x="0" y="736149"/>
                </a:cubicBezTo>
                <a:cubicBezTo>
                  <a:pt x="0" y="329585"/>
                  <a:pt x="329586" y="0"/>
                  <a:pt x="736149" y="0"/>
                </a:cubicBezTo>
                <a:cubicBezTo>
                  <a:pt x="1142713" y="0"/>
                  <a:pt x="1472298" y="329585"/>
                  <a:pt x="1472298" y="736149"/>
                </a:cubicBezTo>
                <a:close/>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7" name="任意多边形: 形状 36">
            <a:extLst>
              <a:ext uri="{FF2B5EF4-FFF2-40B4-BE49-F238E27FC236}">
                <a16:creationId xmlns:a16="http://schemas.microsoft.com/office/drawing/2014/main" id="{EE0B83AC-A0BC-9F4D-3AAE-57CE1D4D0708}"/>
              </a:ext>
            </a:extLst>
          </p:cNvPr>
          <p:cNvSpPr/>
          <p:nvPr/>
        </p:nvSpPr>
        <p:spPr>
          <a:xfrm>
            <a:off x="6800237" y="1970904"/>
            <a:ext cx="1317114" cy="1317114"/>
          </a:xfrm>
          <a:custGeom>
            <a:avLst/>
            <a:gdLst>
              <a:gd name="connsiteX0" fmla="*/ 1330419 w 1330418"/>
              <a:gd name="connsiteY0" fmla="*/ 665209 h 1330418"/>
              <a:gd name="connsiteX1" fmla="*/ 665209 w 1330418"/>
              <a:gd name="connsiteY1" fmla="*/ 1330419 h 1330418"/>
              <a:gd name="connsiteX2" fmla="*/ 0 w 1330418"/>
              <a:gd name="connsiteY2" fmla="*/ 665209 h 1330418"/>
              <a:gd name="connsiteX3" fmla="*/ 665209 w 1330418"/>
              <a:gd name="connsiteY3" fmla="*/ 0 h 1330418"/>
              <a:gd name="connsiteX4" fmla="*/ 1330419 w 1330418"/>
              <a:gd name="connsiteY4" fmla="*/ 665209 h 1330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0418" h="1330418">
                <a:moveTo>
                  <a:pt x="1330419" y="665209"/>
                </a:moveTo>
                <a:cubicBezTo>
                  <a:pt x="1330419" y="1032595"/>
                  <a:pt x="1032595" y="1330419"/>
                  <a:pt x="665209" y="1330419"/>
                </a:cubicBezTo>
                <a:cubicBezTo>
                  <a:pt x="297824" y="1330419"/>
                  <a:pt x="0" y="1032594"/>
                  <a:pt x="0" y="665209"/>
                </a:cubicBezTo>
                <a:cubicBezTo>
                  <a:pt x="0" y="297824"/>
                  <a:pt x="297824" y="0"/>
                  <a:pt x="665209" y="0"/>
                </a:cubicBezTo>
                <a:cubicBezTo>
                  <a:pt x="1032595" y="0"/>
                  <a:pt x="1330419" y="297825"/>
                  <a:pt x="1330419" y="665209"/>
                </a:cubicBezTo>
                <a:close/>
              </a:path>
            </a:pathLst>
          </a:custGeom>
          <a:solidFill>
            <a:srgbClr val="FFFFFF"/>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8" name="任意多边形: 形状 37">
            <a:extLst>
              <a:ext uri="{FF2B5EF4-FFF2-40B4-BE49-F238E27FC236}">
                <a16:creationId xmlns:a16="http://schemas.microsoft.com/office/drawing/2014/main" id="{63957C6C-6DBA-CCD0-DA3D-B37EB41C020C}"/>
              </a:ext>
            </a:extLst>
          </p:cNvPr>
          <p:cNvSpPr/>
          <p:nvPr/>
        </p:nvSpPr>
        <p:spPr>
          <a:xfrm>
            <a:off x="6817201" y="1987865"/>
            <a:ext cx="1283189" cy="1283189"/>
          </a:xfrm>
          <a:custGeom>
            <a:avLst/>
            <a:gdLst>
              <a:gd name="connsiteX0" fmla="*/ 1296152 w 1296151"/>
              <a:gd name="connsiteY0" fmla="*/ 648076 h 1296151"/>
              <a:gd name="connsiteX1" fmla="*/ 648076 w 1296151"/>
              <a:gd name="connsiteY1" fmla="*/ 1296151 h 1296151"/>
              <a:gd name="connsiteX2" fmla="*/ 0 w 1296151"/>
              <a:gd name="connsiteY2" fmla="*/ 648076 h 1296151"/>
              <a:gd name="connsiteX3" fmla="*/ 648076 w 1296151"/>
              <a:gd name="connsiteY3" fmla="*/ 0 h 1296151"/>
              <a:gd name="connsiteX4" fmla="*/ 1296152 w 1296151"/>
              <a:gd name="connsiteY4" fmla="*/ 648076 h 1296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6151" h="1296151">
                <a:moveTo>
                  <a:pt x="1296152" y="648076"/>
                </a:moveTo>
                <a:cubicBezTo>
                  <a:pt x="1296152" y="1005998"/>
                  <a:pt x="1005999" y="1296151"/>
                  <a:pt x="648076" y="1296151"/>
                </a:cubicBezTo>
                <a:cubicBezTo>
                  <a:pt x="290154" y="1296151"/>
                  <a:pt x="0" y="1005998"/>
                  <a:pt x="0" y="648076"/>
                </a:cubicBezTo>
                <a:cubicBezTo>
                  <a:pt x="0" y="290153"/>
                  <a:pt x="290153" y="0"/>
                  <a:pt x="648076" y="0"/>
                </a:cubicBezTo>
                <a:cubicBezTo>
                  <a:pt x="1005998" y="0"/>
                  <a:pt x="1296152" y="290153"/>
                  <a:pt x="1296152" y="648076"/>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39" name="任意多边形: 形状 38">
            <a:extLst>
              <a:ext uri="{FF2B5EF4-FFF2-40B4-BE49-F238E27FC236}">
                <a16:creationId xmlns:a16="http://schemas.microsoft.com/office/drawing/2014/main" id="{D8E07ACB-D96A-B1E4-6BF9-DD19E46A0E52}"/>
              </a:ext>
            </a:extLst>
          </p:cNvPr>
          <p:cNvSpPr/>
          <p:nvPr/>
        </p:nvSpPr>
        <p:spPr>
          <a:xfrm>
            <a:off x="7157044" y="4107568"/>
            <a:ext cx="603503" cy="603504"/>
          </a:xfrm>
          <a:custGeom>
            <a:avLst/>
            <a:gdLst>
              <a:gd name="connsiteX0" fmla="*/ 304800 w 609599"/>
              <a:gd name="connsiteY0" fmla="*/ 609600 h 609600"/>
              <a:gd name="connsiteX1" fmla="*/ 186066 w 609599"/>
              <a:gd name="connsiteY1" fmla="*/ 585553 h 609600"/>
              <a:gd name="connsiteX2" fmla="*/ 89276 w 609599"/>
              <a:gd name="connsiteY2" fmla="*/ 520324 h 609600"/>
              <a:gd name="connsiteX3" fmla="*/ 24047 w 609599"/>
              <a:gd name="connsiteY3" fmla="*/ 423534 h 609600"/>
              <a:gd name="connsiteX4" fmla="*/ 0 w 609599"/>
              <a:gd name="connsiteY4" fmla="*/ 304800 h 609600"/>
              <a:gd name="connsiteX5" fmla="*/ 24047 w 609599"/>
              <a:gd name="connsiteY5" fmla="*/ 186066 h 609600"/>
              <a:gd name="connsiteX6" fmla="*/ 89276 w 609599"/>
              <a:gd name="connsiteY6" fmla="*/ 89276 h 609600"/>
              <a:gd name="connsiteX7" fmla="*/ 186066 w 609599"/>
              <a:gd name="connsiteY7" fmla="*/ 24047 h 609600"/>
              <a:gd name="connsiteX8" fmla="*/ 304800 w 609599"/>
              <a:gd name="connsiteY8" fmla="*/ 0 h 609600"/>
              <a:gd name="connsiteX9" fmla="*/ 423533 w 609599"/>
              <a:gd name="connsiteY9" fmla="*/ 24047 h 609600"/>
              <a:gd name="connsiteX10" fmla="*/ 520324 w 609599"/>
              <a:gd name="connsiteY10" fmla="*/ 89276 h 609600"/>
              <a:gd name="connsiteX11" fmla="*/ 585552 w 609599"/>
              <a:gd name="connsiteY11" fmla="*/ 186066 h 609600"/>
              <a:gd name="connsiteX12" fmla="*/ 609599 w 609599"/>
              <a:gd name="connsiteY12" fmla="*/ 304800 h 609600"/>
              <a:gd name="connsiteX13" fmla="*/ 585552 w 609599"/>
              <a:gd name="connsiteY13" fmla="*/ 423534 h 609600"/>
              <a:gd name="connsiteX14" fmla="*/ 520324 w 609599"/>
              <a:gd name="connsiteY14" fmla="*/ 520324 h 609600"/>
              <a:gd name="connsiteX15" fmla="*/ 423533 w 609599"/>
              <a:gd name="connsiteY15" fmla="*/ 585553 h 609600"/>
              <a:gd name="connsiteX16" fmla="*/ 304800 w 609599"/>
              <a:gd name="connsiteY16" fmla="*/ 60960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599" h="609600">
                <a:moveTo>
                  <a:pt x="304800" y="609600"/>
                </a:moveTo>
                <a:cubicBezTo>
                  <a:pt x="263619" y="609600"/>
                  <a:pt x="223640" y="601484"/>
                  <a:pt x="186066" y="585553"/>
                </a:cubicBezTo>
                <a:cubicBezTo>
                  <a:pt x="149694" y="570222"/>
                  <a:pt x="117231" y="548279"/>
                  <a:pt x="89276" y="520324"/>
                </a:cubicBezTo>
                <a:cubicBezTo>
                  <a:pt x="61320" y="492369"/>
                  <a:pt x="39377" y="459905"/>
                  <a:pt x="24047" y="423534"/>
                </a:cubicBezTo>
                <a:cubicBezTo>
                  <a:pt x="8116" y="385960"/>
                  <a:pt x="0" y="345981"/>
                  <a:pt x="0" y="304800"/>
                </a:cubicBezTo>
                <a:cubicBezTo>
                  <a:pt x="0" y="263619"/>
                  <a:pt x="8116" y="223640"/>
                  <a:pt x="24047" y="186066"/>
                </a:cubicBezTo>
                <a:cubicBezTo>
                  <a:pt x="39377" y="149695"/>
                  <a:pt x="61320" y="117231"/>
                  <a:pt x="89276" y="89276"/>
                </a:cubicBezTo>
                <a:cubicBezTo>
                  <a:pt x="117231" y="61321"/>
                  <a:pt x="149694" y="39377"/>
                  <a:pt x="186066" y="24047"/>
                </a:cubicBezTo>
                <a:cubicBezTo>
                  <a:pt x="223640" y="8116"/>
                  <a:pt x="263619" y="0"/>
                  <a:pt x="304800" y="0"/>
                </a:cubicBezTo>
                <a:cubicBezTo>
                  <a:pt x="345981" y="0"/>
                  <a:pt x="385959" y="8116"/>
                  <a:pt x="423533" y="24047"/>
                </a:cubicBezTo>
                <a:cubicBezTo>
                  <a:pt x="459905" y="39377"/>
                  <a:pt x="492369" y="61321"/>
                  <a:pt x="520324" y="89276"/>
                </a:cubicBezTo>
                <a:cubicBezTo>
                  <a:pt x="548279" y="117231"/>
                  <a:pt x="570222" y="149695"/>
                  <a:pt x="585552" y="186066"/>
                </a:cubicBezTo>
                <a:cubicBezTo>
                  <a:pt x="601484" y="223640"/>
                  <a:pt x="609599" y="263619"/>
                  <a:pt x="609599" y="304800"/>
                </a:cubicBezTo>
                <a:cubicBezTo>
                  <a:pt x="609599" y="345981"/>
                  <a:pt x="601484" y="385960"/>
                  <a:pt x="585552" y="423534"/>
                </a:cubicBezTo>
                <a:cubicBezTo>
                  <a:pt x="570222" y="459905"/>
                  <a:pt x="548279" y="492369"/>
                  <a:pt x="520324" y="520324"/>
                </a:cubicBezTo>
                <a:cubicBezTo>
                  <a:pt x="492369" y="548279"/>
                  <a:pt x="459905" y="570222"/>
                  <a:pt x="423533" y="585553"/>
                </a:cubicBezTo>
                <a:cubicBezTo>
                  <a:pt x="385959" y="601484"/>
                  <a:pt x="345981" y="609600"/>
                  <a:pt x="304800" y="609600"/>
                </a:cubicBezTo>
              </a:path>
            </a:pathLst>
          </a:custGeom>
          <a:solidFill>
            <a:srgbClr val="606060"/>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0" name="任意多边形: 形状 39">
            <a:extLst>
              <a:ext uri="{FF2B5EF4-FFF2-40B4-BE49-F238E27FC236}">
                <a16:creationId xmlns:a16="http://schemas.microsoft.com/office/drawing/2014/main" id="{68752FFC-A739-8248-C055-3A9E5C659191}"/>
              </a:ext>
            </a:extLst>
          </p:cNvPr>
          <p:cNvSpPr/>
          <p:nvPr/>
        </p:nvSpPr>
        <p:spPr>
          <a:xfrm>
            <a:off x="7206442" y="4156969"/>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8 w 509803"/>
              <a:gd name="connsiteY6" fmla="*/ 434956 h 509803"/>
              <a:gd name="connsiteX7" fmla="*/ 20139 w 509803"/>
              <a:gd name="connsiteY7" fmla="*/ 354097 h 509803"/>
              <a:gd name="connsiteX8" fmla="*/ 0 w 509803"/>
              <a:gd name="connsiteY8" fmla="*/ 254902 h 509803"/>
              <a:gd name="connsiteX9" fmla="*/ 20139 w 509803"/>
              <a:gd name="connsiteY9" fmla="*/ 155707 h 509803"/>
              <a:gd name="connsiteX10" fmla="*/ 74848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7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1" y="458402"/>
                  <a:pt x="384457" y="476738"/>
                  <a:pt x="354097" y="489664"/>
                </a:cubicBezTo>
                <a:cubicBezTo>
                  <a:pt x="322535" y="502890"/>
                  <a:pt x="289169" y="509804"/>
                  <a:pt x="254902" y="509804"/>
                </a:cubicBezTo>
                <a:cubicBezTo>
                  <a:pt x="220635" y="509804"/>
                  <a:pt x="187269" y="503191"/>
                  <a:pt x="155707" y="489664"/>
                </a:cubicBezTo>
                <a:cubicBezTo>
                  <a:pt x="125347" y="476738"/>
                  <a:pt x="97993" y="458402"/>
                  <a:pt x="74848" y="434956"/>
                </a:cubicBezTo>
                <a:cubicBezTo>
                  <a:pt x="51401" y="411510"/>
                  <a:pt x="33065" y="384457"/>
                  <a:pt x="20139" y="354097"/>
                </a:cubicBezTo>
                <a:cubicBezTo>
                  <a:pt x="6914" y="322535"/>
                  <a:pt x="0" y="289169"/>
                  <a:pt x="0" y="254902"/>
                </a:cubicBezTo>
                <a:cubicBezTo>
                  <a:pt x="0" y="220634"/>
                  <a:pt x="6613" y="187269"/>
                  <a:pt x="20139" y="155707"/>
                </a:cubicBezTo>
                <a:cubicBezTo>
                  <a:pt x="33065" y="125347"/>
                  <a:pt x="51401" y="97993"/>
                  <a:pt x="74848" y="74847"/>
                </a:cubicBezTo>
                <a:cubicBezTo>
                  <a:pt x="98293" y="51401"/>
                  <a:pt x="125347" y="33065"/>
                  <a:pt x="155707" y="20140"/>
                </a:cubicBezTo>
                <a:cubicBezTo>
                  <a:pt x="187269" y="6914"/>
                  <a:pt x="220635" y="0"/>
                  <a:pt x="254902" y="0"/>
                </a:cubicBezTo>
                <a:cubicBezTo>
                  <a:pt x="289169" y="0"/>
                  <a:pt x="322535" y="6613"/>
                  <a:pt x="354097" y="20140"/>
                </a:cubicBezTo>
                <a:cubicBezTo>
                  <a:pt x="384457" y="33065"/>
                  <a:pt x="411811" y="51401"/>
                  <a:pt x="434956" y="74847"/>
                </a:cubicBezTo>
                <a:cubicBezTo>
                  <a:pt x="458402" y="98294"/>
                  <a:pt x="476739" y="125347"/>
                  <a:pt x="489664" y="155707"/>
                </a:cubicBezTo>
                <a:cubicBezTo>
                  <a:pt x="502890" y="187269"/>
                  <a:pt x="509804" y="220634"/>
                  <a:pt x="509804" y="254902"/>
                </a:cubicBezTo>
              </a:path>
            </a:pathLst>
          </a:custGeom>
          <a:noFill/>
          <a:ln w="178551" cap="flat">
            <a:solidFill>
              <a:srgbClr val="297FD5"/>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1" name="任意多边形: 形状 40">
            <a:extLst>
              <a:ext uri="{FF2B5EF4-FFF2-40B4-BE49-F238E27FC236}">
                <a16:creationId xmlns:a16="http://schemas.microsoft.com/office/drawing/2014/main" id="{5DF35972-D486-96B1-5988-F75506BD57B0}"/>
              </a:ext>
            </a:extLst>
          </p:cNvPr>
          <p:cNvSpPr/>
          <p:nvPr/>
        </p:nvSpPr>
        <p:spPr>
          <a:xfrm>
            <a:off x="7227274" y="4177801"/>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2" name="任意多边形: 形状 41">
            <a:extLst>
              <a:ext uri="{FF2B5EF4-FFF2-40B4-BE49-F238E27FC236}">
                <a16:creationId xmlns:a16="http://schemas.microsoft.com/office/drawing/2014/main" id="{5125F069-1DA9-CE63-79EB-80965A6F726E}"/>
              </a:ext>
            </a:extLst>
          </p:cNvPr>
          <p:cNvSpPr/>
          <p:nvPr/>
        </p:nvSpPr>
        <p:spPr>
          <a:xfrm>
            <a:off x="7206442" y="2377107"/>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8 w 509803"/>
              <a:gd name="connsiteY6" fmla="*/ 434956 h 509803"/>
              <a:gd name="connsiteX7" fmla="*/ 20139 w 509803"/>
              <a:gd name="connsiteY7" fmla="*/ 354097 h 509803"/>
              <a:gd name="connsiteX8" fmla="*/ 0 w 509803"/>
              <a:gd name="connsiteY8" fmla="*/ 254902 h 509803"/>
              <a:gd name="connsiteX9" fmla="*/ 20139 w 509803"/>
              <a:gd name="connsiteY9" fmla="*/ 155706 h 509803"/>
              <a:gd name="connsiteX10" fmla="*/ 74848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6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1" y="458102"/>
                  <a:pt x="384457" y="476738"/>
                  <a:pt x="354097" y="489664"/>
                </a:cubicBezTo>
                <a:cubicBezTo>
                  <a:pt x="322535" y="502890"/>
                  <a:pt x="289169" y="509804"/>
                  <a:pt x="254902" y="509804"/>
                </a:cubicBezTo>
                <a:cubicBezTo>
                  <a:pt x="220635" y="509804"/>
                  <a:pt x="187269" y="503191"/>
                  <a:pt x="155707" y="489664"/>
                </a:cubicBezTo>
                <a:cubicBezTo>
                  <a:pt x="125347" y="476738"/>
                  <a:pt x="97993" y="458402"/>
                  <a:pt x="74848" y="434956"/>
                </a:cubicBezTo>
                <a:cubicBezTo>
                  <a:pt x="51702" y="411510"/>
                  <a:pt x="33065" y="384457"/>
                  <a:pt x="20139" y="354097"/>
                </a:cubicBezTo>
                <a:cubicBezTo>
                  <a:pt x="6914" y="322535"/>
                  <a:pt x="0" y="289169"/>
                  <a:pt x="0" y="254902"/>
                </a:cubicBezTo>
                <a:cubicBezTo>
                  <a:pt x="0" y="220634"/>
                  <a:pt x="6613" y="187269"/>
                  <a:pt x="20139" y="155706"/>
                </a:cubicBezTo>
                <a:cubicBezTo>
                  <a:pt x="33065" y="125347"/>
                  <a:pt x="51401" y="97993"/>
                  <a:pt x="74848" y="74847"/>
                </a:cubicBezTo>
                <a:cubicBezTo>
                  <a:pt x="98293" y="51702"/>
                  <a:pt x="125347" y="33065"/>
                  <a:pt x="155707" y="20140"/>
                </a:cubicBezTo>
                <a:cubicBezTo>
                  <a:pt x="187269" y="6914"/>
                  <a:pt x="220635" y="0"/>
                  <a:pt x="254902" y="0"/>
                </a:cubicBezTo>
                <a:cubicBezTo>
                  <a:pt x="289169" y="0"/>
                  <a:pt x="322535" y="6613"/>
                  <a:pt x="354097" y="20140"/>
                </a:cubicBezTo>
                <a:cubicBezTo>
                  <a:pt x="384457" y="33065"/>
                  <a:pt x="411811" y="51401"/>
                  <a:pt x="434956" y="74847"/>
                </a:cubicBezTo>
                <a:cubicBezTo>
                  <a:pt x="458102" y="98294"/>
                  <a:pt x="476739" y="125347"/>
                  <a:pt x="489664" y="155706"/>
                </a:cubicBezTo>
                <a:cubicBezTo>
                  <a:pt x="502890" y="186968"/>
                  <a:pt x="509804" y="220334"/>
                  <a:pt x="509804" y="254902"/>
                </a:cubicBezTo>
              </a:path>
            </a:pathLst>
          </a:custGeom>
          <a:noFill/>
          <a:ln w="178551" cap="flat">
            <a:solidFill>
              <a:srgbClr val="297FD5"/>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3" name="任意多边形: 形状 42">
            <a:extLst>
              <a:ext uri="{FF2B5EF4-FFF2-40B4-BE49-F238E27FC236}">
                <a16:creationId xmlns:a16="http://schemas.microsoft.com/office/drawing/2014/main" id="{8DB8CDD4-3E02-A6D2-A786-B163901EB5A0}"/>
              </a:ext>
            </a:extLst>
          </p:cNvPr>
          <p:cNvSpPr/>
          <p:nvPr/>
        </p:nvSpPr>
        <p:spPr>
          <a:xfrm>
            <a:off x="7227274" y="2397939"/>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4" name="任意多边形: 形状 43">
            <a:extLst>
              <a:ext uri="{FF2B5EF4-FFF2-40B4-BE49-F238E27FC236}">
                <a16:creationId xmlns:a16="http://schemas.microsoft.com/office/drawing/2014/main" id="{EDFCFD1C-03E8-53EB-B836-2EDCD956A2B8}"/>
              </a:ext>
            </a:extLst>
          </p:cNvPr>
          <p:cNvSpPr/>
          <p:nvPr/>
        </p:nvSpPr>
        <p:spPr>
          <a:xfrm>
            <a:off x="7458796" y="2630353"/>
            <a:ext cx="2975" cy="1685227"/>
          </a:xfrm>
          <a:custGeom>
            <a:avLst/>
            <a:gdLst>
              <a:gd name="connsiteX0" fmla="*/ 0 w 3005"/>
              <a:gd name="connsiteY0" fmla="*/ 0 h 1702250"/>
              <a:gd name="connsiteX1" fmla="*/ 0 w 3005"/>
              <a:gd name="connsiteY1" fmla="*/ 1702251 h 1702250"/>
            </a:gdLst>
            <a:ahLst/>
            <a:cxnLst>
              <a:cxn ang="0">
                <a:pos x="connsiteX0" y="connsiteY0"/>
              </a:cxn>
              <a:cxn ang="0">
                <a:pos x="connsiteX1" y="connsiteY1"/>
              </a:cxn>
            </a:cxnLst>
            <a:rect l="l" t="t" r="r" b="b"/>
            <a:pathLst>
              <a:path w="3005" h="1702250">
                <a:moveTo>
                  <a:pt x="0" y="0"/>
                </a:moveTo>
                <a:lnTo>
                  <a:pt x="0" y="1702251"/>
                </a:lnTo>
              </a:path>
            </a:pathLst>
          </a:custGeom>
          <a:ln w="105176" cap="rnd">
            <a:solidFill>
              <a:srgbClr val="FFFFFF"/>
            </a:solidFill>
            <a:prstDash val="solid"/>
            <a:bevel/>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nvGrpSpPr>
          <p:cNvPr id="45" name="组合 44">
            <a:extLst>
              <a:ext uri="{FF2B5EF4-FFF2-40B4-BE49-F238E27FC236}">
                <a16:creationId xmlns:a16="http://schemas.microsoft.com/office/drawing/2014/main" id="{733EB9D8-BD03-6BA3-4034-3482AFC98CC2}"/>
              </a:ext>
            </a:extLst>
          </p:cNvPr>
          <p:cNvGrpSpPr/>
          <p:nvPr/>
        </p:nvGrpSpPr>
        <p:grpSpPr>
          <a:xfrm>
            <a:off x="7366989" y="4315582"/>
            <a:ext cx="183015" cy="183907"/>
            <a:chOff x="7370595" y="4278520"/>
            <a:chExt cx="183015" cy="183907"/>
          </a:xfrm>
          <a:solidFill>
            <a:srgbClr val="297FD5"/>
          </a:solidFill>
        </p:grpSpPr>
        <p:sp>
          <p:nvSpPr>
            <p:cNvPr id="46" name="任意多边形: 形状 45">
              <a:extLst>
                <a:ext uri="{FF2B5EF4-FFF2-40B4-BE49-F238E27FC236}">
                  <a16:creationId xmlns:a16="http://schemas.microsoft.com/office/drawing/2014/main" id="{659D9263-7041-B6CE-6B34-6CC7C6B83BB2}"/>
                </a:ext>
              </a:extLst>
            </p:cNvPr>
            <p:cNvSpPr/>
            <p:nvPr/>
          </p:nvSpPr>
          <p:spPr>
            <a:xfrm>
              <a:off x="7370595" y="4278818"/>
              <a:ext cx="81537" cy="183609"/>
            </a:xfrm>
            <a:custGeom>
              <a:avLst/>
              <a:gdLst>
                <a:gd name="connsiteX0" fmla="*/ 10821 w 82361"/>
                <a:gd name="connsiteY0" fmla="*/ 174343 h 185464"/>
                <a:gd name="connsiteX1" fmla="*/ 0 w 82361"/>
                <a:gd name="connsiteY1" fmla="*/ 142781 h 185464"/>
                <a:gd name="connsiteX2" fmla="*/ 0 w 82361"/>
                <a:gd name="connsiteY2" fmla="*/ 42684 h 185464"/>
                <a:gd name="connsiteX3" fmla="*/ 10821 w 82361"/>
                <a:gd name="connsiteY3" fmla="*/ 11122 h 185464"/>
                <a:gd name="connsiteX4" fmla="*/ 41181 w 82361"/>
                <a:gd name="connsiteY4" fmla="*/ 0 h 185464"/>
                <a:gd name="connsiteX5" fmla="*/ 71541 w 82361"/>
                <a:gd name="connsiteY5" fmla="*/ 11122 h 185464"/>
                <a:gd name="connsiteX6" fmla="*/ 82362 w 82361"/>
                <a:gd name="connsiteY6" fmla="*/ 42684 h 185464"/>
                <a:gd name="connsiteX7" fmla="*/ 82362 w 82361"/>
                <a:gd name="connsiteY7" fmla="*/ 142781 h 185464"/>
                <a:gd name="connsiteX8" fmla="*/ 71541 w 82361"/>
                <a:gd name="connsiteY8" fmla="*/ 174343 h 185464"/>
                <a:gd name="connsiteX9" fmla="*/ 41181 w 82361"/>
                <a:gd name="connsiteY9" fmla="*/ 185465 h 185464"/>
                <a:gd name="connsiteX10" fmla="*/ 10821 w 82361"/>
                <a:gd name="connsiteY10" fmla="*/ 174343 h 185464"/>
                <a:gd name="connsiteX11" fmla="*/ 51401 w 82361"/>
                <a:gd name="connsiteY11" fmla="*/ 154805 h 185464"/>
                <a:gd name="connsiteX12" fmla="*/ 55008 w 82361"/>
                <a:gd name="connsiteY12" fmla="*/ 142781 h 185464"/>
                <a:gd name="connsiteX13" fmla="*/ 55008 w 82361"/>
                <a:gd name="connsiteY13" fmla="*/ 42984 h 185464"/>
                <a:gd name="connsiteX14" fmla="*/ 51401 w 82361"/>
                <a:gd name="connsiteY14" fmla="*/ 30961 h 185464"/>
                <a:gd name="connsiteX15" fmla="*/ 41181 w 82361"/>
                <a:gd name="connsiteY15" fmla="*/ 26752 h 185464"/>
                <a:gd name="connsiteX16" fmla="*/ 30961 w 82361"/>
                <a:gd name="connsiteY16" fmla="*/ 30961 h 185464"/>
                <a:gd name="connsiteX17" fmla="*/ 27353 w 82361"/>
                <a:gd name="connsiteY17" fmla="*/ 42984 h 185464"/>
                <a:gd name="connsiteX18" fmla="*/ 27353 w 82361"/>
                <a:gd name="connsiteY18" fmla="*/ 142781 h 185464"/>
                <a:gd name="connsiteX19" fmla="*/ 30961 w 82361"/>
                <a:gd name="connsiteY19" fmla="*/ 154805 h 185464"/>
                <a:gd name="connsiteX20" fmla="*/ 41181 w 82361"/>
                <a:gd name="connsiteY20" fmla="*/ 159013 h 185464"/>
                <a:gd name="connsiteX21" fmla="*/ 51401 w 82361"/>
                <a:gd name="connsiteY21" fmla="*/ 154805 h 185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2361" h="185464">
                  <a:moveTo>
                    <a:pt x="10821" y="174343"/>
                  </a:moveTo>
                  <a:cubicBezTo>
                    <a:pt x="3607" y="166828"/>
                    <a:pt x="0" y="156308"/>
                    <a:pt x="0" y="142781"/>
                  </a:cubicBezTo>
                  <a:lnTo>
                    <a:pt x="0" y="42684"/>
                  </a:lnTo>
                  <a:cubicBezTo>
                    <a:pt x="0" y="29157"/>
                    <a:pt x="3607" y="18637"/>
                    <a:pt x="10821" y="11122"/>
                  </a:cubicBezTo>
                  <a:cubicBezTo>
                    <a:pt x="18036" y="3607"/>
                    <a:pt x="28255" y="0"/>
                    <a:pt x="41181" y="0"/>
                  </a:cubicBezTo>
                  <a:cubicBezTo>
                    <a:pt x="54107" y="0"/>
                    <a:pt x="64326" y="3607"/>
                    <a:pt x="71541" y="11122"/>
                  </a:cubicBezTo>
                  <a:cubicBezTo>
                    <a:pt x="78755" y="18637"/>
                    <a:pt x="82362" y="29157"/>
                    <a:pt x="82362" y="42684"/>
                  </a:cubicBezTo>
                  <a:lnTo>
                    <a:pt x="82362" y="142781"/>
                  </a:lnTo>
                  <a:cubicBezTo>
                    <a:pt x="82362" y="156308"/>
                    <a:pt x="78755" y="166828"/>
                    <a:pt x="71541" y="174343"/>
                  </a:cubicBezTo>
                  <a:cubicBezTo>
                    <a:pt x="64326" y="181858"/>
                    <a:pt x="54107" y="185465"/>
                    <a:pt x="41181" y="185465"/>
                  </a:cubicBezTo>
                  <a:cubicBezTo>
                    <a:pt x="28255" y="185465"/>
                    <a:pt x="18036" y="181557"/>
                    <a:pt x="10821" y="174343"/>
                  </a:cubicBezTo>
                  <a:close/>
                  <a:moveTo>
                    <a:pt x="51401" y="154805"/>
                  </a:moveTo>
                  <a:cubicBezTo>
                    <a:pt x="53806" y="152099"/>
                    <a:pt x="55008" y="147891"/>
                    <a:pt x="55008" y="142781"/>
                  </a:cubicBezTo>
                  <a:lnTo>
                    <a:pt x="55008" y="42984"/>
                  </a:lnTo>
                  <a:cubicBezTo>
                    <a:pt x="55008" y="37874"/>
                    <a:pt x="53806" y="33967"/>
                    <a:pt x="51401" y="30961"/>
                  </a:cubicBezTo>
                  <a:cubicBezTo>
                    <a:pt x="48997" y="28255"/>
                    <a:pt x="45690" y="26752"/>
                    <a:pt x="41181" y="26752"/>
                  </a:cubicBezTo>
                  <a:cubicBezTo>
                    <a:pt x="36672" y="26752"/>
                    <a:pt x="33365" y="28255"/>
                    <a:pt x="30961" y="30961"/>
                  </a:cubicBezTo>
                  <a:cubicBezTo>
                    <a:pt x="28556" y="33666"/>
                    <a:pt x="27353" y="37874"/>
                    <a:pt x="27353" y="42984"/>
                  </a:cubicBezTo>
                  <a:lnTo>
                    <a:pt x="27353" y="142781"/>
                  </a:lnTo>
                  <a:cubicBezTo>
                    <a:pt x="27353" y="147891"/>
                    <a:pt x="28556" y="151799"/>
                    <a:pt x="30961" y="154805"/>
                  </a:cubicBezTo>
                  <a:cubicBezTo>
                    <a:pt x="33365" y="157510"/>
                    <a:pt x="36672" y="159013"/>
                    <a:pt x="41181" y="159013"/>
                  </a:cubicBezTo>
                  <a:cubicBezTo>
                    <a:pt x="45690" y="159013"/>
                    <a:pt x="48997" y="157510"/>
                    <a:pt x="51401" y="154805"/>
                  </a:cubicBez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7" name="任意多边形: 形状 46">
              <a:extLst>
                <a:ext uri="{FF2B5EF4-FFF2-40B4-BE49-F238E27FC236}">
                  <a16:creationId xmlns:a16="http://schemas.microsoft.com/office/drawing/2014/main" id="{4CBA26CC-56DD-A1D2-5B30-9B22A844C40A}"/>
                </a:ext>
              </a:extLst>
            </p:cNvPr>
            <p:cNvSpPr/>
            <p:nvPr/>
          </p:nvSpPr>
          <p:spPr>
            <a:xfrm>
              <a:off x="7470287" y="4278520"/>
              <a:ext cx="83323" cy="183441"/>
            </a:xfrm>
            <a:custGeom>
              <a:avLst/>
              <a:gdLst>
                <a:gd name="connsiteX0" fmla="*/ 19538 w 84165"/>
                <a:gd name="connsiteY0" fmla="*/ 180956 h 185294"/>
                <a:gd name="connsiteX1" fmla="*/ 5110 w 84165"/>
                <a:gd name="connsiteY1" fmla="*/ 167730 h 185294"/>
                <a:gd name="connsiteX2" fmla="*/ 0 w 84165"/>
                <a:gd name="connsiteY2" fmla="*/ 146689 h 185294"/>
                <a:gd name="connsiteX3" fmla="*/ 0 w 84165"/>
                <a:gd name="connsiteY3" fmla="*/ 133463 h 185294"/>
                <a:gd name="connsiteX4" fmla="*/ 27353 w 84165"/>
                <a:gd name="connsiteY4" fmla="*/ 133463 h 185294"/>
                <a:gd name="connsiteX5" fmla="*/ 27353 w 84165"/>
                <a:gd name="connsiteY5" fmla="*/ 145186 h 185294"/>
                <a:gd name="connsiteX6" fmla="*/ 29157 w 84165"/>
                <a:gd name="connsiteY6" fmla="*/ 152400 h 185294"/>
                <a:gd name="connsiteX7" fmla="*/ 34267 w 84165"/>
                <a:gd name="connsiteY7" fmla="*/ 156909 h 185294"/>
                <a:gd name="connsiteX8" fmla="*/ 42383 w 84165"/>
                <a:gd name="connsiteY8" fmla="*/ 158412 h 185294"/>
                <a:gd name="connsiteX9" fmla="*/ 52904 w 84165"/>
                <a:gd name="connsiteY9" fmla="*/ 154504 h 185294"/>
                <a:gd name="connsiteX10" fmla="*/ 56511 w 84165"/>
                <a:gd name="connsiteY10" fmla="*/ 143683 h 185294"/>
                <a:gd name="connsiteX11" fmla="*/ 56511 w 84165"/>
                <a:gd name="connsiteY11" fmla="*/ 118133 h 185294"/>
                <a:gd name="connsiteX12" fmla="*/ 53205 w 84165"/>
                <a:gd name="connsiteY12" fmla="*/ 106410 h 185294"/>
                <a:gd name="connsiteX13" fmla="*/ 43285 w 84165"/>
                <a:gd name="connsiteY13" fmla="*/ 102201 h 185294"/>
                <a:gd name="connsiteX14" fmla="*/ 31862 w 84165"/>
                <a:gd name="connsiteY14" fmla="*/ 102201 h 185294"/>
                <a:gd name="connsiteX15" fmla="*/ 31862 w 84165"/>
                <a:gd name="connsiteY15" fmla="*/ 75749 h 185294"/>
                <a:gd name="connsiteX16" fmla="*/ 43285 w 84165"/>
                <a:gd name="connsiteY16" fmla="*/ 75749 h 185294"/>
                <a:gd name="connsiteX17" fmla="*/ 50800 w 84165"/>
                <a:gd name="connsiteY17" fmla="*/ 72142 h 185294"/>
                <a:gd name="connsiteX18" fmla="*/ 53505 w 84165"/>
                <a:gd name="connsiteY18" fmla="*/ 62223 h 185294"/>
                <a:gd name="connsiteX19" fmla="*/ 53505 w 84165"/>
                <a:gd name="connsiteY19" fmla="*/ 38476 h 185294"/>
                <a:gd name="connsiteX20" fmla="*/ 50500 w 84165"/>
                <a:gd name="connsiteY20" fmla="*/ 29759 h 185294"/>
                <a:gd name="connsiteX21" fmla="*/ 42083 w 84165"/>
                <a:gd name="connsiteY21" fmla="*/ 26753 h 185294"/>
                <a:gd name="connsiteX22" fmla="*/ 35470 w 84165"/>
                <a:gd name="connsiteY22" fmla="*/ 28256 h 185294"/>
                <a:gd name="connsiteX23" fmla="*/ 31261 w 84165"/>
                <a:gd name="connsiteY23" fmla="*/ 32464 h 185294"/>
                <a:gd name="connsiteX24" fmla="*/ 29758 w 84165"/>
                <a:gd name="connsiteY24" fmla="*/ 38776 h 185294"/>
                <a:gd name="connsiteX25" fmla="*/ 29758 w 84165"/>
                <a:gd name="connsiteY25" fmla="*/ 52303 h 185294"/>
                <a:gd name="connsiteX26" fmla="*/ 2405 w 84165"/>
                <a:gd name="connsiteY26" fmla="*/ 52303 h 185294"/>
                <a:gd name="connsiteX27" fmla="*/ 2405 w 84165"/>
                <a:gd name="connsiteY27" fmla="*/ 38476 h 185294"/>
                <a:gd name="connsiteX28" fmla="*/ 7214 w 84165"/>
                <a:gd name="connsiteY28" fmla="*/ 17735 h 185294"/>
                <a:gd name="connsiteX29" fmla="*/ 21041 w 84165"/>
                <a:gd name="connsiteY29" fmla="*/ 4509 h 185294"/>
                <a:gd name="connsiteX30" fmla="*/ 42985 w 84165"/>
                <a:gd name="connsiteY30" fmla="*/ 0 h 185294"/>
                <a:gd name="connsiteX31" fmla="*/ 70939 w 84165"/>
                <a:gd name="connsiteY31" fmla="*/ 10220 h 185294"/>
                <a:gd name="connsiteX32" fmla="*/ 80859 w 84165"/>
                <a:gd name="connsiteY32" fmla="*/ 38776 h 185294"/>
                <a:gd name="connsiteX33" fmla="*/ 80859 w 84165"/>
                <a:gd name="connsiteY33" fmla="*/ 63726 h 185294"/>
                <a:gd name="connsiteX34" fmla="*/ 76651 w 84165"/>
                <a:gd name="connsiteY34" fmla="*/ 76952 h 185294"/>
                <a:gd name="connsiteX35" fmla="*/ 64627 w 84165"/>
                <a:gd name="connsiteY35" fmla="*/ 88675 h 185294"/>
                <a:gd name="connsiteX36" fmla="*/ 79056 w 84165"/>
                <a:gd name="connsiteY36" fmla="*/ 99496 h 185294"/>
                <a:gd name="connsiteX37" fmla="*/ 84166 w 84165"/>
                <a:gd name="connsiteY37" fmla="*/ 117532 h 185294"/>
                <a:gd name="connsiteX38" fmla="*/ 84166 w 84165"/>
                <a:gd name="connsiteY38" fmla="*/ 143984 h 185294"/>
                <a:gd name="connsiteX39" fmla="*/ 79356 w 84165"/>
                <a:gd name="connsiteY39" fmla="*/ 166227 h 185294"/>
                <a:gd name="connsiteX40" fmla="*/ 64927 w 84165"/>
                <a:gd name="connsiteY40" fmla="*/ 180355 h 185294"/>
                <a:gd name="connsiteX41" fmla="*/ 42383 w 84165"/>
                <a:gd name="connsiteY41" fmla="*/ 185165 h 185294"/>
                <a:gd name="connsiteX42" fmla="*/ 19538 w 84165"/>
                <a:gd name="connsiteY42" fmla="*/ 180956 h 185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84165" h="185294">
                  <a:moveTo>
                    <a:pt x="19538" y="180956"/>
                  </a:moveTo>
                  <a:cubicBezTo>
                    <a:pt x="13226" y="177951"/>
                    <a:pt x="8417" y="173442"/>
                    <a:pt x="5110" y="167730"/>
                  </a:cubicBezTo>
                  <a:cubicBezTo>
                    <a:pt x="1803" y="161719"/>
                    <a:pt x="0" y="154805"/>
                    <a:pt x="0" y="146689"/>
                  </a:cubicBezTo>
                  <a:lnTo>
                    <a:pt x="0" y="133463"/>
                  </a:lnTo>
                  <a:lnTo>
                    <a:pt x="27353" y="133463"/>
                  </a:lnTo>
                  <a:lnTo>
                    <a:pt x="27353" y="145186"/>
                  </a:lnTo>
                  <a:cubicBezTo>
                    <a:pt x="27353" y="147891"/>
                    <a:pt x="27955" y="150296"/>
                    <a:pt x="29157" y="152400"/>
                  </a:cubicBezTo>
                  <a:cubicBezTo>
                    <a:pt x="30359" y="154504"/>
                    <a:pt x="32163" y="156007"/>
                    <a:pt x="34267" y="156909"/>
                  </a:cubicBezTo>
                  <a:cubicBezTo>
                    <a:pt x="36371" y="158112"/>
                    <a:pt x="39077" y="158412"/>
                    <a:pt x="42383" y="158412"/>
                  </a:cubicBezTo>
                  <a:cubicBezTo>
                    <a:pt x="46892" y="158412"/>
                    <a:pt x="50500" y="157210"/>
                    <a:pt x="52904" y="154504"/>
                  </a:cubicBezTo>
                  <a:cubicBezTo>
                    <a:pt x="55309" y="151799"/>
                    <a:pt x="56511" y="148192"/>
                    <a:pt x="56511" y="143683"/>
                  </a:cubicBezTo>
                  <a:lnTo>
                    <a:pt x="56511" y="118133"/>
                  </a:lnTo>
                  <a:cubicBezTo>
                    <a:pt x="56511" y="113023"/>
                    <a:pt x="55309" y="109115"/>
                    <a:pt x="53205" y="106410"/>
                  </a:cubicBezTo>
                  <a:cubicBezTo>
                    <a:pt x="51101" y="103704"/>
                    <a:pt x="47794" y="102201"/>
                    <a:pt x="43285" y="102201"/>
                  </a:cubicBezTo>
                  <a:lnTo>
                    <a:pt x="31862" y="102201"/>
                  </a:lnTo>
                  <a:lnTo>
                    <a:pt x="31862" y="75749"/>
                  </a:lnTo>
                  <a:lnTo>
                    <a:pt x="43285" y="75749"/>
                  </a:lnTo>
                  <a:cubicBezTo>
                    <a:pt x="46592" y="75749"/>
                    <a:pt x="48997" y="74547"/>
                    <a:pt x="50800" y="72142"/>
                  </a:cubicBezTo>
                  <a:cubicBezTo>
                    <a:pt x="52604" y="69738"/>
                    <a:pt x="53505" y="66431"/>
                    <a:pt x="53505" y="62223"/>
                  </a:cubicBezTo>
                  <a:lnTo>
                    <a:pt x="53505" y="38476"/>
                  </a:lnTo>
                  <a:cubicBezTo>
                    <a:pt x="53505" y="34869"/>
                    <a:pt x="52604" y="31863"/>
                    <a:pt x="50500" y="29759"/>
                  </a:cubicBezTo>
                  <a:cubicBezTo>
                    <a:pt x="48395" y="27655"/>
                    <a:pt x="45690" y="26753"/>
                    <a:pt x="42083" y="26753"/>
                  </a:cubicBezTo>
                  <a:cubicBezTo>
                    <a:pt x="39377" y="26753"/>
                    <a:pt x="37273" y="27354"/>
                    <a:pt x="35470" y="28256"/>
                  </a:cubicBezTo>
                  <a:cubicBezTo>
                    <a:pt x="33666" y="29158"/>
                    <a:pt x="32163" y="30661"/>
                    <a:pt x="31261" y="32464"/>
                  </a:cubicBezTo>
                  <a:cubicBezTo>
                    <a:pt x="30359" y="34268"/>
                    <a:pt x="29758" y="36372"/>
                    <a:pt x="29758" y="38776"/>
                  </a:cubicBezTo>
                  <a:lnTo>
                    <a:pt x="29758" y="52303"/>
                  </a:lnTo>
                  <a:lnTo>
                    <a:pt x="2405" y="52303"/>
                  </a:lnTo>
                  <a:lnTo>
                    <a:pt x="2405" y="38476"/>
                  </a:lnTo>
                  <a:cubicBezTo>
                    <a:pt x="2405" y="30360"/>
                    <a:pt x="3908" y="23446"/>
                    <a:pt x="7214" y="17735"/>
                  </a:cubicBezTo>
                  <a:cubicBezTo>
                    <a:pt x="10521" y="12024"/>
                    <a:pt x="15030" y="7515"/>
                    <a:pt x="21041" y="4509"/>
                  </a:cubicBezTo>
                  <a:cubicBezTo>
                    <a:pt x="27053" y="1503"/>
                    <a:pt x="34267" y="0"/>
                    <a:pt x="42985" y="0"/>
                  </a:cubicBezTo>
                  <a:cubicBezTo>
                    <a:pt x="55008" y="0"/>
                    <a:pt x="64326" y="3307"/>
                    <a:pt x="70939" y="10220"/>
                  </a:cubicBezTo>
                  <a:cubicBezTo>
                    <a:pt x="77553" y="16833"/>
                    <a:pt x="80859" y="26452"/>
                    <a:pt x="80859" y="38776"/>
                  </a:cubicBezTo>
                  <a:lnTo>
                    <a:pt x="80859" y="63726"/>
                  </a:lnTo>
                  <a:cubicBezTo>
                    <a:pt x="80859" y="68235"/>
                    <a:pt x="79356" y="72743"/>
                    <a:pt x="76651" y="76952"/>
                  </a:cubicBezTo>
                  <a:cubicBezTo>
                    <a:pt x="73945" y="81160"/>
                    <a:pt x="69737" y="85368"/>
                    <a:pt x="64627" y="88675"/>
                  </a:cubicBezTo>
                  <a:cubicBezTo>
                    <a:pt x="70639" y="90779"/>
                    <a:pt x="75448" y="94686"/>
                    <a:pt x="79056" y="99496"/>
                  </a:cubicBezTo>
                  <a:cubicBezTo>
                    <a:pt x="82362" y="104606"/>
                    <a:pt x="84166" y="110618"/>
                    <a:pt x="84166" y="117532"/>
                  </a:cubicBezTo>
                  <a:lnTo>
                    <a:pt x="84166" y="143984"/>
                  </a:lnTo>
                  <a:cubicBezTo>
                    <a:pt x="84166" y="152701"/>
                    <a:pt x="82663" y="160216"/>
                    <a:pt x="79356" y="166227"/>
                  </a:cubicBezTo>
                  <a:cubicBezTo>
                    <a:pt x="76050" y="172239"/>
                    <a:pt x="71240" y="177049"/>
                    <a:pt x="64927" y="180355"/>
                  </a:cubicBezTo>
                  <a:cubicBezTo>
                    <a:pt x="58615" y="183662"/>
                    <a:pt x="51101" y="185165"/>
                    <a:pt x="42383" y="185165"/>
                  </a:cubicBezTo>
                  <a:cubicBezTo>
                    <a:pt x="33666" y="185766"/>
                    <a:pt x="25850" y="184263"/>
                    <a:pt x="19538" y="180956"/>
                  </a:cubicBez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sp>
        <p:nvSpPr>
          <p:cNvPr id="48" name="任意多边形: 形状 47">
            <a:extLst>
              <a:ext uri="{FF2B5EF4-FFF2-40B4-BE49-F238E27FC236}">
                <a16:creationId xmlns:a16="http://schemas.microsoft.com/office/drawing/2014/main" id="{4A50468D-FDEC-C3F3-2AE7-6A930AE7EE60}"/>
              </a:ext>
            </a:extLst>
          </p:cNvPr>
          <p:cNvSpPr/>
          <p:nvPr/>
        </p:nvSpPr>
        <p:spPr>
          <a:xfrm>
            <a:off x="8821440" y="1899186"/>
            <a:ext cx="2726778" cy="1459359"/>
          </a:xfrm>
          <a:custGeom>
            <a:avLst/>
            <a:gdLst>
              <a:gd name="connsiteX0" fmla="*/ 0 w 2754321"/>
              <a:gd name="connsiteY0" fmla="*/ 0 h 1474101"/>
              <a:gd name="connsiteX1" fmla="*/ 2754322 w 2754321"/>
              <a:gd name="connsiteY1" fmla="*/ 0 h 1474101"/>
              <a:gd name="connsiteX2" fmla="*/ 2754322 w 2754321"/>
              <a:gd name="connsiteY2" fmla="*/ 1474102 h 1474101"/>
              <a:gd name="connsiteX3" fmla="*/ 0 w 2754321"/>
              <a:gd name="connsiteY3" fmla="*/ 1474102 h 1474101"/>
            </a:gdLst>
            <a:ahLst/>
            <a:cxnLst>
              <a:cxn ang="0">
                <a:pos x="connsiteX0" y="connsiteY0"/>
              </a:cxn>
              <a:cxn ang="0">
                <a:pos x="connsiteX1" y="connsiteY1"/>
              </a:cxn>
              <a:cxn ang="0">
                <a:pos x="connsiteX2" y="connsiteY2"/>
              </a:cxn>
              <a:cxn ang="0">
                <a:pos x="connsiteX3" y="connsiteY3"/>
              </a:cxn>
            </a:cxnLst>
            <a:rect l="l" t="t" r="r" b="b"/>
            <a:pathLst>
              <a:path w="2754321" h="1474101">
                <a:moveTo>
                  <a:pt x="0" y="0"/>
                </a:moveTo>
                <a:lnTo>
                  <a:pt x="2754322" y="0"/>
                </a:lnTo>
                <a:lnTo>
                  <a:pt x="2754322" y="1474102"/>
                </a:lnTo>
                <a:lnTo>
                  <a:pt x="0" y="1474102"/>
                </a:lnTo>
                <a:close/>
              </a:path>
            </a:pathLst>
          </a:custGeom>
          <a:solidFill>
            <a:srgbClr val="7F8FA9"/>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49" name="任意多边形: 形状 48">
            <a:extLst>
              <a:ext uri="{FF2B5EF4-FFF2-40B4-BE49-F238E27FC236}">
                <a16:creationId xmlns:a16="http://schemas.microsoft.com/office/drawing/2014/main" id="{3C5C0657-3AA7-AEB2-CF26-185CB830C287}"/>
              </a:ext>
            </a:extLst>
          </p:cNvPr>
          <p:cNvSpPr/>
          <p:nvPr/>
        </p:nvSpPr>
        <p:spPr>
          <a:xfrm>
            <a:off x="9083614" y="1528394"/>
            <a:ext cx="2202135" cy="2202135"/>
          </a:xfrm>
          <a:custGeom>
            <a:avLst/>
            <a:gdLst>
              <a:gd name="connsiteX0" fmla="*/ 1112189 w 2224378"/>
              <a:gd name="connsiteY0" fmla="*/ 2224379 h 2224378"/>
              <a:gd name="connsiteX1" fmla="*/ 679337 w 2224378"/>
              <a:gd name="connsiteY1" fmla="*/ 2136907 h 2224378"/>
              <a:gd name="connsiteX2" fmla="*/ 325841 w 2224378"/>
              <a:gd name="connsiteY2" fmla="*/ 1898538 h 2224378"/>
              <a:gd name="connsiteX3" fmla="*/ 87472 w 2224378"/>
              <a:gd name="connsiteY3" fmla="*/ 1545042 h 2224378"/>
              <a:gd name="connsiteX4" fmla="*/ 0 w 2224378"/>
              <a:gd name="connsiteY4" fmla="*/ 1112189 h 2224378"/>
              <a:gd name="connsiteX5" fmla="*/ 87472 w 2224378"/>
              <a:gd name="connsiteY5" fmla="*/ 679337 h 2224378"/>
              <a:gd name="connsiteX6" fmla="*/ 325841 w 2224378"/>
              <a:gd name="connsiteY6" fmla="*/ 325842 h 2224378"/>
              <a:gd name="connsiteX7" fmla="*/ 679337 w 2224378"/>
              <a:gd name="connsiteY7" fmla="*/ 87472 h 2224378"/>
              <a:gd name="connsiteX8" fmla="*/ 1112189 w 2224378"/>
              <a:gd name="connsiteY8" fmla="*/ 0 h 2224378"/>
              <a:gd name="connsiteX9" fmla="*/ 1545041 w 2224378"/>
              <a:gd name="connsiteY9" fmla="*/ 87472 h 2224378"/>
              <a:gd name="connsiteX10" fmla="*/ 1898538 w 2224378"/>
              <a:gd name="connsiteY10" fmla="*/ 325842 h 2224378"/>
              <a:gd name="connsiteX11" fmla="*/ 2136906 w 2224378"/>
              <a:gd name="connsiteY11" fmla="*/ 679337 h 2224378"/>
              <a:gd name="connsiteX12" fmla="*/ 2224379 w 2224378"/>
              <a:gd name="connsiteY12" fmla="*/ 1112189 h 2224378"/>
              <a:gd name="connsiteX13" fmla="*/ 2136906 w 2224378"/>
              <a:gd name="connsiteY13" fmla="*/ 1545042 h 2224378"/>
              <a:gd name="connsiteX14" fmla="*/ 1898538 w 2224378"/>
              <a:gd name="connsiteY14" fmla="*/ 1898538 h 2224378"/>
              <a:gd name="connsiteX15" fmla="*/ 1545041 w 2224378"/>
              <a:gd name="connsiteY15" fmla="*/ 2136907 h 2224378"/>
              <a:gd name="connsiteX16" fmla="*/ 1112189 w 2224378"/>
              <a:gd name="connsiteY16" fmla="*/ 2224379 h 2224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24378" h="2224378">
                <a:moveTo>
                  <a:pt x="1112189" y="2224379"/>
                </a:moveTo>
                <a:cubicBezTo>
                  <a:pt x="962194" y="2224379"/>
                  <a:pt x="816407" y="2194921"/>
                  <a:pt x="679337" y="2136907"/>
                </a:cubicBezTo>
                <a:cubicBezTo>
                  <a:pt x="546776" y="2080997"/>
                  <a:pt x="428042" y="2000739"/>
                  <a:pt x="325841" y="1898538"/>
                </a:cubicBezTo>
                <a:cubicBezTo>
                  <a:pt x="223640" y="1796336"/>
                  <a:pt x="143683" y="1677603"/>
                  <a:pt x="87472" y="1545042"/>
                </a:cubicBezTo>
                <a:cubicBezTo>
                  <a:pt x="29458" y="1407972"/>
                  <a:pt x="0" y="1262185"/>
                  <a:pt x="0" y="1112189"/>
                </a:cubicBezTo>
                <a:cubicBezTo>
                  <a:pt x="0" y="962194"/>
                  <a:pt x="29458" y="816407"/>
                  <a:pt x="87472" y="679337"/>
                </a:cubicBezTo>
                <a:cubicBezTo>
                  <a:pt x="143382" y="546776"/>
                  <a:pt x="223640" y="428043"/>
                  <a:pt x="325841" y="325842"/>
                </a:cubicBezTo>
                <a:cubicBezTo>
                  <a:pt x="428042" y="223640"/>
                  <a:pt x="546776" y="143683"/>
                  <a:pt x="679337" y="87472"/>
                </a:cubicBezTo>
                <a:cubicBezTo>
                  <a:pt x="816407" y="29458"/>
                  <a:pt x="962194" y="0"/>
                  <a:pt x="1112189" y="0"/>
                </a:cubicBezTo>
                <a:cubicBezTo>
                  <a:pt x="1262184" y="0"/>
                  <a:pt x="1407971" y="29458"/>
                  <a:pt x="1545041" y="87472"/>
                </a:cubicBezTo>
                <a:cubicBezTo>
                  <a:pt x="1677603" y="143382"/>
                  <a:pt x="1796336" y="223640"/>
                  <a:pt x="1898538" y="325842"/>
                </a:cubicBezTo>
                <a:cubicBezTo>
                  <a:pt x="2000739" y="428043"/>
                  <a:pt x="2080696" y="546776"/>
                  <a:pt x="2136906" y="679337"/>
                </a:cubicBezTo>
                <a:cubicBezTo>
                  <a:pt x="2194921" y="816407"/>
                  <a:pt x="2224379" y="962194"/>
                  <a:pt x="2224379" y="1112189"/>
                </a:cubicBezTo>
                <a:cubicBezTo>
                  <a:pt x="2224379" y="1262185"/>
                  <a:pt x="2194921" y="1407972"/>
                  <a:pt x="2136906" y="1545042"/>
                </a:cubicBezTo>
                <a:cubicBezTo>
                  <a:pt x="2080997" y="1677603"/>
                  <a:pt x="2000739" y="1796336"/>
                  <a:pt x="1898538" y="1898538"/>
                </a:cubicBezTo>
                <a:cubicBezTo>
                  <a:pt x="1796336" y="2000739"/>
                  <a:pt x="1677603" y="2080696"/>
                  <a:pt x="1545041" y="2136907"/>
                </a:cubicBezTo>
                <a:cubicBezTo>
                  <a:pt x="1407971" y="2194921"/>
                  <a:pt x="1262184" y="2224379"/>
                  <a:pt x="1112189" y="2224379"/>
                </a:cubicBezTo>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0" name="任意多边形: 形状 49">
            <a:extLst>
              <a:ext uri="{FF2B5EF4-FFF2-40B4-BE49-F238E27FC236}">
                <a16:creationId xmlns:a16="http://schemas.microsoft.com/office/drawing/2014/main" id="{BFA50F1D-E4C2-FC92-6EB7-D8EB894AD95B}"/>
              </a:ext>
            </a:extLst>
          </p:cNvPr>
          <p:cNvSpPr/>
          <p:nvPr/>
        </p:nvSpPr>
        <p:spPr>
          <a:xfrm>
            <a:off x="9390127" y="1835203"/>
            <a:ext cx="1588512" cy="1588512"/>
          </a:xfrm>
          <a:custGeom>
            <a:avLst/>
            <a:gdLst>
              <a:gd name="connsiteX0" fmla="*/ 1604559 w 1604558"/>
              <a:gd name="connsiteY0" fmla="*/ 802279 h 1604558"/>
              <a:gd name="connsiteX1" fmla="*/ 1541435 w 1604558"/>
              <a:gd name="connsiteY1" fmla="*/ 1114594 h 1604558"/>
              <a:gd name="connsiteX2" fmla="*/ 1369496 w 1604558"/>
              <a:gd name="connsiteY2" fmla="*/ 1369496 h 1604558"/>
              <a:gd name="connsiteX3" fmla="*/ 1114594 w 1604558"/>
              <a:gd name="connsiteY3" fmla="*/ 1541435 h 1604558"/>
              <a:gd name="connsiteX4" fmla="*/ 802279 w 1604558"/>
              <a:gd name="connsiteY4" fmla="*/ 1604559 h 1604558"/>
              <a:gd name="connsiteX5" fmla="*/ 489965 w 1604558"/>
              <a:gd name="connsiteY5" fmla="*/ 1541435 h 1604558"/>
              <a:gd name="connsiteX6" fmla="*/ 235063 w 1604558"/>
              <a:gd name="connsiteY6" fmla="*/ 1369496 h 1604558"/>
              <a:gd name="connsiteX7" fmla="*/ 63124 w 1604558"/>
              <a:gd name="connsiteY7" fmla="*/ 1114594 h 1604558"/>
              <a:gd name="connsiteX8" fmla="*/ 0 w 1604558"/>
              <a:gd name="connsiteY8" fmla="*/ 802279 h 1604558"/>
              <a:gd name="connsiteX9" fmla="*/ 63124 w 1604558"/>
              <a:gd name="connsiteY9" fmla="*/ 489965 h 1604558"/>
              <a:gd name="connsiteX10" fmla="*/ 235063 w 1604558"/>
              <a:gd name="connsiteY10" fmla="*/ 235063 h 1604558"/>
              <a:gd name="connsiteX11" fmla="*/ 489965 w 1604558"/>
              <a:gd name="connsiteY11" fmla="*/ 63124 h 1604558"/>
              <a:gd name="connsiteX12" fmla="*/ 802279 w 1604558"/>
              <a:gd name="connsiteY12" fmla="*/ 0 h 1604558"/>
              <a:gd name="connsiteX13" fmla="*/ 1114594 w 1604558"/>
              <a:gd name="connsiteY13" fmla="*/ 63124 h 1604558"/>
              <a:gd name="connsiteX14" fmla="*/ 1369496 w 1604558"/>
              <a:gd name="connsiteY14" fmla="*/ 235063 h 1604558"/>
              <a:gd name="connsiteX15" fmla="*/ 1541435 w 1604558"/>
              <a:gd name="connsiteY15" fmla="*/ 489965 h 1604558"/>
              <a:gd name="connsiteX16" fmla="*/ 1604559 w 1604558"/>
              <a:gd name="connsiteY16" fmla="*/ 802279 h 1604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04558" h="1604558">
                <a:moveTo>
                  <a:pt x="1604559" y="802279"/>
                </a:moveTo>
                <a:cubicBezTo>
                  <a:pt x="1604559" y="910492"/>
                  <a:pt x="1583216" y="1015699"/>
                  <a:pt x="1541435" y="1114594"/>
                </a:cubicBezTo>
                <a:cubicBezTo>
                  <a:pt x="1501155" y="1210182"/>
                  <a:pt x="1443141" y="1295851"/>
                  <a:pt x="1369496" y="1369496"/>
                </a:cubicBezTo>
                <a:cubicBezTo>
                  <a:pt x="1295851" y="1443141"/>
                  <a:pt x="1210183" y="1500855"/>
                  <a:pt x="1114594" y="1541435"/>
                </a:cubicBezTo>
                <a:cubicBezTo>
                  <a:pt x="1015699" y="1583217"/>
                  <a:pt x="910492" y="1604559"/>
                  <a:pt x="802279" y="1604559"/>
                </a:cubicBezTo>
                <a:cubicBezTo>
                  <a:pt x="694066" y="1604559"/>
                  <a:pt x="588859" y="1583217"/>
                  <a:pt x="489965" y="1541435"/>
                </a:cubicBezTo>
                <a:cubicBezTo>
                  <a:pt x="394376" y="1501155"/>
                  <a:pt x="308708" y="1443141"/>
                  <a:pt x="235063" y="1369496"/>
                </a:cubicBezTo>
                <a:cubicBezTo>
                  <a:pt x="161418" y="1295851"/>
                  <a:pt x="103704" y="1210182"/>
                  <a:pt x="63124" y="1114594"/>
                </a:cubicBezTo>
                <a:cubicBezTo>
                  <a:pt x="21342" y="1015699"/>
                  <a:pt x="0" y="910492"/>
                  <a:pt x="0" y="802279"/>
                </a:cubicBezTo>
                <a:cubicBezTo>
                  <a:pt x="0" y="694066"/>
                  <a:pt x="21342" y="588859"/>
                  <a:pt x="63124" y="489965"/>
                </a:cubicBezTo>
                <a:cubicBezTo>
                  <a:pt x="103403" y="394376"/>
                  <a:pt x="161418" y="308708"/>
                  <a:pt x="235063" y="235063"/>
                </a:cubicBezTo>
                <a:cubicBezTo>
                  <a:pt x="308708" y="161418"/>
                  <a:pt x="394376" y="103704"/>
                  <a:pt x="489965" y="63124"/>
                </a:cubicBezTo>
                <a:cubicBezTo>
                  <a:pt x="588859" y="21342"/>
                  <a:pt x="694066" y="0"/>
                  <a:pt x="802279" y="0"/>
                </a:cubicBezTo>
                <a:cubicBezTo>
                  <a:pt x="910492" y="0"/>
                  <a:pt x="1015699" y="21342"/>
                  <a:pt x="1114594" y="63124"/>
                </a:cubicBezTo>
                <a:cubicBezTo>
                  <a:pt x="1210183" y="103404"/>
                  <a:pt x="1295851" y="161418"/>
                  <a:pt x="1369496" y="235063"/>
                </a:cubicBezTo>
                <a:cubicBezTo>
                  <a:pt x="1443141" y="308708"/>
                  <a:pt x="1500855" y="394376"/>
                  <a:pt x="1541435" y="489965"/>
                </a:cubicBezTo>
                <a:cubicBezTo>
                  <a:pt x="1583517" y="588859"/>
                  <a:pt x="1604559" y="693766"/>
                  <a:pt x="1604559" y="802279"/>
                </a:cubicBezTo>
              </a:path>
            </a:pathLst>
          </a:custGeom>
          <a:noFill/>
          <a:ln w="178551" cap="flat">
            <a:solidFill>
              <a:srgbClr val="7F8FA9"/>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1" name="任意多边形: 形状 50">
            <a:extLst>
              <a:ext uri="{FF2B5EF4-FFF2-40B4-BE49-F238E27FC236}">
                <a16:creationId xmlns:a16="http://schemas.microsoft.com/office/drawing/2014/main" id="{E1C12BB0-40CF-4995-393E-E571899C1508}"/>
              </a:ext>
            </a:extLst>
          </p:cNvPr>
          <p:cNvSpPr/>
          <p:nvPr/>
        </p:nvSpPr>
        <p:spPr>
          <a:xfrm>
            <a:off x="9455895" y="1900673"/>
            <a:ext cx="1457575" cy="1457575"/>
          </a:xfrm>
          <a:custGeom>
            <a:avLst/>
            <a:gdLst>
              <a:gd name="connsiteX0" fmla="*/ 1472298 w 1472298"/>
              <a:gd name="connsiteY0" fmla="*/ 736149 h 1472298"/>
              <a:gd name="connsiteX1" fmla="*/ 736149 w 1472298"/>
              <a:gd name="connsiteY1" fmla="*/ 1472298 h 1472298"/>
              <a:gd name="connsiteX2" fmla="*/ 0 w 1472298"/>
              <a:gd name="connsiteY2" fmla="*/ 736149 h 1472298"/>
              <a:gd name="connsiteX3" fmla="*/ 736149 w 1472298"/>
              <a:gd name="connsiteY3" fmla="*/ 0 h 1472298"/>
              <a:gd name="connsiteX4" fmla="*/ 1472298 w 1472298"/>
              <a:gd name="connsiteY4" fmla="*/ 736149 h 14722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2298" h="1472298">
                <a:moveTo>
                  <a:pt x="1472298" y="736149"/>
                </a:moveTo>
                <a:cubicBezTo>
                  <a:pt x="1472298" y="1142713"/>
                  <a:pt x="1142713" y="1472298"/>
                  <a:pt x="736149" y="1472298"/>
                </a:cubicBezTo>
                <a:cubicBezTo>
                  <a:pt x="329585" y="1472298"/>
                  <a:pt x="0" y="1142713"/>
                  <a:pt x="0" y="736149"/>
                </a:cubicBezTo>
                <a:cubicBezTo>
                  <a:pt x="0" y="329585"/>
                  <a:pt x="329586" y="0"/>
                  <a:pt x="736149" y="0"/>
                </a:cubicBezTo>
                <a:cubicBezTo>
                  <a:pt x="1142713" y="0"/>
                  <a:pt x="1472298" y="329585"/>
                  <a:pt x="1472298" y="736149"/>
                </a:cubicBezTo>
                <a:close/>
              </a:path>
            </a:pathLst>
          </a:custGeom>
          <a:solidFill>
            <a:sysClr val="window" lastClr="FFFFFF">
              <a:lumMod val="95000"/>
            </a:sysClr>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2" name="任意多边形: 形状 51">
            <a:extLst>
              <a:ext uri="{FF2B5EF4-FFF2-40B4-BE49-F238E27FC236}">
                <a16:creationId xmlns:a16="http://schemas.microsoft.com/office/drawing/2014/main" id="{D4075602-0980-162E-02F2-E1DD514F7301}"/>
              </a:ext>
            </a:extLst>
          </p:cNvPr>
          <p:cNvSpPr/>
          <p:nvPr/>
        </p:nvSpPr>
        <p:spPr>
          <a:xfrm>
            <a:off x="9526123" y="1970904"/>
            <a:ext cx="1317114" cy="1317114"/>
          </a:xfrm>
          <a:custGeom>
            <a:avLst/>
            <a:gdLst>
              <a:gd name="connsiteX0" fmla="*/ 1330419 w 1330418"/>
              <a:gd name="connsiteY0" fmla="*/ 665209 h 1330418"/>
              <a:gd name="connsiteX1" fmla="*/ 665209 w 1330418"/>
              <a:gd name="connsiteY1" fmla="*/ 1330419 h 1330418"/>
              <a:gd name="connsiteX2" fmla="*/ 0 w 1330418"/>
              <a:gd name="connsiteY2" fmla="*/ 665209 h 1330418"/>
              <a:gd name="connsiteX3" fmla="*/ 665209 w 1330418"/>
              <a:gd name="connsiteY3" fmla="*/ 0 h 1330418"/>
              <a:gd name="connsiteX4" fmla="*/ 1330419 w 1330418"/>
              <a:gd name="connsiteY4" fmla="*/ 665209 h 1330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30418" h="1330418">
                <a:moveTo>
                  <a:pt x="1330419" y="665209"/>
                </a:moveTo>
                <a:cubicBezTo>
                  <a:pt x="1330419" y="1032595"/>
                  <a:pt x="1032595" y="1330419"/>
                  <a:pt x="665209" y="1330419"/>
                </a:cubicBezTo>
                <a:cubicBezTo>
                  <a:pt x="297824" y="1330419"/>
                  <a:pt x="0" y="1032594"/>
                  <a:pt x="0" y="665209"/>
                </a:cubicBezTo>
                <a:cubicBezTo>
                  <a:pt x="0" y="297824"/>
                  <a:pt x="297824" y="0"/>
                  <a:pt x="665209" y="0"/>
                </a:cubicBezTo>
                <a:cubicBezTo>
                  <a:pt x="1032595" y="0"/>
                  <a:pt x="1330419" y="297825"/>
                  <a:pt x="1330419" y="665209"/>
                </a:cubicBezTo>
                <a:close/>
              </a:path>
            </a:pathLst>
          </a:custGeom>
          <a:solidFill>
            <a:srgbClr val="FFFFFF"/>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3" name="任意多边形: 形状 52">
            <a:extLst>
              <a:ext uri="{FF2B5EF4-FFF2-40B4-BE49-F238E27FC236}">
                <a16:creationId xmlns:a16="http://schemas.microsoft.com/office/drawing/2014/main" id="{08FF6167-2480-5A16-12AC-0FCE134EB88C}"/>
              </a:ext>
            </a:extLst>
          </p:cNvPr>
          <p:cNvSpPr/>
          <p:nvPr/>
        </p:nvSpPr>
        <p:spPr>
          <a:xfrm>
            <a:off x="9543085" y="1987865"/>
            <a:ext cx="1283189" cy="1283189"/>
          </a:xfrm>
          <a:custGeom>
            <a:avLst/>
            <a:gdLst>
              <a:gd name="connsiteX0" fmla="*/ 1296152 w 1296151"/>
              <a:gd name="connsiteY0" fmla="*/ 648076 h 1296151"/>
              <a:gd name="connsiteX1" fmla="*/ 648076 w 1296151"/>
              <a:gd name="connsiteY1" fmla="*/ 1296151 h 1296151"/>
              <a:gd name="connsiteX2" fmla="*/ 0 w 1296151"/>
              <a:gd name="connsiteY2" fmla="*/ 648076 h 1296151"/>
              <a:gd name="connsiteX3" fmla="*/ 648076 w 1296151"/>
              <a:gd name="connsiteY3" fmla="*/ 0 h 1296151"/>
              <a:gd name="connsiteX4" fmla="*/ 1296152 w 1296151"/>
              <a:gd name="connsiteY4" fmla="*/ 648076 h 1296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6151" h="1296151">
                <a:moveTo>
                  <a:pt x="1296152" y="648076"/>
                </a:moveTo>
                <a:cubicBezTo>
                  <a:pt x="1296152" y="1005998"/>
                  <a:pt x="1005999" y="1296151"/>
                  <a:pt x="648076" y="1296151"/>
                </a:cubicBezTo>
                <a:cubicBezTo>
                  <a:pt x="290154" y="1296151"/>
                  <a:pt x="0" y="1005998"/>
                  <a:pt x="0" y="648076"/>
                </a:cubicBezTo>
                <a:cubicBezTo>
                  <a:pt x="0" y="290153"/>
                  <a:pt x="290153" y="0"/>
                  <a:pt x="648076" y="0"/>
                </a:cubicBezTo>
                <a:cubicBezTo>
                  <a:pt x="1005998" y="0"/>
                  <a:pt x="1296152" y="290153"/>
                  <a:pt x="1296152" y="648076"/>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4" name="任意多边形: 形状 53">
            <a:extLst>
              <a:ext uri="{FF2B5EF4-FFF2-40B4-BE49-F238E27FC236}">
                <a16:creationId xmlns:a16="http://schemas.microsoft.com/office/drawing/2014/main" id="{B15F6710-84EA-DB81-CDD9-A345F018242B}"/>
              </a:ext>
            </a:extLst>
          </p:cNvPr>
          <p:cNvSpPr/>
          <p:nvPr/>
        </p:nvSpPr>
        <p:spPr>
          <a:xfrm>
            <a:off x="9882930" y="4107568"/>
            <a:ext cx="603503" cy="603504"/>
          </a:xfrm>
          <a:custGeom>
            <a:avLst/>
            <a:gdLst>
              <a:gd name="connsiteX0" fmla="*/ 304800 w 609599"/>
              <a:gd name="connsiteY0" fmla="*/ 609600 h 609600"/>
              <a:gd name="connsiteX1" fmla="*/ 186066 w 609599"/>
              <a:gd name="connsiteY1" fmla="*/ 585553 h 609600"/>
              <a:gd name="connsiteX2" fmla="*/ 89276 w 609599"/>
              <a:gd name="connsiteY2" fmla="*/ 520324 h 609600"/>
              <a:gd name="connsiteX3" fmla="*/ 24047 w 609599"/>
              <a:gd name="connsiteY3" fmla="*/ 423534 h 609600"/>
              <a:gd name="connsiteX4" fmla="*/ 0 w 609599"/>
              <a:gd name="connsiteY4" fmla="*/ 304800 h 609600"/>
              <a:gd name="connsiteX5" fmla="*/ 24047 w 609599"/>
              <a:gd name="connsiteY5" fmla="*/ 186066 h 609600"/>
              <a:gd name="connsiteX6" fmla="*/ 89276 w 609599"/>
              <a:gd name="connsiteY6" fmla="*/ 89276 h 609600"/>
              <a:gd name="connsiteX7" fmla="*/ 186066 w 609599"/>
              <a:gd name="connsiteY7" fmla="*/ 24047 h 609600"/>
              <a:gd name="connsiteX8" fmla="*/ 304800 w 609599"/>
              <a:gd name="connsiteY8" fmla="*/ 0 h 609600"/>
              <a:gd name="connsiteX9" fmla="*/ 423533 w 609599"/>
              <a:gd name="connsiteY9" fmla="*/ 24047 h 609600"/>
              <a:gd name="connsiteX10" fmla="*/ 520324 w 609599"/>
              <a:gd name="connsiteY10" fmla="*/ 89276 h 609600"/>
              <a:gd name="connsiteX11" fmla="*/ 585552 w 609599"/>
              <a:gd name="connsiteY11" fmla="*/ 186066 h 609600"/>
              <a:gd name="connsiteX12" fmla="*/ 609599 w 609599"/>
              <a:gd name="connsiteY12" fmla="*/ 304800 h 609600"/>
              <a:gd name="connsiteX13" fmla="*/ 585552 w 609599"/>
              <a:gd name="connsiteY13" fmla="*/ 423534 h 609600"/>
              <a:gd name="connsiteX14" fmla="*/ 520324 w 609599"/>
              <a:gd name="connsiteY14" fmla="*/ 520324 h 609600"/>
              <a:gd name="connsiteX15" fmla="*/ 423533 w 609599"/>
              <a:gd name="connsiteY15" fmla="*/ 585553 h 609600"/>
              <a:gd name="connsiteX16" fmla="*/ 304800 w 609599"/>
              <a:gd name="connsiteY16" fmla="*/ 609600 h 609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09599" h="609600">
                <a:moveTo>
                  <a:pt x="304800" y="609600"/>
                </a:moveTo>
                <a:cubicBezTo>
                  <a:pt x="263619" y="609600"/>
                  <a:pt x="223640" y="601484"/>
                  <a:pt x="186066" y="585553"/>
                </a:cubicBezTo>
                <a:cubicBezTo>
                  <a:pt x="149694" y="570222"/>
                  <a:pt x="117231" y="548279"/>
                  <a:pt x="89276" y="520324"/>
                </a:cubicBezTo>
                <a:cubicBezTo>
                  <a:pt x="61320" y="492369"/>
                  <a:pt x="39377" y="459905"/>
                  <a:pt x="24047" y="423534"/>
                </a:cubicBezTo>
                <a:cubicBezTo>
                  <a:pt x="8116" y="385960"/>
                  <a:pt x="0" y="345981"/>
                  <a:pt x="0" y="304800"/>
                </a:cubicBezTo>
                <a:cubicBezTo>
                  <a:pt x="0" y="263619"/>
                  <a:pt x="8116" y="223640"/>
                  <a:pt x="24047" y="186066"/>
                </a:cubicBezTo>
                <a:cubicBezTo>
                  <a:pt x="39377" y="149695"/>
                  <a:pt x="61320" y="117231"/>
                  <a:pt x="89276" y="89276"/>
                </a:cubicBezTo>
                <a:cubicBezTo>
                  <a:pt x="117231" y="61321"/>
                  <a:pt x="149694" y="39377"/>
                  <a:pt x="186066" y="24047"/>
                </a:cubicBezTo>
                <a:cubicBezTo>
                  <a:pt x="223640" y="8116"/>
                  <a:pt x="263619" y="0"/>
                  <a:pt x="304800" y="0"/>
                </a:cubicBezTo>
                <a:cubicBezTo>
                  <a:pt x="345981" y="0"/>
                  <a:pt x="385959" y="8116"/>
                  <a:pt x="423533" y="24047"/>
                </a:cubicBezTo>
                <a:cubicBezTo>
                  <a:pt x="459905" y="39377"/>
                  <a:pt x="492369" y="61321"/>
                  <a:pt x="520324" y="89276"/>
                </a:cubicBezTo>
                <a:cubicBezTo>
                  <a:pt x="548279" y="117231"/>
                  <a:pt x="570222" y="149695"/>
                  <a:pt x="585552" y="186066"/>
                </a:cubicBezTo>
                <a:cubicBezTo>
                  <a:pt x="601484" y="223640"/>
                  <a:pt x="609599" y="263619"/>
                  <a:pt x="609599" y="304800"/>
                </a:cubicBezTo>
                <a:cubicBezTo>
                  <a:pt x="609599" y="345981"/>
                  <a:pt x="601484" y="385960"/>
                  <a:pt x="585552" y="423534"/>
                </a:cubicBezTo>
                <a:cubicBezTo>
                  <a:pt x="570222" y="459905"/>
                  <a:pt x="548279" y="492369"/>
                  <a:pt x="520324" y="520324"/>
                </a:cubicBezTo>
                <a:cubicBezTo>
                  <a:pt x="492369" y="548279"/>
                  <a:pt x="459905" y="570222"/>
                  <a:pt x="423533" y="585553"/>
                </a:cubicBezTo>
                <a:cubicBezTo>
                  <a:pt x="385959" y="601484"/>
                  <a:pt x="345981" y="609600"/>
                  <a:pt x="304800" y="609600"/>
                </a:cubicBezTo>
              </a:path>
            </a:pathLst>
          </a:custGeom>
          <a:solidFill>
            <a:srgbClr val="606060"/>
          </a:solidFill>
          <a:ln w="3006" cap="flat">
            <a:noFill/>
            <a:prstDash val="solid"/>
            <a:miter/>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5" name="任意多边形: 形状 54">
            <a:extLst>
              <a:ext uri="{FF2B5EF4-FFF2-40B4-BE49-F238E27FC236}">
                <a16:creationId xmlns:a16="http://schemas.microsoft.com/office/drawing/2014/main" id="{C26A8EC6-6F49-FB46-A7E5-C1739670142C}"/>
              </a:ext>
            </a:extLst>
          </p:cNvPr>
          <p:cNvSpPr/>
          <p:nvPr/>
        </p:nvSpPr>
        <p:spPr>
          <a:xfrm>
            <a:off x="9932329" y="4156969"/>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8 w 509803"/>
              <a:gd name="connsiteY6" fmla="*/ 434956 h 509803"/>
              <a:gd name="connsiteX7" fmla="*/ 20139 w 509803"/>
              <a:gd name="connsiteY7" fmla="*/ 354097 h 509803"/>
              <a:gd name="connsiteX8" fmla="*/ 0 w 509803"/>
              <a:gd name="connsiteY8" fmla="*/ 254902 h 509803"/>
              <a:gd name="connsiteX9" fmla="*/ 20139 w 509803"/>
              <a:gd name="connsiteY9" fmla="*/ 155707 h 509803"/>
              <a:gd name="connsiteX10" fmla="*/ 74848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7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1" y="458402"/>
                  <a:pt x="384457" y="476738"/>
                  <a:pt x="354097" y="489664"/>
                </a:cubicBezTo>
                <a:cubicBezTo>
                  <a:pt x="322535" y="502890"/>
                  <a:pt x="289169" y="509804"/>
                  <a:pt x="254902" y="509804"/>
                </a:cubicBezTo>
                <a:cubicBezTo>
                  <a:pt x="220635" y="509804"/>
                  <a:pt x="187269" y="503191"/>
                  <a:pt x="155707" y="489664"/>
                </a:cubicBezTo>
                <a:cubicBezTo>
                  <a:pt x="125347" y="476738"/>
                  <a:pt x="97993" y="458402"/>
                  <a:pt x="74848" y="434956"/>
                </a:cubicBezTo>
                <a:cubicBezTo>
                  <a:pt x="51401" y="411510"/>
                  <a:pt x="33065" y="384457"/>
                  <a:pt x="20139" y="354097"/>
                </a:cubicBezTo>
                <a:cubicBezTo>
                  <a:pt x="6914" y="322535"/>
                  <a:pt x="0" y="289169"/>
                  <a:pt x="0" y="254902"/>
                </a:cubicBezTo>
                <a:cubicBezTo>
                  <a:pt x="0" y="220634"/>
                  <a:pt x="6613" y="187269"/>
                  <a:pt x="20139" y="155707"/>
                </a:cubicBezTo>
                <a:cubicBezTo>
                  <a:pt x="33065" y="125347"/>
                  <a:pt x="51401" y="97993"/>
                  <a:pt x="74848" y="74847"/>
                </a:cubicBezTo>
                <a:cubicBezTo>
                  <a:pt x="98293" y="51401"/>
                  <a:pt x="125347" y="33065"/>
                  <a:pt x="155707" y="20140"/>
                </a:cubicBezTo>
                <a:cubicBezTo>
                  <a:pt x="187269" y="6914"/>
                  <a:pt x="220635" y="0"/>
                  <a:pt x="254902" y="0"/>
                </a:cubicBezTo>
                <a:cubicBezTo>
                  <a:pt x="289169" y="0"/>
                  <a:pt x="322535" y="6613"/>
                  <a:pt x="354097" y="20140"/>
                </a:cubicBezTo>
                <a:cubicBezTo>
                  <a:pt x="384457" y="33065"/>
                  <a:pt x="411811" y="51401"/>
                  <a:pt x="434956" y="74847"/>
                </a:cubicBezTo>
                <a:cubicBezTo>
                  <a:pt x="458402" y="98294"/>
                  <a:pt x="476739" y="125347"/>
                  <a:pt x="489664" y="155707"/>
                </a:cubicBezTo>
                <a:cubicBezTo>
                  <a:pt x="502890" y="187269"/>
                  <a:pt x="509804" y="220634"/>
                  <a:pt x="509804" y="254902"/>
                </a:cubicBezTo>
              </a:path>
            </a:pathLst>
          </a:custGeom>
          <a:noFill/>
          <a:ln w="178551" cap="flat">
            <a:solidFill>
              <a:srgbClr val="7F8FA9"/>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6" name="任意多边形: 形状 55">
            <a:extLst>
              <a:ext uri="{FF2B5EF4-FFF2-40B4-BE49-F238E27FC236}">
                <a16:creationId xmlns:a16="http://schemas.microsoft.com/office/drawing/2014/main" id="{08D08CC0-3202-6BCA-D09F-4E5EF177D8D7}"/>
              </a:ext>
            </a:extLst>
          </p:cNvPr>
          <p:cNvSpPr/>
          <p:nvPr/>
        </p:nvSpPr>
        <p:spPr>
          <a:xfrm>
            <a:off x="9953160" y="4177801"/>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7" name="任意多边形: 形状 56">
            <a:extLst>
              <a:ext uri="{FF2B5EF4-FFF2-40B4-BE49-F238E27FC236}">
                <a16:creationId xmlns:a16="http://schemas.microsoft.com/office/drawing/2014/main" id="{0E55F7B2-8D0F-C62B-4EF4-5D8FB248B650}"/>
              </a:ext>
            </a:extLst>
          </p:cNvPr>
          <p:cNvSpPr/>
          <p:nvPr/>
        </p:nvSpPr>
        <p:spPr>
          <a:xfrm>
            <a:off x="9932329" y="2377107"/>
            <a:ext cx="504705" cy="504705"/>
          </a:xfrm>
          <a:custGeom>
            <a:avLst/>
            <a:gdLst>
              <a:gd name="connsiteX0" fmla="*/ 509804 w 509803"/>
              <a:gd name="connsiteY0" fmla="*/ 254902 h 509803"/>
              <a:gd name="connsiteX1" fmla="*/ 489664 w 509803"/>
              <a:gd name="connsiteY1" fmla="*/ 354097 h 509803"/>
              <a:gd name="connsiteX2" fmla="*/ 434956 w 509803"/>
              <a:gd name="connsiteY2" fmla="*/ 434956 h 509803"/>
              <a:gd name="connsiteX3" fmla="*/ 354097 w 509803"/>
              <a:gd name="connsiteY3" fmla="*/ 489664 h 509803"/>
              <a:gd name="connsiteX4" fmla="*/ 254902 w 509803"/>
              <a:gd name="connsiteY4" fmla="*/ 509804 h 509803"/>
              <a:gd name="connsiteX5" fmla="*/ 155707 w 509803"/>
              <a:gd name="connsiteY5" fmla="*/ 489664 h 509803"/>
              <a:gd name="connsiteX6" fmla="*/ 74848 w 509803"/>
              <a:gd name="connsiteY6" fmla="*/ 434956 h 509803"/>
              <a:gd name="connsiteX7" fmla="*/ 20139 w 509803"/>
              <a:gd name="connsiteY7" fmla="*/ 354097 h 509803"/>
              <a:gd name="connsiteX8" fmla="*/ 0 w 509803"/>
              <a:gd name="connsiteY8" fmla="*/ 254902 h 509803"/>
              <a:gd name="connsiteX9" fmla="*/ 20139 w 509803"/>
              <a:gd name="connsiteY9" fmla="*/ 155706 h 509803"/>
              <a:gd name="connsiteX10" fmla="*/ 74848 w 509803"/>
              <a:gd name="connsiteY10" fmla="*/ 74847 h 509803"/>
              <a:gd name="connsiteX11" fmla="*/ 155707 w 509803"/>
              <a:gd name="connsiteY11" fmla="*/ 20140 h 509803"/>
              <a:gd name="connsiteX12" fmla="*/ 254902 w 509803"/>
              <a:gd name="connsiteY12" fmla="*/ 0 h 509803"/>
              <a:gd name="connsiteX13" fmla="*/ 354097 w 509803"/>
              <a:gd name="connsiteY13" fmla="*/ 20140 h 509803"/>
              <a:gd name="connsiteX14" fmla="*/ 434956 w 509803"/>
              <a:gd name="connsiteY14" fmla="*/ 74847 h 509803"/>
              <a:gd name="connsiteX15" fmla="*/ 489664 w 509803"/>
              <a:gd name="connsiteY15" fmla="*/ 155706 h 509803"/>
              <a:gd name="connsiteX16" fmla="*/ 509804 w 509803"/>
              <a:gd name="connsiteY16" fmla="*/ 254902 h 509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09803" h="509803">
                <a:moveTo>
                  <a:pt x="509804" y="254902"/>
                </a:moveTo>
                <a:cubicBezTo>
                  <a:pt x="509804" y="289169"/>
                  <a:pt x="503191" y="322535"/>
                  <a:pt x="489664" y="354097"/>
                </a:cubicBezTo>
                <a:cubicBezTo>
                  <a:pt x="476739" y="384457"/>
                  <a:pt x="458402" y="411811"/>
                  <a:pt x="434956" y="434956"/>
                </a:cubicBezTo>
                <a:cubicBezTo>
                  <a:pt x="411511" y="458102"/>
                  <a:pt x="384457" y="476738"/>
                  <a:pt x="354097" y="489664"/>
                </a:cubicBezTo>
                <a:cubicBezTo>
                  <a:pt x="322535" y="502890"/>
                  <a:pt x="289169" y="509804"/>
                  <a:pt x="254902" y="509804"/>
                </a:cubicBezTo>
                <a:cubicBezTo>
                  <a:pt x="220635" y="509804"/>
                  <a:pt x="187269" y="503191"/>
                  <a:pt x="155707" y="489664"/>
                </a:cubicBezTo>
                <a:cubicBezTo>
                  <a:pt x="125347" y="476738"/>
                  <a:pt x="97993" y="458402"/>
                  <a:pt x="74848" y="434956"/>
                </a:cubicBezTo>
                <a:cubicBezTo>
                  <a:pt x="51702" y="411510"/>
                  <a:pt x="33065" y="384457"/>
                  <a:pt x="20139" y="354097"/>
                </a:cubicBezTo>
                <a:cubicBezTo>
                  <a:pt x="6914" y="322535"/>
                  <a:pt x="0" y="289169"/>
                  <a:pt x="0" y="254902"/>
                </a:cubicBezTo>
                <a:cubicBezTo>
                  <a:pt x="0" y="220634"/>
                  <a:pt x="6613" y="187269"/>
                  <a:pt x="20139" y="155706"/>
                </a:cubicBezTo>
                <a:cubicBezTo>
                  <a:pt x="33065" y="125347"/>
                  <a:pt x="51401" y="97993"/>
                  <a:pt x="74848" y="74847"/>
                </a:cubicBezTo>
                <a:cubicBezTo>
                  <a:pt x="98293" y="51702"/>
                  <a:pt x="125347" y="33065"/>
                  <a:pt x="155707" y="20140"/>
                </a:cubicBezTo>
                <a:cubicBezTo>
                  <a:pt x="187269" y="6914"/>
                  <a:pt x="220635" y="0"/>
                  <a:pt x="254902" y="0"/>
                </a:cubicBezTo>
                <a:cubicBezTo>
                  <a:pt x="289169" y="0"/>
                  <a:pt x="322535" y="6613"/>
                  <a:pt x="354097" y="20140"/>
                </a:cubicBezTo>
                <a:cubicBezTo>
                  <a:pt x="384457" y="33065"/>
                  <a:pt x="411811" y="51401"/>
                  <a:pt x="434956" y="74847"/>
                </a:cubicBezTo>
                <a:cubicBezTo>
                  <a:pt x="458102" y="98294"/>
                  <a:pt x="476739" y="125347"/>
                  <a:pt x="489664" y="155706"/>
                </a:cubicBezTo>
                <a:cubicBezTo>
                  <a:pt x="502890" y="186968"/>
                  <a:pt x="509804" y="220334"/>
                  <a:pt x="509804" y="254902"/>
                </a:cubicBezTo>
              </a:path>
            </a:pathLst>
          </a:custGeom>
          <a:noFill/>
          <a:ln w="178551" cap="flat">
            <a:solidFill>
              <a:srgbClr val="7F8FA9"/>
            </a:solid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8" name="任意多边形: 形状 57">
            <a:extLst>
              <a:ext uri="{FF2B5EF4-FFF2-40B4-BE49-F238E27FC236}">
                <a16:creationId xmlns:a16="http://schemas.microsoft.com/office/drawing/2014/main" id="{42C29D4D-0C44-444F-8806-0A911803E7A5}"/>
              </a:ext>
            </a:extLst>
          </p:cNvPr>
          <p:cNvSpPr/>
          <p:nvPr/>
        </p:nvSpPr>
        <p:spPr>
          <a:xfrm>
            <a:off x="9953160" y="2397939"/>
            <a:ext cx="463043" cy="463043"/>
          </a:xfrm>
          <a:custGeom>
            <a:avLst/>
            <a:gdLst>
              <a:gd name="connsiteX0" fmla="*/ 467721 w 467720"/>
              <a:gd name="connsiteY0" fmla="*/ 233860 h 467720"/>
              <a:gd name="connsiteX1" fmla="*/ 233860 w 467720"/>
              <a:gd name="connsiteY1" fmla="*/ 467721 h 467720"/>
              <a:gd name="connsiteX2" fmla="*/ 0 w 467720"/>
              <a:gd name="connsiteY2" fmla="*/ 233860 h 467720"/>
              <a:gd name="connsiteX3" fmla="*/ 233860 w 467720"/>
              <a:gd name="connsiteY3" fmla="*/ 0 h 467720"/>
              <a:gd name="connsiteX4" fmla="*/ 467721 w 467720"/>
              <a:gd name="connsiteY4" fmla="*/ 233860 h 467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7720" h="467720">
                <a:moveTo>
                  <a:pt x="467721" y="233860"/>
                </a:moveTo>
                <a:cubicBezTo>
                  <a:pt x="467721" y="363018"/>
                  <a:pt x="363018" y="467721"/>
                  <a:pt x="233860" y="467721"/>
                </a:cubicBezTo>
                <a:cubicBezTo>
                  <a:pt x="104703" y="467721"/>
                  <a:pt x="0" y="363018"/>
                  <a:pt x="0" y="233860"/>
                </a:cubicBezTo>
                <a:cubicBezTo>
                  <a:pt x="0" y="104703"/>
                  <a:pt x="104703" y="0"/>
                  <a:pt x="233860" y="0"/>
                </a:cubicBezTo>
                <a:cubicBezTo>
                  <a:pt x="363018" y="0"/>
                  <a:pt x="467721" y="104703"/>
                  <a:pt x="467721" y="233860"/>
                </a:cubicBezTo>
                <a:close/>
              </a:path>
            </a:pathLst>
          </a:custGeom>
          <a:solidFill>
            <a:sysClr val="window" lastClr="FFFFFF"/>
          </a:solid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59" name="任意多边形: 形状 58">
            <a:extLst>
              <a:ext uri="{FF2B5EF4-FFF2-40B4-BE49-F238E27FC236}">
                <a16:creationId xmlns:a16="http://schemas.microsoft.com/office/drawing/2014/main" id="{91C691F6-95E0-DC9F-2381-6D0D888B2EDA}"/>
              </a:ext>
            </a:extLst>
          </p:cNvPr>
          <p:cNvSpPr/>
          <p:nvPr/>
        </p:nvSpPr>
        <p:spPr>
          <a:xfrm>
            <a:off x="10184682" y="2630353"/>
            <a:ext cx="2975" cy="1685227"/>
          </a:xfrm>
          <a:custGeom>
            <a:avLst/>
            <a:gdLst>
              <a:gd name="connsiteX0" fmla="*/ 0 w 3005"/>
              <a:gd name="connsiteY0" fmla="*/ 0 h 1702250"/>
              <a:gd name="connsiteX1" fmla="*/ 0 w 3005"/>
              <a:gd name="connsiteY1" fmla="*/ 1702251 h 1702250"/>
            </a:gdLst>
            <a:ahLst/>
            <a:cxnLst>
              <a:cxn ang="0">
                <a:pos x="connsiteX0" y="connsiteY0"/>
              </a:cxn>
              <a:cxn ang="0">
                <a:pos x="connsiteX1" y="connsiteY1"/>
              </a:cxn>
            </a:cxnLst>
            <a:rect l="l" t="t" r="r" b="b"/>
            <a:pathLst>
              <a:path w="3005" h="1702250">
                <a:moveTo>
                  <a:pt x="0" y="0"/>
                </a:moveTo>
                <a:lnTo>
                  <a:pt x="0" y="1702251"/>
                </a:lnTo>
              </a:path>
            </a:pathLst>
          </a:custGeom>
          <a:ln w="105176" cap="rnd">
            <a:solidFill>
              <a:srgbClr val="FFFFFF"/>
            </a:solidFill>
            <a:prstDash val="solid"/>
            <a:bevel/>
          </a:ln>
          <a:effectLst/>
        </p:spPr>
        <p:txBody>
          <a:bodyPr lIns="90526" tIns="45263" rIns="90526" bIns="45263" rtlCol="0" anchor="ctr"/>
          <a:lstStyle/>
          <a:p>
            <a:endParaRPr lang="zh-CN" altLang="en-US" sz="1780">
              <a:solidFill>
                <a:prstClr val="black"/>
              </a:solidFill>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nvGrpSpPr>
          <p:cNvPr id="60" name="组合 59">
            <a:extLst>
              <a:ext uri="{FF2B5EF4-FFF2-40B4-BE49-F238E27FC236}">
                <a16:creationId xmlns:a16="http://schemas.microsoft.com/office/drawing/2014/main" id="{0CE25E42-D1DF-770A-691E-EF88C07377E2}"/>
              </a:ext>
            </a:extLst>
          </p:cNvPr>
          <p:cNvGrpSpPr/>
          <p:nvPr/>
        </p:nvGrpSpPr>
        <p:grpSpPr>
          <a:xfrm>
            <a:off x="10091834" y="4318144"/>
            <a:ext cx="197003" cy="183609"/>
            <a:chOff x="10091983" y="4278794"/>
            <a:chExt cx="197003" cy="183609"/>
          </a:xfrm>
          <a:solidFill>
            <a:srgbClr val="7F8FA9"/>
          </a:solidFill>
        </p:grpSpPr>
        <p:sp>
          <p:nvSpPr>
            <p:cNvPr id="61" name="任意多边形: 形状 60">
              <a:extLst>
                <a:ext uri="{FF2B5EF4-FFF2-40B4-BE49-F238E27FC236}">
                  <a16:creationId xmlns:a16="http://schemas.microsoft.com/office/drawing/2014/main" id="{258DC2E9-778E-474C-48B5-B3EDA755C312}"/>
                </a:ext>
              </a:extLst>
            </p:cNvPr>
            <p:cNvSpPr/>
            <p:nvPr/>
          </p:nvSpPr>
          <p:spPr>
            <a:xfrm>
              <a:off x="10091983" y="4278794"/>
              <a:ext cx="81537" cy="183609"/>
            </a:xfrm>
            <a:custGeom>
              <a:avLst/>
              <a:gdLst>
                <a:gd name="connsiteX0" fmla="*/ 10821 w 82361"/>
                <a:gd name="connsiteY0" fmla="*/ 174343 h 185464"/>
                <a:gd name="connsiteX1" fmla="*/ 0 w 82361"/>
                <a:gd name="connsiteY1" fmla="*/ 142781 h 185464"/>
                <a:gd name="connsiteX2" fmla="*/ 0 w 82361"/>
                <a:gd name="connsiteY2" fmla="*/ 42684 h 185464"/>
                <a:gd name="connsiteX3" fmla="*/ 10821 w 82361"/>
                <a:gd name="connsiteY3" fmla="*/ 11122 h 185464"/>
                <a:gd name="connsiteX4" fmla="*/ 41181 w 82361"/>
                <a:gd name="connsiteY4" fmla="*/ 0 h 185464"/>
                <a:gd name="connsiteX5" fmla="*/ 71541 w 82361"/>
                <a:gd name="connsiteY5" fmla="*/ 11122 h 185464"/>
                <a:gd name="connsiteX6" fmla="*/ 82362 w 82361"/>
                <a:gd name="connsiteY6" fmla="*/ 42684 h 185464"/>
                <a:gd name="connsiteX7" fmla="*/ 82362 w 82361"/>
                <a:gd name="connsiteY7" fmla="*/ 142781 h 185464"/>
                <a:gd name="connsiteX8" fmla="*/ 71541 w 82361"/>
                <a:gd name="connsiteY8" fmla="*/ 174343 h 185464"/>
                <a:gd name="connsiteX9" fmla="*/ 41181 w 82361"/>
                <a:gd name="connsiteY9" fmla="*/ 185465 h 185464"/>
                <a:gd name="connsiteX10" fmla="*/ 10821 w 82361"/>
                <a:gd name="connsiteY10" fmla="*/ 174343 h 185464"/>
                <a:gd name="connsiteX11" fmla="*/ 51401 w 82361"/>
                <a:gd name="connsiteY11" fmla="*/ 154805 h 185464"/>
                <a:gd name="connsiteX12" fmla="*/ 55008 w 82361"/>
                <a:gd name="connsiteY12" fmla="*/ 142781 h 185464"/>
                <a:gd name="connsiteX13" fmla="*/ 55008 w 82361"/>
                <a:gd name="connsiteY13" fmla="*/ 42984 h 185464"/>
                <a:gd name="connsiteX14" fmla="*/ 51401 w 82361"/>
                <a:gd name="connsiteY14" fmla="*/ 30961 h 185464"/>
                <a:gd name="connsiteX15" fmla="*/ 41181 w 82361"/>
                <a:gd name="connsiteY15" fmla="*/ 26752 h 185464"/>
                <a:gd name="connsiteX16" fmla="*/ 30961 w 82361"/>
                <a:gd name="connsiteY16" fmla="*/ 30961 h 185464"/>
                <a:gd name="connsiteX17" fmla="*/ 27353 w 82361"/>
                <a:gd name="connsiteY17" fmla="*/ 42984 h 185464"/>
                <a:gd name="connsiteX18" fmla="*/ 27353 w 82361"/>
                <a:gd name="connsiteY18" fmla="*/ 142781 h 185464"/>
                <a:gd name="connsiteX19" fmla="*/ 30961 w 82361"/>
                <a:gd name="connsiteY19" fmla="*/ 154805 h 185464"/>
                <a:gd name="connsiteX20" fmla="*/ 41181 w 82361"/>
                <a:gd name="connsiteY20" fmla="*/ 159013 h 185464"/>
                <a:gd name="connsiteX21" fmla="*/ 51401 w 82361"/>
                <a:gd name="connsiteY21" fmla="*/ 154805 h 185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2361" h="185464">
                  <a:moveTo>
                    <a:pt x="10821" y="174343"/>
                  </a:moveTo>
                  <a:cubicBezTo>
                    <a:pt x="3607" y="166828"/>
                    <a:pt x="0" y="156308"/>
                    <a:pt x="0" y="142781"/>
                  </a:cubicBezTo>
                  <a:lnTo>
                    <a:pt x="0" y="42684"/>
                  </a:lnTo>
                  <a:cubicBezTo>
                    <a:pt x="0" y="29157"/>
                    <a:pt x="3607" y="18637"/>
                    <a:pt x="10821" y="11122"/>
                  </a:cubicBezTo>
                  <a:cubicBezTo>
                    <a:pt x="18036" y="3607"/>
                    <a:pt x="28255" y="0"/>
                    <a:pt x="41181" y="0"/>
                  </a:cubicBezTo>
                  <a:cubicBezTo>
                    <a:pt x="54107" y="0"/>
                    <a:pt x="64326" y="3607"/>
                    <a:pt x="71541" y="11122"/>
                  </a:cubicBezTo>
                  <a:cubicBezTo>
                    <a:pt x="78755" y="18637"/>
                    <a:pt x="82362" y="29157"/>
                    <a:pt x="82362" y="42684"/>
                  </a:cubicBezTo>
                  <a:lnTo>
                    <a:pt x="82362" y="142781"/>
                  </a:lnTo>
                  <a:cubicBezTo>
                    <a:pt x="82362" y="156308"/>
                    <a:pt x="78755" y="166828"/>
                    <a:pt x="71541" y="174343"/>
                  </a:cubicBezTo>
                  <a:cubicBezTo>
                    <a:pt x="64326" y="181858"/>
                    <a:pt x="54107" y="185465"/>
                    <a:pt x="41181" y="185465"/>
                  </a:cubicBezTo>
                  <a:cubicBezTo>
                    <a:pt x="28255" y="185465"/>
                    <a:pt x="18036" y="181557"/>
                    <a:pt x="10821" y="174343"/>
                  </a:cubicBezTo>
                  <a:close/>
                  <a:moveTo>
                    <a:pt x="51401" y="154805"/>
                  </a:moveTo>
                  <a:cubicBezTo>
                    <a:pt x="53806" y="152099"/>
                    <a:pt x="55008" y="147891"/>
                    <a:pt x="55008" y="142781"/>
                  </a:cubicBezTo>
                  <a:lnTo>
                    <a:pt x="55008" y="42984"/>
                  </a:lnTo>
                  <a:cubicBezTo>
                    <a:pt x="55008" y="37874"/>
                    <a:pt x="53806" y="33967"/>
                    <a:pt x="51401" y="30961"/>
                  </a:cubicBezTo>
                  <a:cubicBezTo>
                    <a:pt x="48997" y="28255"/>
                    <a:pt x="45690" y="26752"/>
                    <a:pt x="41181" y="26752"/>
                  </a:cubicBezTo>
                  <a:cubicBezTo>
                    <a:pt x="36973" y="26752"/>
                    <a:pt x="33365" y="28255"/>
                    <a:pt x="30961" y="30961"/>
                  </a:cubicBezTo>
                  <a:cubicBezTo>
                    <a:pt x="28556" y="33666"/>
                    <a:pt x="27353" y="37874"/>
                    <a:pt x="27353" y="42984"/>
                  </a:cubicBezTo>
                  <a:lnTo>
                    <a:pt x="27353" y="142781"/>
                  </a:lnTo>
                  <a:cubicBezTo>
                    <a:pt x="27353" y="147891"/>
                    <a:pt x="28556" y="151799"/>
                    <a:pt x="30961" y="154805"/>
                  </a:cubicBezTo>
                  <a:cubicBezTo>
                    <a:pt x="33365" y="157510"/>
                    <a:pt x="36672" y="159013"/>
                    <a:pt x="41181" y="159013"/>
                  </a:cubicBezTo>
                  <a:cubicBezTo>
                    <a:pt x="45690" y="159013"/>
                    <a:pt x="48997" y="157510"/>
                    <a:pt x="51401" y="154805"/>
                  </a:cubicBez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sp>
          <p:nvSpPr>
            <p:cNvPr id="62" name="任意多边形: 形状 61">
              <a:extLst>
                <a:ext uri="{FF2B5EF4-FFF2-40B4-BE49-F238E27FC236}">
                  <a16:creationId xmlns:a16="http://schemas.microsoft.com/office/drawing/2014/main" id="{0B1266D5-AF12-F89F-50D2-34421EE1177D}"/>
                </a:ext>
              </a:extLst>
            </p:cNvPr>
            <p:cNvSpPr/>
            <p:nvPr/>
          </p:nvSpPr>
          <p:spPr>
            <a:xfrm>
              <a:off x="10194057" y="4280877"/>
              <a:ext cx="94929" cy="179741"/>
            </a:xfrm>
            <a:custGeom>
              <a:avLst/>
              <a:gdLst>
                <a:gd name="connsiteX0" fmla="*/ 300 w 95888"/>
                <a:gd name="connsiteY0" fmla="*/ 128653 h 181557"/>
                <a:gd name="connsiteX1" fmla="*/ 38776 w 95888"/>
                <a:gd name="connsiteY1" fmla="*/ 0 h 181557"/>
                <a:gd name="connsiteX2" fmla="*/ 67332 w 95888"/>
                <a:gd name="connsiteY2" fmla="*/ 0 h 181557"/>
                <a:gd name="connsiteX3" fmla="*/ 30359 w 95888"/>
                <a:gd name="connsiteY3" fmla="*/ 127150 h 181557"/>
                <a:gd name="connsiteX4" fmla="*/ 95888 w 95888"/>
                <a:gd name="connsiteY4" fmla="*/ 127150 h 181557"/>
                <a:gd name="connsiteX5" fmla="*/ 95888 w 95888"/>
                <a:gd name="connsiteY5" fmla="*/ 153602 h 181557"/>
                <a:gd name="connsiteX6" fmla="*/ 0 w 95888"/>
                <a:gd name="connsiteY6" fmla="*/ 153602 h 181557"/>
                <a:gd name="connsiteX7" fmla="*/ 0 w 95888"/>
                <a:gd name="connsiteY7" fmla="*/ 128653 h 181557"/>
                <a:gd name="connsiteX8" fmla="*/ 57413 w 95888"/>
                <a:gd name="connsiteY8" fmla="*/ 78154 h 181557"/>
                <a:gd name="connsiteX9" fmla="*/ 84166 w 95888"/>
                <a:gd name="connsiteY9" fmla="*/ 78154 h 181557"/>
                <a:gd name="connsiteX10" fmla="*/ 84166 w 95888"/>
                <a:gd name="connsiteY10" fmla="*/ 181557 h 181557"/>
                <a:gd name="connsiteX11" fmla="*/ 57413 w 95888"/>
                <a:gd name="connsiteY11" fmla="*/ 181557 h 181557"/>
                <a:gd name="connsiteX12" fmla="*/ 57413 w 95888"/>
                <a:gd name="connsiteY12" fmla="*/ 78154 h 181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5888" h="181557">
                  <a:moveTo>
                    <a:pt x="300" y="128653"/>
                  </a:moveTo>
                  <a:lnTo>
                    <a:pt x="38776" y="0"/>
                  </a:lnTo>
                  <a:lnTo>
                    <a:pt x="67332" y="0"/>
                  </a:lnTo>
                  <a:lnTo>
                    <a:pt x="30359" y="127150"/>
                  </a:lnTo>
                  <a:lnTo>
                    <a:pt x="95888" y="127150"/>
                  </a:lnTo>
                  <a:lnTo>
                    <a:pt x="95888" y="153602"/>
                  </a:lnTo>
                  <a:lnTo>
                    <a:pt x="0" y="153602"/>
                  </a:lnTo>
                  <a:lnTo>
                    <a:pt x="0" y="128653"/>
                  </a:lnTo>
                  <a:close/>
                  <a:moveTo>
                    <a:pt x="57413" y="78154"/>
                  </a:moveTo>
                  <a:lnTo>
                    <a:pt x="84166" y="78154"/>
                  </a:lnTo>
                  <a:lnTo>
                    <a:pt x="84166" y="181557"/>
                  </a:lnTo>
                  <a:lnTo>
                    <a:pt x="57413" y="181557"/>
                  </a:lnTo>
                  <a:lnTo>
                    <a:pt x="57413" y="78154"/>
                  </a:lnTo>
                  <a:close/>
                </a:path>
              </a:pathLst>
            </a:custGeom>
            <a:grpFill/>
            <a:ln w="3006" cap="flat">
              <a:noFill/>
              <a:prstDash val="solid"/>
              <a:miter/>
            </a:ln>
            <a:effectLst/>
          </p:spPr>
          <p:txBody>
            <a:bodyPr lIns="90526" tIns="45263" rIns="90526" bIns="45263" rtlCol="0"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780" b="0" i="0" u="none" strike="noStrike" kern="0" cap="none" spc="0" normalizeH="0" baseline="0" noProof="0">
                <a:ln>
                  <a:noFill/>
                </a:ln>
                <a:solidFill>
                  <a:prstClr val="black"/>
                </a:solidFill>
                <a:effectLst/>
                <a:uLnTx/>
                <a:uFillTx/>
                <a:latin typeface="思源黑体 CN Regular" panose="020B0500000000000000" pitchFamily="34" charset="-122"/>
                <a:ea typeface="思源黑体 CN Regular" panose="020B0500000000000000" pitchFamily="34" charset="-122"/>
                <a:cs typeface="+mn-ea"/>
                <a:sym typeface="思源黑体 CN Regular" panose="020B0500000000000000" pitchFamily="34" charset="-122"/>
              </a:endParaRPr>
            </a:p>
          </p:txBody>
        </p:sp>
      </p:grpSp>
    </p:spTree>
    <p:extLst>
      <p:ext uri="{BB962C8B-B14F-4D97-AF65-F5344CB8AC3E}">
        <p14:creationId xmlns:p14="http://schemas.microsoft.com/office/powerpoint/2010/main" val="274383156"/>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8_自定义版式">
    <p:spTree>
      <p:nvGrpSpPr>
        <p:cNvPr id="1" name=""/>
        <p:cNvGrpSpPr/>
        <p:nvPr/>
      </p:nvGrpSpPr>
      <p:grpSpPr>
        <a:xfrm>
          <a:off x="0" y="0"/>
          <a:ext cx="0" cy="0"/>
          <a:chOff x="0" y="0"/>
          <a:chExt cx="0" cy="0"/>
        </a:xfrm>
      </p:grpSpPr>
      <p:sp>
        <p:nvSpPr>
          <p:cNvPr id="3" name="Freeform 12">
            <a:extLst>
              <a:ext uri="{FF2B5EF4-FFF2-40B4-BE49-F238E27FC236}">
                <a16:creationId xmlns:a16="http://schemas.microsoft.com/office/drawing/2014/main" id="{CF592A97-D7AB-C8C5-D43A-AA0C8FD11C32}"/>
              </a:ext>
            </a:extLst>
          </p:cNvPr>
          <p:cNvSpPr/>
          <p:nvPr/>
        </p:nvSpPr>
        <p:spPr>
          <a:xfrm flipV="1">
            <a:off x="2247900" y="2692400"/>
            <a:ext cx="1988643" cy="1584650"/>
          </a:xfrm>
          <a:custGeom>
            <a:avLst/>
            <a:gdLst/>
            <a:ahLst/>
            <a:cxnLst/>
            <a:rect l="l" t="t" r="r" b="b"/>
            <a:pathLst>
              <a:path w="1988643" h="1584650">
                <a:moveTo>
                  <a:pt x="0" y="0"/>
                </a:moveTo>
                <a:lnTo>
                  <a:pt x="15612" y="0"/>
                </a:lnTo>
                <a:lnTo>
                  <a:pt x="206530" y="69957"/>
                </a:lnTo>
                <a:cubicBezTo>
                  <a:pt x="403556" y="135701"/>
                  <a:pt x="608761" y="191383"/>
                  <a:pt x="820205" y="235353"/>
                </a:cubicBezTo>
                <a:cubicBezTo>
                  <a:pt x="1137374" y="301309"/>
                  <a:pt x="1446066" y="336232"/>
                  <a:pt x="1738956" y="342803"/>
                </a:cubicBezTo>
                <a:lnTo>
                  <a:pt x="1988643" y="340389"/>
                </a:lnTo>
                <a:lnTo>
                  <a:pt x="1988643" y="1244262"/>
                </a:lnTo>
                <a:lnTo>
                  <a:pt x="1738956" y="1241847"/>
                </a:lnTo>
                <a:cubicBezTo>
                  <a:pt x="1446066" y="1248419"/>
                  <a:pt x="1137374" y="1283343"/>
                  <a:pt x="820205" y="1349298"/>
                </a:cubicBezTo>
                <a:cubicBezTo>
                  <a:pt x="608761" y="1393269"/>
                  <a:pt x="403556" y="1448951"/>
                  <a:pt x="206530" y="1514695"/>
                </a:cubicBezTo>
                <a:lnTo>
                  <a:pt x="15615" y="1584650"/>
                </a:lnTo>
                <a:lnTo>
                  <a:pt x="0" y="1584650"/>
                </a:lnTo>
                <a:close/>
              </a:path>
            </a:pathLst>
          </a:custGeom>
          <a:gradFill rotWithShape="1">
            <a:gsLst>
              <a:gs pos="14000">
                <a:srgbClr val="009DD9">
                  <a:alpha val="0"/>
                </a:srgbClr>
              </a:gs>
              <a:gs pos="100000">
                <a:srgbClr val="009DD9">
                  <a:alpha val="18000"/>
                </a:srgbClr>
              </a:gs>
            </a:gsLst>
            <a:lin ang="0"/>
          </a:gradFill>
          <a:ln w="25400" cap="flat" cmpd="sng">
            <a:noFill/>
            <a:prstDash val="solid"/>
            <a:round/>
          </a:ln>
        </p:spPr>
        <p:txBody>
          <a:bodyPr vert="horz" wrap="square" lIns="63500" tIns="63500" rIns="63500" bIns="63500" rtlCol="0" anchor="ctr"/>
          <a:lstStyle/>
          <a:p>
            <a:pPr algn="ctr">
              <a:defRPr/>
            </a:pPr>
            <a:endParaRPr/>
          </a:p>
        </p:txBody>
      </p:sp>
      <p:sp>
        <p:nvSpPr>
          <p:cNvPr id="4" name="Freeform 13">
            <a:extLst>
              <a:ext uri="{FF2B5EF4-FFF2-40B4-BE49-F238E27FC236}">
                <a16:creationId xmlns:a16="http://schemas.microsoft.com/office/drawing/2014/main" id="{09662440-0A5B-AB07-961D-01EBEC144AFD}"/>
              </a:ext>
            </a:extLst>
          </p:cNvPr>
          <p:cNvSpPr/>
          <p:nvPr/>
        </p:nvSpPr>
        <p:spPr>
          <a:xfrm flipV="1">
            <a:off x="2768600" y="3937000"/>
            <a:ext cx="1237097" cy="180144"/>
          </a:xfrm>
          <a:custGeom>
            <a:avLst/>
            <a:gdLst/>
            <a:ahLst/>
            <a:cxnLst/>
            <a:rect l="l" t="t" r="r" b="b"/>
            <a:pathLst>
              <a:path w="1237097" h="180144">
                <a:moveTo>
                  <a:pt x="0" y="0"/>
                </a:moveTo>
                <a:lnTo>
                  <a:pt x="304538" y="72694"/>
                </a:lnTo>
                <a:cubicBezTo>
                  <a:pt x="621707" y="138650"/>
                  <a:pt x="930399" y="173572"/>
                  <a:pt x="1223289" y="180144"/>
                </a:cubicBezTo>
                <a:lnTo>
                  <a:pt x="1237097" y="180011"/>
                </a:lnTo>
              </a:path>
            </a:pathLst>
          </a:custGeom>
          <a:noFill/>
          <a:ln w="12700" cap="flat" cmpd="sng">
            <a:gradFill rotWithShape="1">
              <a:gsLst>
                <a:gs pos="0">
                  <a:srgbClr val="26476A">
                    <a:alpha val="0"/>
                  </a:srgbClr>
                </a:gs>
                <a:gs pos="100000">
                  <a:srgbClr val="009DD9">
                    <a:alpha val="100000"/>
                  </a:srgbClr>
                </a:gs>
              </a:gsLst>
              <a:lin ang="0"/>
            </a:gradFill>
            <a:prstDash val="solid"/>
            <a:miter lim="10000000"/>
          </a:ln>
        </p:spPr>
        <p:txBody>
          <a:bodyPr vert="horz" wrap="square" lIns="63500" tIns="63500" rIns="63500" bIns="63500" rtlCol="0" anchor="ctr"/>
          <a:lstStyle/>
          <a:p>
            <a:pPr algn="ctr">
              <a:defRPr/>
            </a:pPr>
            <a:endParaRPr/>
          </a:p>
        </p:txBody>
      </p:sp>
      <p:sp>
        <p:nvSpPr>
          <p:cNvPr id="5" name="AutoShape 14">
            <a:extLst>
              <a:ext uri="{FF2B5EF4-FFF2-40B4-BE49-F238E27FC236}">
                <a16:creationId xmlns:a16="http://schemas.microsoft.com/office/drawing/2014/main" id="{9CBA84F5-8704-3E5B-E294-7E5E6203A430}"/>
              </a:ext>
            </a:extLst>
          </p:cNvPr>
          <p:cNvSpPr/>
          <p:nvPr/>
        </p:nvSpPr>
        <p:spPr>
          <a:xfrm flipV="1">
            <a:off x="3949700" y="3937000"/>
            <a:ext cx="50800" cy="25400"/>
          </a:xfrm>
          <a:prstGeom prst="rtTriangl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Freeform 15">
            <a:extLst>
              <a:ext uri="{FF2B5EF4-FFF2-40B4-BE49-F238E27FC236}">
                <a16:creationId xmlns:a16="http://schemas.microsoft.com/office/drawing/2014/main" id="{8229EA79-F253-68E1-2784-A711E6727F64}"/>
              </a:ext>
            </a:extLst>
          </p:cNvPr>
          <p:cNvSpPr/>
          <p:nvPr/>
        </p:nvSpPr>
        <p:spPr>
          <a:xfrm>
            <a:off x="2768600" y="2857500"/>
            <a:ext cx="1237097" cy="180144"/>
          </a:xfrm>
          <a:custGeom>
            <a:avLst/>
            <a:gdLst/>
            <a:ahLst/>
            <a:cxnLst/>
            <a:rect l="l" t="t" r="r" b="b"/>
            <a:pathLst>
              <a:path w="1237097" h="180144">
                <a:moveTo>
                  <a:pt x="0" y="0"/>
                </a:moveTo>
                <a:lnTo>
                  <a:pt x="304538" y="72694"/>
                </a:lnTo>
                <a:cubicBezTo>
                  <a:pt x="621707" y="138650"/>
                  <a:pt x="930399" y="173572"/>
                  <a:pt x="1223289" y="180144"/>
                </a:cubicBezTo>
                <a:lnTo>
                  <a:pt x="1237097" y="180011"/>
                </a:lnTo>
              </a:path>
            </a:pathLst>
          </a:custGeom>
          <a:noFill/>
          <a:ln w="12700" cap="flat" cmpd="sng">
            <a:gradFill rotWithShape="1">
              <a:gsLst>
                <a:gs pos="0">
                  <a:srgbClr val="26476A">
                    <a:alpha val="0"/>
                  </a:srgbClr>
                </a:gs>
                <a:gs pos="100000">
                  <a:srgbClr val="009DD9">
                    <a:alpha val="100000"/>
                  </a:srgbClr>
                </a:gs>
              </a:gsLst>
              <a:lin ang="0"/>
            </a:gradFill>
            <a:prstDash val="solid"/>
            <a:miter lim="10000000"/>
          </a:ln>
        </p:spPr>
        <p:txBody>
          <a:bodyPr vert="horz" wrap="square" lIns="63500" tIns="63500" rIns="63500" bIns="63500" rtlCol="0" anchor="ctr"/>
          <a:lstStyle/>
          <a:p>
            <a:pPr algn="ctr">
              <a:defRPr/>
            </a:pPr>
            <a:endParaRPr/>
          </a:p>
        </p:txBody>
      </p:sp>
      <p:sp>
        <p:nvSpPr>
          <p:cNvPr id="7" name="AutoShape 16">
            <a:extLst>
              <a:ext uri="{FF2B5EF4-FFF2-40B4-BE49-F238E27FC236}">
                <a16:creationId xmlns:a16="http://schemas.microsoft.com/office/drawing/2014/main" id="{E30811D6-CE8A-4FED-9B6A-53BA68A83E1A}"/>
              </a:ext>
            </a:extLst>
          </p:cNvPr>
          <p:cNvSpPr/>
          <p:nvPr/>
        </p:nvSpPr>
        <p:spPr>
          <a:xfrm>
            <a:off x="3949700" y="2997200"/>
            <a:ext cx="50800" cy="25400"/>
          </a:xfrm>
          <a:prstGeom prst="rtTriangle">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17">
            <a:extLst>
              <a:ext uri="{FF2B5EF4-FFF2-40B4-BE49-F238E27FC236}">
                <a16:creationId xmlns:a16="http://schemas.microsoft.com/office/drawing/2014/main" id="{E4957663-A4AE-AF4C-276E-9A9711191270}"/>
              </a:ext>
            </a:extLst>
          </p:cNvPr>
          <p:cNvSpPr/>
          <p:nvPr/>
        </p:nvSpPr>
        <p:spPr>
          <a:xfrm>
            <a:off x="1104900" y="2622717"/>
            <a:ext cx="1663700" cy="1663700"/>
          </a:xfrm>
          <a:prstGeom prst="ellipse">
            <a:avLst/>
          </a:prstGeom>
          <a:solidFill>
            <a:srgbClr val="26476A">
              <a:alpha val="99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9" name="Connector 18">
            <a:extLst>
              <a:ext uri="{FF2B5EF4-FFF2-40B4-BE49-F238E27FC236}">
                <a16:creationId xmlns:a16="http://schemas.microsoft.com/office/drawing/2014/main" id="{22F6AB51-8E2E-6B02-14C8-CB9971561DCF}"/>
              </a:ext>
            </a:extLst>
          </p:cNvPr>
          <p:cNvCxnSpPr/>
          <p:nvPr/>
        </p:nvCxnSpPr>
        <p:spPr>
          <a:xfrm rot="3">
            <a:off x="2857500" y="3479801"/>
            <a:ext cx="965284" cy="12700"/>
          </a:xfrm>
          <a:prstGeom prst="straightConnector1">
            <a:avLst/>
          </a:prstGeom>
          <a:solidFill>
            <a:srgbClr val="DEE0E3">
              <a:alpha val="100000"/>
            </a:srgbClr>
          </a:solidFill>
          <a:ln w="12700" cap="flat" cmpd="sng">
            <a:gradFill rotWithShape="0">
              <a:gsLst>
                <a:gs pos="0">
                  <a:srgbClr val="26476A">
                    <a:alpha val="0"/>
                  </a:srgbClr>
                </a:gs>
                <a:gs pos="100000">
                  <a:srgbClr val="26476A">
                    <a:alpha val="100000"/>
                  </a:srgbClr>
                </a:gs>
              </a:gsLst>
              <a:lin ang="0"/>
            </a:gradFill>
            <a:prstDash val="solid"/>
            <a:miter lim="10000000"/>
            <a:headEnd type="none" w="med" len="med"/>
            <a:tailEnd type="triangle" w="med" len="med"/>
          </a:ln>
        </p:spPr>
      </p:cxnSp>
      <p:sp>
        <p:nvSpPr>
          <p:cNvPr id="10" name="AutoShape 19">
            <a:extLst>
              <a:ext uri="{FF2B5EF4-FFF2-40B4-BE49-F238E27FC236}">
                <a16:creationId xmlns:a16="http://schemas.microsoft.com/office/drawing/2014/main" id="{4B8764D4-8F75-DE49-ABA5-27FC02CBDAFE}"/>
              </a:ext>
            </a:extLst>
          </p:cNvPr>
          <p:cNvSpPr/>
          <p:nvPr/>
        </p:nvSpPr>
        <p:spPr>
          <a:xfrm>
            <a:off x="3924300" y="2971800"/>
            <a:ext cx="1028700" cy="1028700"/>
          </a:xfrm>
          <a:prstGeom prst="ellipse">
            <a:avLst/>
          </a:prstGeom>
          <a:solidFill>
            <a:srgbClr val="26476A">
              <a:alpha val="99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11" name="Connector 20">
            <a:extLst>
              <a:ext uri="{FF2B5EF4-FFF2-40B4-BE49-F238E27FC236}">
                <a16:creationId xmlns:a16="http://schemas.microsoft.com/office/drawing/2014/main" id="{1E9472CD-A1B0-8AA2-B603-253C322A9E74}"/>
              </a:ext>
            </a:extLst>
          </p:cNvPr>
          <p:cNvCxnSpPr/>
          <p:nvPr/>
        </p:nvCxnSpPr>
        <p:spPr>
          <a:xfrm rot="2686695">
            <a:off x="4910715" y="4019580"/>
            <a:ext cx="960929" cy="12700"/>
          </a:xfrm>
          <a:prstGeom prst="straightConnector1">
            <a:avLst/>
          </a:prstGeom>
          <a:solidFill>
            <a:srgbClr val="DEE0E3">
              <a:alpha val="100000"/>
            </a:srgbClr>
          </a:solidFill>
          <a:ln w="12700" cap="flat" cmpd="sng">
            <a:gradFill rotWithShape="0">
              <a:gsLst>
                <a:gs pos="0">
                  <a:srgbClr val="26476A">
                    <a:alpha val="0"/>
                  </a:srgbClr>
                </a:gs>
                <a:gs pos="100000">
                  <a:srgbClr val="26476A">
                    <a:alpha val="100000"/>
                  </a:srgbClr>
                </a:gs>
              </a:gsLst>
              <a:lin ang="0"/>
            </a:gradFill>
            <a:prstDash val="solid"/>
            <a:miter lim="10000000"/>
            <a:headEnd type="none" w="med" len="med"/>
            <a:tailEnd type="triangle" w="med" len="med"/>
          </a:ln>
        </p:spPr>
      </p:cxnSp>
      <p:cxnSp>
        <p:nvCxnSpPr>
          <p:cNvPr id="12" name="Connector 21">
            <a:extLst>
              <a:ext uri="{FF2B5EF4-FFF2-40B4-BE49-F238E27FC236}">
                <a16:creationId xmlns:a16="http://schemas.microsoft.com/office/drawing/2014/main" id="{8E8F842B-AE6F-B5D0-F146-6D69B9414423}"/>
              </a:ext>
            </a:extLst>
          </p:cNvPr>
          <p:cNvCxnSpPr/>
          <p:nvPr/>
        </p:nvCxnSpPr>
        <p:spPr>
          <a:xfrm rot="-2777559">
            <a:off x="4910715" y="2952720"/>
            <a:ext cx="960929" cy="12700"/>
          </a:xfrm>
          <a:prstGeom prst="straightConnector1">
            <a:avLst/>
          </a:prstGeom>
          <a:solidFill>
            <a:srgbClr val="DEE0E3">
              <a:alpha val="100000"/>
            </a:srgbClr>
          </a:solidFill>
          <a:ln w="12700" cap="flat" cmpd="sng">
            <a:gradFill rotWithShape="0">
              <a:gsLst>
                <a:gs pos="0">
                  <a:srgbClr val="26476A">
                    <a:alpha val="0"/>
                  </a:srgbClr>
                </a:gs>
                <a:gs pos="100000">
                  <a:srgbClr val="26476A">
                    <a:alpha val="100000"/>
                  </a:srgbClr>
                </a:gs>
              </a:gsLst>
              <a:lin ang="0"/>
            </a:gradFill>
            <a:prstDash val="solid"/>
            <a:miter lim="10000000"/>
            <a:headEnd type="none" w="med" len="med"/>
            <a:tailEnd type="triangle" w="med" len="med"/>
          </a:ln>
        </p:spPr>
      </p:cxnSp>
      <p:cxnSp>
        <p:nvCxnSpPr>
          <p:cNvPr id="13" name="Connector 22">
            <a:extLst>
              <a:ext uri="{FF2B5EF4-FFF2-40B4-BE49-F238E27FC236}">
                <a16:creationId xmlns:a16="http://schemas.microsoft.com/office/drawing/2014/main" id="{D82605B7-70EA-0A5E-E02D-09395ED82F3D}"/>
              </a:ext>
            </a:extLst>
          </p:cNvPr>
          <p:cNvCxnSpPr/>
          <p:nvPr/>
        </p:nvCxnSpPr>
        <p:spPr>
          <a:xfrm rot="3">
            <a:off x="4914900" y="3479801"/>
            <a:ext cx="965284" cy="12700"/>
          </a:xfrm>
          <a:prstGeom prst="straightConnector1">
            <a:avLst/>
          </a:prstGeom>
          <a:solidFill>
            <a:srgbClr val="DEE0E3">
              <a:alpha val="100000"/>
            </a:srgbClr>
          </a:solidFill>
          <a:ln w="12700" cap="flat" cmpd="sng">
            <a:gradFill rotWithShape="0">
              <a:gsLst>
                <a:gs pos="0">
                  <a:srgbClr val="26476A">
                    <a:alpha val="0"/>
                  </a:srgbClr>
                </a:gs>
                <a:gs pos="100000">
                  <a:srgbClr val="26476A">
                    <a:alpha val="100000"/>
                  </a:srgbClr>
                </a:gs>
              </a:gsLst>
              <a:lin ang="0"/>
            </a:gradFill>
            <a:prstDash val="solid"/>
            <a:miter lim="10000000"/>
            <a:headEnd type="none" w="med" len="med"/>
            <a:tailEnd type="triangle" w="med" len="med"/>
          </a:ln>
        </p:spPr>
      </p:cxnSp>
      <p:sp>
        <p:nvSpPr>
          <p:cNvPr id="14" name="Freeform 23">
            <a:extLst>
              <a:ext uri="{FF2B5EF4-FFF2-40B4-BE49-F238E27FC236}">
                <a16:creationId xmlns:a16="http://schemas.microsoft.com/office/drawing/2014/main" id="{99D7602F-7C29-2E5D-6EC9-DFD1CFA12DE6}"/>
              </a:ext>
            </a:extLst>
          </p:cNvPr>
          <p:cNvSpPr/>
          <p:nvPr/>
        </p:nvSpPr>
        <p:spPr>
          <a:xfrm>
            <a:off x="1511300" y="3352800"/>
            <a:ext cx="826714" cy="474627"/>
          </a:xfrm>
          <a:custGeom>
            <a:avLst/>
            <a:gdLst/>
            <a:ahLst/>
            <a:cxnLst/>
            <a:rect l="l" t="t" r="r" b="b"/>
            <a:pathLst>
              <a:path w="826714" h="474627">
                <a:moveTo>
                  <a:pt x="724886" y="70763"/>
                </a:moveTo>
                <a:lnTo>
                  <a:pt x="414219" y="291680"/>
                </a:lnTo>
                <a:lnTo>
                  <a:pt x="101829" y="70763"/>
                </a:lnTo>
                <a:lnTo>
                  <a:pt x="0" y="0"/>
                </a:lnTo>
                <a:lnTo>
                  <a:pt x="0" y="474627"/>
                </a:lnTo>
                <a:lnTo>
                  <a:pt x="826714" y="474627"/>
                </a:lnTo>
                <a:lnTo>
                  <a:pt x="826714" y="0"/>
                </a:lnTo>
                <a:lnTo>
                  <a:pt x="724886" y="70763"/>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Freeform 24">
            <a:extLst>
              <a:ext uri="{FF2B5EF4-FFF2-40B4-BE49-F238E27FC236}">
                <a16:creationId xmlns:a16="http://schemas.microsoft.com/office/drawing/2014/main" id="{056E914F-9C96-5CFB-6446-F94D55A16602}"/>
              </a:ext>
            </a:extLst>
          </p:cNvPr>
          <p:cNvSpPr/>
          <p:nvPr/>
        </p:nvSpPr>
        <p:spPr>
          <a:xfrm>
            <a:off x="1600200" y="3136900"/>
            <a:ext cx="671382" cy="476353"/>
          </a:xfrm>
          <a:custGeom>
            <a:avLst/>
            <a:gdLst/>
            <a:ahLst/>
            <a:cxnLst/>
            <a:rect l="l" t="t" r="r" b="b"/>
            <a:pathLst>
              <a:path w="671382" h="476353">
                <a:moveTo>
                  <a:pt x="8952" y="248662"/>
                </a:moveTo>
                <a:cubicBezTo>
                  <a:pt x="322264" y="470361"/>
                  <a:pt x="322264" y="470361"/>
                  <a:pt x="322264" y="470361"/>
                </a:cubicBezTo>
                <a:cubicBezTo>
                  <a:pt x="325247" y="473357"/>
                  <a:pt x="331215" y="476353"/>
                  <a:pt x="337182" y="476353"/>
                </a:cubicBezTo>
                <a:cubicBezTo>
                  <a:pt x="340167" y="476353"/>
                  <a:pt x="346135" y="473357"/>
                  <a:pt x="349119" y="470361"/>
                </a:cubicBezTo>
                <a:cubicBezTo>
                  <a:pt x="662431" y="248662"/>
                  <a:pt x="662431" y="248662"/>
                  <a:pt x="662431" y="248662"/>
                </a:cubicBezTo>
                <a:cubicBezTo>
                  <a:pt x="668398" y="242670"/>
                  <a:pt x="671382" y="236678"/>
                  <a:pt x="671382" y="227691"/>
                </a:cubicBezTo>
                <a:cubicBezTo>
                  <a:pt x="671382" y="23967"/>
                  <a:pt x="671382" y="23967"/>
                  <a:pt x="671382" y="23967"/>
                </a:cubicBezTo>
                <a:cubicBezTo>
                  <a:pt x="671382" y="8988"/>
                  <a:pt x="659446" y="0"/>
                  <a:pt x="647511" y="0"/>
                </a:cubicBezTo>
                <a:cubicBezTo>
                  <a:pt x="23871" y="0"/>
                  <a:pt x="23871" y="0"/>
                  <a:pt x="23871" y="0"/>
                </a:cubicBezTo>
                <a:cubicBezTo>
                  <a:pt x="11935" y="0"/>
                  <a:pt x="0" y="8988"/>
                  <a:pt x="0" y="23967"/>
                </a:cubicBezTo>
                <a:cubicBezTo>
                  <a:pt x="0" y="227691"/>
                  <a:pt x="0" y="227691"/>
                  <a:pt x="0" y="227691"/>
                </a:cubicBezTo>
                <a:cubicBezTo>
                  <a:pt x="0" y="236678"/>
                  <a:pt x="2984" y="242670"/>
                  <a:pt x="8952" y="248662"/>
                </a:cubicBezTo>
                <a:close/>
                <a:moveTo>
                  <a:pt x="47743" y="47935"/>
                </a:moveTo>
                <a:cubicBezTo>
                  <a:pt x="623640" y="47935"/>
                  <a:pt x="623640" y="47935"/>
                  <a:pt x="623640" y="47935"/>
                </a:cubicBezTo>
                <a:cubicBezTo>
                  <a:pt x="623640" y="215707"/>
                  <a:pt x="623640" y="215707"/>
                  <a:pt x="623640" y="215707"/>
                </a:cubicBezTo>
                <a:cubicBezTo>
                  <a:pt x="337182" y="422426"/>
                  <a:pt x="337182" y="422426"/>
                  <a:pt x="337182" y="422426"/>
                </a:cubicBezTo>
                <a:cubicBezTo>
                  <a:pt x="47743" y="215707"/>
                  <a:pt x="47743" y="215707"/>
                  <a:pt x="47743" y="215707"/>
                </a:cubicBezTo>
                <a:lnTo>
                  <a:pt x="47743" y="47935"/>
                </a:ln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Freeform 25">
            <a:extLst>
              <a:ext uri="{FF2B5EF4-FFF2-40B4-BE49-F238E27FC236}">
                <a16:creationId xmlns:a16="http://schemas.microsoft.com/office/drawing/2014/main" id="{C4E73E7B-3582-FC1F-14B0-1F02E9BE5F52}"/>
              </a:ext>
            </a:extLst>
          </p:cNvPr>
          <p:cNvSpPr/>
          <p:nvPr/>
        </p:nvSpPr>
        <p:spPr>
          <a:xfrm>
            <a:off x="1714500" y="3238500"/>
            <a:ext cx="417671" cy="55228"/>
          </a:xfrm>
          <a:custGeom>
            <a:avLst/>
            <a:gdLst/>
            <a:ahLst/>
            <a:cxnLst/>
            <a:rect l="l" t="t" r="r" b="b"/>
            <a:pathLst>
              <a:path w="417671" h="55228">
                <a:moveTo>
                  <a:pt x="26850" y="55228"/>
                </a:moveTo>
                <a:cubicBezTo>
                  <a:pt x="390821" y="55228"/>
                  <a:pt x="390821" y="55228"/>
                  <a:pt x="390821" y="55228"/>
                </a:cubicBezTo>
                <a:cubicBezTo>
                  <a:pt x="405737" y="55228"/>
                  <a:pt x="417671" y="42956"/>
                  <a:pt x="417671" y="27615"/>
                </a:cubicBezTo>
                <a:cubicBezTo>
                  <a:pt x="417671" y="12273"/>
                  <a:pt x="405737" y="0"/>
                  <a:pt x="390821" y="0"/>
                </a:cubicBezTo>
                <a:cubicBezTo>
                  <a:pt x="26850" y="0"/>
                  <a:pt x="26850" y="0"/>
                  <a:pt x="26850" y="0"/>
                </a:cubicBezTo>
                <a:cubicBezTo>
                  <a:pt x="11933" y="0"/>
                  <a:pt x="0" y="12273"/>
                  <a:pt x="0" y="27615"/>
                </a:cubicBezTo>
                <a:cubicBezTo>
                  <a:pt x="0" y="42956"/>
                  <a:pt x="11933" y="55228"/>
                  <a:pt x="26850" y="55228"/>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Freeform 26">
            <a:extLst>
              <a:ext uri="{FF2B5EF4-FFF2-40B4-BE49-F238E27FC236}">
                <a16:creationId xmlns:a16="http://schemas.microsoft.com/office/drawing/2014/main" id="{7D4FAC02-FEAB-31EE-CAC3-64A1B99A9115}"/>
              </a:ext>
            </a:extLst>
          </p:cNvPr>
          <p:cNvSpPr/>
          <p:nvPr/>
        </p:nvSpPr>
        <p:spPr>
          <a:xfrm>
            <a:off x="1714500" y="3327400"/>
            <a:ext cx="417671" cy="53504"/>
          </a:xfrm>
          <a:custGeom>
            <a:avLst/>
            <a:gdLst/>
            <a:ahLst/>
            <a:cxnLst/>
            <a:rect l="l" t="t" r="r" b="b"/>
            <a:pathLst>
              <a:path w="417671" h="53504">
                <a:moveTo>
                  <a:pt x="417671" y="26753"/>
                </a:moveTo>
                <a:cubicBezTo>
                  <a:pt x="417671" y="11890"/>
                  <a:pt x="405737" y="0"/>
                  <a:pt x="390821" y="0"/>
                </a:cubicBezTo>
                <a:cubicBezTo>
                  <a:pt x="26850" y="0"/>
                  <a:pt x="26850" y="0"/>
                  <a:pt x="26850" y="0"/>
                </a:cubicBezTo>
                <a:cubicBezTo>
                  <a:pt x="11933" y="0"/>
                  <a:pt x="0" y="11890"/>
                  <a:pt x="0" y="26753"/>
                </a:cubicBezTo>
                <a:cubicBezTo>
                  <a:pt x="0" y="41614"/>
                  <a:pt x="11933" y="53504"/>
                  <a:pt x="26850" y="53504"/>
                </a:cubicBezTo>
                <a:cubicBezTo>
                  <a:pt x="390821" y="53504"/>
                  <a:pt x="390821" y="53504"/>
                  <a:pt x="390821" y="53504"/>
                </a:cubicBezTo>
                <a:cubicBezTo>
                  <a:pt x="405737" y="53504"/>
                  <a:pt x="417671" y="41614"/>
                  <a:pt x="417671" y="26753"/>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Freeform 27">
            <a:extLst>
              <a:ext uri="{FF2B5EF4-FFF2-40B4-BE49-F238E27FC236}">
                <a16:creationId xmlns:a16="http://schemas.microsoft.com/office/drawing/2014/main" id="{FB3EA725-74B5-2254-4A32-9188761D2340}"/>
              </a:ext>
            </a:extLst>
          </p:cNvPr>
          <p:cNvSpPr/>
          <p:nvPr/>
        </p:nvSpPr>
        <p:spPr>
          <a:xfrm>
            <a:off x="4254500" y="3289300"/>
            <a:ext cx="366394" cy="389293"/>
          </a:xfrm>
          <a:custGeom>
            <a:avLst/>
            <a:gdLst/>
            <a:ahLst/>
            <a:cxnLst/>
            <a:rect l="l" t="t" r="r" b="b"/>
            <a:pathLst>
              <a:path w="366394" h="389293">
                <a:moveTo>
                  <a:pt x="308755" y="90150"/>
                </a:moveTo>
                <a:cubicBezTo>
                  <a:pt x="341696" y="118843"/>
                  <a:pt x="366394" y="163918"/>
                  <a:pt x="366394" y="217193"/>
                </a:cubicBezTo>
                <a:cubicBezTo>
                  <a:pt x="366394" y="258159"/>
                  <a:pt x="349923" y="299143"/>
                  <a:pt x="321104" y="327817"/>
                </a:cubicBezTo>
                <a:cubicBezTo>
                  <a:pt x="193493" y="217193"/>
                  <a:pt x="193493" y="217193"/>
                  <a:pt x="193493" y="217193"/>
                </a:cubicBezTo>
                <a:cubicBezTo>
                  <a:pt x="308755" y="90150"/>
                  <a:pt x="308755" y="90150"/>
                  <a:pt x="308755" y="90150"/>
                </a:cubicBezTo>
                <a:close/>
                <a:moveTo>
                  <a:pt x="312877" y="340126"/>
                </a:moveTo>
                <a:cubicBezTo>
                  <a:pt x="304650" y="348309"/>
                  <a:pt x="296407" y="356509"/>
                  <a:pt x="284057" y="360601"/>
                </a:cubicBezTo>
                <a:cubicBezTo>
                  <a:pt x="304650" y="331926"/>
                  <a:pt x="304650" y="331926"/>
                  <a:pt x="304650" y="331926"/>
                </a:cubicBezTo>
                <a:cubicBezTo>
                  <a:pt x="312877" y="340126"/>
                  <a:pt x="312877" y="340126"/>
                  <a:pt x="312877" y="340126"/>
                </a:cubicBezTo>
                <a:close/>
                <a:moveTo>
                  <a:pt x="263482" y="377002"/>
                </a:moveTo>
                <a:cubicBezTo>
                  <a:pt x="296407" y="323726"/>
                  <a:pt x="296407" y="323726"/>
                  <a:pt x="296407" y="323726"/>
                </a:cubicBezTo>
                <a:cubicBezTo>
                  <a:pt x="288180" y="315525"/>
                  <a:pt x="288180" y="315525"/>
                  <a:pt x="288180" y="315525"/>
                </a:cubicBezTo>
                <a:cubicBezTo>
                  <a:pt x="247011" y="385202"/>
                  <a:pt x="247011" y="385202"/>
                  <a:pt x="247011" y="385202"/>
                </a:cubicBezTo>
                <a:cubicBezTo>
                  <a:pt x="251116" y="381093"/>
                  <a:pt x="259359" y="377002"/>
                  <a:pt x="263482" y="377002"/>
                </a:cubicBezTo>
                <a:close/>
                <a:moveTo>
                  <a:pt x="238766" y="372910"/>
                </a:moveTo>
                <a:cubicBezTo>
                  <a:pt x="275830" y="307344"/>
                  <a:pt x="275830" y="307344"/>
                  <a:pt x="275830" y="307344"/>
                </a:cubicBezTo>
                <a:cubicBezTo>
                  <a:pt x="267586" y="303234"/>
                  <a:pt x="267586" y="303234"/>
                  <a:pt x="267586" y="303234"/>
                </a:cubicBezTo>
                <a:cubicBezTo>
                  <a:pt x="234662" y="360601"/>
                  <a:pt x="234662" y="360601"/>
                  <a:pt x="234662" y="360601"/>
                </a:cubicBezTo>
                <a:cubicBezTo>
                  <a:pt x="238766" y="372910"/>
                  <a:pt x="238766" y="372910"/>
                  <a:pt x="238766" y="372910"/>
                </a:cubicBezTo>
                <a:close/>
                <a:moveTo>
                  <a:pt x="230539" y="344218"/>
                </a:moveTo>
                <a:cubicBezTo>
                  <a:pt x="259359" y="295051"/>
                  <a:pt x="259359" y="295051"/>
                  <a:pt x="259359" y="295051"/>
                </a:cubicBezTo>
                <a:cubicBezTo>
                  <a:pt x="251116" y="286851"/>
                  <a:pt x="251116" y="286851"/>
                  <a:pt x="251116" y="286851"/>
                </a:cubicBezTo>
                <a:cubicBezTo>
                  <a:pt x="226418" y="331926"/>
                  <a:pt x="226418" y="331926"/>
                  <a:pt x="226418" y="331926"/>
                </a:cubicBezTo>
                <a:cubicBezTo>
                  <a:pt x="230539" y="344218"/>
                  <a:pt x="230539" y="344218"/>
                  <a:pt x="230539" y="344218"/>
                </a:cubicBezTo>
                <a:close/>
                <a:moveTo>
                  <a:pt x="218191" y="319635"/>
                </a:moveTo>
                <a:cubicBezTo>
                  <a:pt x="242889" y="278651"/>
                  <a:pt x="242889" y="278651"/>
                  <a:pt x="242889" y="278651"/>
                </a:cubicBezTo>
                <a:cubicBezTo>
                  <a:pt x="234662" y="270450"/>
                  <a:pt x="234662" y="270450"/>
                  <a:pt x="234662" y="270450"/>
                </a:cubicBezTo>
                <a:cubicBezTo>
                  <a:pt x="214069" y="307344"/>
                  <a:pt x="214069" y="307344"/>
                  <a:pt x="214069" y="307344"/>
                </a:cubicBezTo>
                <a:cubicBezTo>
                  <a:pt x="218191" y="319635"/>
                  <a:pt x="218191" y="319635"/>
                  <a:pt x="218191" y="319635"/>
                </a:cubicBezTo>
                <a:close/>
                <a:moveTo>
                  <a:pt x="209964" y="290943"/>
                </a:moveTo>
                <a:cubicBezTo>
                  <a:pt x="226418" y="262268"/>
                  <a:pt x="226418" y="262268"/>
                  <a:pt x="226418" y="262268"/>
                </a:cubicBezTo>
                <a:cubicBezTo>
                  <a:pt x="218191" y="254067"/>
                  <a:pt x="218191" y="254067"/>
                  <a:pt x="218191" y="254067"/>
                </a:cubicBezTo>
                <a:cubicBezTo>
                  <a:pt x="205842" y="278651"/>
                  <a:pt x="205842" y="278651"/>
                  <a:pt x="205842" y="278651"/>
                </a:cubicBezTo>
                <a:cubicBezTo>
                  <a:pt x="209964" y="290943"/>
                  <a:pt x="209964" y="290943"/>
                  <a:pt x="209964" y="290943"/>
                </a:cubicBezTo>
                <a:close/>
                <a:moveTo>
                  <a:pt x="197598" y="266360"/>
                </a:moveTo>
                <a:cubicBezTo>
                  <a:pt x="209964" y="249959"/>
                  <a:pt x="209964" y="249959"/>
                  <a:pt x="209964" y="249959"/>
                </a:cubicBezTo>
                <a:cubicBezTo>
                  <a:pt x="201720" y="241776"/>
                  <a:pt x="201720" y="241776"/>
                  <a:pt x="201720" y="241776"/>
                </a:cubicBezTo>
                <a:cubicBezTo>
                  <a:pt x="193493" y="249959"/>
                  <a:pt x="193493" y="249959"/>
                  <a:pt x="193493" y="249959"/>
                </a:cubicBezTo>
                <a:cubicBezTo>
                  <a:pt x="197598" y="266360"/>
                  <a:pt x="197598" y="266360"/>
                  <a:pt x="197598" y="266360"/>
                </a:cubicBezTo>
                <a:close/>
                <a:moveTo>
                  <a:pt x="189371" y="237667"/>
                </a:moveTo>
                <a:cubicBezTo>
                  <a:pt x="185250" y="225375"/>
                  <a:pt x="185250" y="225375"/>
                  <a:pt x="185250" y="225375"/>
                </a:cubicBezTo>
                <a:cubicBezTo>
                  <a:pt x="193493" y="233576"/>
                  <a:pt x="193493" y="233576"/>
                  <a:pt x="193493" y="233576"/>
                </a:cubicBezTo>
                <a:cubicBezTo>
                  <a:pt x="189371" y="237667"/>
                  <a:pt x="189371" y="237667"/>
                  <a:pt x="189371" y="237667"/>
                </a:cubicBezTo>
                <a:close/>
                <a:moveTo>
                  <a:pt x="242889" y="69658"/>
                </a:moveTo>
                <a:cubicBezTo>
                  <a:pt x="168796" y="221285"/>
                  <a:pt x="168796" y="221285"/>
                  <a:pt x="168796" y="221285"/>
                </a:cubicBezTo>
                <a:cubicBezTo>
                  <a:pt x="168796" y="221285"/>
                  <a:pt x="156430" y="114733"/>
                  <a:pt x="148203" y="53275"/>
                </a:cubicBezTo>
                <a:cubicBezTo>
                  <a:pt x="65866" y="61476"/>
                  <a:pt x="0" y="135226"/>
                  <a:pt x="0" y="221285"/>
                </a:cubicBezTo>
                <a:cubicBezTo>
                  <a:pt x="0" y="315525"/>
                  <a:pt x="74110" y="389293"/>
                  <a:pt x="168796" y="389293"/>
                </a:cubicBezTo>
                <a:cubicBezTo>
                  <a:pt x="189371" y="389293"/>
                  <a:pt x="209964" y="385202"/>
                  <a:pt x="226418" y="381093"/>
                </a:cubicBezTo>
                <a:cubicBezTo>
                  <a:pt x="168796" y="221285"/>
                  <a:pt x="168796" y="221285"/>
                  <a:pt x="168796" y="221285"/>
                </a:cubicBezTo>
                <a:cubicBezTo>
                  <a:pt x="279935" y="94242"/>
                  <a:pt x="279935" y="94242"/>
                  <a:pt x="279935" y="94242"/>
                </a:cubicBezTo>
                <a:cubicBezTo>
                  <a:pt x="271709" y="81949"/>
                  <a:pt x="259359" y="73768"/>
                  <a:pt x="242889" y="69658"/>
                </a:cubicBezTo>
                <a:close/>
                <a:moveTo>
                  <a:pt x="177023" y="0"/>
                </a:moveTo>
                <a:cubicBezTo>
                  <a:pt x="168796" y="0"/>
                  <a:pt x="164673" y="0"/>
                  <a:pt x="156430" y="0"/>
                </a:cubicBezTo>
                <a:cubicBezTo>
                  <a:pt x="164673" y="61476"/>
                  <a:pt x="177023" y="168008"/>
                  <a:pt x="177023" y="168008"/>
                </a:cubicBezTo>
                <a:cubicBezTo>
                  <a:pt x="251116" y="16383"/>
                  <a:pt x="251116" y="16383"/>
                  <a:pt x="251116" y="16383"/>
                </a:cubicBezTo>
                <a:cubicBezTo>
                  <a:pt x="230539" y="4091"/>
                  <a:pt x="201720" y="0"/>
                  <a:pt x="177023" y="0"/>
                </a:cubicBezTo>
                <a:close/>
              </a:path>
            </a:pathLst>
          </a:cu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Tree>
    <p:extLst>
      <p:ext uri="{BB962C8B-B14F-4D97-AF65-F5344CB8AC3E}">
        <p14:creationId xmlns:p14="http://schemas.microsoft.com/office/powerpoint/2010/main" val="3168493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theme" Target="../theme/theme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3.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theme" Target="../theme/theme3.xml"/><Relationship Id="rId5" Type="http://schemas.openxmlformats.org/officeDocument/2006/relationships/slideLayout" Target="../slideLayouts/slideLayout25.xml"/><Relationship Id="rId4" Type="http://schemas.openxmlformats.org/officeDocument/2006/relationships/slideLayout" Target="../slideLayouts/slideLayout2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4.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theme" Target="../theme/theme5.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50.xml"/><Relationship Id="rId2" Type="http://schemas.openxmlformats.org/officeDocument/2006/relationships/slideLayout" Target="../slideLayouts/slideLayout49.xml"/><Relationship Id="rId1" Type="http://schemas.openxmlformats.org/officeDocument/2006/relationships/slideLayout" Target="../slideLayouts/slideLayout48.xml"/><Relationship Id="rId6" Type="http://schemas.openxmlformats.org/officeDocument/2006/relationships/theme" Target="../theme/theme6.xml"/><Relationship Id="rId5" Type="http://schemas.openxmlformats.org/officeDocument/2006/relationships/slideLayout" Target="../slideLayouts/slideLayout52.xml"/><Relationship Id="rId4" Type="http://schemas.openxmlformats.org/officeDocument/2006/relationships/slideLayout" Target="../slideLayouts/slideLayout51.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60.xml"/><Relationship Id="rId13" Type="http://schemas.openxmlformats.org/officeDocument/2006/relationships/theme" Target="../theme/theme7.xml"/><Relationship Id="rId3" Type="http://schemas.openxmlformats.org/officeDocument/2006/relationships/slideLayout" Target="../slideLayouts/slideLayout55.xml"/><Relationship Id="rId7" Type="http://schemas.openxmlformats.org/officeDocument/2006/relationships/slideLayout" Target="../slideLayouts/slideLayout59.xml"/><Relationship Id="rId12" Type="http://schemas.openxmlformats.org/officeDocument/2006/relationships/slideLayout" Target="../slideLayouts/slideLayout64.xml"/><Relationship Id="rId2" Type="http://schemas.openxmlformats.org/officeDocument/2006/relationships/slideLayout" Target="../slideLayouts/slideLayout54.xml"/><Relationship Id="rId1" Type="http://schemas.openxmlformats.org/officeDocument/2006/relationships/slideLayout" Target="../slideLayouts/slideLayout53.xml"/><Relationship Id="rId6" Type="http://schemas.openxmlformats.org/officeDocument/2006/relationships/slideLayout" Target="../slideLayouts/slideLayout58.xml"/><Relationship Id="rId11" Type="http://schemas.openxmlformats.org/officeDocument/2006/relationships/slideLayout" Target="../slideLayouts/slideLayout63.xml"/><Relationship Id="rId5" Type="http://schemas.openxmlformats.org/officeDocument/2006/relationships/slideLayout" Target="../slideLayouts/slideLayout57.xml"/><Relationship Id="rId10" Type="http://schemas.openxmlformats.org/officeDocument/2006/relationships/slideLayout" Target="../slideLayouts/slideLayout62.xml"/><Relationship Id="rId4" Type="http://schemas.openxmlformats.org/officeDocument/2006/relationships/slideLayout" Target="../slideLayouts/slideLayout56.xml"/><Relationship Id="rId9" Type="http://schemas.openxmlformats.org/officeDocument/2006/relationships/slideLayout" Target="../slideLayouts/slideLayout61.xml"/></Relationships>
</file>

<file path=ppt/slideMasters/_rels/slideMaster8.xml.rels><?xml version="1.0" encoding="UTF-8" standalone="yes"?>
<Relationships xmlns="http://schemas.openxmlformats.org/package/2006/relationships"><Relationship Id="rId3" Type="http://schemas.openxmlformats.org/officeDocument/2006/relationships/slideLayout" Target="../slideLayouts/slideLayout67.xml"/><Relationship Id="rId2" Type="http://schemas.openxmlformats.org/officeDocument/2006/relationships/slideLayout" Target="../slideLayouts/slideLayout66.xml"/><Relationship Id="rId1" Type="http://schemas.openxmlformats.org/officeDocument/2006/relationships/slideLayout" Target="../slideLayouts/slideLayout65.xml"/><Relationship Id="rId6" Type="http://schemas.openxmlformats.org/officeDocument/2006/relationships/theme" Target="../theme/theme8.xml"/><Relationship Id="rId5" Type="http://schemas.openxmlformats.org/officeDocument/2006/relationships/slideLayout" Target="../slideLayouts/slideLayout69.xml"/><Relationship Id="rId4" Type="http://schemas.openxmlformats.org/officeDocument/2006/relationships/slideLayout" Target="../slideLayouts/slideLayout68.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77.xml"/><Relationship Id="rId13" Type="http://schemas.openxmlformats.org/officeDocument/2006/relationships/theme" Target="../theme/theme9.xml"/><Relationship Id="rId3" Type="http://schemas.openxmlformats.org/officeDocument/2006/relationships/slideLayout" Target="../slideLayouts/slideLayout72.xml"/><Relationship Id="rId7" Type="http://schemas.openxmlformats.org/officeDocument/2006/relationships/slideLayout" Target="../slideLayouts/slideLayout76.xml"/><Relationship Id="rId12" Type="http://schemas.openxmlformats.org/officeDocument/2006/relationships/slideLayout" Target="../slideLayouts/slideLayout81.xml"/><Relationship Id="rId2" Type="http://schemas.openxmlformats.org/officeDocument/2006/relationships/slideLayout" Target="../slideLayouts/slideLayout71.xml"/><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slideLayout" Target="../slideLayouts/slideLayout80.xml"/><Relationship Id="rId5" Type="http://schemas.openxmlformats.org/officeDocument/2006/relationships/slideLayout" Target="../slideLayouts/slideLayout74.xml"/><Relationship Id="rId10" Type="http://schemas.openxmlformats.org/officeDocument/2006/relationships/slideLayout" Target="../slideLayouts/slideLayout79.xml"/><Relationship Id="rId4" Type="http://schemas.openxmlformats.org/officeDocument/2006/relationships/slideLayout" Target="../slideLayouts/slideLayout73.xml"/><Relationship Id="rId9" Type="http://schemas.openxmlformats.org/officeDocument/2006/relationships/slideLayout" Target="../slideLayouts/slideLayout7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直角三角形 7">
            <a:extLst>
              <a:ext uri="{FF2B5EF4-FFF2-40B4-BE49-F238E27FC236}">
                <a16:creationId xmlns:a16="http://schemas.microsoft.com/office/drawing/2014/main" id="{7FEA1A44-6F60-08F5-58D2-522940CA86EB}"/>
              </a:ext>
            </a:extLst>
          </p:cNvPr>
          <p:cNvSpPr/>
          <p:nvPr/>
        </p:nvSpPr>
        <p:spPr>
          <a:xfrm rot="16200000" flipH="1">
            <a:off x="7834886" y="-998659"/>
            <a:ext cx="3358453" cy="5355774"/>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直角三角形 9">
            <a:extLst>
              <a:ext uri="{FF2B5EF4-FFF2-40B4-BE49-F238E27FC236}">
                <a16:creationId xmlns:a16="http://schemas.microsoft.com/office/drawing/2014/main" id="{B6367F12-CD85-256A-CC5A-9094227CE2BA}"/>
              </a:ext>
            </a:extLst>
          </p:cNvPr>
          <p:cNvSpPr/>
          <p:nvPr/>
        </p:nvSpPr>
        <p:spPr>
          <a:xfrm rot="5400000" flipH="1">
            <a:off x="998661" y="2526232"/>
            <a:ext cx="3358453" cy="5355774"/>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6">
            <a:extLst>
              <a:ext uri="{FF2B5EF4-FFF2-40B4-BE49-F238E27FC236}">
                <a16:creationId xmlns:a16="http://schemas.microsoft.com/office/drawing/2014/main" id="{23FB03DC-77D3-A936-BA70-44F4BA9E73C9}"/>
              </a:ext>
            </a:extLst>
          </p:cNvPr>
          <p:cNvSpPr/>
          <p:nvPr/>
        </p:nvSpPr>
        <p:spPr>
          <a:xfrm>
            <a:off x="526741" y="476250"/>
            <a:ext cx="11124485" cy="5883942"/>
          </a:xfrm>
          <a:prstGeom prst="roundRect">
            <a:avLst>
              <a:gd name="adj" fmla="val 5129"/>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7D38913D-60F4-3CB8-0326-EA0F6F7A1E5B}"/>
              </a:ext>
            </a:extLst>
          </p:cNvPr>
          <p:cNvSpPr/>
          <p:nvPr/>
        </p:nvSpPr>
        <p:spPr>
          <a:xfrm>
            <a:off x="10350073" y="697231"/>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FE92F9F2-B9AB-7B1A-86CF-EBD580A8288D}"/>
              </a:ext>
            </a:extLst>
          </p:cNvPr>
          <p:cNvSpPr/>
          <p:nvPr/>
        </p:nvSpPr>
        <p:spPr>
          <a:xfrm>
            <a:off x="10620460" y="697231"/>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747D8282-764C-5028-81AA-9FE85D27C7DF}"/>
              </a:ext>
            </a:extLst>
          </p:cNvPr>
          <p:cNvSpPr/>
          <p:nvPr/>
        </p:nvSpPr>
        <p:spPr>
          <a:xfrm>
            <a:off x="10890847" y="697231"/>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D66E5E02-6E7C-0A42-39CB-81BFC21CD8CC}"/>
              </a:ext>
            </a:extLst>
          </p:cNvPr>
          <p:cNvSpPr/>
          <p:nvPr/>
        </p:nvSpPr>
        <p:spPr>
          <a:xfrm>
            <a:off x="986102" y="5948499"/>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0F932C5E-0E6F-B4BE-5EA9-F033CA4D2ADF}"/>
              </a:ext>
            </a:extLst>
          </p:cNvPr>
          <p:cNvSpPr/>
          <p:nvPr/>
        </p:nvSpPr>
        <p:spPr>
          <a:xfrm>
            <a:off x="1256489" y="5948499"/>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EC70B607-B22C-C626-6402-0F4EF0211754}"/>
              </a:ext>
            </a:extLst>
          </p:cNvPr>
          <p:cNvSpPr/>
          <p:nvPr/>
        </p:nvSpPr>
        <p:spPr>
          <a:xfrm>
            <a:off x="1526876" y="5948499"/>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32463272"/>
      </p:ext>
    </p:extLst>
  </p:cSld>
  <p:clrMap bg1="lt1" tx1="dk1" bg2="lt2" tx2="dk2" accent1="accent1" accent2="accent2" accent3="accent3" accent4="accent4" accent5="accent5" accent6="accent6" hlink="hlink" folHlink="folHlink"/>
  <p:sldLayoutIdLst>
    <p:sldLayoutId id="2157483775" r:id="rId1"/>
    <p:sldLayoutId id="2157483776" r:id="rId2"/>
    <p:sldLayoutId id="2157483777" r:id="rId3"/>
    <p:sldLayoutId id="2157483778" r:id="rId4"/>
    <p:sldLayoutId id="2157483779" r:id="rId5"/>
    <p:sldLayoutId id="2157483716" r:id="rId6"/>
    <p:sldLayoutId id="2157483715" r:id="rId7"/>
    <p:sldLayoutId id="2157483714" r:id="rId8"/>
    <p:sldLayoutId id="2157483717"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直角三角形 1">
            <a:extLst>
              <a:ext uri="{FF2B5EF4-FFF2-40B4-BE49-F238E27FC236}">
                <a16:creationId xmlns:a16="http://schemas.microsoft.com/office/drawing/2014/main" id="{FCB92FEA-7A91-3E2A-6A6C-7B3576287B9A}"/>
              </a:ext>
            </a:extLst>
          </p:cNvPr>
          <p:cNvSpPr/>
          <p:nvPr/>
        </p:nvSpPr>
        <p:spPr>
          <a:xfrm rot="16200000" flipH="1">
            <a:off x="10544357" y="-377641"/>
            <a:ext cx="1269999" cy="2025286"/>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直角三角形 2">
            <a:extLst>
              <a:ext uri="{FF2B5EF4-FFF2-40B4-BE49-F238E27FC236}">
                <a16:creationId xmlns:a16="http://schemas.microsoft.com/office/drawing/2014/main" id="{8B1FCC18-E1BA-9325-FC86-1A4E0149B6D9}"/>
              </a:ext>
            </a:extLst>
          </p:cNvPr>
          <p:cNvSpPr/>
          <p:nvPr/>
        </p:nvSpPr>
        <p:spPr>
          <a:xfrm rot="5400000" flipH="1">
            <a:off x="377644" y="5210357"/>
            <a:ext cx="1269999" cy="2025286"/>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6">
            <a:extLst>
              <a:ext uri="{FF2B5EF4-FFF2-40B4-BE49-F238E27FC236}">
                <a16:creationId xmlns:a16="http://schemas.microsoft.com/office/drawing/2014/main" id="{E7692700-0403-481F-64B4-0DF02CBC6B11}"/>
              </a:ext>
            </a:extLst>
          </p:cNvPr>
          <p:cNvSpPr/>
          <p:nvPr/>
        </p:nvSpPr>
        <p:spPr>
          <a:xfrm>
            <a:off x="666750" y="419100"/>
            <a:ext cx="10858500" cy="6019800"/>
          </a:xfrm>
          <a:prstGeom prst="roundRect">
            <a:avLst>
              <a:gd name="adj" fmla="val 5129"/>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a:extLst>
              <a:ext uri="{FF2B5EF4-FFF2-40B4-BE49-F238E27FC236}">
                <a16:creationId xmlns:a16="http://schemas.microsoft.com/office/drawing/2014/main" id="{ACEFECD9-D18E-8885-8C4F-95EC826EE155}"/>
              </a:ext>
            </a:extLst>
          </p:cNvPr>
          <p:cNvGrpSpPr/>
          <p:nvPr/>
        </p:nvGrpSpPr>
        <p:grpSpPr>
          <a:xfrm>
            <a:off x="708660" y="812494"/>
            <a:ext cx="3561080" cy="199333"/>
            <a:chOff x="708660" y="722903"/>
            <a:chExt cx="3561080" cy="199333"/>
          </a:xfrm>
        </p:grpSpPr>
        <p:sp>
          <p:nvSpPr>
            <p:cNvPr id="6" name="任意多边形: 形状 5">
              <a:extLst>
                <a:ext uri="{FF2B5EF4-FFF2-40B4-BE49-F238E27FC236}">
                  <a16:creationId xmlns:a16="http://schemas.microsoft.com/office/drawing/2014/main" id="{73532B09-A537-61B7-2EDF-53111EE57662}"/>
                </a:ext>
              </a:extLst>
            </p:cNvPr>
            <p:cNvSpPr/>
            <p:nvPr/>
          </p:nvSpPr>
          <p:spPr>
            <a:xfrm flipH="1">
              <a:off x="708660" y="807350"/>
              <a:ext cx="3561080" cy="114886"/>
            </a:xfrm>
            <a:custGeom>
              <a:avLst/>
              <a:gdLst>
                <a:gd name="connsiteX0" fmla="*/ 0 w 3561080"/>
                <a:gd name="connsiteY0" fmla="*/ 208280 h 208280"/>
                <a:gd name="connsiteX1" fmla="*/ 208280 w 3561080"/>
                <a:gd name="connsiteY1" fmla="*/ 0 h 208280"/>
                <a:gd name="connsiteX2" fmla="*/ 3561080 w 3561080"/>
                <a:gd name="connsiteY2" fmla="*/ 0 h 208280"/>
              </a:gdLst>
              <a:ahLst/>
              <a:cxnLst>
                <a:cxn ang="0">
                  <a:pos x="connsiteX0" y="connsiteY0"/>
                </a:cxn>
                <a:cxn ang="0">
                  <a:pos x="connsiteX1" y="connsiteY1"/>
                </a:cxn>
                <a:cxn ang="0">
                  <a:pos x="connsiteX2" y="connsiteY2"/>
                </a:cxn>
              </a:cxnLst>
              <a:rect l="l" t="t" r="r" b="b"/>
              <a:pathLst>
                <a:path w="3561080" h="208280">
                  <a:moveTo>
                    <a:pt x="0" y="208280"/>
                  </a:moveTo>
                  <a:lnTo>
                    <a:pt x="208280" y="0"/>
                  </a:lnTo>
                  <a:lnTo>
                    <a:pt x="3561080" y="0"/>
                  </a:lnTo>
                </a:path>
              </a:pathLst>
            </a:custGeom>
            <a:noFill/>
            <a:ln w="25400">
              <a:gradFill>
                <a:gsLst>
                  <a:gs pos="100000">
                    <a:schemeClr val="accent1">
                      <a:alpha val="0"/>
                    </a:schemeClr>
                  </a:gs>
                  <a:gs pos="0">
                    <a:schemeClr val="accent1"/>
                  </a:gs>
                </a:gsLst>
                <a:lin ang="0" scaled="0"/>
              </a:gradFill>
              <a:head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a:extLst>
                <a:ext uri="{FF2B5EF4-FFF2-40B4-BE49-F238E27FC236}">
                  <a16:creationId xmlns:a16="http://schemas.microsoft.com/office/drawing/2014/main" id="{733D8411-BD47-AE1C-361C-A49C996EEA7F}"/>
                </a:ext>
              </a:extLst>
            </p:cNvPr>
            <p:cNvCxnSpPr/>
            <p:nvPr/>
          </p:nvCxnSpPr>
          <p:spPr>
            <a:xfrm>
              <a:off x="2781301" y="887209"/>
              <a:ext cx="1223486"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cxnSp>
          <p:nvCxnSpPr>
            <p:cNvPr id="8" name="直接连接符 7">
              <a:extLst>
                <a:ext uri="{FF2B5EF4-FFF2-40B4-BE49-F238E27FC236}">
                  <a16:creationId xmlns:a16="http://schemas.microsoft.com/office/drawing/2014/main" id="{7409C28D-9B9E-453C-4556-C7C695C850AE}"/>
                </a:ext>
              </a:extLst>
            </p:cNvPr>
            <p:cNvCxnSpPr/>
            <p:nvPr/>
          </p:nvCxnSpPr>
          <p:spPr>
            <a:xfrm>
              <a:off x="1690688" y="722903"/>
              <a:ext cx="2071212"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grpSp>
      <p:grpSp>
        <p:nvGrpSpPr>
          <p:cNvPr id="9" name="组合 8">
            <a:extLst>
              <a:ext uri="{FF2B5EF4-FFF2-40B4-BE49-F238E27FC236}">
                <a16:creationId xmlns:a16="http://schemas.microsoft.com/office/drawing/2014/main" id="{F833EC72-E293-983C-2E9A-1A94B38DF9D6}"/>
              </a:ext>
            </a:extLst>
          </p:cNvPr>
          <p:cNvGrpSpPr/>
          <p:nvPr/>
        </p:nvGrpSpPr>
        <p:grpSpPr>
          <a:xfrm flipH="1">
            <a:off x="7922260" y="812494"/>
            <a:ext cx="3561080" cy="199333"/>
            <a:chOff x="708660" y="722903"/>
            <a:chExt cx="3561080" cy="199333"/>
          </a:xfrm>
        </p:grpSpPr>
        <p:sp>
          <p:nvSpPr>
            <p:cNvPr id="10" name="任意多边形: 形状 9">
              <a:extLst>
                <a:ext uri="{FF2B5EF4-FFF2-40B4-BE49-F238E27FC236}">
                  <a16:creationId xmlns:a16="http://schemas.microsoft.com/office/drawing/2014/main" id="{BC2A79A7-9DE5-1916-6983-E0CFA3B4BFB1}"/>
                </a:ext>
              </a:extLst>
            </p:cNvPr>
            <p:cNvSpPr/>
            <p:nvPr/>
          </p:nvSpPr>
          <p:spPr>
            <a:xfrm flipH="1">
              <a:off x="708660" y="807350"/>
              <a:ext cx="3561080" cy="114886"/>
            </a:xfrm>
            <a:custGeom>
              <a:avLst/>
              <a:gdLst>
                <a:gd name="connsiteX0" fmla="*/ 0 w 3561080"/>
                <a:gd name="connsiteY0" fmla="*/ 208280 h 208280"/>
                <a:gd name="connsiteX1" fmla="*/ 208280 w 3561080"/>
                <a:gd name="connsiteY1" fmla="*/ 0 h 208280"/>
                <a:gd name="connsiteX2" fmla="*/ 3561080 w 3561080"/>
                <a:gd name="connsiteY2" fmla="*/ 0 h 208280"/>
              </a:gdLst>
              <a:ahLst/>
              <a:cxnLst>
                <a:cxn ang="0">
                  <a:pos x="connsiteX0" y="connsiteY0"/>
                </a:cxn>
                <a:cxn ang="0">
                  <a:pos x="connsiteX1" y="connsiteY1"/>
                </a:cxn>
                <a:cxn ang="0">
                  <a:pos x="connsiteX2" y="connsiteY2"/>
                </a:cxn>
              </a:cxnLst>
              <a:rect l="l" t="t" r="r" b="b"/>
              <a:pathLst>
                <a:path w="3561080" h="208280">
                  <a:moveTo>
                    <a:pt x="0" y="208280"/>
                  </a:moveTo>
                  <a:lnTo>
                    <a:pt x="208280" y="0"/>
                  </a:lnTo>
                  <a:lnTo>
                    <a:pt x="3561080" y="0"/>
                  </a:lnTo>
                </a:path>
              </a:pathLst>
            </a:custGeom>
            <a:noFill/>
            <a:ln w="25400">
              <a:gradFill>
                <a:gsLst>
                  <a:gs pos="100000">
                    <a:schemeClr val="accent1">
                      <a:alpha val="0"/>
                    </a:schemeClr>
                  </a:gs>
                  <a:gs pos="0">
                    <a:schemeClr val="accent1"/>
                  </a:gs>
                </a:gsLst>
                <a:lin ang="0" scaled="0"/>
              </a:gradFill>
              <a:head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a:extLst>
                <a:ext uri="{FF2B5EF4-FFF2-40B4-BE49-F238E27FC236}">
                  <a16:creationId xmlns:a16="http://schemas.microsoft.com/office/drawing/2014/main" id="{FDC72CAC-2655-15AD-8B85-41B1A55DDAF5}"/>
                </a:ext>
              </a:extLst>
            </p:cNvPr>
            <p:cNvCxnSpPr/>
            <p:nvPr/>
          </p:nvCxnSpPr>
          <p:spPr>
            <a:xfrm>
              <a:off x="2781301" y="887209"/>
              <a:ext cx="1223486"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cxnSp>
          <p:nvCxnSpPr>
            <p:cNvPr id="12" name="直接连接符 11">
              <a:extLst>
                <a:ext uri="{FF2B5EF4-FFF2-40B4-BE49-F238E27FC236}">
                  <a16:creationId xmlns:a16="http://schemas.microsoft.com/office/drawing/2014/main" id="{5A2CE988-BC45-3201-397E-86ABB4D58BE4}"/>
                </a:ext>
              </a:extLst>
            </p:cNvPr>
            <p:cNvCxnSpPr/>
            <p:nvPr/>
          </p:nvCxnSpPr>
          <p:spPr>
            <a:xfrm>
              <a:off x="1690688" y="722903"/>
              <a:ext cx="2071212"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grpSp>
    </p:spTree>
    <p:extLst>
      <p:ext uri="{BB962C8B-B14F-4D97-AF65-F5344CB8AC3E}">
        <p14:creationId xmlns:p14="http://schemas.microsoft.com/office/powerpoint/2010/main" val="4139105914"/>
      </p:ext>
    </p:extLst>
  </p:cSld>
  <p:clrMap bg1="lt1" tx1="dk1" bg2="lt2" tx2="dk2" accent1="accent1" accent2="accent2" accent3="accent3" accent4="accent4" accent5="accent5" accent6="accent6" hlink="hlink" folHlink="folHlink"/>
  <p:sldLayoutIdLst>
    <p:sldLayoutId id="2157483781" r:id="rId1"/>
    <p:sldLayoutId id="2157483782" r:id="rId2"/>
    <p:sldLayoutId id="2157483783" r:id="rId3"/>
    <p:sldLayoutId id="2157483784" r:id="rId4"/>
    <p:sldLayoutId id="2157483785" r:id="rId5"/>
    <p:sldLayoutId id="2157483786" r:id="rId6"/>
    <p:sldLayoutId id="2157483787" r:id="rId7"/>
    <p:sldLayoutId id="2157483788" r:id="rId8"/>
    <p:sldLayoutId id="2157483789" r:id="rId9"/>
    <p:sldLayoutId id="2157483790" r:id="rId10"/>
    <p:sldLayoutId id="215748379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直角三角形 7">
            <a:extLst>
              <a:ext uri="{FF2B5EF4-FFF2-40B4-BE49-F238E27FC236}">
                <a16:creationId xmlns:a16="http://schemas.microsoft.com/office/drawing/2014/main" id="{7FEA1A44-6F60-08F5-58D2-522940CA86EB}"/>
              </a:ext>
            </a:extLst>
          </p:cNvPr>
          <p:cNvSpPr/>
          <p:nvPr/>
        </p:nvSpPr>
        <p:spPr>
          <a:xfrm rot="16200000" flipH="1">
            <a:off x="7834886" y="-998659"/>
            <a:ext cx="3358453" cy="5355774"/>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直角三角形 9">
            <a:extLst>
              <a:ext uri="{FF2B5EF4-FFF2-40B4-BE49-F238E27FC236}">
                <a16:creationId xmlns:a16="http://schemas.microsoft.com/office/drawing/2014/main" id="{B6367F12-CD85-256A-CC5A-9094227CE2BA}"/>
              </a:ext>
            </a:extLst>
          </p:cNvPr>
          <p:cNvSpPr/>
          <p:nvPr/>
        </p:nvSpPr>
        <p:spPr>
          <a:xfrm rot="5400000" flipH="1">
            <a:off x="998661" y="2526232"/>
            <a:ext cx="3358453" cy="5355774"/>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6">
            <a:extLst>
              <a:ext uri="{FF2B5EF4-FFF2-40B4-BE49-F238E27FC236}">
                <a16:creationId xmlns:a16="http://schemas.microsoft.com/office/drawing/2014/main" id="{23FB03DC-77D3-A936-BA70-44F4BA9E73C9}"/>
              </a:ext>
            </a:extLst>
          </p:cNvPr>
          <p:cNvSpPr/>
          <p:nvPr/>
        </p:nvSpPr>
        <p:spPr>
          <a:xfrm>
            <a:off x="526741" y="476250"/>
            <a:ext cx="11124485" cy="5883942"/>
          </a:xfrm>
          <a:prstGeom prst="roundRect">
            <a:avLst>
              <a:gd name="adj" fmla="val 5129"/>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7D38913D-60F4-3CB8-0326-EA0F6F7A1E5B}"/>
              </a:ext>
            </a:extLst>
          </p:cNvPr>
          <p:cNvSpPr/>
          <p:nvPr/>
        </p:nvSpPr>
        <p:spPr>
          <a:xfrm>
            <a:off x="10350073" y="697231"/>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FE92F9F2-B9AB-7B1A-86CF-EBD580A8288D}"/>
              </a:ext>
            </a:extLst>
          </p:cNvPr>
          <p:cNvSpPr/>
          <p:nvPr/>
        </p:nvSpPr>
        <p:spPr>
          <a:xfrm>
            <a:off x="10620460" y="697231"/>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747D8282-764C-5028-81AA-9FE85D27C7DF}"/>
              </a:ext>
            </a:extLst>
          </p:cNvPr>
          <p:cNvSpPr/>
          <p:nvPr/>
        </p:nvSpPr>
        <p:spPr>
          <a:xfrm>
            <a:off x="10890847" y="697231"/>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D66E5E02-6E7C-0A42-39CB-81BFC21CD8CC}"/>
              </a:ext>
            </a:extLst>
          </p:cNvPr>
          <p:cNvSpPr/>
          <p:nvPr/>
        </p:nvSpPr>
        <p:spPr>
          <a:xfrm>
            <a:off x="986102" y="5948499"/>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0F932C5E-0E6F-B4BE-5EA9-F033CA4D2ADF}"/>
              </a:ext>
            </a:extLst>
          </p:cNvPr>
          <p:cNvSpPr/>
          <p:nvPr/>
        </p:nvSpPr>
        <p:spPr>
          <a:xfrm>
            <a:off x="1256489" y="5948499"/>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EC70B607-B22C-C626-6402-0F4EF0211754}"/>
              </a:ext>
            </a:extLst>
          </p:cNvPr>
          <p:cNvSpPr/>
          <p:nvPr/>
        </p:nvSpPr>
        <p:spPr>
          <a:xfrm>
            <a:off x="1526876" y="5948499"/>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54707462"/>
      </p:ext>
    </p:extLst>
  </p:cSld>
  <p:clrMap bg1="lt1" tx1="dk1" bg2="lt2" tx2="dk2" accent1="accent1" accent2="accent2" accent3="accent3" accent4="accent4" accent5="accent5" accent6="accent6" hlink="hlink" folHlink="folHlink"/>
  <p:sldLayoutIdLst>
    <p:sldLayoutId id="2157483793" r:id="rId1"/>
    <p:sldLayoutId id="2157483794" r:id="rId2"/>
    <p:sldLayoutId id="2157483795" r:id="rId3"/>
    <p:sldLayoutId id="2157483796" r:id="rId4"/>
    <p:sldLayoutId id="2157483797"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直角三角形 1">
            <a:extLst>
              <a:ext uri="{FF2B5EF4-FFF2-40B4-BE49-F238E27FC236}">
                <a16:creationId xmlns:a16="http://schemas.microsoft.com/office/drawing/2014/main" id="{FCB92FEA-7A91-3E2A-6A6C-7B3576287B9A}"/>
              </a:ext>
            </a:extLst>
          </p:cNvPr>
          <p:cNvSpPr/>
          <p:nvPr/>
        </p:nvSpPr>
        <p:spPr>
          <a:xfrm rot="16200000" flipH="1">
            <a:off x="10544357" y="-377641"/>
            <a:ext cx="1269999" cy="2025286"/>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直角三角形 2">
            <a:extLst>
              <a:ext uri="{FF2B5EF4-FFF2-40B4-BE49-F238E27FC236}">
                <a16:creationId xmlns:a16="http://schemas.microsoft.com/office/drawing/2014/main" id="{8B1FCC18-E1BA-9325-FC86-1A4E0149B6D9}"/>
              </a:ext>
            </a:extLst>
          </p:cNvPr>
          <p:cNvSpPr/>
          <p:nvPr/>
        </p:nvSpPr>
        <p:spPr>
          <a:xfrm rot="5400000" flipH="1">
            <a:off x="377644" y="5210357"/>
            <a:ext cx="1269999" cy="2025286"/>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6">
            <a:extLst>
              <a:ext uri="{FF2B5EF4-FFF2-40B4-BE49-F238E27FC236}">
                <a16:creationId xmlns:a16="http://schemas.microsoft.com/office/drawing/2014/main" id="{E7692700-0403-481F-64B4-0DF02CBC6B11}"/>
              </a:ext>
            </a:extLst>
          </p:cNvPr>
          <p:cNvSpPr/>
          <p:nvPr/>
        </p:nvSpPr>
        <p:spPr>
          <a:xfrm>
            <a:off x="666750" y="419100"/>
            <a:ext cx="10858500" cy="6019800"/>
          </a:xfrm>
          <a:prstGeom prst="roundRect">
            <a:avLst>
              <a:gd name="adj" fmla="val 5129"/>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a:extLst>
              <a:ext uri="{FF2B5EF4-FFF2-40B4-BE49-F238E27FC236}">
                <a16:creationId xmlns:a16="http://schemas.microsoft.com/office/drawing/2014/main" id="{ACEFECD9-D18E-8885-8C4F-95EC826EE155}"/>
              </a:ext>
            </a:extLst>
          </p:cNvPr>
          <p:cNvGrpSpPr/>
          <p:nvPr/>
        </p:nvGrpSpPr>
        <p:grpSpPr>
          <a:xfrm>
            <a:off x="708660" y="812494"/>
            <a:ext cx="3561080" cy="199333"/>
            <a:chOff x="708660" y="722903"/>
            <a:chExt cx="3561080" cy="199333"/>
          </a:xfrm>
        </p:grpSpPr>
        <p:sp>
          <p:nvSpPr>
            <p:cNvPr id="6" name="任意多边形: 形状 5">
              <a:extLst>
                <a:ext uri="{FF2B5EF4-FFF2-40B4-BE49-F238E27FC236}">
                  <a16:creationId xmlns:a16="http://schemas.microsoft.com/office/drawing/2014/main" id="{73532B09-A537-61B7-2EDF-53111EE57662}"/>
                </a:ext>
              </a:extLst>
            </p:cNvPr>
            <p:cNvSpPr/>
            <p:nvPr/>
          </p:nvSpPr>
          <p:spPr>
            <a:xfrm flipH="1">
              <a:off x="708660" y="807350"/>
              <a:ext cx="3561080" cy="114886"/>
            </a:xfrm>
            <a:custGeom>
              <a:avLst/>
              <a:gdLst>
                <a:gd name="connsiteX0" fmla="*/ 0 w 3561080"/>
                <a:gd name="connsiteY0" fmla="*/ 208280 h 208280"/>
                <a:gd name="connsiteX1" fmla="*/ 208280 w 3561080"/>
                <a:gd name="connsiteY1" fmla="*/ 0 h 208280"/>
                <a:gd name="connsiteX2" fmla="*/ 3561080 w 3561080"/>
                <a:gd name="connsiteY2" fmla="*/ 0 h 208280"/>
              </a:gdLst>
              <a:ahLst/>
              <a:cxnLst>
                <a:cxn ang="0">
                  <a:pos x="connsiteX0" y="connsiteY0"/>
                </a:cxn>
                <a:cxn ang="0">
                  <a:pos x="connsiteX1" y="connsiteY1"/>
                </a:cxn>
                <a:cxn ang="0">
                  <a:pos x="connsiteX2" y="connsiteY2"/>
                </a:cxn>
              </a:cxnLst>
              <a:rect l="l" t="t" r="r" b="b"/>
              <a:pathLst>
                <a:path w="3561080" h="208280">
                  <a:moveTo>
                    <a:pt x="0" y="208280"/>
                  </a:moveTo>
                  <a:lnTo>
                    <a:pt x="208280" y="0"/>
                  </a:lnTo>
                  <a:lnTo>
                    <a:pt x="3561080" y="0"/>
                  </a:lnTo>
                </a:path>
              </a:pathLst>
            </a:custGeom>
            <a:noFill/>
            <a:ln w="25400">
              <a:gradFill>
                <a:gsLst>
                  <a:gs pos="100000">
                    <a:schemeClr val="accent1">
                      <a:alpha val="0"/>
                    </a:schemeClr>
                  </a:gs>
                  <a:gs pos="0">
                    <a:schemeClr val="accent1"/>
                  </a:gs>
                </a:gsLst>
                <a:lin ang="0" scaled="0"/>
              </a:gradFill>
              <a:head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a:extLst>
                <a:ext uri="{FF2B5EF4-FFF2-40B4-BE49-F238E27FC236}">
                  <a16:creationId xmlns:a16="http://schemas.microsoft.com/office/drawing/2014/main" id="{733D8411-BD47-AE1C-361C-A49C996EEA7F}"/>
                </a:ext>
              </a:extLst>
            </p:cNvPr>
            <p:cNvCxnSpPr/>
            <p:nvPr/>
          </p:nvCxnSpPr>
          <p:spPr>
            <a:xfrm>
              <a:off x="2781301" y="887209"/>
              <a:ext cx="1223486"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cxnSp>
          <p:nvCxnSpPr>
            <p:cNvPr id="8" name="直接连接符 7">
              <a:extLst>
                <a:ext uri="{FF2B5EF4-FFF2-40B4-BE49-F238E27FC236}">
                  <a16:creationId xmlns:a16="http://schemas.microsoft.com/office/drawing/2014/main" id="{7409C28D-9B9E-453C-4556-C7C695C850AE}"/>
                </a:ext>
              </a:extLst>
            </p:cNvPr>
            <p:cNvCxnSpPr/>
            <p:nvPr/>
          </p:nvCxnSpPr>
          <p:spPr>
            <a:xfrm>
              <a:off x="1690688" y="722903"/>
              <a:ext cx="2071212"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grpSp>
      <p:grpSp>
        <p:nvGrpSpPr>
          <p:cNvPr id="9" name="组合 8">
            <a:extLst>
              <a:ext uri="{FF2B5EF4-FFF2-40B4-BE49-F238E27FC236}">
                <a16:creationId xmlns:a16="http://schemas.microsoft.com/office/drawing/2014/main" id="{F833EC72-E293-983C-2E9A-1A94B38DF9D6}"/>
              </a:ext>
            </a:extLst>
          </p:cNvPr>
          <p:cNvGrpSpPr/>
          <p:nvPr/>
        </p:nvGrpSpPr>
        <p:grpSpPr>
          <a:xfrm flipH="1">
            <a:off x="7922260" y="812494"/>
            <a:ext cx="3561080" cy="199333"/>
            <a:chOff x="708660" y="722903"/>
            <a:chExt cx="3561080" cy="199333"/>
          </a:xfrm>
        </p:grpSpPr>
        <p:sp>
          <p:nvSpPr>
            <p:cNvPr id="10" name="任意多边形: 形状 9">
              <a:extLst>
                <a:ext uri="{FF2B5EF4-FFF2-40B4-BE49-F238E27FC236}">
                  <a16:creationId xmlns:a16="http://schemas.microsoft.com/office/drawing/2014/main" id="{BC2A79A7-9DE5-1916-6983-E0CFA3B4BFB1}"/>
                </a:ext>
              </a:extLst>
            </p:cNvPr>
            <p:cNvSpPr/>
            <p:nvPr/>
          </p:nvSpPr>
          <p:spPr>
            <a:xfrm flipH="1">
              <a:off x="708660" y="807350"/>
              <a:ext cx="3561080" cy="114886"/>
            </a:xfrm>
            <a:custGeom>
              <a:avLst/>
              <a:gdLst>
                <a:gd name="connsiteX0" fmla="*/ 0 w 3561080"/>
                <a:gd name="connsiteY0" fmla="*/ 208280 h 208280"/>
                <a:gd name="connsiteX1" fmla="*/ 208280 w 3561080"/>
                <a:gd name="connsiteY1" fmla="*/ 0 h 208280"/>
                <a:gd name="connsiteX2" fmla="*/ 3561080 w 3561080"/>
                <a:gd name="connsiteY2" fmla="*/ 0 h 208280"/>
              </a:gdLst>
              <a:ahLst/>
              <a:cxnLst>
                <a:cxn ang="0">
                  <a:pos x="connsiteX0" y="connsiteY0"/>
                </a:cxn>
                <a:cxn ang="0">
                  <a:pos x="connsiteX1" y="connsiteY1"/>
                </a:cxn>
                <a:cxn ang="0">
                  <a:pos x="connsiteX2" y="connsiteY2"/>
                </a:cxn>
              </a:cxnLst>
              <a:rect l="l" t="t" r="r" b="b"/>
              <a:pathLst>
                <a:path w="3561080" h="208280">
                  <a:moveTo>
                    <a:pt x="0" y="208280"/>
                  </a:moveTo>
                  <a:lnTo>
                    <a:pt x="208280" y="0"/>
                  </a:lnTo>
                  <a:lnTo>
                    <a:pt x="3561080" y="0"/>
                  </a:lnTo>
                </a:path>
              </a:pathLst>
            </a:custGeom>
            <a:noFill/>
            <a:ln w="25400">
              <a:gradFill>
                <a:gsLst>
                  <a:gs pos="100000">
                    <a:schemeClr val="accent1">
                      <a:alpha val="0"/>
                    </a:schemeClr>
                  </a:gs>
                  <a:gs pos="0">
                    <a:schemeClr val="accent1"/>
                  </a:gs>
                </a:gsLst>
                <a:lin ang="0" scaled="0"/>
              </a:gradFill>
              <a:head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a:extLst>
                <a:ext uri="{FF2B5EF4-FFF2-40B4-BE49-F238E27FC236}">
                  <a16:creationId xmlns:a16="http://schemas.microsoft.com/office/drawing/2014/main" id="{FDC72CAC-2655-15AD-8B85-41B1A55DDAF5}"/>
                </a:ext>
              </a:extLst>
            </p:cNvPr>
            <p:cNvCxnSpPr/>
            <p:nvPr/>
          </p:nvCxnSpPr>
          <p:spPr>
            <a:xfrm>
              <a:off x="2781301" y="887209"/>
              <a:ext cx="1223486"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cxnSp>
          <p:nvCxnSpPr>
            <p:cNvPr id="12" name="直接连接符 11">
              <a:extLst>
                <a:ext uri="{FF2B5EF4-FFF2-40B4-BE49-F238E27FC236}">
                  <a16:creationId xmlns:a16="http://schemas.microsoft.com/office/drawing/2014/main" id="{5A2CE988-BC45-3201-397E-86ABB4D58BE4}"/>
                </a:ext>
              </a:extLst>
            </p:cNvPr>
            <p:cNvCxnSpPr/>
            <p:nvPr/>
          </p:nvCxnSpPr>
          <p:spPr>
            <a:xfrm>
              <a:off x="1690688" y="722903"/>
              <a:ext cx="2071212"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grpSp>
    </p:spTree>
    <p:extLst>
      <p:ext uri="{BB962C8B-B14F-4D97-AF65-F5344CB8AC3E}">
        <p14:creationId xmlns:p14="http://schemas.microsoft.com/office/powerpoint/2010/main" val="442246243"/>
      </p:ext>
    </p:extLst>
  </p:cSld>
  <p:clrMap bg1="lt1" tx1="dk1" bg2="lt2" tx2="dk2" accent1="accent1" accent2="accent2" accent3="accent3" accent4="accent4" accent5="accent5" accent6="accent6" hlink="hlink" folHlink="folHlink"/>
  <p:sldLayoutIdLst>
    <p:sldLayoutId id="2157483799" r:id="rId1"/>
    <p:sldLayoutId id="2157483800" r:id="rId2"/>
    <p:sldLayoutId id="2157483801" r:id="rId3"/>
    <p:sldLayoutId id="2157483802" r:id="rId4"/>
    <p:sldLayoutId id="2157483803" r:id="rId5"/>
    <p:sldLayoutId id="2157483804" r:id="rId6"/>
    <p:sldLayoutId id="2157483805" r:id="rId7"/>
    <p:sldLayoutId id="2157483806" r:id="rId8"/>
    <p:sldLayoutId id="2157483807" r:id="rId9"/>
    <p:sldLayoutId id="2157483808" r:id="rId10"/>
    <p:sldLayoutId id="215748380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直角三角形 1">
            <a:extLst>
              <a:ext uri="{FF2B5EF4-FFF2-40B4-BE49-F238E27FC236}">
                <a16:creationId xmlns:a16="http://schemas.microsoft.com/office/drawing/2014/main" id="{FCB92FEA-7A91-3E2A-6A6C-7B3576287B9A}"/>
              </a:ext>
            </a:extLst>
          </p:cNvPr>
          <p:cNvSpPr/>
          <p:nvPr/>
        </p:nvSpPr>
        <p:spPr>
          <a:xfrm rot="16200000" flipH="1">
            <a:off x="10544357" y="-377641"/>
            <a:ext cx="1269999" cy="2025286"/>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直角三角形 2">
            <a:extLst>
              <a:ext uri="{FF2B5EF4-FFF2-40B4-BE49-F238E27FC236}">
                <a16:creationId xmlns:a16="http://schemas.microsoft.com/office/drawing/2014/main" id="{8B1FCC18-E1BA-9325-FC86-1A4E0149B6D9}"/>
              </a:ext>
            </a:extLst>
          </p:cNvPr>
          <p:cNvSpPr/>
          <p:nvPr/>
        </p:nvSpPr>
        <p:spPr>
          <a:xfrm rot="5400000" flipH="1">
            <a:off x="377644" y="5210357"/>
            <a:ext cx="1269999" cy="2025286"/>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6">
            <a:extLst>
              <a:ext uri="{FF2B5EF4-FFF2-40B4-BE49-F238E27FC236}">
                <a16:creationId xmlns:a16="http://schemas.microsoft.com/office/drawing/2014/main" id="{E7692700-0403-481F-64B4-0DF02CBC6B11}"/>
              </a:ext>
            </a:extLst>
          </p:cNvPr>
          <p:cNvSpPr/>
          <p:nvPr/>
        </p:nvSpPr>
        <p:spPr>
          <a:xfrm>
            <a:off x="666750" y="419100"/>
            <a:ext cx="10858500" cy="6019800"/>
          </a:xfrm>
          <a:prstGeom prst="roundRect">
            <a:avLst>
              <a:gd name="adj" fmla="val 5129"/>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a:extLst>
              <a:ext uri="{FF2B5EF4-FFF2-40B4-BE49-F238E27FC236}">
                <a16:creationId xmlns:a16="http://schemas.microsoft.com/office/drawing/2014/main" id="{ACEFECD9-D18E-8885-8C4F-95EC826EE155}"/>
              </a:ext>
            </a:extLst>
          </p:cNvPr>
          <p:cNvGrpSpPr/>
          <p:nvPr/>
        </p:nvGrpSpPr>
        <p:grpSpPr>
          <a:xfrm>
            <a:off x="708660" y="812494"/>
            <a:ext cx="3561080" cy="199333"/>
            <a:chOff x="708660" y="722903"/>
            <a:chExt cx="3561080" cy="199333"/>
          </a:xfrm>
        </p:grpSpPr>
        <p:sp>
          <p:nvSpPr>
            <p:cNvPr id="6" name="任意多边形: 形状 5">
              <a:extLst>
                <a:ext uri="{FF2B5EF4-FFF2-40B4-BE49-F238E27FC236}">
                  <a16:creationId xmlns:a16="http://schemas.microsoft.com/office/drawing/2014/main" id="{73532B09-A537-61B7-2EDF-53111EE57662}"/>
                </a:ext>
              </a:extLst>
            </p:cNvPr>
            <p:cNvSpPr/>
            <p:nvPr/>
          </p:nvSpPr>
          <p:spPr>
            <a:xfrm flipH="1">
              <a:off x="708660" y="807350"/>
              <a:ext cx="3561080" cy="114886"/>
            </a:xfrm>
            <a:custGeom>
              <a:avLst/>
              <a:gdLst>
                <a:gd name="connsiteX0" fmla="*/ 0 w 3561080"/>
                <a:gd name="connsiteY0" fmla="*/ 208280 h 208280"/>
                <a:gd name="connsiteX1" fmla="*/ 208280 w 3561080"/>
                <a:gd name="connsiteY1" fmla="*/ 0 h 208280"/>
                <a:gd name="connsiteX2" fmla="*/ 3561080 w 3561080"/>
                <a:gd name="connsiteY2" fmla="*/ 0 h 208280"/>
              </a:gdLst>
              <a:ahLst/>
              <a:cxnLst>
                <a:cxn ang="0">
                  <a:pos x="connsiteX0" y="connsiteY0"/>
                </a:cxn>
                <a:cxn ang="0">
                  <a:pos x="connsiteX1" y="connsiteY1"/>
                </a:cxn>
                <a:cxn ang="0">
                  <a:pos x="connsiteX2" y="connsiteY2"/>
                </a:cxn>
              </a:cxnLst>
              <a:rect l="l" t="t" r="r" b="b"/>
              <a:pathLst>
                <a:path w="3561080" h="208280">
                  <a:moveTo>
                    <a:pt x="0" y="208280"/>
                  </a:moveTo>
                  <a:lnTo>
                    <a:pt x="208280" y="0"/>
                  </a:lnTo>
                  <a:lnTo>
                    <a:pt x="3561080" y="0"/>
                  </a:lnTo>
                </a:path>
              </a:pathLst>
            </a:custGeom>
            <a:noFill/>
            <a:ln w="25400">
              <a:gradFill>
                <a:gsLst>
                  <a:gs pos="100000">
                    <a:schemeClr val="accent1">
                      <a:alpha val="0"/>
                    </a:schemeClr>
                  </a:gs>
                  <a:gs pos="0">
                    <a:schemeClr val="accent1"/>
                  </a:gs>
                </a:gsLst>
                <a:lin ang="0" scaled="0"/>
              </a:gradFill>
              <a:head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a:extLst>
                <a:ext uri="{FF2B5EF4-FFF2-40B4-BE49-F238E27FC236}">
                  <a16:creationId xmlns:a16="http://schemas.microsoft.com/office/drawing/2014/main" id="{733D8411-BD47-AE1C-361C-A49C996EEA7F}"/>
                </a:ext>
              </a:extLst>
            </p:cNvPr>
            <p:cNvCxnSpPr/>
            <p:nvPr/>
          </p:nvCxnSpPr>
          <p:spPr>
            <a:xfrm>
              <a:off x="2781301" y="887209"/>
              <a:ext cx="1223486"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cxnSp>
          <p:nvCxnSpPr>
            <p:cNvPr id="8" name="直接连接符 7">
              <a:extLst>
                <a:ext uri="{FF2B5EF4-FFF2-40B4-BE49-F238E27FC236}">
                  <a16:creationId xmlns:a16="http://schemas.microsoft.com/office/drawing/2014/main" id="{7409C28D-9B9E-453C-4556-C7C695C850AE}"/>
                </a:ext>
              </a:extLst>
            </p:cNvPr>
            <p:cNvCxnSpPr/>
            <p:nvPr/>
          </p:nvCxnSpPr>
          <p:spPr>
            <a:xfrm>
              <a:off x="1690688" y="722903"/>
              <a:ext cx="2071212"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grpSp>
      <p:grpSp>
        <p:nvGrpSpPr>
          <p:cNvPr id="9" name="组合 8">
            <a:extLst>
              <a:ext uri="{FF2B5EF4-FFF2-40B4-BE49-F238E27FC236}">
                <a16:creationId xmlns:a16="http://schemas.microsoft.com/office/drawing/2014/main" id="{F833EC72-E293-983C-2E9A-1A94B38DF9D6}"/>
              </a:ext>
            </a:extLst>
          </p:cNvPr>
          <p:cNvGrpSpPr/>
          <p:nvPr/>
        </p:nvGrpSpPr>
        <p:grpSpPr>
          <a:xfrm flipH="1">
            <a:off x="7922260" y="812494"/>
            <a:ext cx="3561080" cy="199333"/>
            <a:chOff x="708660" y="722903"/>
            <a:chExt cx="3561080" cy="199333"/>
          </a:xfrm>
        </p:grpSpPr>
        <p:sp>
          <p:nvSpPr>
            <p:cNvPr id="10" name="任意多边形: 形状 9">
              <a:extLst>
                <a:ext uri="{FF2B5EF4-FFF2-40B4-BE49-F238E27FC236}">
                  <a16:creationId xmlns:a16="http://schemas.microsoft.com/office/drawing/2014/main" id="{BC2A79A7-9DE5-1916-6983-E0CFA3B4BFB1}"/>
                </a:ext>
              </a:extLst>
            </p:cNvPr>
            <p:cNvSpPr/>
            <p:nvPr/>
          </p:nvSpPr>
          <p:spPr>
            <a:xfrm flipH="1">
              <a:off x="708660" y="807350"/>
              <a:ext cx="3561080" cy="114886"/>
            </a:xfrm>
            <a:custGeom>
              <a:avLst/>
              <a:gdLst>
                <a:gd name="connsiteX0" fmla="*/ 0 w 3561080"/>
                <a:gd name="connsiteY0" fmla="*/ 208280 h 208280"/>
                <a:gd name="connsiteX1" fmla="*/ 208280 w 3561080"/>
                <a:gd name="connsiteY1" fmla="*/ 0 h 208280"/>
                <a:gd name="connsiteX2" fmla="*/ 3561080 w 3561080"/>
                <a:gd name="connsiteY2" fmla="*/ 0 h 208280"/>
              </a:gdLst>
              <a:ahLst/>
              <a:cxnLst>
                <a:cxn ang="0">
                  <a:pos x="connsiteX0" y="connsiteY0"/>
                </a:cxn>
                <a:cxn ang="0">
                  <a:pos x="connsiteX1" y="connsiteY1"/>
                </a:cxn>
                <a:cxn ang="0">
                  <a:pos x="connsiteX2" y="connsiteY2"/>
                </a:cxn>
              </a:cxnLst>
              <a:rect l="l" t="t" r="r" b="b"/>
              <a:pathLst>
                <a:path w="3561080" h="208280">
                  <a:moveTo>
                    <a:pt x="0" y="208280"/>
                  </a:moveTo>
                  <a:lnTo>
                    <a:pt x="208280" y="0"/>
                  </a:lnTo>
                  <a:lnTo>
                    <a:pt x="3561080" y="0"/>
                  </a:lnTo>
                </a:path>
              </a:pathLst>
            </a:custGeom>
            <a:noFill/>
            <a:ln w="25400">
              <a:gradFill>
                <a:gsLst>
                  <a:gs pos="100000">
                    <a:schemeClr val="accent1">
                      <a:alpha val="0"/>
                    </a:schemeClr>
                  </a:gs>
                  <a:gs pos="0">
                    <a:schemeClr val="accent1"/>
                  </a:gs>
                </a:gsLst>
                <a:lin ang="0" scaled="0"/>
              </a:gradFill>
              <a:head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a:extLst>
                <a:ext uri="{FF2B5EF4-FFF2-40B4-BE49-F238E27FC236}">
                  <a16:creationId xmlns:a16="http://schemas.microsoft.com/office/drawing/2014/main" id="{FDC72CAC-2655-15AD-8B85-41B1A55DDAF5}"/>
                </a:ext>
              </a:extLst>
            </p:cNvPr>
            <p:cNvCxnSpPr/>
            <p:nvPr/>
          </p:nvCxnSpPr>
          <p:spPr>
            <a:xfrm>
              <a:off x="2781301" y="887209"/>
              <a:ext cx="1223486"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cxnSp>
          <p:nvCxnSpPr>
            <p:cNvPr id="12" name="直接连接符 11">
              <a:extLst>
                <a:ext uri="{FF2B5EF4-FFF2-40B4-BE49-F238E27FC236}">
                  <a16:creationId xmlns:a16="http://schemas.microsoft.com/office/drawing/2014/main" id="{5A2CE988-BC45-3201-397E-86ABB4D58BE4}"/>
                </a:ext>
              </a:extLst>
            </p:cNvPr>
            <p:cNvCxnSpPr/>
            <p:nvPr/>
          </p:nvCxnSpPr>
          <p:spPr>
            <a:xfrm>
              <a:off x="1690688" y="722903"/>
              <a:ext cx="2071212"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grpSp>
    </p:spTree>
    <p:extLst>
      <p:ext uri="{BB962C8B-B14F-4D97-AF65-F5344CB8AC3E}">
        <p14:creationId xmlns:p14="http://schemas.microsoft.com/office/powerpoint/2010/main" val="3204315612"/>
      </p:ext>
    </p:extLst>
  </p:cSld>
  <p:clrMap bg1="lt1" tx1="dk1" bg2="lt2" tx2="dk2" accent1="accent1" accent2="accent2" accent3="accent3" accent4="accent4" accent5="accent5" accent6="accent6" hlink="hlink" folHlink="folHlink"/>
  <p:sldLayoutIdLst>
    <p:sldLayoutId id="2157483811" r:id="rId1"/>
    <p:sldLayoutId id="2157483812" r:id="rId2"/>
    <p:sldLayoutId id="2157483813" r:id="rId3"/>
    <p:sldLayoutId id="2157483814" r:id="rId4"/>
    <p:sldLayoutId id="2157483815" r:id="rId5"/>
    <p:sldLayoutId id="2157483816" r:id="rId6"/>
    <p:sldLayoutId id="2157483817" r:id="rId7"/>
    <p:sldLayoutId id="2157483818" r:id="rId8"/>
    <p:sldLayoutId id="2157483819" r:id="rId9"/>
    <p:sldLayoutId id="2157483820" r:id="rId10"/>
    <p:sldLayoutId id="215748382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直角三角形 7">
            <a:extLst>
              <a:ext uri="{FF2B5EF4-FFF2-40B4-BE49-F238E27FC236}">
                <a16:creationId xmlns:a16="http://schemas.microsoft.com/office/drawing/2014/main" id="{7FEA1A44-6F60-08F5-58D2-522940CA86EB}"/>
              </a:ext>
            </a:extLst>
          </p:cNvPr>
          <p:cNvSpPr/>
          <p:nvPr/>
        </p:nvSpPr>
        <p:spPr>
          <a:xfrm rot="16200000" flipH="1">
            <a:off x="7834886" y="-998659"/>
            <a:ext cx="3358453" cy="5355774"/>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直角三角形 9">
            <a:extLst>
              <a:ext uri="{FF2B5EF4-FFF2-40B4-BE49-F238E27FC236}">
                <a16:creationId xmlns:a16="http://schemas.microsoft.com/office/drawing/2014/main" id="{B6367F12-CD85-256A-CC5A-9094227CE2BA}"/>
              </a:ext>
            </a:extLst>
          </p:cNvPr>
          <p:cNvSpPr/>
          <p:nvPr/>
        </p:nvSpPr>
        <p:spPr>
          <a:xfrm rot="5400000" flipH="1">
            <a:off x="998661" y="2526232"/>
            <a:ext cx="3358453" cy="5355774"/>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6">
            <a:extLst>
              <a:ext uri="{FF2B5EF4-FFF2-40B4-BE49-F238E27FC236}">
                <a16:creationId xmlns:a16="http://schemas.microsoft.com/office/drawing/2014/main" id="{23FB03DC-77D3-A936-BA70-44F4BA9E73C9}"/>
              </a:ext>
            </a:extLst>
          </p:cNvPr>
          <p:cNvSpPr/>
          <p:nvPr/>
        </p:nvSpPr>
        <p:spPr>
          <a:xfrm>
            <a:off x="526741" y="476250"/>
            <a:ext cx="11124485" cy="5883942"/>
          </a:xfrm>
          <a:prstGeom prst="roundRect">
            <a:avLst>
              <a:gd name="adj" fmla="val 5129"/>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7D38913D-60F4-3CB8-0326-EA0F6F7A1E5B}"/>
              </a:ext>
            </a:extLst>
          </p:cNvPr>
          <p:cNvSpPr/>
          <p:nvPr/>
        </p:nvSpPr>
        <p:spPr>
          <a:xfrm>
            <a:off x="10350073" y="697231"/>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FE92F9F2-B9AB-7B1A-86CF-EBD580A8288D}"/>
              </a:ext>
            </a:extLst>
          </p:cNvPr>
          <p:cNvSpPr/>
          <p:nvPr/>
        </p:nvSpPr>
        <p:spPr>
          <a:xfrm>
            <a:off x="10620460" y="697231"/>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747D8282-764C-5028-81AA-9FE85D27C7DF}"/>
              </a:ext>
            </a:extLst>
          </p:cNvPr>
          <p:cNvSpPr/>
          <p:nvPr/>
        </p:nvSpPr>
        <p:spPr>
          <a:xfrm>
            <a:off x="10890847" y="697231"/>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D66E5E02-6E7C-0A42-39CB-81BFC21CD8CC}"/>
              </a:ext>
            </a:extLst>
          </p:cNvPr>
          <p:cNvSpPr/>
          <p:nvPr/>
        </p:nvSpPr>
        <p:spPr>
          <a:xfrm>
            <a:off x="986102" y="5948499"/>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0F932C5E-0E6F-B4BE-5EA9-F033CA4D2ADF}"/>
              </a:ext>
            </a:extLst>
          </p:cNvPr>
          <p:cNvSpPr/>
          <p:nvPr/>
        </p:nvSpPr>
        <p:spPr>
          <a:xfrm>
            <a:off x="1256489" y="5948499"/>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EC70B607-B22C-C626-6402-0F4EF0211754}"/>
              </a:ext>
            </a:extLst>
          </p:cNvPr>
          <p:cNvSpPr/>
          <p:nvPr/>
        </p:nvSpPr>
        <p:spPr>
          <a:xfrm>
            <a:off x="1526876" y="5948499"/>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72842388"/>
      </p:ext>
    </p:extLst>
  </p:cSld>
  <p:clrMap bg1="lt1" tx1="dk1" bg2="lt2" tx2="dk2" accent1="accent1" accent2="accent2" accent3="accent3" accent4="accent4" accent5="accent5" accent6="accent6" hlink="hlink" folHlink="folHlink"/>
  <p:sldLayoutIdLst>
    <p:sldLayoutId id="2157483823" r:id="rId1"/>
    <p:sldLayoutId id="2157483824" r:id="rId2"/>
    <p:sldLayoutId id="2157483825" r:id="rId3"/>
    <p:sldLayoutId id="2157483826" r:id="rId4"/>
    <p:sldLayoutId id="2157483827"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直角三角形 1">
            <a:extLst>
              <a:ext uri="{FF2B5EF4-FFF2-40B4-BE49-F238E27FC236}">
                <a16:creationId xmlns:a16="http://schemas.microsoft.com/office/drawing/2014/main" id="{FCB92FEA-7A91-3E2A-6A6C-7B3576287B9A}"/>
              </a:ext>
            </a:extLst>
          </p:cNvPr>
          <p:cNvSpPr/>
          <p:nvPr/>
        </p:nvSpPr>
        <p:spPr>
          <a:xfrm rot="16200000" flipH="1">
            <a:off x="10544357" y="-377641"/>
            <a:ext cx="1269999" cy="2025286"/>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直角三角形 2">
            <a:extLst>
              <a:ext uri="{FF2B5EF4-FFF2-40B4-BE49-F238E27FC236}">
                <a16:creationId xmlns:a16="http://schemas.microsoft.com/office/drawing/2014/main" id="{8B1FCC18-E1BA-9325-FC86-1A4E0149B6D9}"/>
              </a:ext>
            </a:extLst>
          </p:cNvPr>
          <p:cNvSpPr/>
          <p:nvPr/>
        </p:nvSpPr>
        <p:spPr>
          <a:xfrm rot="5400000" flipH="1">
            <a:off x="377644" y="5210357"/>
            <a:ext cx="1269999" cy="2025286"/>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6">
            <a:extLst>
              <a:ext uri="{FF2B5EF4-FFF2-40B4-BE49-F238E27FC236}">
                <a16:creationId xmlns:a16="http://schemas.microsoft.com/office/drawing/2014/main" id="{E7692700-0403-481F-64B4-0DF02CBC6B11}"/>
              </a:ext>
            </a:extLst>
          </p:cNvPr>
          <p:cNvSpPr/>
          <p:nvPr/>
        </p:nvSpPr>
        <p:spPr>
          <a:xfrm>
            <a:off x="666750" y="419100"/>
            <a:ext cx="10858500" cy="6019800"/>
          </a:xfrm>
          <a:prstGeom prst="roundRect">
            <a:avLst>
              <a:gd name="adj" fmla="val 5129"/>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a:extLst>
              <a:ext uri="{FF2B5EF4-FFF2-40B4-BE49-F238E27FC236}">
                <a16:creationId xmlns:a16="http://schemas.microsoft.com/office/drawing/2014/main" id="{ACEFECD9-D18E-8885-8C4F-95EC826EE155}"/>
              </a:ext>
            </a:extLst>
          </p:cNvPr>
          <p:cNvGrpSpPr/>
          <p:nvPr/>
        </p:nvGrpSpPr>
        <p:grpSpPr>
          <a:xfrm>
            <a:off x="708660" y="812494"/>
            <a:ext cx="3561080" cy="199333"/>
            <a:chOff x="708660" y="722903"/>
            <a:chExt cx="3561080" cy="199333"/>
          </a:xfrm>
        </p:grpSpPr>
        <p:sp>
          <p:nvSpPr>
            <p:cNvPr id="6" name="任意多边形: 形状 5">
              <a:extLst>
                <a:ext uri="{FF2B5EF4-FFF2-40B4-BE49-F238E27FC236}">
                  <a16:creationId xmlns:a16="http://schemas.microsoft.com/office/drawing/2014/main" id="{73532B09-A537-61B7-2EDF-53111EE57662}"/>
                </a:ext>
              </a:extLst>
            </p:cNvPr>
            <p:cNvSpPr/>
            <p:nvPr/>
          </p:nvSpPr>
          <p:spPr>
            <a:xfrm flipH="1">
              <a:off x="708660" y="807350"/>
              <a:ext cx="3561080" cy="114886"/>
            </a:xfrm>
            <a:custGeom>
              <a:avLst/>
              <a:gdLst>
                <a:gd name="connsiteX0" fmla="*/ 0 w 3561080"/>
                <a:gd name="connsiteY0" fmla="*/ 208280 h 208280"/>
                <a:gd name="connsiteX1" fmla="*/ 208280 w 3561080"/>
                <a:gd name="connsiteY1" fmla="*/ 0 h 208280"/>
                <a:gd name="connsiteX2" fmla="*/ 3561080 w 3561080"/>
                <a:gd name="connsiteY2" fmla="*/ 0 h 208280"/>
              </a:gdLst>
              <a:ahLst/>
              <a:cxnLst>
                <a:cxn ang="0">
                  <a:pos x="connsiteX0" y="connsiteY0"/>
                </a:cxn>
                <a:cxn ang="0">
                  <a:pos x="connsiteX1" y="connsiteY1"/>
                </a:cxn>
                <a:cxn ang="0">
                  <a:pos x="connsiteX2" y="connsiteY2"/>
                </a:cxn>
              </a:cxnLst>
              <a:rect l="l" t="t" r="r" b="b"/>
              <a:pathLst>
                <a:path w="3561080" h="208280">
                  <a:moveTo>
                    <a:pt x="0" y="208280"/>
                  </a:moveTo>
                  <a:lnTo>
                    <a:pt x="208280" y="0"/>
                  </a:lnTo>
                  <a:lnTo>
                    <a:pt x="3561080" y="0"/>
                  </a:lnTo>
                </a:path>
              </a:pathLst>
            </a:custGeom>
            <a:noFill/>
            <a:ln w="25400">
              <a:gradFill>
                <a:gsLst>
                  <a:gs pos="100000">
                    <a:schemeClr val="accent1">
                      <a:alpha val="0"/>
                    </a:schemeClr>
                  </a:gs>
                  <a:gs pos="0">
                    <a:schemeClr val="accent1"/>
                  </a:gs>
                </a:gsLst>
                <a:lin ang="0" scaled="0"/>
              </a:gradFill>
              <a:head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a:extLst>
                <a:ext uri="{FF2B5EF4-FFF2-40B4-BE49-F238E27FC236}">
                  <a16:creationId xmlns:a16="http://schemas.microsoft.com/office/drawing/2014/main" id="{733D8411-BD47-AE1C-361C-A49C996EEA7F}"/>
                </a:ext>
              </a:extLst>
            </p:cNvPr>
            <p:cNvCxnSpPr/>
            <p:nvPr/>
          </p:nvCxnSpPr>
          <p:spPr>
            <a:xfrm>
              <a:off x="2781301" y="887209"/>
              <a:ext cx="1223486"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cxnSp>
          <p:nvCxnSpPr>
            <p:cNvPr id="8" name="直接连接符 7">
              <a:extLst>
                <a:ext uri="{FF2B5EF4-FFF2-40B4-BE49-F238E27FC236}">
                  <a16:creationId xmlns:a16="http://schemas.microsoft.com/office/drawing/2014/main" id="{7409C28D-9B9E-453C-4556-C7C695C850AE}"/>
                </a:ext>
              </a:extLst>
            </p:cNvPr>
            <p:cNvCxnSpPr/>
            <p:nvPr/>
          </p:nvCxnSpPr>
          <p:spPr>
            <a:xfrm>
              <a:off x="1690688" y="722903"/>
              <a:ext cx="2071212"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grpSp>
      <p:grpSp>
        <p:nvGrpSpPr>
          <p:cNvPr id="9" name="组合 8">
            <a:extLst>
              <a:ext uri="{FF2B5EF4-FFF2-40B4-BE49-F238E27FC236}">
                <a16:creationId xmlns:a16="http://schemas.microsoft.com/office/drawing/2014/main" id="{F833EC72-E293-983C-2E9A-1A94B38DF9D6}"/>
              </a:ext>
            </a:extLst>
          </p:cNvPr>
          <p:cNvGrpSpPr/>
          <p:nvPr/>
        </p:nvGrpSpPr>
        <p:grpSpPr>
          <a:xfrm flipH="1">
            <a:off x="7922260" y="812494"/>
            <a:ext cx="3561080" cy="199333"/>
            <a:chOff x="708660" y="722903"/>
            <a:chExt cx="3561080" cy="199333"/>
          </a:xfrm>
        </p:grpSpPr>
        <p:sp>
          <p:nvSpPr>
            <p:cNvPr id="10" name="任意多边形: 形状 9">
              <a:extLst>
                <a:ext uri="{FF2B5EF4-FFF2-40B4-BE49-F238E27FC236}">
                  <a16:creationId xmlns:a16="http://schemas.microsoft.com/office/drawing/2014/main" id="{BC2A79A7-9DE5-1916-6983-E0CFA3B4BFB1}"/>
                </a:ext>
              </a:extLst>
            </p:cNvPr>
            <p:cNvSpPr/>
            <p:nvPr/>
          </p:nvSpPr>
          <p:spPr>
            <a:xfrm flipH="1">
              <a:off x="708660" y="807350"/>
              <a:ext cx="3561080" cy="114886"/>
            </a:xfrm>
            <a:custGeom>
              <a:avLst/>
              <a:gdLst>
                <a:gd name="connsiteX0" fmla="*/ 0 w 3561080"/>
                <a:gd name="connsiteY0" fmla="*/ 208280 h 208280"/>
                <a:gd name="connsiteX1" fmla="*/ 208280 w 3561080"/>
                <a:gd name="connsiteY1" fmla="*/ 0 h 208280"/>
                <a:gd name="connsiteX2" fmla="*/ 3561080 w 3561080"/>
                <a:gd name="connsiteY2" fmla="*/ 0 h 208280"/>
              </a:gdLst>
              <a:ahLst/>
              <a:cxnLst>
                <a:cxn ang="0">
                  <a:pos x="connsiteX0" y="connsiteY0"/>
                </a:cxn>
                <a:cxn ang="0">
                  <a:pos x="connsiteX1" y="connsiteY1"/>
                </a:cxn>
                <a:cxn ang="0">
                  <a:pos x="connsiteX2" y="connsiteY2"/>
                </a:cxn>
              </a:cxnLst>
              <a:rect l="l" t="t" r="r" b="b"/>
              <a:pathLst>
                <a:path w="3561080" h="208280">
                  <a:moveTo>
                    <a:pt x="0" y="208280"/>
                  </a:moveTo>
                  <a:lnTo>
                    <a:pt x="208280" y="0"/>
                  </a:lnTo>
                  <a:lnTo>
                    <a:pt x="3561080" y="0"/>
                  </a:lnTo>
                </a:path>
              </a:pathLst>
            </a:custGeom>
            <a:noFill/>
            <a:ln w="25400">
              <a:gradFill>
                <a:gsLst>
                  <a:gs pos="100000">
                    <a:schemeClr val="accent1">
                      <a:alpha val="0"/>
                    </a:schemeClr>
                  </a:gs>
                  <a:gs pos="0">
                    <a:schemeClr val="accent1"/>
                  </a:gs>
                </a:gsLst>
                <a:lin ang="0" scaled="0"/>
              </a:gradFill>
              <a:head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a:extLst>
                <a:ext uri="{FF2B5EF4-FFF2-40B4-BE49-F238E27FC236}">
                  <a16:creationId xmlns:a16="http://schemas.microsoft.com/office/drawing/2014/main" id="{FDC72CAC-2655-15AD-8B85-41B1A55DDAF5}"/>
                </a:ext>
              </a:extLst>
            </p:cNvPr>
            <p:cNvCxnSpPr/>
            <p:nvPr/>
          </p:nvCxnSpPr>
          <p:spPr>
            <a:xfrm>
              <a:off x="2781301" y="887209"/>
              <a:ext cx="1223486"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cxnSp>
          <p:nvCxnSpPr>
            <p:cNvPr id="12" name="直接连接符 11">
              <a:extLst>
                <a:ext uri="{FF2B5EF4-FFF2-40B4-BE49-F238E27FC236}">
                  <a16:creationId xmlns:a16="http://schemas.microsoft.com/office/drawing/2014/main" id="{5A2CE988-BC45-3201-397E-86ABB4D58BE4}"/>
                </a:ext>
              </a:extLst>
            </p:cNvPr>
            <p:cNvCxnSpPr/>
            <p:nvPr/>
          </p:nvCxnSpPr>
          <p:spPr>
            <a:xfrm>
              <a:off x="1690688" y="722903"/>
              <a:ext cx="2071212"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grpSp>
    </p:spTree>
    <p:extLst>
      <p:ext uri="{BB962C8B-B14F-4D97-AF65-F5344CB8AC3E}">
        <p14:creationId xmlns:p14="http://schemas.microsoft.com/office/powerpoint/2010/main" val="4039344658"/>
      </p:ext>
    </p:extLst>
  </p:cSld>
  <p:clrMap bg1="lt1" tx1="dk1" bg2="lt2" tx2="dk2" accent1="accent1" accent2="accent2" accent3="accent3" accent4="accent4" accent5="accent5" accent6="accent6" hlink="hlink" folHlink="folHlink"/>
  <p:sldLayoutIdLst>
    <p:sldLayoutId id="2157483829" r:id="rId1"/>
    <p:sldLayoutId id="2157483830" r:id="rId2"/>
    <p:sldLayoutId id="2157483831" r:id="rId3"/>
    <p:sldLayoutId id="2157483832" r:id="rId4"/>
    <p:sldLayoutId id="2157483833" r:id="rId5"/>
    <p:sldLayoutId id="2157483834" r:id="rId6"/>
    <p:sldLayoutId id="2157483835" r:id="rId7"/>
    <p:sldLayoutId id="2157483836" r:id="rId8"/>
    <p:sldLayoutId id="2157483837" r:id="rId9"/>
    <p:sldLayoutId id="2157483838" r:id="rId10"/>
    <p:sldLayoutId id="2157483839" r:id="rId11"/>
    <p:sldLayoutId id="215748384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直角三角形 7">
            <a:extLst>
              <a:ext uri="{FF2B5EF4-FFF2-40B4-BE49-F238E27FC236}">
                <a16:creationId xmlns:a16="http://schemas.microsoft.com/office/drawing/2014/main" id="{7FEA1A44-6F60-08F5-58D2-522940CA86EB}"/>
              </a:ext>
            </a:extLst>
          </p:cNvPr>
          <p:cNvSpPr/>
          <p:nvPr/>
        </p:nvSpPr>
        <p:spPr>
          <a:xfrm rot="16200000" flipH="1">
            <a:off x="7834886" y="-998659"/>
            <a:ext cx="3358453" cy="5355774"/>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直角三角形 9">
            <a:extLst>
              <a:ext uri="{FF2B5EF4-FFF2-40B4-BE49-F238E27FC236}">
                <a16:creationId xmlns:a16="http://schemas.microsoft.com/office/drawing/2014/main" id="{B6367F12-CD85-256A-CC5A-9094227CE2BA}"/>
              </a:ext>
            </a:extLst>
          </p:cNvPr>
          <p:cNvSpPr/>
          <p:nvPr/>
        </p:nvSpPr>
        <p:spPr>
          <a:xfrm rot="5400000" flipH="1">
            <a:off x="998661" y="2526232"/>
            <a:ext cx="3358453" cy="5355774"/>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6">
            <a:extLst>
              <a:ext uri="{FF2B5EF4-FFF2-40B4-BE49-F238E27FC236}">
                <a16:creationId xmlns:a16="http://schemas.microsoft.com/office/drawing/2014/main" id="{23FB03DC-77D3-A936-BA70-44F4BA9E73C9}"/>
              </a:ext>
            </a:extLst>
          </p:cNvPr>
          <p:cNvSpPr/>
          <p:nvPr/>
        </p:nvSpPr>
        <p:spPr>
          <a:xfrm>
            <a:off x="526741" y="476250"/>
            <a:ext cx="11124485" cy="5883942"/>
          </a:xfrm>
          <a:prstGeom prst="roundRect">
            <a:avLst>
              <a:gd name="adj" fmla="val 5129"/>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7D38913D-60F4-3CB8-0326-EA0F6F7A1E5B}"/>
              </a:ext>
            </a:extLst>
          </p:cNvPr>
          <p:cNvSpPr/>
          <p:nvPr/>
        </p:nvSpPr>
        <p:spPr>
          <a:xfrm>
            <a:off x="10350073" y="697231"/>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a:extLst>
              <a:ext uri="{FF2B5EF4-FFF2-40B4-BE49-F238E27FC236}">
                <a16:creationId xmlns:a16="http://schemas.microsoft.com/office/drawing/2014/main" id="{FE92F9F2-B9AB-7B1A-86CF-EBD580A8288D}"/>
              </a:ext>
            </a:extLst>
          </p:cNvPr>
          <p:cNvSpPr/>
          <p:nvPr/>
        </p:nvSpPr>
        <p:spPr>
          <a:xfrm>
            <a:off x="10620460" y="697231"/>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a:extLst>
              <a:ext uri="{FF2B5EF4-FFF2-40B4-BE49-F238E27FC236}">
                <a16:creationId xmlns:a16="http://schemas.microsoft.com/office/drawing/2014/main" id="{747D8282-764C-5028-81AA-9FE85D27C7DF}"/>
              </a:ext>
            </a:extLst>
          </p:cNvPr>
          <p:cNvSpPr/>
          <p:nvPr/>
        </p:nvSpPr>
        <p:spPr>
          <a:xfrm>
            <a:off x="10890847" y="697231"/>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椭圆 19">
            <a:extLst>
              <a:ext uri="{FF2B5EF4-FFF2-40B4-BE49-F238E27FC236}">
                <a16:creationId xmlns:a16="http://schemas.microsoft.com/office/drawing/2014/main" id="{D66E5E02-6E7C-0A42-39CB-81BFC21CD8CC}"/>
              </a:ext>
            </a:extLst>
          </p:cNvPr>
          <p:cNvSpPr/>
          <p:nvPr/>
        </p:nvSpPr>
        <p:spPr>
          <a:xfrm>
            <a:off x="986102" y="5948499"/>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a:extLst>
              <a:ext uri="{FF2B5EF4-FFF2-40B4-BE49-F238E27FC236}">
                <a16:creationId xmlns:a16="http://schemas.microsoft.com/office/drawing/2014/main" id="{0F932C5E-0E6F-B4BE-5EA9-F033CA4D2ADF}"/>
              </a:ext>
            </a:extLst>
          </p:cNvPr>
          <p:cNvSpPr/>
          <p:nvPr/>
        </p:nvSpPr>
        <p:spPr>
          <a:xfrm>
            <a:off x="1256489" y="5948499"/>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a:extLst>
              <a:ext uri="{FF2B5EF4-FFF2-40B4-BE49-F238E27FC236}">
                <a16:creationId xmlns:a16="http://schemas.microsoft.com/office/drawing/2014/main" id="{EC70B607-B22C-C626-6402-0F4EF0211754}"/>
              </a:ext>
            </a:extLst>
          </p:cNvPr>
          <p:cNvSpPr/>
          <p:nvPr/>
        </p:nvSpPr>
        <p:spPr>
          <a:xfrm>
            <a:off x="1526876" y="5948499"/>
            <a:ext cx="141891" cy="141891"/>
          </a:xfrm>
          <a:prstGeom prst="ellips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602160623"/>
      </p:ext>
    </p:extLst>
  </p:cSld>
  <p:clrMap bg1="lt1" tx1="dk1" bg2="lt2" tx2="dk2" accent1="accent1" accent2="accent2" accent3="accent3" accent4="accent4" accent5="accent5" accent6="accent6" hlink="hlink" folHlink="folHlink"/>
  <p:sldLayoutIdLst>
    <p:sldLayoutId id="2157483842" r:id="rId1"/>
    <p:sldLayoutId id="2157483843" r:id="rId2"/>
    <p:sldLayoutId id="2157483844" r:id="rId3"/>
    <p:sldLayoutId id="2157483845" r:id="rId4"/>
    <p:sldLayoutId id="2157483846"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直角三角形 1">
            <a:extLst>
              <a:ext uri="{FF2B5EF4-FFF2-40B4-BE49-F238E27FC236}">
                <a16:creationId xmlns:a16="http://schemas.microsoft.com/office/drawing/2014/main" id="{FCB92FEA-7A91-3E2A-6A6C-7B3576287B9A}"/>
              </a:ext>
            </a:extLst>
          </p:cNvPr>
          <p:cNvSpPr/>
          <p:nvPr/>
        </p:nvSpPr>
        <p:spPr>
          <a:xfrm rot="16200000" flipH="1">
            <a:off x="10544357" y="-377641"/>
            <a:ext cx="1269999" cy="2025286"/>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直角三角形 2">
            <a:extLst>
              <a:ext uri="{FF2B5EF4-FFF2-40B4-BE49-F238E27FC236}">
                <a16:creationId xmlns:a16="http://schemas.microsoft.com/office/drawing/2014/main" id="{8B1FCC18-E1BA-9325-FC86-1A4E0149B6D9}"/>
              </a:ext>
            </a:extLst>
          </p:cNvPr>
          <p:cNvSpPr/>
          <p:nvPr/>
        </p:nvSpPr>
        <p:spPr>
          <a:xfrm rot="5400000" flipH="1">
            <a:off x="377644" y="5210357"/>
            <a:ext cx="1269999" cy="2025286"/>
          </a:xfrm>
          <a:prstGeom prst="rtTriangle">
            <a:avLst/>
          </a:prstGeom>
          <a:solidFill>
            <a:srgbClr val="083B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6">
            <a:extLst>
              <a:ext uri="{FF2B5EF4-FFF2-40B4-BE49-F238E27FC236}">
                <a16:creationId xmlns:a16="http://schemas.microsoft.com/office/drawing/2014/main" id="{E7692700-0403-481F-64B4-0DF02CBC6B11}"/>
              </a:ext>
            </a:extLst>
          </p:cNvPr>
          <p:cNvSpPr/>
          <p:nvPr/>
        </p:nvSpPr>
        <p:spPr>
          <a:xfrm>
            <a:off x="666750" y="419100"/>
            <a:ext cx="10858500" cy="6019800"/>
          </a:xfrm>
          <a:prstGeom prst="roundRect">
            <a:avLst>
              <a:gd name="adj" fmla="val 5129"/>
            </a:avLst>
          </a:pr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a:extLst>
              <a:ext uri="{FF2B5EF4-FFF2-40B4-BE49-F238E27FC236}">
                <a16:creationId xmlns:a16="http://schemas.microsoft.com/office/drawing/2014/main" id="{ACEFECD9-D18E-8885-8C4F-95EC826EE155}"/>
              </a:ext>
            </a:extLst>
          </p:cNvPr>
          <p:cNvGrpSpPr/>
          <p:nvPr/>
        </p:nvGrpSpPr>
        <p:grpSpPr>
          <a:xfrm>
            <a:off x="708660" y="812494"/>
            <a:ext cx="3561080" cy="199333"/>
            <a:chOff x="708660" y="722903"/>
            <a:chExt cx="3561080" cy="199333"/>
          </a:xfrm>
        </p:grpSpPr>
        <p:sp>
          <p:nvSpPr>
            <p:cNvPr id="6" name="任意多边形: 形状 5">
              <a:extLst>
                <a:ext uri="{FF2B5EF4-FFF2-40B4-BE49-F238E27FC236}">
                  <a16:creationId xmlns:a16="http://schemas.microsoft.com/office/drawing/2014/main" id="{73532B09-A537-61B7-2EDF-53111EE57662}"/>
                </a:ext>
              </a:extLst>
            </p:cNvPr>
            <p:cNvSpPr/>
            <p:nvPr/>
          </p:nvSpPr>
          <p:spPr>
            <a:xfrm flipH="1">
              <a:off x="708660" y="807350"/>
              <a:ext cx="3561080" cy="114886"/>
            </a:xfrm>
            <a:custGeom>
              <a:avLst/>
              <a:gdLst>
                <a:gd name="connsiteX0" fmla="*/ 0 w 3561080"/>
                <a:gd name="connsiteY0" fmla="*/ 208280 h 208280"/>
                <a:gd name="connsiteX1" fmla="*/ 208280 w 3561080"/>
                <a:gd name="connsiteY1" fmla="*/ 0 h 208280"/>
                <a:gd name="connsiteX2" fmla="*/ 3561080 w 3561080"/>
                <a:gd name="connsiteY2" fmla="*/ 0 h 208280"/>
              </a:gdLst>
              <a:ahLst/>
              <a:cxnLst>
                <a:cxn ang="0">
                  <a:pos x="connsiteX0" y="connsiteY0"/>
                </a:cxn>
                <a:cxn ang="0">
                  <a:pos x="connsiteX1" y="connsiteY1"/>
                </a:cxn>
                <a:cxn ang="0">
                  <a:pos x="connsiteX2" y="connsiteY2"/>
                </a:cxn>
              </a:cxnLst>
              <a:rect l="l" t="t" r="r" b="b"/>
              <a:pathLst>
                <a:path w="3561080" h="208280">
                  <a:moveTo>
                    <a:pt x="0" y="208280"/>
                  </a:moveTo>
                  <a:lnTo>
                    <a:pt x="208280" y="0"/>
                  </a:lnTo>
                  <a:lnTo>
                    <a:pt x="3561080" y="0"/>
                  </a:lnTo>
                </a:path>
              </a:pathLst>
            </a:custGeom>
            <a:noFill/>
            <a:ln w="25400">
              <a:gradFill>
                <a:gsLst>
                  <a:gs pos="100000">
                    <a:schemeClr val="accent1">
                      <a:alpha val="0"/>
                    </a:schemeClr>
                  </a:gs>
                  <a:gs pos="0">
                    <a:schemeClr val="accent1"/>
                  </a:gs>
                </a:gsLst>
                <a:lin ang="0" scaled="0"/>
              </a:gradFill>
              <a:head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 name="直接连接符 6">
              <a:extLst>
                <a:ext uri="{FF2B5EF4-FFF2-40B4-BE49-F238E27FC236}">
                  <a16:creationId xmlns:a16="http://schemas.microsoft.com/office/drawing/2014/main" id="{733D8411-BD47-AE1C-361C-A49C996EEA7F}"/>
                </a:ext>
              </a:extLst>
            </p:cNvPr>
            <p:cNvCxnSpPr/>
            <p:nvPr/>
          </p:nvCxnSpPr>
          <p:spPr>
            <a:xfrm>
              <a:off x="2781301" y="887209"/>
              <a:ext cx="1223486"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cxnSp>
          <p:nvCxnSpPr>
            <p:cNvPr id="8" name="直接连接符 7">
              <a:extLst>
                <a:ext uri="{FF2B5EF4-FFF2-40B4-BE49-F238E27FC236}">
                  <a16:creationId xmlns:a16="http://schemas.microsoft.com/office/drawing/2014/main" id="{7409C28D-9B9E-453C-4556-C7C695C850AE}"/>
                </a:ext>
              </a:extLst>
            </p:cNvPr>
            <p:cNvCxnSpPr/>
            <p:nvPr/>
          </p:nvCxnSpPr>
          <p:spPr>
            <a:xfrm>
              <a:off x="1690688" y="722903"/>
              <a:ext cx="2071212"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grpSp>
      <p:grpSp>
        <p:nvGrpSpPr>
          <p:cNvPr id="9" name="组合 8">
            <a:extLst>
              <a:ext uri="{FF2B5EF4-FFF2-40B4-BE49-F238E27FC236}">
                <a16:creationId xmlns:a16="http://schemas.microsoft.com/office/drawing/2014/main" id="{F833EC72-E293-983C-2E9A-1A94B38DF9D6}"/>
              </a:ext>
            </a:extLst>
          </p:cNvPr>
          <p:cNvGrpSpPr/>
          <p:nvPr/>
        </p:nvGrpSpPr>
        <p:grpSpPr>
          <a:xfrm flipH="1">
            <a:off x="7922260" y="812494"/>
            <a:ext cx="3561080" cy="199333"/>
            <a:chOff x="708660" y="722903"/>
            <a:chExt cx="3561080" cy="199333"/>
          </a:xfrm>
        </p:grpSpPr>
        <p:sp>
          <p:nvSpPr>
            <p:cNvPr id="10" name="任意多边形: 形状 9">
              <a:extLst>
                <a:ext uri="{FF2B5EF4-FFF2-40B4-BE49-F238E27FC236}">
                  <a16:creationId xmlns:a16="http://schemas.microsoft.com/office/drawing/2014/main" id="{BC2A79A7-9DE5-1916-6983-E0CFA3B4BFB1}"/>
                </a:ext>
              </a:extLst>
            </p:cNvPr>
            <p:cNvSpPr/>
            <p:nvPr/>
          </p:nvSpPr>
          <p:spPr>
            <a:xfrm flipH="1">
              <a:off x="708660" y="807350"/>
              <a:ext cx="3561080" cy="114886"/>
            </a:xfrm>
            <a:custGeom>
              <a:avLst/>
              <a:gdLst>
                <a:gd name="connsiteX0" fmla="*/ 0 w 3561080"/>
                <a:gd name="connsiteY0" fmla="*/ 208280 h 208280"/>
                <a:gd name="connsiteX1" fmla="*/ 208280 w 3561080"/>
                <a:gd name="connsiteY1" fmla="*/ 0 h 208280"/>
                <a:gd name="connsiteX2" fmla="*/ 3561080 w 3561080"/>
                <a:gd name="connsiteY2" fmla="*/ 0 h 208280"/>
              </a:gdLst>
              <a:ahLst/>
              <a:cxnLst>
                <a:cxn ang="0">
                  <a:pos x="connsiteX0" y="connsiteY0"/>
                </a:cxn>
                <a:cxn ang="0">
                  <a:pos x="connsiteX1" y="connsiteY1"/>
                </a:cxn>
                <a:cxn ang="0">
                  <a:pos x="connsiteX2" y="connsiteY2"/>
                </a:cxn>
              </a:cxnLst>
              <a:rect l="l" t="t" r="r" b="b"/>
              <a:pathLst>
                <a:path w="3561080" h="208280">
                  <a:moveTo>
                    <a:pt x="0" y="208280"/>
                  </a:moveTo>
                  <a:lnTo>
                    <a:pt x="208280" y="0"/>
                  </a:lnTo>
                  <a:lnTo>
                    <a:pt x="3561080" y="0"/>
                  </a:lnTo>
                </a:path>
              </a:pathLst>
            </a:custGeom>
            <a:noFill/>
            <a:ln w="25400">
              <a:gradFill>
                <a:gsLst>
                  <a:gs pos="100000">
                    <a:schemeClr val="accent1">
                      <a:alpha val="0"/>
                    </a:schemeClr>
                  </a:gs>
                  <a:gs pos="0">
                    <a:schemeClr val="accent1"/>
                  </a:gs>
                </a:gsLst>
                <a:lin ang="0" scaled="0"/>
              </a:gradFill>
              <a:headEnd type="ova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a:extLst>
                <a:ext uri="{FF2B5EF4-FFF2-40B4-BE49-F238E27FC236}">
                  <a16:creationId xmlns:a16="http://schemas.microsoft.com/office/drawing/2014/main" id="{FDC72CAC-2655-15AD-8B85-41B1A55DDAF5}"/>
                </a:ext>
              </a:extLst>
            </p:cNvPr>
            <p:cNvCxnSpPr/>
            <p:nvPr/>
          </p:nvCxnSpPr>
          <p:spPr>
            <a:xfrm>
              <a:off x="2781301" y="887209"/>
              <a:ext cx="1223486"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cxnSp>
          <p:nvCxnSpPr>
            <p:cNvPr id="12" name="直接连接符 11">
              <a:extLst>
                <a:ext uri="{FF2B5EF4-FFF2-40B4-BE49-F238E27FC236}">
                  <a16:creationId xmlns:a16="http://schemas.microsoft.com/office/drawing/2014/main" id="{5A2CE988-BC45-3201-397E-86ABB4D58BE4}"/>
                </a:ext>
              </a:extLst>
            </p:cNvPr>
            <p:cNvCxnSpPr/>
            <p:nvPr/>
          </p:nvCxnSpPr>
          <p:spPr>
            <a:xfrm>
              <a:off x="1690688" y="722903"/>
              <a:ext cx="2071212" cy="0"/>
            </a:xfrm>
            <a:prstGeom prst="line">
              <a:avLst/>
            </a:prstGeom>
            <a:noFill/>
            <a:ln w="25400">
              <a:gradFill>
                <a:gsLst>
                  <a:gs pos="0">
                    <a:schemeClr val="accent1">
                      <a:alpha val="0"/>
                    </a:schemeClr>
                  </a:gs>
                  <a:gs pos="100000">
                    <a:schemeClr val="accent1"/>
                  </a:gs>
                </a:gsLst>
                <a:lin ang="0" scaled="0"/>
              </a:gradFill>
              <a:headEnd type="none"/>
            </a:ln>
          </p:spPr>
          <p:style>
            <a:lnRef idx="2">
              <a:schemeClr val="accent1">
                <a:shade val="50000"/>
              </a:schemeClr>
            </a:lnRef>
            <a:fillRef idx="1">
              <a:schemeClr val="accent1"/>
            </a:fillRef>
            <a:effectRef idx="0">
              <a:schemeClr val="accent1"/>
            </a:effectRef>
            <a:fontRef idx="minor">
              <a:schemeClr val="lt1"/>
            </a:fontRef>
          </p:style>
        </p:cxnSp>
      </p:grpSp>
    </p:spTree>
    <p:extLst>
      <p:ext uri="{BB962C8B-B14F-4D97-AF65-F5344CB8AC3E}">
        <p14:creationId xmlns:p14="http://schemas.microsoft.com/office/powerpoint/2010/main" val="1358946591"/>
      </p:ext>
    </p:extLst>
  </p:cSld>
  <p:clrMap bg1="lt1" tx1="dk1" bg2="lt2" tx2="dk2" accent1="accent1" accent2="accent2" accent3="accent3" accent4="accent4" accent5="accent5" accent6="accent6" hlink="hlink" folHlink="folHlink"/>
  <p:sldLayoutIdLst>
    <p:sldLayoutId id="2157483848" r:id="rId1"/>
    <p:sldLayoutId id="2157483849" r:id="rId2"/>
    <p:sldLayoutId id="2157483850" r:id="rId3"/>
    <p:sldLayoutId id="2157483851" r:id="rId4"/>
    <p:sldLayoutId id="2157483852" r:id="rId5"/>
    <p:sldLayoutId id="2157483853" r:id="rId6"/>
    <p:sldLayoutId id="2157483854" r:id="rId7"/>
    <p:sldLayoutId id="2157483855" r:id="rId8"/>
    <p:sldLayoutId id="2157483856" r:id="rId9"/>
    <p:sldLayoutId id="2157483857" r:id="rId10"/>
    <p:sldLayoutId id="2157483858" r:id="rId11"/>
    <p:sldLayoutId id="21574838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7" name="AutoShape 18">
            <a:extLst>
              <a:ext uri="{FF2B5EF4-FFF2-40B4-BE49-F238E27FC236}">
                <a16:creationId xmlns:a16="http://schemas.microsoft.com/office/drawing/2014/main" id="{F787F346-EBC7-8402-901F-20EDF9DA3765}"/>
              </a:ext>
            </a:extLst>
          </p:cNvPr>
          <p:cNvSpPr/>
          <p:nvPr/>
        </p:nvSpPr>
        <p:spPr>
          <a:xfrm>
            <a:off x="1016000" y="2616200"/>
            <a:ext cx="10160000" cy="1270000"/>
          </a:xfrm>
          <a:prstGeom prst="rect">
            <a:avLst/>
          </a:prstGeom>
          <a:noFill/>
          <a:ln w="12700" cap="flat" cmpd="sng">
            <a:noFill/>
            <a:prstDash val="solid"/>
            <a:round/>
          </a:ln>
        </p:spPr>
        <p:txBody>
          <a:bodyPr vert="horz" wrap="none" lIns="0" tIns="0" rIns="0" bIns="0" rtlCol="0" anchor="t" anchorCtr="0"/>
          <a:lstStyle/>
          <a:p>
            <a:pPr marL="0" indent="0" algn="ctr">
              <a:lnSpc>
                <a:spcPct val="100000"/>
              </a:lnSpc>
              <a:defRPr/>
            </a:pPr>
            <a:r>
              <a:rPr lang="en-US" sz="7200" b="0" i="0" u="none" strike="noStrike" dirty="0" err="1">
                <a:solidFill>
                  <a:srgbClr val="26476A"/>
                </a:solidFill>
                <a:latin typeface="Noto Sans SC"/>
                <a:ea typeface="Noto Sans SC"/>
                <a:cs typeface="Noto Sans SC"/>
                <a:sym typeface="Noto Sans SC"/>
              </a:rPr>
              <a:t>音乐专辑数据分析</a:t>
            </a:r>
            <a:endParaRPr lang="en-US" sz="1100" dirty="0"/>
          </a:p>
        </p:txBody>
      </p:sp>
      <p:sp>
        <p:nvSpPr>
          <p:cNvPr id="38" name="AutoShape 19">
            <a:extLst>
              <a:ext uri="{FF2B5EF4-FFF2-40B4-BE49-F238E27FC236}">
                <a16:creationId xmlns:a16="http://schemas.microsoft.com/office/drawing/2014/main" id="{351BE23C-8924-8C19-0034-145CB50DC146}"/>
              </a:ext>
            </a:extLst>
          </p:cNvPr>
          <p:cNvSpPr/>
          <p:nvPr/>
        </p:nvSpPr>
        <p:spPr>
          <a:xfrm>
            <a:off x="3530600" y="3851643"/>
            <a:ext cx="5156200" cy="310414"/>
          </a:xfrm>
          <a:prstGeom prst="rect">
            <a:avLst/>
          </a:prstGeom>
          <a:noFill/>
          <a:ln w="12700" cap="flat" cmpd="sng">
            <a:noFill/>
            <a:prstDash val="solid"/>
            <a:round/>
          </a:ln>
        </p:spPr>
        <p:txBody>
          <a:bodyPr vert="horz" wrap="none" lIns="0" tIns="0" rIns="0" bIns="0" rtlCol="0" anchor="t" anchorCtr="0"/>
          <a:lstStyle/>
          <a:p>
            <a:pPr marL="0" indent="0" algn="ctr">
              <a:lnSpc>
                <a:spcPct val="100000"/>
              </a:lnSpc>
              <a:defRPr/>
            </a:pPr>
            <a:r>
              <a:rPr lang="en-US" b="0" i="0" u="none" strike="noStrike" dirty="0">
                <a:solidFill>
                  <a:srgbClr val="26476A"/>
                </a:solidFill>
                <a:latin typeface="Noto Sans SC"/>
                <a:ea typeface="Noto Sans SC"/>
                <a:cs typeface="Noto Sans SC"/>
                <a:sym typeface="Noto Sans SC"/>
              </a:rPr>
              <a:t>基于10万条音乐专辑数据的分析与可视化</a:t>
            </a:r>
            <a:endParaRPr lang="en-US" sz="1000" dirty="0"/>
          </a:p>
        </p:txBody>
      </p:sp>
      <p:grpSp>
        <p:nvGrpSpPr>
          <p:cNvPr id="39" name="组合 38">
            <a:extLst>
              <a:ext uri="{FF2B5EF4-FFF2-40B4-BE49-F238E27FC236}">
                <a16:creationId xmlns:a16="http://schemas.microsoft.com/office/drawing/2014/main" id="{70B4459D-2A1A-2623-6558-6D0994F3A5F0}"/>
              </a:ext>
            </a:extLst>
          </p:cNvPr>
          <p:cNvGrpSpPr/>
          <p:nvPr/>
        </p:nvGrpSpPr>
        <p:grpSpPr>
          <a:xfrm>
            <a:off x="6553200" y="5530112"/>
            <a:ext cx="3111500" cy="381000"/>
            <a:chOff x="2032000" y="5372100"/>
            <a:chExt cx="3111500" cy="381000"/>
          </a:xfrm>
        </p:grpSpPr>
        <p:sp>
          <p:nvSpPr>
            <p:cNvPr id="40" name="AutoShape 24">
              <a:extLst>
                <a:ext uri="{FF2B5EF4-FFF2-40B4-BE49-F238E27FC236}">
                  <a16:creationId xmlns:a16="http://schemas.microsoft.com/office/drawing/2014/main" id="{7ABA15E9-1ED5-9924-0042-92E97F217A83}"/>
                </a:ext>
              </a:extLst>
            </p:cNvPr>
            <p:cNvSpPr/>
            <p:nvPr/>
          </p:nvSpPr>
          <p:spPr>
            <a:xfrm>
              <a:off x="2032000" y="5397500"/>
              <a:ext cx="165100" cy="1651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1" name="AutoShape 25">
              <a:extLst>
                <a:ext uri="{FF2B5EF4-FFF2-40B4-BE49-F238E27FC236}">
                  <a16:creationId xmlns:a16="http://schemas.microsoft.com/office/drawing/2014/main" id="{0A985DC6-3935-F7C0-2F09-24C0553BC5B9}"/>
                </a:ext>
              </a:extLst>
            </p:cNvPr>
            <p:cNvSpPr/>
            <p:nvPr/>
          </p:nvSpPr>
          <p:spPr>
            <a:xfrm>
              <a:off x="2349500" y="5372100"/>
              <a:ext cx="2794000" cy="381000"/>
            </a:xfrm>
            <a:prstGeom prst="rect">
              <a:avLst/>
            </a:prstGeom>
            <a:noFill/>
            <a:ln w="12700" cap="flat" cmpd="sng">
              <a:noFill/>
              <a:prstDash val="solid"/>
              <a:round/>
            </a:ln>
          </p:spPr>
          <p:txBody>
            <a:bodyPr vert="horz" wrap="none" lIns="0" tIns="0" rIns="0" bIns="0" rtlCol="0" anchor="t" anchorCtr="0"/>
            <a:lstStyle/>
            <a:p>
              <a:pPr marL="0" indent="0" algn="l">
                <a:lnSpc>
                  <a:spcPct val="100000"/>
                </a:lnSpc>
                <a:defRPr/>
              </a:pPr>
              <a:r>
                <a:rPr lang="en-US" sz="1600" b="1" i="0" u="none" strike="noStrike" dirty="0">
                  <a:solidFill>
                    <a:srgbClr val="26476A"/>
                  </a:solidFill>
                  <a:latin typeface="Noto Sans SC"/>
                  <a:ea typeface="Noto Sans SC"/>
                  <a:cs typeface="Noto Sans SC"/>
                  <a:sym typeface="Noto Sans SC"/>
                </a:rPr>
                <a:t>日期：2026年7月</a:t>
              </a:r>
              <a:endParaRPr lang="en-US" sz="1100" dirty="0"/>
            </a:p>
          </p:txBody>
        </p:sp>
      </p:grpSp>
      <p:grpSp>
        <p:nvGrpSpPr>
          <p:cNvPr id="42" name="组合 41">
            <a:extLst>
              <a:ext uri="{FF2B5EF4-FFF2-40B4-BE49-F238E27FC236}">
                <a16:creationId xmlns:a16="http://schemas.microsoft.com/office/drawing/2014/main" id="{03F52D8B-90CB-8B36-2667-FB28F2FD389A}"/>
              </a:ext>
            </a:extLst>
          </p:cNvPr>
          <p:cNvGrpSpPr/>
          <p:nvPr/>
        </p:nvGrpSpPr>
        <p:grpSpPr>
          <a:xfrm>
            <a:off x="2032000" y="4889500"/>
            <a:ext cx="3606800" cy="381000"/>
            <a:chOff x="2032000" y="5372100"/>
            <a:chExt cx="3606800" cy="381000"/>
          </a:xfrm>
        </p:grpSpPr>
        <p:sp>
          <p:nvSpPr>
            <p:cNvPr id="43" name="AutoShape 24">
              <a:extLst>
                <a:ext uri="{FF2B5EF4-FFF2-40B4-BE49-F238E27FC236}">
                  <a16:creationId xmlns:a16="http://schemas.microsoft.com/office/drawing/2014/main" id="{1D1E206E-917F-3720-8282-C43CB697FDCF}"/>
                </a:ext>
              </a:extLst>
            </p:cNvPr>
            <p:cNvSpPr/>
            <p:nvPr/>
          </p:nvSpPr>
          <p:spPr>
            <a:xfrm>
              <a:off x="2032000" y="5397500"/>
              <a:ext cx="165100" cy="1651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4" name="AutoShape 25">
              <a:extLst>
                <a:ext uri="{FF2B5EF4-FFF2-40B4-BE49-F238E27FC236}">
                  <a16:creationId xmlns:a16="http://schemas.microsoft.com/office/drawing/2014/main" id="{2C51082F-5107-B59B-D07B-1DAEACE3FC37}"/>
                </a:ext>
              </a:extLst>
            </p:cNvPr>
            <p:cNvSpPr/>
            <p:nvPr/>
          </p:nvSpPr>
          <p:spPr>
            <a:xfrm>
              <a:off x="2349500" y="5372100"/>
              <a:ext cx="3289300" cy="381000"/>
            </a:xfrm>
            <a:prstGeom prst="rect">
              <a:avLst/>
            </a:prstGeom>
            <a:noFill/>
            <a:ln w="12700" cap="flat" cmpd="sng">
              <a:noFill/>
              <a:prstDash val="solid"/>
              <a:round/>
            </a:ln>
          </p:spPr>
          <p:txBody>
            <a:bodyPr vert="horz" wrap="none" lIns="0" tIns="0" rIns="0" bIns="0" rtlCol="0" anchor="t" anchorCtr="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zh-CN" altLang="en-US" sz="1600" b="1" i="0" u="none" strike="noStrike" kern="0" cap="none" spc="0" normalizeH="0" baseline="0" noProof="0" dirty="0">
                  <a:ln>
                    <a:noFill/>
                  </a:ln>
                  <a:solidFill>
                    <a:srgbClr val="26476A"/>
                  </a:solidFill>
                  <a:effectLst/>
                  <a:uLnTx/>
                  <a:uFillTx/>
                  <a:latin typeface="Noto Sans SC"/>
                  <a:ea typeface="Noto Sans SC"/>
                  <a:cs typeface="Arial"/>
                  <a:sym typeface="Noto Sans SC"/>
                </a:rPr>
                <a:t>项目小组：超级无敌雷霆暴龙战士组</a:t>
              </a:r>
              <a:endParaRPr kumimoji="0" lang="en-US" altLang="zh-CN" sz="1100" b="0" i="0" u="none" strike="noStrike" kern="0" cap="none" spc="0" normalizeH="0" baseline="0" noProof="0" dirty="0">
                <a:ln>
                  <a:noFill/>
                </a:ln>
                <a:solidFill>
                  <a:srgbClr val="000000"/>
                </a:solidFill>
                <a:effectLst/>
                <a:uLnTx/>
                <a:uFillTx/>
                <a:latin typeface="Arial"/>
                <a:cs typeface="Arial"/>
                <a:sym typeface="Arial"/>
              </a:endParaRPr>
            </a:p>
            <a:p>
              <a:pPr marL="0" indent="0" algn="l">
                <a:lnSpc>
                  <a:spcPct val="100000"/>
                </a:lnSpc>
                <a:defRPr/>
              </a:pPr>
              <a:endParaRPr lang="en-US" sz="1100" dirty="0"/>
            </a:p>
          </p:txBody>
        </p:sp>
      </p:grpSp>
      <p:grpSp>
        <p:nvGrpSpPr>
          <p:cNvPr id="45" name="组合 44">
            <a:extLst>
              <a:ext uri="{FF2B5EF4-FFF2-40B4-BE49-F238E27FC236}">
                <a16:creationId xmlns:a16="http://schemas.microsoft.com/office/drawing/2014/main" id="{55562A04-8DEC-19BE-C667-2F177BDC991E}"/>
              </a:ext>
            </a:extLst>
          </p:cNvPr>
          <p:cNvGrpSpPr/>
          <p:nvPr/>
        </p:nvGrpSpPr>
        <p:grpSpPr>
          <a:xfrm>
            <a:off x="6553200" y="4885956"/>
            <a:ext cx="3606800" cy="381000"/>
            <a:chOff x="2032000" y="5372100"/>
            <a:chExt cx="3606800" cy="381000"/>
          </a:xfrm>
        </p:grpSpPr>
        <p:sp>
          <p:nvSpPr>
            <p:cNvPr id="46" name="AutoShape 24">
              <a:extLst>
                <a:ext uri="{FF2B5EF4-FFF2-40B4-BE49-F238E27FC236}">
                  <a16:creationId xmlns:a16="http://schemas.microsoft.com/office/drawing/2014/main" id="{ED49D314-766A-E965-D29C-58E0553E7732}"/>
                </a:ext>
              </a:extLst>
            </p:cNvPr>
            <p:cNvSpPr/>
            <p:nvPr/>
          </p:nvSpPr>
          <p:spPr>
            <a:xfrm>
              <a:off x="2032000" y="5397500"/>
              <a:ext cx="165100" cy="1651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7" name="AutoShape 25">
              <a:extLst>
                <a:ext uri="{FF2B5EF4-FFF2-40B4-BE49-F238E27FC236}">
                  <a16:creationId xmlns:a16="http://schemas.microsoft.com/office/drawing/2014/main" id="{A8F865CF-363F-7584-615D-C14A9916DA06}"/>
                </a:ext>
              </a:extLst>
            </p:cNvPr>
            <p:cNvSpPr/>
            <p:nvPr/>
          </p:nvSpPr>
          <p:spPr>
            <a:xfrm>
              <a:off x="2349500" y="5372100"/>
              <a:ext cx="3289300" cy="381000"/>
            </a:xfrm>
            <a:prstGeom prst="rect">
              <a:avLst/>
            </a:prstGeom>
            <a:noFill/>
            <a:ln w="12700" cap="flat" cmpd="sng">
              <a:noFill/>
              <a:prstDash val="solid"/>
              <a:round/>
            </a:ln>
          </p:spPr>
          <p:txBody>
            <a:bodyPr vert="horz" wrap="none" lIns="0" tIns="0" rIns="0" bIns="0" rtlCol="0" anchor="t" anchorCtr="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zh-CN" altLang="en-US" sz="1600" b="1" i="0" u="none" strike="noStrike" kern="0" cap="none" spc="0" normalizeH="0" baseline="0" noProof="0" dirty="0">
                  <a:ln>
                    <a:noFill/>
                  </a:ln>
                  <a:solidFill>
                    <a:srgbClr val="26476A"/>
                  </a:solidFill>
                  <a:effectLst/>
                  <a:uLnTx/>
                  <a:uFillTx/>
                  <a:latin typeface="Noto Sans SC"/>
                  <a:ea typeface="Noto Sans SC"/>
                  <a:cs typeface="Arial"/>
                  <a:sym typeface="Noto Sans SC"/>
                </a:rPr>
                <a:t>项目成员：钟翌，刁英东，李晨</a:t>
              </a:r>
              <a:endParaRPr kumimoji="0" lang="en-US" altLang="zh-CN" sz="1100" b="0" i="0" u="none" strike="noStrike" kern="0" cap="none" spc="0" normalizeH="0" baseline="0" noProof="0" dirty="0">
                <a:ln>
                  <a:noFill/>
                </a:ln>
                <a:solidFill>
                  <a:srgbClr val="000000"/>
                </a:solidFill>
                <a:effectLst/>
                <a:uLnTx/>
                <a:uFillTx/>
                <a:latin typeface="Arial"/>
                <a:cs typeface="Arial"/>
                <a:sym typeface="Arial"/>
              </a:endParaRPr>
            </a:p>
            <a:p>
              <a:pPr marL="0" indent="0" algn="l">
                <a:lnSpc>
                  <a:spcPct val="100000"/>
                </a:lnSpc>
                <a:defRPr/>
              </a:pPr>
              <a:endParaRPr lang="en-US" sz="1100" dirty="0"/>
            </a:p>
          </p:txBody>
        </p:sp>
      </p:grpSp>
      <p:grpSp>
        <p:nvGrpSpPr>
          <p:cNvPr id="48" name="组合 47">
            <a:extLst>
              <a:ext uri="{FF2B5EF4-FFF2-40B4-BE49-F238E27FC236}">
                <a16:creationId xmlns:a16="http://schemas.microsoft.com/office/drawing/2014/main" id="{FCD458F0-AB30-365D-CF3C-FA59EF560F33}"/>
              </a:ext>
            </a:extLst>
          </p:cNvPr>
          <p:cNvGrpSpPr/>
          <p:nvPr/>
        </p:nvGrpSpPr>
        <p:grpSpPr>
          <a:xfrm>
            <a:off x="2032000" y="5530112"/>
            <a:ext cx="3111500" cy="381000"/>
            <a:chOff x="2032000" y="5372100"/>
            <a:chExt cx="3111500" cy="381000"/>
          </a:xfrm>
        </p:grpSpPr>
        <p:sp>
          <p:nvSpPr>
            <p:cNvPr id="49" name="AutoShape 24">
              <a:extLst>
                <a:ext uri="{FF2B5EF4-FFF2-40B4-BE49-F238E27FC236}">
                  <a16:creationId xmlns:a16="http://schemas.microsoft.com/office/drawing/2014/main" id="{681FFC8B-5FEE-2BC0-881C-8DDD1E411641}"/>
                </a:ext>
              </a:extLst>
            </p:cNvPr>
            <p:cNvSpPr/>
            <p:nvPr/>
          </p:nvSpPr>
          <p:spPr>
            <a:xfrm>
              <a:off x="2032000" y="5397500"/>
              <a:ext cx="165100" cy="1651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0" name="AutoShape 25">
              <a:extLst>
                <a:ext uri="{FF2B5EF4-FFF2-40B4-BE49-F238E27FC236}">
                  <a16:creationId xmlns:a16="http://schemas.microsoft.com/office/drawing/2014/main" id="{39D16449-4977-7B94-FA61-415370D7AE64}"/>
                </a:ext>
              </a:extLst>
            </p:cNvPr>
            <p:cNvSpPr/>
            <p:nvPr/>
          </p:nvSpPr>
          <p:spPr>
            <a:xfrm>
              <a:off x="2349500" y="5372100"/>
              <a:ext cx="2794000" cy="381000"/>
            </a:xfrm>
            <a:prstGeom prst="rect">
              <a:avLst/>
            </a:prstGeom>
            <a:noFill/>
            <a:ln w="12700" cap="flat" cmpd="sng">
              <a:noFill/>
              <a:prstDash val="solid"/>
              <a:round/>
            </a:ln>
          </p:spPr>
          <p:txBody>
            <a:bodyPr vert="horz" wrap="none" lIns="0" tIns="0" rIns="0" bIns="0" rtlCol="0" anchor="t" anchorCtr="0"/>
            <a:lstStyle/>
            <a:p>
              <a:pPr marL="0" indent="0" algn="l">
                <a:lnSpc>
                  <a:spcPct val="100000"/>
                </a:lnSpc>
                <a:defRPr/>
              </a:pPr>
              <a:r>
                <a:rPr lang="zh-CN" altLang="en-US" sz="1600" b="1" dirty="0">
                  <a:solidFill>
                    <a:srgbClr val="26476A"/>
                  </a:solidFill>
                  <a:latin typeface="Noto Sans SC"/>
                  <a:ea typeface="Noto Sans SC"/>
                  <a:sym typeface="Noto Sans SC"/>
                </a:rPr>
                <a:t>汇报人：钟翌</a:t>
              </a:r>
              <a:endParaRPr lang="en-US" sz="1100" dirty="0"/>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16" name="AutoShape 16"/>
          <p:cNvSpPr/>
          <p:nvPr/>
        </p:nvSpPr>
        <p:spPr>
          <a:xfrm>
            <a:off x="3839978" y="1928332"/>
            <a:ext cx="2286000" cy="368300"/>
          </a:xfrm>
          <a:prstGeom prst="rect">
            <a:avLst/>
          </a:prstGeom>
          <a:noFill/>
          <a:ln w="12700" cap="flat" cmpd="sng">
            <a:noFill/>
            <a:prstDash val="solid"/>
            <a:round/>
          </a:ln>
        </p:spPr>
        <p:txBody>
          <a:bodyPr vert="horz" wrap="none" lIns="0" tIns="0" rIns="0" bIns="0" rtlCol="0" anchor="t" anchorCtr="0"/>
          <a:lstStyle/>
          <a:p>
            <a:pPr marL="0" indent="0" algn="ctr">
              <a:lnSpc>
                <a:spcPct val="100000"/>
              </a:lnSpc>
              <a:defRPr/>
            </a:pPr>
            <a:r>
              <a:rPr lang="en-US" sz="2400" b="0" i="0" u="none" strike="noStrike" dirty="0">
                <a:solidFill>
                  <a:srgbClr val="FFFFFF"/>
                </a:solidFill>
                <a:latin typeface="Noto Sans SC"/>
                <a:ea typeface="Noto Sans SC"/>
                <a:cs typeface="Noto Sans SC"/>
                <a:sym typeface="Noto Sans SC"/>
              </a:rPr>
              <a:t>01 </a:t>
            </a:r>
            <a:r>
              <a:rPr lang="en-US" sz="2400" b="0" i="0" u="none" strike="noStrike" dirty="0" err="1">
                <a:solidFill>
                  <a:srgbClr val="FFFFFF"/>
                </a:solidFill>
                <a:latin typeface="Noto Sans SC"/>
                <a:ea typeface="Noto Sans SC"/>
                <a:cs typeface="Noto Sans SC"/>
                <a:sym typeface="Noto Sans SC"/>
              </a:rPr>
              <a:t>实训成果概述</a:t>
            </a:r>
            <a:endParaRPr lang="en-US" sz="1100" dirty="0"/>
          </a:p>
        </p:txBody>
      </p:sp>
      <p:sp>
        <p:nvSpPr>
          <p:cNvPr id="17" name="AutoShape 17"/>
          <p:cNvSpPr/>
          <p:nvPr/>
        </p:nvSpPr>
        <p:spPr>
          <a:xfrm>
            <a:off x="4212118" y="2307114"/>
            <a:ext cx="1992128" cy="196850"/>
          </a:xfrm>
          <a:prstGeom prst="rect">
            <a:avLst/>
          </a:prstGeom>
          <a:noFill/>
          <a:ln w="12700" cap="flat" cmpd="sng">
            <a:noFill/>
            <a:prstDash val="solid"/>
            <a:round/>
          </a:ln>
        </p:spPr>
        <p:txBody>
          <a:bodyPr vert="horz" wrap="square" lIns="0" tIns="0" rIns="0" bIns="0" rtlCol="0" anchor="t" anchorCtr="0"/>
          <a:lstStyle/>
          <a:p>
            <a:pPr marL="0" indent="0" algn="dist">
              <a:lnSpc>
                <a:spcPct val="100000"/>
              </a:lnSpc>
              <a:defRPr/>
            </a:pPr>
            <a:r>
              <a:rPr lang="en-US" sz="1400" b="0" i="0" u="none" strike="noStrike" dirty="0" err="1">
                <a:solidFill>
                  <a:srgbClr val="FFFFFF">
                    <a:alpha val="70196"/>
                  </a:srgbClr>
                </a:solidFill>
                <a:latin typeface="Noto Sans SC"/>
                <a:ea typeface="Noto Sans SC"/>
                <a:cs typeface="Noto Sans SC"/>
                <a:sym typeface="Noto Sans SC"/>
              </a:rPr>
              <a:t>实训成果全景回顾与总结</a:t>
            </a:r>
            <a:endParaRPr lang="en-US" sz="1100" dirty="0"/>
          </a:p>
        </p:txBody>
      </p:sp>
      <p:sp>
        <p:nvSpPr>
          <p:cNvPr id="18" name="AutoShape 18"/>
          <p:cNvSpPr/>
          <p:nvPr/>
        </p:nvSpPr>
        <p:spPr>
          <a:xfrm>
            <a:off x="7240329" y="1974850"/>
            <a:ext cx="2336800" cy="368300"/>
          </a:xfrm>
          <a:prstGeom prst="rect">
            <a:avLst/>
          </a:prstGeom>
          <a:noFill/>
          <a:ln w="12700" cap="flat" cmpd="sng">
            <a:noFill/>
            <a:prstDash val="solid"/>
            <a:round/>
          </a:ln>
        </p:spPr>
        <p:txBody>
          <a:bodyPr vert="horz" wrap="none" lIns="0" tIns="0" rIns="0" bIns="0" rtlCol="0" anchor="t" anchorCtr="0"/>
          <a:lstStyle/>
          <a:p>
            <a:pPr marL="0" indent="0" algn="ctr">
              <a:lnSpc>
                <a:spcPct val="100000"/>
              </a:lnSpc>
              <a:defRPr/>
            </a:pPr>
            <a:r>
              <a:rPr lang="en-US" sz="2400" b="0" i="0" u="none" strike="noStrike" dirty="0">
                <a:solidFill>
                  <a:srgbClr val="FFFFFF"/>
                </a:solidFill>
                <a:latin typeface="Noto Sans SC"/>
                <a:ea typeface="Noto Sans SC"/>
                <a:cs typeface="Noto Sans SC"/>
                <a:sym typeface="Noto Sans SC"/>
              </a:rPr>
              <a:t>02 </a:t>
            </a:r>
            <a:r>
              <a:rPr lang="en-US" sz="2400" b="0" i="0" u="none" strike="noStrike" dirty="0" err="1">
                <a:solidFill>
                  <a:srgbClr val="FFFFFF"/>
                </a:solidFill>
                <a:latin typeface="Noto Sans SC"/>
                <a:ea typeface="Noto Sans SC"/>
                <a:cs typeface="Noto Sans SC"/>
                <a:sym typeface="Noto Sans SC"/>
              </a:rPr>
              <a:t>项目背景介绍</a:t>
            </a:r>
            <a:endParaRPr lang="en-US" sz="1100" dirty="0"/>
          </a:p>
        </p:txBody>
      </p:sp>
      <p:sp>
        <p:nvSpPr>
          <p:cNvPr id="19" name="AutoShape 19"/>
          <p:cNvSpPr/>
          <p:nvPr/>
        </p:nvSpPr>
        <p:spPr>
          <a:xfrm>
            <a:off x="7651602" y="2330450"/>
            <a:ext cx="2349500" cy="215900"/>
          </a:xfrm>
          <a:prstGeom prst="rect">
            <a:avLst/>
          </a:prstGeom>
          <a:noFill/>
          <a:ln w="12700" cap="flat" cmpd="sng">
            <a:noFill/>
            <a:prstDash val="solid"/>
            <a:round/>
          </a:ln>
        </p:spPr>
        <p:txBody>
          <a:bodyPr vert="horz" wrap="square" lIns="0" tIns="0" rIns="0" bIns="0" rtlCol="0" anchor="t" anchorCtr="0"/>
          <a:lstStyle/>
          <a:p>
            <a:pPr marL="0" indent="0" algn="dist">
              <a:lnSpc>
                <a:spcPct val="100000"/>
              </a:lnSpc>
              <a:defRPr/>
            </a:pPr>
            <a:r>
              <a:rPr lang="en-US" sz="1400" b="0" i="0" u="none" strike="noStrike" dirty="0" err="1">
                <a:solidFill>
                  <a:srgbClr val="FFFFFF">
                    <a:alpha val="70196"/>
                  </a:srgbClr>
                </a:solidFill>
                <a:latin typeface="Noto Sans SC"/>
                <a:ea typeface="Noto Sans SC"/>
                <a:cs typeface="Noto Sans SC"/>
                <a:sym typeface="Noto Sans SC"/>
              </a:rPr>
              <a:t>项目研究背景与实际应用价值</a:t>
            </a:r>
            <a:endParaRPr lang="en-US" sz="1100" dirty="0"/>
          </a:p>
        </p:txBody>
      </p:sp>
      <p:sp>
        <p:nvSpPr>
          <p:cNvPr id="20" name="AutoShape 20"/>
          <p:cNvSpPr/>
          <p:nvPr/>
        </p:nvSpPr>
        <p:spPr>
          <a:xfrm>
            <a:off x="3839978" y="2927940"/>
            <a:ext cx="2554472" cy="368300"/>
          </a:xfrm>
          <a:prstGeom prst="rect">
            <a:avLst/>
          </a:prstGeom>
          <a:noFill/>
          <a:ln w="12700" cap="flat" cmpd="sng">
            <a:noFill/>
            <a:prstDash val="solid"/>
            <a:round/>
          </a:ln>
        </p:spPr>
        <p:txBody>
          <a:bodyPr vert="horz" wrap="none" lIns="0" tIns="0" rIns="0" bIns="0" rtlCol="0" anchor="t" anchorCtr="0"/>
          <a:lstStyle/>
          <a:p>
            <a:pPr marL="0" indent="0" algn="ctr">
              <a:lnSpc>
                <a:spcPct val="100000"/>
              </a:lnSpc>
              <a:defRPr/>
            </a:pPr>
            <a:r>
              <a:rPr lang="en-US" sz="2400" b="0" i="0" u="none" strike="noStrike" dirty="0">
                <a:solidFill>
                  <a:srgbClr val="FFFFFF"/>
                </a:solidFill>
                <a:latin typeface="Noto Sans SC"/>
                <a:ea typeface="Noto Sans SC"/>
                <a:cs typeface="Noto Sans SC"/>
                <a:sym typeface="Noto Sans SC"/>
              </a:rPr>
              <a:t>03 </a:t>
            </a:r>
            <a:r>
              <a:rPr lang="en-US" sz="2400" b="0" i="0" u="none" strike="noStrike" dirty="0" err="1">
                <a:solidFill>
                  <a:srgbClr val="FFFFFF"/>
                </a:solidFill>
                <a:latin typeface="Noto Sans SC"/>
                <a:ea typeface="Noto Sans SC"/>
                <a:cs typeface="Noto Sans SC"/>
                <a:sym typeface="Noto Sans SC"/>
              </a:rPr>
              <a:t>数据与分析维度</a:t>
            </a:r>
            <a:endParaRPr lang="en-US" sz="1100" dirty="0"/>
          </a:p>
        </p:txBody>
      </p:sp>
      <p:sp>
        <p:nvSpPr>
          <p:cNvPr id="21" name="AutoShape 21"/>
          <p:cNvSpPr/>
          <p:nvPr/>
        </p:nvSpPr>
        <p:spPr>
          <a:xfrm>
            <a:off x="4212118" y="3359295"/>
            <a:ext cx="2501900" cy="202465"/>
          </a:xfrm>
          <a:prstGeom prst="rect">
            <a:avLst/>
          </a:prstGeom>
          <a:noFill/>
          <a:ln w="12700" cap="flat" cmpd="sng">
            <a:noFill/>
            <a:prstDash val="solid"/>
            <a:round/>
          </a:ln>
        </p:spPr>
        <p:txBody>
          <a:bodyPr vert="horz" wrap="square" lIns="0" tIns="0" rIns="0" bIns="0" rtlCol="0" anchor="t" anchorCtr="0"/>
          <a:lstStyle/>
          <a:p>
            <a:pPr marL="0" indent="0" algn="dist">
              <a:lnSpc>
                <a:spcPct val="100000"/>
              </a:lnSpc>
              <a:defRPr/>
            </a:pPr>
            <a:r>
              <a:rPr lang="en-US" sz="1400" b="0" i="0" u="none" strike="noStrike" dirty="0" err="1">
                <a:solidFill>
                  <a:srgbClr val="FFFFFF">
                    <a:alpha val="70196"/>
                  </a:srgbClr>
                </a:solidFill>
                <a:latin typeface="Noto Sans SC"/>
                <a:ea typeface="Noto Sans SC"/>
                <a:cs typeface="Noto Sans SC"/>
                <a:sym typeface="Noto Sans SC"/>
              </a:rPr>
              <a:t>数据集构成与核心分析指标体系</a:t>
            </a:r>
            <a:endParaRPr lang="en-US" sz="1100" dirty="0"/>
          </a:p>
        </p:txBody>
      </p:sp>
      <p:sp>
        <p:nvSpPr>
          <p:cNvPr id="22" name="AutoShape 22"/>
          <p:cNvSpPr/>
          <p:nvPr/>
        </p:nvSpPr>
        <p:spPr>
          <a:xfrm>
            <a:off x="7240329" y="2959100"/>
            <a:ext cx="2336800" cy="368300"/>
          </a:xfrm>
          <a:prstGeom prst="rect">
            <a:avLst/>
          </a:prstGeom>
          <a:noFill/>
          <a:ln w="12700" cap="flat" cmpd="sng">
            <a:noFill/>
            <a:prstDash val="solid"/>
            <a:round/>
          </a:ln>
        </p:spPr>
        <p:txBody>
          <a:bodyPr vert="horz" wrap="none" lIns="0" tIns="0" rIns="0" bIns="0" rtlCol="0" anchor="t" anchorCtr="0"/>
          <a:lstStyle/>
          <a:p>
            <a:pPr marL="0" indent="0" algn="ctr">
              <a:lnSpc>
                <a:spcPct val="100000"/>
              </a:lnSpc>
              <a:defRPr/>
            </a:pPr>
            <a:r>
              <a:rPr lang="en-US" sz="2400" b="0" i="0" u="none" strike="noStrike" dirty="0">
                <a:solidFill>
                  <a:srgbClr val="FFFFFF"/>
                </a:solidFill>
                <a:latin typeface="Noto Sans SC"/>
                <a:ea typeface="Noto Sans SC"/>
                <a:cs typeface="Noto Sans SC"/>
                <a:sym typeface="Noto Sans SC"/>
              </a:rPr>
              <a:t>04 </a:t>
            </a:r>
            <a:r>
              <a:rPr lang="en-US" sz="2400" b="0" i="0" u="none" strike="noStrike" dirty="0" err="1">
                <a:solidFill>
                  <a:srgbClr val="FFFFFF"/>
                </a:solidFill>
                <a:latin typeface="Noto Sans SC"/>
                <a:ea typeface="Noto Sans SC"/>
                <a:cs typeface="Noto Sans SC"/>
                <a:sym typeface="Noto Sans SC"/>
              </a:rPr>
              <a:t>结果与可视化</a:t>
            </a:r>
            <a:endParaRPr lang="en-US" sz="1100" dirty="0"/>
          </a:p>
        </p:txBody>
      </p:sp>
      <p:sp>
        <p:nvSpPr>
          <p:cNvPr id="23" name="AutoShape 23"/>
          <p:cNvSpPr/>
          <p:nvPr/>
        </p:nvSpPr>
        <p:spPr>
          <a:xfrm>
            <a:off x="7651602" y="3351028"/>
            <a:ext cx="2349500" cy="215900"/>
          </a:xfrm>
          <a:prstGeom prst="rect">
            <a:avLst/>
          </a:prstGeom>
          <a:noFill/>
          <a:ln w="12700" cap="flat" cmpd="sng">
            <a:noFill/>
            <a:prstDash val="solid"/>
            <a:round/>
          </a:ln>
        </p:spPr>
        <p:txBody>
          <a:bodyPr vert="horz" wrap="square" lIns="0" tIns="0" rIns="0" bIns="0" rtlCol="0" anchor="t" anchorCtr="0"/>
          <a:lstStyle/>
          <a:p>
            <a:pPr marL="0" indent="0" algn="dist">
              <a:lnSpc>
                <a:spcPct val="100000"/>
              </a:lnSpc>
              <a:defRPr/>
            </a:pPr>
            <a:r>
              <a:rPr lang="en-US" sz="1400" b="0" i="0" u="none" strike="noStrike" dirty="0" err="1">
                <a:solidFill>
                  <a:srgbClr val="FFFFFF">
                    <a:alpha val="70196"/>
                  </a:srgbClr>
                </a:solidFill>
                <a:latin typeface="Noto Sans SC"/>
                <a:ea typeface="Noto Sans SC"/>
                <a:cs typeface="Noto Sans SC"/>
                <a:sym typeface="Noto Sans SC"/>
              </a:rPr>
              <a:t>深度分析结论与图表直观呈现</a:t>
            </a:r>
            <a:endParaRPr lang="en-US" sz="1100" dirty="0"/>
          </a:p>
        </p:txBody>
      </p:sp>
      <p:sp>
        <p:nvSpPr>
          <p:cNvPr id="24" name="AutoShape 24"/>
          <p:cNvSpPr/>
          <p:nvPr/>
        </p:nvSpPr>
        <p:spPr>
          <a:xfrm>
            <a:off x="3835400" y="4012165"/>
            <a:ext cx="2260600" cy="368300"/>
          </a:xfrm>
          <a:prstGeom prst="rect">
            <a:avLst/>
          </a:prstGeom>
          <a:noFill/>
          <a:ln w="12700" cap="flat" cmpd="sng">
            <a:noFill/>
            <a:prstDash val="solid"/>
            <a:round/>
          </a:ln>
        </p:spPr>
        <p:txBody>
          <a:bodyPr vert="horz" wrap="none" lIns="0" tIns="0" rIns="0" bIns="0" rtlCol="0" anchor="t" anchorCtr="0"/>
          <a:lstStyle/>
          <a:p>
            <a:pPr marL="0" indent="0" algn="ctr">
              <a:lnSpc>
                <a:spcPct val="100000"/>
              </a:lnSpc>
              <a:defRPr/>
            </a:pPr>
            <a:r>
              <a:rPr lang="en-US" sz="2400" b="0" i="0" u="none" strike="noStrike" dirty="0">
                <a:solidFill>
                  <a:srgbClr val="FFFFFF"/>
                </a:solidFill>
                <a:latin typeface="Noto Sans SC"/>
                <a:ea typeface="Noto Sans SC"/>
                <a:cs typeface="Noto Sans SC"/>
                <a:sym typeface="Noto Sans SC"/>
              </a:rPr>
              <a:t>05 </a:t>
            </a:r>
            <a:r>
              <a:rPr lang="en-US" sz="2400" b="0" i="0" u="none" strike="noStrike" dirty="0" err="1">
                <a:solidFill>
                  <a:srgbClr val="FFFFFF"/>
                </a:solidFill>
                <a:latin typeface="Noto Sans SC"/>
                <a:ea typeface="Noto Sans SC"/>
                <a:cs typeface="Noto Sans SC"/>
                <a:sym typeface="Noto Sans SC"/>
              </a:rPr>
              <a:t>核心技术亮点</a:t>
            </a:r>
            <a:endParaRPr lang="en-US" sz="1100" dirty="0"/>
          </a:p>
        </p:txBody>
      </p:sp>
      <p:sp>
        <p:nvSpPr>
          <p:cNvPr id="25" name="AutoShape 25"/>
          <p:cNvSpPr/>
          <p:nvPr/>
        </p:nvSpPr>
        <p:spPr>
          <a:xfrm>
            <a:off x="4212118" y="4392428"/>
            <a:ext cx="2501900" cy="177800"/>
          </a:xfrm>
          <a:prstGeom prst="rect">
            <a:avLst/>
          </a:prstGeom>
          <a:noFill/>
          <a:ln w="12700" cap="flat" cmpd="sng">
            <a:noFill/>
            <a:prstDash val="solid"/>
            <a:round/>
          </a:ln>
        </p:spPr>
        <p:txBody>
          <a:bodyPr vert="horz" wrap="square" lIns="0" tIns="0" rIns="0" bIns="0" rtlCol="0" anchor="t" anchorCtr="0"/>
          <a:lstStyle/>
          <a:p>
            <a:pPr marL="0" indent="0" algn="dist">
              <a:lnSpc>
                <a:spcPct val="100000"/>
              </a:lnSpc>
              <a:defRPr/>
            </a:pPr>
            <a:r>
              <a:rPr lang="en-US" sz="1400" b="0" i="0" u="none" strike="noStrike" dirty="0" err="1">
                <a:solidFill>
                  <a:srgbClr val="FFFFFF">
                    <a:alpha val="70196"/>
                  </a:srgbClr>
                </a:solidFill>
                <a:latin typeface="Noto Sans SC"/>
                <a:ea typeface="Noto Sans SC"/>
                <a:cs typeface="Noto Sans SC"/>
                <a:sym typeface="Noto Sans SC"/>
              </a:rPr>
              <a:t>技术架构设计与关键创新点解析</a:t>
            </a:r>
            <a:endParaRPr lang="en-US" sz="1100" dirty="0"/>
          </a:p>
        </p:txBody>
      </p:sp>
      <p:sp>
        <p:nvSpPr>
          <p:cNvPr id="26" name="AutoShape 26"/>
          <p:cNvSpPr/>
          <p:nvPr/>
        </p:nvSpPr>
        <p:spPr>
          <a:xfrm>
            <a:off x="7288028" y="4000500"/>
            <a:ext cx="2555653" cy="368300"/>
          </a:xfrm>
          <a:prstGeom prst="rect">
            <a:avLst/>
          </a:prstGeom>
          <a:noFill/>
          <a:ln w="12700" cap="flat" cmpd="sng">
            <a:noFill/>
            <a:prstDash val="solid"/>
            <a:round/>
          </a:ln>
        </p:spPr>
        <p:txBody>
          <a:bodyPr vert="horz" wrap="none" lIns="0" tIns="0" rIns="0" bIns="0" rtlCol="0" anchor="t" anchorCtr="0"/>
          <a:lstStyle/>
          <a:p>
            <a:pPr marL="0" indent="0" algn="ctr">
              <a:lnSpc>
                <a:spcPct val="100000"/>
              </a:lnSpc>
              <a:defRPr/>
            </a:pPr>
            <a:r>
              <a:rPr lang="en-US" sz="2400" b="0" i="0" u="none" strike="noStrike" dirty="0">
                <a:solidFill>
                  <a:srgbClr val="FFFFFF"/>
                </a:solidFill>
                <a:latin typeface="Noto Sans SC"/>
                <a:ea typeface="Noto Sans SC"/>
                <a:cs typeface="Noto Sans SC"/>
                <a:sym typeface="Noto Sans SC"/>
              </a:rPr>
              <a:t>06 </a:t>
            </a:r>
            <a:r>
              <a:rPr lang="en-US" sz="2400" b="0" i="0" u="none" strike="noStrike" dirty="0" err="1">
                <a:solidFill>
                  <a:srgbClr val="FFFFFF"/>
                </a:solidFill>
                <a:latin typeface="Noto Sans SC"/>
                <a:ea typeface="Noto Sans SC"/>
                <a:cs typeface="Noto Sans SC"/>
                <a:sym typeface="Noto Sans SC"/>
              </a:rPr>
              <a:t>经验与实训心得</a:t>
            </a:r>
            <a:endParaRPr lang="en-US" sz="1100" dirty="0"/>
          </a:p>
        </p:txBody>
      </p:sp>
      <p:sp>
        <p:nvSpPr>
          <p:cNvPr id="27" name="AutoShape 27"/>
          <p:cNvSpPr/>
          <p:nvPr/>
        </p:nvSpPr>
        <p:spPr>
          <a:xfrm>
            <a:off x="7594304" y="4392428"/>
            <a:ext cx="2406798" cy="241300"/>
          </a:xfrm>
          <a:prstGeom prst="rect">
            <a:avLst/>
          </a:prstGeom>
          <a:noFill/>
          <a:ln w="12700" cap="flat" cmpd="sng">
            <a:noFill/>
            <a:prstDash val="solid"/>
            <a:round/>
          </a:ln>
        </p:spPr>
        <p:txBody>
          <a:bodyPr vert="horz" wrap="square" lIns="0" tIns="0" rIns="0" bIns="0" rtlCol="0" anchor="t" anchorCtr="0"/>
          <a:lstStyle/>
          <a:p>
            <a:pPr marL="0" indent="0" algn="dist">
              <a:lnSpc>
                <a:spcPct val="100000"/>
              </a:lnSpc>
              <a:defRPr/>
            </a:pPr>
            <a:r>
              <a:rPr lang="en-US" sz="1400" b="0" i="0" u="none" strike="noStrike" dirty="0" err="1">
                <a:solidFill>
                  <a:srgbClr val="FFFFFF">
                    <a:alpha val="70196"/>
                  </a:srgbClr>
                </a:solidFill>
                <a:latin typeface="Noto Sans SC"/>
                <a:ea typeface="Noto Sans SC"/>
                <a:cs typeface="Noto Sans SC"/>
                <a:sym typeface="Noto Sans SC"/>
              </a:rPr>
              <a:t>项目经验总结与个人成长感悟</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99" name="AutoShape 11">
            <a:extLst>
              <a:ext uri="{FF2B5EF4-FFF2-40B4-BE49-F238E27FC236}">
                <a16:creationId xmlns:a16="http://schemas.microsoft.com/office/drawing/2014/main" id="{EA09E8A2-0FDA-41AD-72E5-69300A796A9C}"/>
              </a:ext>
            </a:extLst>
          </p:cNvPr>
          <p:cNvSpPr/>
          <p:nvPr/>
        </p:nvSpPr>
        <p:spPr>
          <a:xfrm>
            <a:off x="4197799" y="698500"/>
            <a:ext cx="3830533" cy="5207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2800" b="1" i="0" u="none" strike="noStrike">
                <a:solidFill>
                  <a:srgbClr val="26476A"/>
                </a:solidFill>
                <a:latin typeface="Noto Sans SC"/>
                <a:ea typeface="Noto Sans SC"/>
                <a:cs typeface="Noto Sans SC"/>
                <a:sym typeface="Noto Sans SC"/>
              </a:rPr>
              <a:t>两周实训学习成果总览</a:t>
            </a:r>
            <a:endParaRPr lang="en-US" sz="1100"/>
          </a:p>
        </p:txBody>
      </p:sp>
      <p:sp>
        <p:nvSpPr>
          <p:cNvPr id="101" name="AutoShape 67">
            <a:extLst>
              <a:ext uri="{FF2B5EF4-FFF2-40B4-BE49-F238E27FC236}">
                <a16:creationId xmlns:a16="http://schemas.microsoft.com/office/drawing/2014/main" id="{E655E885-5204-BB0A-4918-672B3E511ED4}"/>
              </a:ext>
            </a:extLst>
          </p:cNvPr>
          <p:cNvSpPr/>
          <p:nvPr/>
        </p:nvSpPr>
        <p:spPr>
          <a:xfrm>
            <a:off x="794200" y="4927600"/>
            <a:ext cx="2342412" cy="3937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2000" b="1" i="0" u="none" strike="noStrike" dirty="0">
                <a:solidFill>
                  <a:srgbClr val="4A66AC"/>
                </a:solidFill>
                <a:latin typeface="Noto Sans SC"/>
                <a:ea typeface="Noto Sans SC"/>
                <a:cs typeface="Noto Sans SC"/>
                <a:sym typeface="Noto Sans SC"/>
              </a:rPr>
              <a:t>01 </a:t>
            </a:r>
            <a:r>
              <a:rPr lang="en-US" sz="2000" b="1" i="0" u="none" strike="noStrike" dirty="0" err="1">
                <a:solidFill>
                  <a:srgbClr val="4A66AC"/>
                </a:solidFill>
                <a:latin typeface="Noto Sans SC"/>
                <a:ea typeface="Noto Sans SC"/>
                <a:cs typeface="Noto Sans SC"/>
                <a:sym typeface="Noto Sans SC"/>
              </a:rPr>
              <a:t>Python基础</a:t>
            </a:r>
            <a:endParaRPr lang="en-US" sz="1100" dirty="0"/>
          </a:p>
        </p:txBody>
      </p:sp>
      <p:sp>
        <p:nvSpPr>
          <p:cNvPr id="103" name="AutoShape 68">
            <a:extLst>
              <a:ext uri="{FF2B5EF4-FFF2-40B4-BE49-F238E27FC236}">
                <a16:creationId xmlns:a16="http://schemas.microsoft.com/office/drawing/2014/main" id="{B1977FAD-D24A-314D-15AA-BC6E08FD288E}"/>
              </a:ext>
            </a:extLst>
          </p:cNvPr>
          <p:cNvSpPr/>
          <p:nvPr/>
        </p:nvSpPr>
        <p:spPr>
          <a:xfrm>
            <a:off x="794200" y="5321300"/>
            <a:ext cx="2342412" cy="7620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16666"/>
              </a:lnSpc>
              <a:defRPr/>
            </a:pPr>
            <a:r>
              <a:rPr lang="en-US" sz="1200" b="0" i="0" u="none" strike="noStrike" dirty="0" err="1">
                <a:solidFill>
                  <a:srgbClr val="404040"/>
                </a:solidFill>
                <a:latin typeface="Noto Sans SC"/>
                <a:ea typeface="Noto Sans SC"/>
                <a:cs typeface="Noto Sans SC"/>
                <a:sym typeface="Noto Sans SC"/>
              </a:rPr>
              <a:t>熟练掌握Python核心语法、函数与面向对象编程，独立完成学生成绩管理系统与简易计算器的开发实现</a:t>
            </a:r>
            <a:r>
              <a:rPr lang="en-US" sz="1200" b="0" i="0" u="none" strike="noStrike" dirty="0">
                <a:solidFill>
                  <a:srgbClr val="404040"/>
                </a:solidFill>
                <a:latin typeface="Noto Sans SC"/>
                <a:ea typeface="Noto Sans SC"/>
                <a:cs typeface="Noto Sans SC"/>
                <a:sym typeface="Noto Sans SC"/>
              </a:rPr>
              <a:t>。</a:t>
            </a:r>
            <a:endParaRPr lang="en-US" sz="1100" dirty="0"/>
          </a:p>
        </p:txBody>
      </p:sp>
      <p:sp>
        <p:nvSpPr>
          <p:cNvPr id="105" name="AutoShape 69">
            <a:extLst>
              <a:ext uri="{FF2B5EF4-FFF2-40B4-BE49-F238E27FC236}">
                <a16:creationId xmlns:a16="http://schemas.microsoft.com/office/drawing/2014/main" id="{87BE7462-11AA-CEB1-F90D-8DD12C55D33C}"/>
              </a:ext>
            </a:extLst>
          </p:cNvPr>
          <p:cNvSpPr/>
          <p:nvPr/>
        </p:nvSpPr>
        <p:spPr>
          <a:xfrm>
            <a:off x="3512000" y="4927600"/>
            <a:ext cx="2342412" cy="3937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2000" b="1" i="0" u="none" strike="noStrike" dirty="0">
                <a:solidFill>
                  <a:srgbClr val="629DD1"/>
                </a:solidFill>
                <a:latin typeface="Noto Sans SC"/>
                <a:ea typeface="Noto Sans SC"/>
                <a:cs typeface="Noto Sans SC"/>
                <a:sym typeface="Noto Sans SC"/>
              </a:rPr>
              <a:t>02 </a:t>
            </a:r>
            <a:r>
              <a:rPr lang="en-US" sz="2000" b="1" i="0" u="none" strike="noStrike" dirty="0" err="1">
                <a:solidFill>
                  <a:srgbClr val="629DD1"/>
                </a:solidFill>
                <a:latin typeface="Noto Sans SC"/>
                <a:ea typeface="Noto Sans SC"/>
                <a:cs typeface="Noto Sans SC"/>
                <a:sym typeface="Noto Sans SC"/>
              </a:rPr>
              <a:t>Python进阶</a:t>
            </a:r>
            <a:endParaRPr lang="en-US" sz="1100" dirty="0"/>
          </a:p>
        </p:txBody>
      </p:sp>
      <p:sp>
        <p:nvSpPr>
          <p:cNvPr id="107" name="AutoShape 70">
            <a:extLst>
              <a:ext uri="{FF2B5EF4-FFF2-40B4-BE49-F238E27FC236}">
                <a16:creationId xmlns:a16="http://schemas.microsoft.com/office/drawing/2014/main" id="{2A779C6A-5F10-D6DC-31F4-F79AD585BEC6}"/>
              </a:ext>
            </a:extLst>
          </p:cNvPr>
          <p:cNvSpPr/>
          <p:nvPr/>
        </p:nvSpPr>
        <p:spPr>
          <a:xfrm>
            <a:off x="3512000" y="5321300"/>
            <a:ext cx="2342412" cy="7620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16666"/>
              </a:lnSpc>
              <a:defRPr/>
            </a:pPr>
            <a:r>
              <a:rPr lang="en-US" sz="1200" b="0" i="0" u="none" strike="noStrike" dirty="0" err="1">
                <a:solidFill>
                  <a:srgbClr val="404040"/>
                </a:solidFill>
                <a:latin typeface="Noto Sans SC"/>
                <a:ea typeface="Noto Sans SC"/>
                <a:cs typeface="Noto Sans SC"/>
                <a:sym typeface="Noto Sans SC"/>
              </a:rPr>
              <a:t>深入理解装饰器、生成器与迭代器等高级特性，开发实用的课程资料整理命令行工具，提升代码效率</a:t>
            </a:r>
            <a:r>
              <a:rPr lang="en-US" sz="1200" b="0" i="0" u="none" strike="noStrike" dirty="0">
                <a:solidFill>
                  <a:srgbClr val="404040"/>
                </a:solidFill>
                <a:latin typeface="Noto Sans SC"/>
                <a:ea typeface="Noto Sans SC"/>
                <a:cs typeface="Noto Sans SC"/>
                <a:sym typeface="Noto Sans SC"/>
              </a:rPr>
              <a:t>。</a:t>
            </a:r>
            <a:endParaRPr lang="en-US" sz="1100" dirty="0"/>
          </a:p>
        </p:txBody>
      </p:sp>
      <p:sp>
        <p:nvSpPr>
          <p:cNvPr id="109" name="AutoShape 71">
            <a:extLst>
              <a:ext uri="{FF2B5EF4-FFF2-40B4-BE49-F238E27FC236}">
                <a16:creationId xmlns:a16="http://schemas.microsoft.com/office/drawing/2014/main" id="{35D71FFA-2D87-B2FC-200D-E604C6F3797F}"/>
              </a:ext>
            </a:extLst>
          </p:cNvPr>
          <p:cNvSpPr/>
          <p:nvPr/>
        </p:nvSpPr>
        <p:spPr>
          <a:xfrm>
            <a:off x="6229800" y="4927600"/>
            <a:ext cx="2342412" cy="3937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2000" b="1" i="0" u="none" strike="noStrike" dirty="0">
                <a:solidFill>
                  <a:srgbClr val="297FD5"/>
                </a:solidFill>
                <a:latin typeface="Noto Sans SC"/>
                <a:ea typeface="Noto Sans SC"/>
                <a:cs typeface="Noto Sans SC"/>
                <a:sym typeface="Noto Sans SC"/>
              </a:rPr>
              <a:t>03 </a:t>
            </a:r>
            <a:r>
              <a:rPr lang="en-US" sz="2000" b="1" i="0" u="none" strike="noStrike" dirty="0" err="1">
                <a:solidFill>
                  <a:srgbClr val="297FD5"/>
                </a:solidFill>
                <a:latin typeface="Noto Sans SC"/>
                <a:ea typeface="Noto Sans SC"/>
                <a:cs typeface="Noto Sans SC"/>
                <a:sym typeface="Noto Sans SC"/>
              </a:rPr>
              <a:t>数据分析核心库</a:t>
            </a:r>
            <a:endParaRPr lang="en-US" sz="1100" dirty="0"/>
          </a:p>
        </p:txBody>
      </p:sp>
      <p:sp>
        <p:nvSpPr>
          <p:cNvPr id="111" name="AutoShape 72">
            <a:extLst>
              <a:ext uri="{FF2B5EF4-FFF2-40B4-BE49-F238E27FC236}">
                <a16:creationId xmlns:a16="http://schemas.microsoft.com/office/drawing/2014/main" id="{03E1F7A6-0999-785E-8863-0232353E08D2}"/>
              </a:ext>
            </a:extLst>
          </p:cNvPr>
          <p:cNvSpPr/>
          <p:nvPr/>
        </p:nvSpPr>
        <p:spPr>
          <a:xfrm>
            <a:off x="6229800" y="5321300"/>
            <a:ext cx="2342412" cy="7620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16666"/>
              </a:lnSpc>
              <a:defRPr/>
            </a:pPr>
            <a:r>
              <a:rPr lang="en-US" sz="1200" b="0" i="0" u="none" strike="noStrike" dirty="0" err="1">
                <a:solidFill>
                  <a:srgbClr val="404040"/>
                </a:solidFill>
                <a:latin typeface="Noto Sans SC"/>
                <a:ea typeface="Noto Sans SC"/>
                <a:cs typeface="Noto Sans SC"/>
                <a:sym typeface="Noto Sans SC"/>
              </a:rPr>
              <a:t>精通NumPy数值计算、Pandas数据处理及Matplotlib可视化，完成电商订单分析与泰坦尼克数据清洗实战</a:t>
            </a:r>
            <a:r>
              <a:rPr lang="en-US" sz="1200" b="0" i="0" u="none" strike="noStrike" dirty="0">
                <a:solidFill>
                  <a:srgbClr val="404040"/>
                </a:solidFill>
                <a:latin typeface="Noto Sans SC"/>
                <a:ea typeface="Noto Sans SC"/>
                <a:cs typeface="Noto Sans SC"/>
                <a:sym typeface="Noto Sans SC"/>
              </a:rPr>
              <a:t>。</a:t>
            </a:r>
            <a:endParaRPr lang="en-US" sz="1100" dirty="0"/>
          </a:p>
        </p:txBody>
      </p:sp>
      <p:sp>
        <p:nvSpPr>
          <p:cNvPr id="113" name="AutoShape 73">
            <a:extLst>
              <a:ext uri="{FF2B5EF4-FFF2-40B4-BE49-F238E27FC236}">
                <a16:creationId xmlns:a16="http://schemas.microsoft.com/office/drawing/2014/main" id="{08D2363C-2E8E-5E92-C60E-C7F3B4351C50}"/>
              </a:ext>
            </a:extLst>
          </p:cNvPr>
          <p:cNvSpPr/>
          <p:nvPr/>
        </p:nvSpPr>
        <p:spPr>
          <a:xfrm>
            <a:off x="8985700" y="4927600"/>
            <a:ext cx="2342412" cy="3937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2000" b="1" i="0" u="none" strike="noStrike">
                <a:solidFill>
                  <a:srgbClr val="7F8FA9"/>
                </a:solidFill>
                <a:latin typeface="Noto Sans SC"/>
                <a:ea typeface="Noto Sans SC"/>
                <a:cs typeface="Noto Sans SC"/>
                <a:sym typeface="Noto Sans SC"/>
              </a:rPr>
              <a:t>04 数据采集与实战</a:t>
            </a:r>
            <a:endParaRPr lang="en-US" sz="1100"/>
          </a:p>
        </p:txBody>
      </p:sp>
      <p:sp>
        <p:nvSpPr>
          <p:cNvPr id="115" name="AutoShape 74">
            <a:extLst>
              <a:ext uri="{FF2B5EF4-FFF2-40B4-BE49-F238E27FC236}">
                <a16:creationId xmlns:a16="http://schemas.microsoft.com/office/drawing/2014/main" id="{13A64294-3E6F-86D3-B0D2-5F04CD2219AF}"/>
              </a:ext>
            </a:extLst>
          </p:cNvPr>
          <p:cNvSpPr/>
          <p:nvPr/>
        </p:nvSpPr>
        <p:spPr>
          <a:xfrm>
            <a:off x="8985700" y="5321300"/>
            <a:ext cx="2342412" cy="7620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16666"/>
              </a:lnSpc>
              <a:defRPr/>
            </a:pPr>
            <a:r>
              <a:rPr lang="en-US" sz="1200" b="0" i="0" u="none" strike="noStrike" dirty="0">
                <a:solidFill>
                  <a:srgbClr val="404040"/>
                </a:solidFill>
                <a:latin typeface="Noto Sans SC"/>
                <a:ea typeface="Noto Sans SC"/>
                <a:cs typeface="Noto Sans SC"/>
                <a:sym typeface="Noto Sans SC"/>
              </a:rPr>
              <a:t>掌握Requests与Selenium爬虫技术，成功采集并分析10万+条音乐专辑数据，实现从采集到分析的闭环。</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bg>
      <p:bgPr>
        <a:solidFill>
          <a:srgbClr val="FFFFFF">
            <a:alpha val="100000"/>
          </a:srgbClr>
        </a:solidFill>
        <a:effectLst/>
      </p:bgPr>
    </p:bg>
    <p:spTree>
      <p:nvGrpSpPr>
        <p:cNvPr id="1" name=""/>
        <p:cNvGrpSpPr/>
        <p:nvPr/>
      </p:nvGrpSpPr>
      <p:grpSpPr>
        <a:xfrm>
          <a:off x="0" y="0"/>
          <a:ext cx="0" cy="0"/>
          <a:chOff x="0" y="0"/>
          <a:chExt cx="0" cy="0"/>
        </a:xfrm>
      </p:grpSpPr>
      <p:sp>
        <p:nvSpPr>
          <p:cNvPr id="3" name="AutoShape 15">
            <a:extLst>
              <a:ext uri="{FF2B5EF4-FFF2-40B4-BE49-F238E27FC236}">
                <a16:creationId xmlns:a16="http://schemas.microsoft.com/office/drawing/2014/main" id="{3469C920-0FF4-18F5-0AFD-87CDF001AD54}"/>
              </a:ext>
            </a:extLst>
          </p:cNvPr>
          <p:cNvSpPr/>
          <p:nvPr/>
        </p:nvSpPr>
        <p:spPr>
          <a:xfrm>
            <a:off x="4559300" y="1636237"/>
            <a:ext cx="3060700" cy="5334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ctr">
              <a:lnSpc>
                <a:spcPct val="133333"/>
              </a:lnSpc>
              <a:defRPr/>
            </a:pPr>
            <a:r>
              <a:rPr lang="en-US" sz="2400" b="1" i="0" u="none" strike="noStrike">
                <a:solidFill>
                  <a:srgbClr val="26476A"/>
                </a:solidFill>
                <a:latin typeface="Noto Sans SC"/>
                <a:ea typeface="Noto Sans SC"/>
                <a:cs typeface="Noto Sans SC"/>
                <a:sym typeface="Noto Sans SC"/>
              </a:rPr>
              <a:t>02 实战项目演练</a:t>
            </a:r>
            <a:endParaRPr lang="en-US" sz="1100"/>
          </a:p>
        </p:txBody>
      </p:sp>
      <p:sp>
        <p:nvSpPr>
          <p:cNvPr id="5" name="AutoShape 16">
            <a:extLst>
              <a:ext uri="{FF2B5EF4-FFF2-40B4-BE49-F238E27FC236}">
                <a16:creationId xmlns:a16="http://schemas.microsoft.com/office/drawing/2014/main" id="{54873D87-0E47-BB95-C6AB-76E62FB14B74}"/>
              </a:ext>
            </a:extLst>
          </p:cNvPr>
          <p:cNvSpPr/>
          <p:nvPr/>
        </p:nvSpPr>
        <p:spPr>
          <a:xfrm>
            <a:off x="4762500" y="2423637"/>
            <a:ext cx="2654300" cy="229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just">
              <a:lnSpc>
                <a:spcPct val="116666"/>
              </a:lnSpc>
              <a:defRPr/>
            </a:pPr>
            <a:r>
              <a:rPr lang="en-US" sz="1400" b="0" i="0" u="none" strike="noStrike" dirty="0">
                <a:solidFill>
                  <a:srgbClr val="595959"/>
                </a:solidFill>
                <a:latin typeface="Noto Sans SC"/>
                <a:ea typeface="Noto Sans SC"/>
                <a:cs typeface="Noto Sans SC"/>
                <a:sym typeface="Noto Sans SC"/>
              </a:rPr>
              <a:t>独立开发学生成绩管理系统，基于字典实现数据存储与交互式菜单操作；完成数学计算器项目，封装运算逻辑并支持历史记录文件持久化；设计堆栈小游戏，运用面向对象思想实现游戏逻辑与命令行交互，将理论知识转化为可运行的完整应用。</a:t>
            </a:r>
            <a:endParaRPr lang="en-US" sz="1100" dirty="0"/>
          </a:p>
        </p:txBody>
      </p:sp>
      <p:sp>
        <p:nvSpPr>
          <p:cNvPr id="7" name="AutoShape 20">
            <a:extLst>
              <a:ext uri="{FF2B5EF4-FFF2-40B4-BE49-F238E27FC236}">
                <a16:creationId xmlns:a16="http://schemas.microsoft.com/office/drawing/2014/main" id="{90D3E7B6-A8B6-5658-D598-868F4215603E}"/>
              </a:ext>
            </a:extLst>
          </p:cNvPr>
          <p:cNvSpPr/>
          <p:nvPr/>
        </p:nvSpPr>
        <p:spPr>
          <a:xfrm>
            <a:off x="8255000" y="1636237"/>
            <a:ext cx="3060700" cy="5334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ctr">
              <a:lnSpc>
                <a:spcPct val="133333"/>
              </a:lnSpc>
              <a:defRPr/>
            </a:pPr>
            <a:r>
              <a:rPr lang="en-US" sz="2400" b="1" i="0" u="none" strike="noStrike">
                <a:solidFill>
                  <a:srgbClr val="26476A"/>
                </a:solidFill>
                <a:latin typeface="Noto Sans SC"/>
                <a:ea typeface="Noto Sans SC"/>
                <a:cs typeface="Noto Sans SC"/>
                <a:sym typeface="Noto Sans SC"/>
              </a:rPr>
              <a:t>03 核心能力沉淀</a:t>
            </a:r>
            <a:endParaRPr lang="en-US" sz="1100"/>
          </a:p>
        </p:txBody>
      </p:sp>
      <p:sp>
        <p:nvSpPr>
          <p:cNvPr id="9" name="AutoShape 21">
            <a:extLst>
              <a:ext uri="{FF2B5EF4-FFF2-40B4-BE49-F238E27FC236}">
                <a16:creationId xmlns:a16="http://schemas.microsoft.com/office/drawing/2014/main" id="{4D747BB0-AF3F-0163-6403-DD4426F167FD}"/>
              </a:ext>
            </a:extLst>
          </p:cNvPr>
          <p:cNvSpPr/>
          <p:nvPr/>
        </p:nvSpPr>
        <p:spPr>
          <a:xfrm>
            <a:off x="8458200" y="2423637"/>
            <a:ext cx="2654300" cy="229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just">
              <a:lnSpc>
                <a:spcPct val="116666"/>
              </a:lnSpc>
              <a:defRPr/>
            </a:pPr>
            <a:r>
              <a:rPr lang="en-US" sz="1400" b="0" i="0" u="none" strike="noStrike">
                <a:solidFill>
                  <a:srgbClr val="595959"/>
                </a:solidFill>
                <a:latin typeface="Noto Sans SC"/>
                <a:ea typeface="Noto Sans SC"/>
                <a:cs typeface="Noto Sans SC"/>
                <a:sym typeface="Noto Sans SC"/>
              </a:rPr>
              <a:t>具备独立编写100-200行命令行程序的编码能力，掌握模块化编程技巧；能够运用面向对象思想设计类与方法，构建可复用的程序结构；熟悉常见异常处理机制与调试技巧，具备排查代码错误的能力；形成规范的代码书写习惯与逻辑分析思维。</a:t>
            </a:r>
            <a:endParaRPr lang="en-US" sz="1100"/>
          </a:p>
        </p:txBody>
      </p:sp>
      <p:sp>
        <p:nvSpPr>
          <p:cNvPr id="11" name="AutoShape 22">
            <a:extLst>
              <a:ext uri="{FF2B5EF4-FFF2-40B4-BE49-F238E27FC236}">
                <a16:creationId xmlns:a16="http://schemas.microsoft.com/office/drawing/2014/main" id="{CA284074-03EE-DA90-92E0-0F913FBA6B37}"/>
              </a:ext>
            </a:extLst>
          </p:cNvPr>
          <p:cNvSpPr/>
          <p:nvPr/>
        </p:nvSpPr>
        <p:spPr>
          <a:xfrm>
            <a:off x="863600" y="1636237"/>
            <a:ext cx="3060700" cy="5334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ctr">
              <a:lnSpc>
                <a:spcPct val="133333"/>
              </a:lnSpc>
              <a:defRPr/>
            </a:pPr>
            <a:r>
              <a:rPr lang="en-US" sz="2400" b="1" i="0" u="none" strike="noStrike" dirty="0">
                <a:solidFill>
                  <a:srgbClr val="26476A"/>
                </a:solidFill>
                <a:latin typeface="Noto Sans SC"/>
                <a:ea typeface="Noto Sans SC"/>
                <a:cs typeface="Noto Sans SC"/>
                <a:sym typeface="Noto Sans SC"/>
              </a:rPr>
              <a:t>01 </a:t>
            </a:r>
            <a:r>
              <a:rPr lang="en-US" sz="2400" b="1" i="0" u="none" strike="noStrike" dirty="0" err="1">
                <a:solidFill>
                  <a:srgbClr val="26476A"/>
                </a:solidFill>
                <a:latin typeface="Noto Sans SC"/>
                <a:ea typeface="Noto Sans SC"/>
                <a:cs typeface="Noto Sans SC"/>
                <a:sym typeface="Noto Sans SC"/>
              </a:rPr>
              <a:t>核心知识体系</a:t>
            </a:r>
            <a:endParaRPr lang="en-US" sz="1100" dirty="0"/>
          </a:p>
        </p:txBody>
      </p:sp>
      <p:sp>
        <p:nvSpPr>
          <p:cNvPr id="29" name="AutoShape 24">
            <a:extLst>
              <a:ext uri="{FF2B5EF4-FFF2-40B4-BE49-F238E27FC236}">
                <a16:creationId xmlns:a16="http://schemas.microsoft.com/office/drawing/2014/main" id="{79AA2D80-69FA-B2BF-D160-179F7D06793D}"/>
              </a:ext>
            </a:extLst>
          </p:cNvPr>
          <p:cNvSpPr/>
          <p:nvPr/>
        </p:nvSpPr>
        <p:spPr>
          <a:xfrm>
            <a:off x="1079500" y="2423637"/>
            <a:ext cx="2654300" cy="229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just">
              <a:lnSpc>
                <a:spcPct val="116666"/>
              </a:lnSpc>
              <a:defRPr/>
            </a:pPr>
            <a:r>
              <a:rPr lang="en-US" sz="1400" b="0" i="0" u="none" strike="noStrike" dirty="0" err="1">
                <a:solidFill>
                  <a:srgbClr val="595959"/>
                </a:solidFill>
                <a:latin typeface="Noto Sans SC"/>
                <a:ea typeface="Noto Sans SC"/>
                <a:cs typeface="Noto Sans SC"/>
                <a:sym typeface="Noto Sans SC"/>
              </a:rPr>
              <a:t>系统掌握Python基础语法、数据类型与运算符规则；熟练运用if-else条件判断、for</a:t>
            </a:r>
            <a:r>
              <a:rPr lang="en-US" sz="1400" b="0" i="0" u="none" strike="noStrike" dirty="0">
                <a:solidFill>
                  <a:srgbClr val="595959"/>
                </a:solidFill>
                <a:latin typeface="Noto Sans SC"/>
                <a:ea typeface="Noto Sans SC"/>
                <a:cs typeface="Noto Sans SC"/>
                <a:sym typeface="Noto Sans SC"/>
              </a:rPr>
              <a:t>/while循环实现逻辑控制；深入理解函数定义、参数传递与模块导入机制；掌握文件读写操作与JSON数据解析；初步建立面向对象编程（OOP）思维与异常处理的程序防御意识。</a:t>
            </a:r>
            <a:endParaRPr lang="en-US" sz="1100" dirty="0"/>
          </a:p>
        </p:txBody>
      </p:sp>
      <p:sp>
        <p:nvSpPr>
          <p:cNvPr id="31" name="AutoShape 27">
            <a:extLst>
              <a:ext uri="{FF2B5EF4-FFF2-40B4-BE49-F238E27FC236}">
                <a16:creationId xmlns:a16="http://schemas.microsoft.com/office/drawing/2014/main" id="{B3B45F67-A060-865D-6A4C-C0F47CE36FA1}"/>
              </a:ext>
            </a:extLst>
          </p:cNvPr>
          <p:cNvSpPr/>
          <p:nvPr/>
        </p:nvSpPr>
        <p:spPr>
          <a:xfrm>
            <a:off x="3924300" y="698500"/>
            <a:ext cx="4330700" cy="5207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2800" b="1" i="0" u="none" strike="noStrike" dirty="0" err="1">
                <a:solidFill>
                  <a:srgbClr val="26476A"/>
                </a:solidFill>
                <a:latin typeface="Noto Sans SC"/>
                <a:ea typeface="Noto Sans SC"/>
                <a:cs typeface="Noto Sans SC"/>
                <a:sym typeface="Noto Sans SC"/>
              </a:rPr>
              <a:t>基础阶段学习成果</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bg>
      <p:bgPr>
        <a:solidFill>
          <a:srgbClr val="FFFFFF">
            <a:alpha val="100000"/>
          </a:srgbClr>
        </a:solidFill>
        <a:effectLst/>
      </p:bgPr>
    </p:bg>
    <p:spTree>
      <p:nvGrpSpPr>
        <p:cNvPr id="1" name=""/>
        <p:cNvGrpSpPr/>
        <p:nvPr/>
      </p:nvGrpSpPr>
      <p:grpSpPr>
        <a:xfrm>
          <a:off x="0" y="0"/>
          <a:ext cx="0" cy="0"/>
          <a:chOff x="0" y="0"/>
          <a:chExt cx="0" cy="0"/>
        </a:xfrm>
      </p:grpSpPr>
      <p:sp>
        <p:nvSpPr>
          <p:cNvPr id="37" name="AutoShape 11">
            <a:extLst>
              <a:ext uri="{FF2B5EF4-FFF2-40B4-BE49-F238E27FC236}">
                <a16:creationId xmlns:a16="http://schemas.microsoft.com/office/drawing/2014/main" id="{800F587A-DE6E-1899-2700-C60BD4A9B838}"/>
              </a:ext>
            </a:extLst>
          </p:cNvPr>
          <p:cNvSpPr/>
          <p:nvPr/>
        </p:nvSpPr>
        <p:spPr>
          <a:xfrm>
            <a:off x="3811181" y="698500"/>
            <a:ext cx="4366437" cy="5207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2800" b="1" i="0" u="none" strike="noStrike" dirty="0" err="1">
                <a:solidFill>
                  <a:srgbClr val="26476A"/>
                </a:solidFill>
                <a:latin typeface="Noto Sans SC"/>
                <a:ea typeface="Noto Sans SC"/>
                <a:cs typeface="Noto Sans SC"/>
                <a:sym typeface="Noto Sans SC"/>
              </a:rPr>
              <a:t>进阶阶段学习成果</a:t>
            </a:r>
            <a:endParaRPr lang="en-US" sz="1100" dirty="0"/>
          </a:p>
        </p:txBody>
      </p:sp>
      <p:sp>
        <p:nvSpPr>
          <p:cNvPr id="39" name="AutoShape 28">
            <a:extLst>
              <a:ext uri="{FF2B5EF4-FFF2-40B4-BE49-F238E27FC236}">
                <a16:creationId xmlns:a16="http://schemas.microsoft.com/office/drawing/2014/main" id="{8EBBC353-D75B-D030-8AB4-A11E65F2681B}"/>
              </a:ext>
            </a:extLst>
          </p:cNvPr>
          <p:cNvSpPr/>
          <p:nvPr/>
        </p:nvSpPr>
        <p:spPr>
          <a:xfrm>
            <a:off x="5994400" y="1627081"/>
            <a:ext cx="5245100" cy="787400"/>
          </a:xfrm>
          <a:prstGeom prst="rect">
            <a:avLst/>
          </a:prstGeom>
          <a:noFill/>
          <a:ln w="12700" cap="flat" cmpd="sng">
            <a:noFill/>
            <a:prstDash val="solid"/>
            <a:round/>
          </a:ln>
        </p:spPr>
        <p:txBody>
          <a:bodyPr vert="horz" wrap="square" lIns="88900" tIns="50800" rIns="88900" bIns="50800" rtlCol="0" anchor="t" anchorCtr="0"/>
          <a:lstStyle/>
          <a:p>
            <a:pPr marL="0" indent="0" algn="just">
              <a:lnSpc>
                <a:spcPct val="125000"/>
              </a:lnSpc>
              <a:defRPr/>
            </a:pPr>
            <a:r>
              <a:rPr lang="en-US" sz="1500" b="0" i="0" u="none" strike="noStrike" dirty="0" err="1">
                <a:solidFill>
                  <a:srgbClr val="404040"/>
                </a:solidFill>
                <a:latin typeface="Noto Sans SC"/>
                <a:ea typeface="Noto Sans SC"/>
                <a:cs typeface="Noto Sans SC"/>
                <a:sym typeface="Noto Sans SC"/>
              </a:rPr>
              <a:t>系统掌握装饰器实现日志与权限校验，熟练运用列表</a:t>
            </a:r>
            <a:r>
              <a:rPr lang="en-US" sz="1500" b="0" i="0" u="none" strike="noStrike" dirty="0">
                <a:solidFill>
                  <a:srgbClr val="404040"/>
                </a:solidFill>
                <a:latin typeface="Noto Sans SC"/>
                <a:ea typeface="Noto Sans SC"/>
                <a:cs typeface="Noto Sans SC"/>
                <a:sym typeface="Noto Sans SC"/>
              </a:rPr>
              <a:t>/</a:t>
            </a:r>
            <a:r>
              <a:rPr lang="en-US" sz="1500" b="0" i="0" u="none" strike="noStrike" dirty="0" err="1">
                <a:solidFill>
                  <a:srgbClr val="404040"/>
                </a:solidFill>
                <a:latin typeface="Noto Sans SC"/>
                <a:ea typeface="Noto Sans SC"/>
                <a:cs typeface="Noto Sans SC"/>
                <a:sym typeface="Noto Sans SC"/>
              </a:rPr>
              <a:t>字典推导式简化代码；深入理解迭代器与生成器的惰性计算机制，灵活运用map</a:t>
            </a:r>
            <a:r>
              <a:rPr lang="en-US" sz="1500" b="0" i="0" u="none" strike="noStrike" dirty="0">
                <a:solidFill>
                  <a:srgbClr val="404040"/>
                </a:solidFill>
                <a:latin typeface="Noto Sans SC"/>
                <a:ea typeface="Noto Sans SC"/>
                <a:cs typeface="Noto Sans SC"/>
                <a:sym typeface="Noto Sans SC"/>
              </a:rPr>
              <a:t>/filter/</a:t>
            </a:r>
            <a:r>
              <a:rPr lang="en-US" sz="1500" b="0" i="0" u="none" strike="noStrike" dirty="0" err="1">
                <a:solidFill>
                  <a:srgbClr val="404040"/>
                </a:solidFill>
                <a:latin typeface="Noto Sans SC"/>
                <a:ea typeface="Noto Sans SC"/>
                <a:cs typeface="Noto Sans SC"/>
                <a:sym typeface="Noto Sans SC"/>
              </a:rPr>
              <a:t>reduce函数式编程思想，并能熟练操作os</a:t>
            </a:r>
            <a:r>
              <a:rPr lang="en-US" sz="1500" b="0" i="0" u="none" strike="noStrike" dirty="0">
                <a:solidFill>
                  <a:srgbClr val="404040"/>
                </a:solidFill>
                <a:latin typeface="Noto Sans SC"/>
                <a:ea typeface="Noto Sans SC"/>
                <a:cs typeface="Noto Sans SC"/>
                <a:sym typeface="Noto Sans SC"/>
              </a:rPr>
              <a:t>/</a:t>
            </a:r>
            <a:r>
              <a:rPr lang="en-US" sz="1500" b="0" i="0" u="none" strike="noStrike" dirty="0" err="1">
                <a:solidFill>
                  <a:srgbClr val="404040"/>
                </a:solidFill>
                <a:latin typeface="Noto Sans SC"/>
                <a:ea typeface="Noto Sans SC"/>
                <a:cs typeface="Noto Sans SC"/>
                <a:sym typeface="Noto Sans SC"/>
              </a:rPr>
              <a:t>sys等系统模块实现底层交互</a:t>
            </a:r>
            <a:r>
              <a:rPr lang="en-US" sz="1500" b="0" i="0" u="none" strike="noStrike" dirty="0">
                <a:solidFill>
                  <a:srgbClr val="404040"/>
                </a:solidFill>
                <a:latin typeface="Noto Sans SC"/>
                <a:ea typeface="Noto Sans SC"/>
                <a:cs typeface="Noto Sans SC"/>
                <a:sym typeface="Noto Sans SC"/>
              </a:rPr>
              <a:t>。</a:t>
            </a:r>
            <a:endParaRPr lang="en-US" sz="1100" dirty="0"/>
          </a:p>
        </p:txBody>
      </p:sp>
      <p:sp>
        <p:nvSpPr>
          <p:cNvPr id="41" name="AutoShape 29">
            <a:extLst>
              <a:ext uri="{FF2B5EF4-FFF2-40B4-BE49-F238E27FC236}">
                <a16:creationId xmlns:a16="http://schemas.microsoft.com/office/drawing/2014/main" id="{B2271838-D2C8-5469-4F36-E93B9674C4D8}"/>
              </a:ext>
            </a:extLst>
          </p:cNvPr>
          <p:cNvSpPr/>
          <p:nvPr/>
        </p:nvSpPr>
        <p:spPr>
          <a:xfrm>
            <a:off x="6096000" y="1347681"/>
            <a:ext cx="2438400" cy="3048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000" b="1" i="0" u="none" strike="noStrike" dirty="0">
                <a:solidFill>
                  <a:srgbClr val="26476A"/>
                </a:solidFill>
                <a:latin typeface="Noto Sans SC"/>
                <a:ea typeface="Noto Sans SC"/>
                <a:cs typeface="Noto Sans SC"/>
                <a:sym typeface="Noto Sans SC"/>
              </a:rPr>
              <a:t>01 </a:t>
            </a:r>
            <a:r>
              <a:rPr lang="en-US" sz="2000" b="1" i="0" u="none" strike="noStrike" dirty="0" err="1">
                <a:solidFill>
                  <a:srgbClr val="26476A"/>
                </a:solidFill>
                <a:latin typeface="Noto Sans SC"/>
                <a:ea typeface="Noto Sans SC"/>
                <a:cs typeface="Noto Sans SC"/>
                <a:sym typeface="Noto Sans SC"/>
              </a:rPr>
              <a:t>核心知识体系构建</a:t>
            </a:r>
            <a:endParaRPr lang="en-US" sz="1100" dirty="0"/>
          </a:p>
        </p:txBody>
      </p:sp>
      <p:sp>
        <p:nvSpPr>
          <p:cNvPr id="43" name="AutoShape 30">
            <a:extLst>
              <a:ext uri="{FF2B5EF4-FFF2-40B4-BE49-F238E27FC236}">
                <a16:creationId xmlns:a16="http://schemas.microsoft.com/office/drawing/2014/main" id="{9F8B47C5-B006-B0E0-921A-726E2E51A6CD}"/>
              </a:ext>
            </a:extLst>
          </p:cNvPr>
          <p:cNvSpPr/>
          <p:nvPr/>
        </p:nvSpPr>
        <p:spPr>
          <a:xfrm>
            <a:off x="5994400" y="3213395"/>
            <a:ext cx="5245100" cy="787400"/>
          </a:xfrm>
          <a:prstGeom prst="rect">
            <a:avLst/>
          </a:prstGeom>
          <a:noFill/>
          <a:ln w="12700" cap="flat" cmpd="sng">
            <a:noFill/>
            <a:prstDash val="solid"/>
            <a:round/>
          </a:ln>
        </p:spPr>
        <p:txBody>
          <a:bodyPr vert="horz" wrap="square" lIns="88900" tIns="50800" rIns="88900" bIns="50800" rtlCol="0" anchor="t" anchorCtr="0"/>
          <a:lstStyle/>
          <a:p>
            <a:pPr marL="0" indent="0" algn="just">
              <a:lnSpc>
                <a:spcPct val="125000"/>
              </a:lnSpc>
              <a:defRPr/>
            </a:pPr>
            <a:r>
              <a:rPr lang="en-US" sz="1500" b="0" i="0" u="none" strike="noStrike" dirty="0" err="1">
                <a:solidFill>
                  <a:srgbClr val="404040"/>
                </a:solidFill>
                <a:latin typeface="Noto Sans SC"/>
                <a:ea typeface="Noto Sans SC"/>
                <a:cs typeface="Noto Sans SC"/>
                <a:sym typeface="Noto Sans SC"/>
              </a:rPr>
              <a:t>独立开发课程资料整理命令行工具，支持</a:t>
            </a:r>
            <a:r>
              <a:rPr lang="en-US" sz="1500" b="0" i="0" u="none" strike="noStrike" dirty="0">
                <a:solidFill>
                  <a:srgbClr val="404040"/>
                </a:solidFill>
                <a:latin typeface="Noto Sans SC"/>
                <a:ea typeface="Noto Sans SC"/>
                <a:cs typeface="Noto Sans SC"/>
                <a:sym typeface="Noto Sans SC"/>
              </a:rPr>
              <a:t>--source、--target、--</a:t>
            </a:r>
            <a:r>
              <a:rPr lang="en-US" sz="1500" b="0" i="0" u="none" strike="noStrike" dirty="0" err="1">
                <a:solidFill>
                  <a:srgbClr val="404040"/>
                </a:solidFill>
                <a:latin typeface="Noto Sans SC"/>
                <a:ea typeface="Noto Sans SC"/>
                <a:cs typeface="Noto Sans SC"/>
                <a:sym typeface="Noto Sans SC"/>
              </a:rPr>
              <a:t>dry-run等参数配置；实现按文件关键字与后缀名自动分类归档，并生成结构化整理报告，解决海量资料管理难题</a:t>
            </a:r>
            <a:r>
              <a:rPr lang="en-US" sz="1500" b="0" i="0" u="none" strike="noStrike" dirty="0">
                <a:solidFill>
                  <a:srgbClr val="404040"/>
                </a:solidFill>
                <a:latin typeface="Noto Sans SC"/>
                <a:ea typeface="Noto Sans SC"/>
                <a:cs typeface="Noto Sans SC"/>
                <a:sym typeface="Noto Sans SC"/>
              </a:rPr>
              <a:t>。</a:t>
            </a:r>
            <a:endParaRPr lang="en-US" sz="1100" dirty="0"/>
          </a:p>
        </p:txBody>
      </p:sp>
      <p:sp>
        <p:nvSpPr>
          <p:cNvPr id="45" name="AutoShape 31">
            <a:extLst>
              <a:ext uri="{FF2B5EF4-FFF2-40B4-BE49-F238E27FC236}">
                <a16:creationId xmlns:a16="http://schemas.microsoft.com/office/drawing/2014/main" id="{4CF66A76-1ABA-3A88-89E6-75D35DDE8657}"/>
              </a:ext>
            </a:extLst>
          </p:cNvPr>
          <p:cNvSpPr/>
          <p:nvPr/>
        </p:nvSpPr>
        <p:spPr>
          <a:xfrm>
            <a:off x="6095999" y="2933995"/>
            <a:ext cx="3680637" cy="3048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000" b="1" i="0" u="none" strike="noStrike" dirty="0">
                <a:solidFill>
                  <a:srgbClr val="26476A"/>
                </a:solidFill>
                <a:latin typeface="Noto Sans SC"/>
                <a:ea typeface="Noto Sans SC"/>
                <a:cs typeface="Noto Sans SC"/>
                <a:sym typeface="Noto Sans SC"/>
              </a:rPr>
              <a:t>02 </a:t>
            </a:r>
            <a:r>
              <a:rPr lang="en-US" sz="2000" b="1" i="0" u="none" strike="noStrike" dirty="0" err="1">
                <a:solidFill>
                  <a:srgbClr val="26476A"/>
                </a:solidFill>
                <a:latin typeface="Noto Sans SC"/>
                <a:ea typeface="Noto Sans SC"/>
                <a:cs typeface="Noto Sans SC"/>
                <a:sym typeface="Noto Sans SC"/>
              </a:rPr>
              <a:t>实战项目：智能资料整理器</a:t>
            </a:r>
            <a:endParaRPr lang="en-US" sz="1100" dirty="0"/>
          </a:p>
        </p:txBody>
      </p:sp>
      <p:sp>
        <p:nvSpPr>
          <p:cNvPr id="47" name="AutoShape 32">
            <a:extLst>
              <a:ext uri="{FF2B5EF4-FFF2-40B4-BE49-F238E27FC236}">
                <a16:creationId xmlns:a16="http://schemas.microsoft.com/office/drawing/2014/main" id="{8FA0D33D-F953-935F-8BDA-CEA7A0D80515}"/>
              </a:ext>
            </a:extLst>
          </p:cNvPr>
          <p:cNvSpPr/>
          <p:nvPr/>
        </p:nvSpPr>
        <p:spPr>
          <a:xfrm>
            <a:off x="5994400" y="4547782"/>
            <a:ext cx="5245100" cy="92267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r>
              <a:rPr lang="en-US" sz="1500" b="0" i="0" u="none" strike="noStrike" dirty="0">
                <a:solidFill>
                  <a:srgbClr val="404040"/>
                </a:solidFill>
                <a:latin typeface="Noto Sans SC"/>
                <a:ea typeface="Noto Sans SC"/>
                <a:cs typeface="Noto Sans SC"/>
                <a:sym typeface="Noto Sans SC"/>
              </a:rPr>
              <a:t>通过进阶特性让代码更简洁高效，掌握argparse进行命令行参数解析；具备模块化项目设计思维，提升代码的可维护性与扩展性，实现从基础语法到工程化开发的能力跨越。</a:t>
            </a:r>
            <a:endParaRPr lang="en-US" sz="1100" dirty="0"/>
          </a:p>
        </p:txBody>
      </p:sp>
      <p:sp>
        <p:nvSpPr>
          <p:cNvPr id="49" name="AutoShape 33">
            <a:extLst>
              <a:ext uri="{FF2B5EF4-FFF2-40B4-BE49-F238E27FC236}">
                <a16:creationId xmlns:a16="http://schemas.microsoft.com/office/drawing/2014/main" id="{66508456-4CE1-ACDB-9F5D-1EB4B6293310}"/>
              </a:ext>
            </a:extLst>
          </p:cNvPr>
          <p:cNvSpPr/>
          <p:nvPr/>
        </p:nvSpPr>
        <p:spPr>
          <a:xfrm>
            <a:off x="6096000" y="4268382"/>
            <a:ext cx="2438400" cy="6096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2000" b="1" i="0" u="none" strike="noStrike" dirty="0">
                <a:solidFill>
                  <a:srgbClr val="26476A"/>
                </a:solidFill>
                <a:latin typeface="Noto Sans SC"/>
                <a:ea typeface="Noto Sans SC"/>
                <a:cs typeface="Noto Sans SC"/>
                <a:sym typeface="Noto Sans SC"/>
              </a:rPr>
              <a:t>03 </a:t>
            </a:r>
            <a:r>
              <a:rPr lang="en-US" sz="2000" b="1" i="0" u="none" strike="noStrike" dirty="0" err="1">
                <a:solidFill>
                  <a:srgbClr val="26476A"/>
                </a:solidFill>
                <a:latin typeface="Noto Sans SC"/>
                <a:ea typeface="Noto Sans SC"/>
                <a:cs typeface="Noto Sans SC"/>
                <a:sym typeface="Noto Sans SC"/>
              </a:rPr>
              <a:t>工程能力全面进阶</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55" name="AutoShape 24">
            <a:extLst>
              <a:ext uri="{FF2B5EF4-FFF2-40B4-BE49-F238E27FC236}">
                <a16:creationId xmlns:a16="http://schemas.microsoft.com/office/drawing/2014/main" id="{7F2580B3-33BB-5ABD-EE2A-5AF633AE6F16}"/>
              </a:ext>
            </a:extLst>
          </p:cNvPr>
          <p:cNvSpPr/>
          <p:nvPr/>
        </p:nvSpPr>
        <p:spPr>
          <a:xfrm>
            <a:off x="1524000" y="3771900"/>
            <a:ext cx="18542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r>
              <a:rPr lang="en-US" sz="1300" b="0" i="0" u="none" strike="noStrike" dirty="0" err="1">
                <a:solidFill>
                  <a:srgbClr val="404040"/>
                </a:solidFill>
                <a:latin typeface="Noto Sans SC"/>
                <a:ea typeface="Noto Sans SC"/>
                <a:cs typeface="Noto Sans SC"/>
                <a:sym typeface="Noto Sans SC"/>
              </a:rPr>
              <a:t>掌握多维数组创建与形状变换，熟练运用矢量化运算与广播机制，精通聚合统计与矩阵线性代数运算</a:t>
            </a:r>
            <a:r>
              <a:rPr lang="en-US" sz="1300" b="0" i="0" u="none" strike="noStrike" dirty="0">
                <a:solidFill>
                  <a:srgbClr val="404040"/>
                </a:solidFill>
                <a:latin typeface="Noto Sans SC"/>
                <a:ea typeface="Noto Sans SC"/>
                <a:cs typeface="Noto Sans SC"/>
                <a:sym typeface="Noto Sans SC"/>
              </a:rPr>
              <a:t>。</a:t>
            </a:r>
            <a:endParaRPr lang="en-US" sz="1100" dirty="0"/>
          </a:p>
        </p:txBody>
      </p:sp>
      <p:sp>
        <p:nvSpPr>
          <p:cNvPr id="57" name="AutoShape 25">
            <a:extLst>
              <a:ext uri="{FF2B5EF4-FFF2-40B4-BE49-F238E27FC236}">
                <a16:creationId xmlns:a16="http://schemas.microsoft.com/office/drawing/2014/main" id="{8042C8D9-E5F8-0A41-D1BA-E53F845AAB65}"/>
              </a:ext>
            </a:extLst>
          </p:cNvPr>
          <p:cNvSpPr/>
          <p:nvPr/>
        </p:nvSpPr>
        <p:spPr>
          <a:xfrm>
            <a:off x="1485900" y="3124200"/>
            <a:ext cx="1841500" cy="6477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1800" b="1" i="0" u="none" strike="noStrike" dirty="0">
                <a:solidFill>
                  <a:srgbClr val="26476A"/>
                </a:solidFill>
                <a:latin typeface="Noto Sans SC"/>
                <a:ea typeface="Noto Sans SC"/>
                <a:cs typeface="Noto Sans SC"/>
                <a:sym typeface="Noto Sans SC"/>
              </a:rPr>
              <a:t>01 NumPy</a:t>
            </a:r>
            <a:endParaRPr lang="en-US" sz="1100" dirty="0"/>
          </a:p>
          <a:p>
            <a:pPr marL="0" indent="0" algn="ctr">
              <a:lnSpc>
                <a:spcPct val="100000"/>
              </a:lnSpc>
            </a:pPr>
            <a:r>
              <a:rPr lang="en-US" sz="1600" b="1" i="0" u="none" strike="noStrike" dirty="0" err="1">
                <a:solidFill>
                  <a:srgbClr val="26476A"/>
                </a:solidFill>
                <a:latin typeface="Noto Sans SC"/>
                <a:ea typeface="Noto Sans SC"/>
                <a:cs typeface="Noto Sans SC"/>
                <a:sym typeface="Noto Sans SC"/>
              </a:rPr>
              <a:t>数值计算基础</a:t>
            </a:r>
            <a:endParaRPr lang="en-US" sz="1600" b="1" i="0" u="none" strike="noStrike" dirty="0">
              <a:solidFill>
                <a:srgbClr val="26476A"/>
              </a:solidFill>
              <a:latin typeface="Noto Sans SC"/>
              <a:ea typeface="Noto Sans SC"/>
              <a:cs typeface="Noto Sans SC"/>
              <a:sym typeface="Noto Sans SC"/>
            </a:endParaRPr>
          </a:p>
        </p:txBody>
      </p:sp>
      <p:sp>
        <p:nvSpPr>
          <p:cNvPr id="59" name="AutoShape 26">
            <a:extLst>
              <a:ext uri="{FF2B5EF4-FFF2-40B4-BE49-F238E27FC236}">
                <a16:creationId xmlns:a16="http://schemas.microsoft.com/office/drawing/2014/main" id="{B5C0A44A-14CE-713E-0F7E-ABC7523C6ED7}"/>
              </a:ext>
            </a:extLst>
          </p:cNvPr>
          <p:cNvSpPr/>
          <p:nvPr/>
        </p:nvSpPr>
        <p:spPr>
          <a:xfrm>
            <a:off x="3949700" y="3124200"/>
            <a:ext cx="1841500" cy="6477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1800" b="1" i="0" u="none" strike="noStrike" dirty="0">
                <a:solidFill>
                  <a:srgbClr val="26476A"/>
                </a:solidFill>
                <a:latin typeface="Noto Sans SC"/>
                <a:ea typeface="Noto Sans SC"/>
                <a:cs typeface="Noto Sans SC"/>
                <a:sym typeface="Noto Sans SC"/>
              </a:rPr>
              <a:t>02 Pandas</a:t>
            </a:r>
            <a:endParaRPr lang="en-US" sz="1100" dirty="0"/>
          </a:p>
          <a:p>
            <a:pPr marL="0" indent="0" algn="ctr">
              <a:lnSpc>
                <a:spcPct val="100000"/>
              </a:lnSpc>
            </a:pPr>
            <a:r>
              <a:rPr lang="en-US" sz="1600" b="1" i="0" u="none" strike="noStrike" dirty="0" err="1">
                <a:solidFill>
                  <a:srgbClr val="26476A"/>
                </a:solidFill>
                <a:latin typeface="Noto Sans SC"/>
                <a:ea typeface="Noto Sans SC"/>
                <a:cs typeface="Noto Sans SC"/>
                <a:sym typeface="Noto Sans SC"/>
              </a:rPr>
              <a:t>数据处理核心</a:t>
            </a:r>
            <a:endParaRPr lang="en-US" sz="1600" b="1" i="0" u="none" strike="noStrike" dirty="0">
              <a:solidFill>
                <a:srgbClr val="26476A"/>
              </a:solidFill>
              <a:latin typeface="Noto Sans SC"/>
              <a:ea typeface="Noto Sans SC"/>
              <a:cs typeface="Noto Sans SC"/>
              <a:sym typeface="Noto Sans SC"/>
            </a:endParaRPr>
          </a:p>
        </p:txBody>
      </p:sp>
      <p:sp>
        <p:nvSpPr>
          <p:cNvPr id="61" name="AutoShape 27">
            <a:extLst>
              <a:ext uri="{FF2B5EF4-FFF2-40B4-BE49-F238E27FC236}">
                <a16:creationId xmlns:a16="http://schemas.microsoft.com/office/drawing/2014/main" id="{180A06D1-7E79-6B02-D4AB-D3ADE2B9F62E}"/>
              </a:ext>
            </a:extLst>
          </p:cNvPr>
          <p:cNvSpPr/>
          <p:nvPr/>
        </p:nvSpPr>
        <p:spPr>
          <a:xfrm>
            <a:off x="6451600" y="3124200"/>
            <a:ext cx="1803400" cy="927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1800" b="1" i="0" u="none" strike="noStrike" dirty="0">
                <a:solidFill>
                  <a:srgbClr val="26476A"/>
                </a:solidFill>
                <a:latin typeface="Noto Sans SC"/>
                <a:ea typeface="Noto Sans SC"/>
                <a:cs typeface="Noto Sans SC"/>
                <a:sym typeface="Noto Sans SC"/>
              </a:rPr>
              <a:t>03 </a:t>
            </a:r>
            <a:r>
              <a:rPr lang="en-US" sz="1800" b="1" i="0" u="none" strike="noStrike" dirty="0" err="1">
                <a:solidFill>
                  <a:srgbClr val="26476A"/>
                </a:solidFill>
                <a:latin typeface="Noto Sans SC"/>
                <a:ea typeface="Noto Sans SC"/>
                <a:cs typeface="Noto Sans SC"/>
                <a:sym typeface="Noto Sans SC"/>
              </a:rPr>
              <a:t>数据可视化</a:t>
            </a:r>
            <a:endParaRPr lang="en-US" sz="1100" dirty="0"/>
          </a:p>
          <a:p>
            <a:pPr marL="0" indent="0" algn="ctr">
              <a:lnSpc>
                <a:spcPct val="100000"/>
              </a:lnSpc>
            </a:pPr>
            <a:r>
              <a:rPr lang="en-US" sz="1600" b="1" i="0" u="none" strike="noStrike" dirty="0">
                <a:solidFill>
                  <a:srgbClr val="26476A"/>
                </a:solidFill>
                <a:latin typeface="Noto Sans SC"/>
                <a:ea typeface="Noto Sans SC"/>
                <a:cs typeface="Noto Sans SC"/>
                <a:sym typeface="Noto Sans SC"/>
              </a:rPr>
              <a:t>Matplotlib/Seaborn</a:t>
            </a:r>
          </a:p>
        </p:txBody>
      </p:sp>
      <p:sp>
        <p:nvSpPr>
          <p:cNvPr id="63" name="AutoShape 28">
            <a:extLst>
              <a:ext uri="{FF2B5EF4-FFF2-40B4-BE49-F238E27FC236}">
                <a16:creationId xmlns:a16="http://schemas.microsoft.com/office/drawing/2014/main" id="{EC06D0B1-C41F-292E-8C73-83D58B1E3642}"/>
              </a:ext>
            </a:extLst>
          </p:cNvPr>
          <p:cNvSpPr/>
          <p:nvPr/>
        </p:nvSpPr>
        <p:spPr>
          <a:xfrm>
            <a:off x="8940800" y="3124200"/>
            <a:ext cx="1803400" cy="927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1800" b="1" i="0" u="none" strike="noStrike" dirty="0">
                <a:solidFill>
                  <a:srgbClr val="26476A"/>
                </a:solidFill>
                <a:latin typeface="Noto Sans SC"/>
                <a:ea typeface="Noto Sans SC"/>
                <a:cs typeface="Noto Sans SC"/>
                <a:sym typeface="Noto Sans SC"/>
              </a:rPr>
              <a:t>04 </a:t>
            </a:r>
            <a:r>
              <a:rPr lang="en-US" sz="1800" b="1" i="0" u="none" strike="noStrike" dirty="0" err="1">
                <a:solidFill>
                  <a:srgbClr val="26476A"/>
                </a:solidFill>
                <a:latin typeface="Noto Sans SC"/>
                <a:ea typeface="Noto Sans SC"/>
                <a:cs typeface="Noto Sans SC"/>
                <a:sym typeface="Noto Sans SC"/>
              </a:rPr>
              <a:t>实战案例</a:t>
            </a:r>
            <a:endParaRPr lang="en-US" sz="1100" dirty="0"/>
          </a:p>
          <a:p>
            <a:pPr marL="0" indent="0" algn="ctr">
              <a:lnSpc>
                <a:spcPct val="100000"/>
              </a:lnSpc>
            </a:pPr>
            <a:r>
              <a:rPr lang="en-US" sz="1600" b="1" i="0" u="none" strike="noStrike" dirty="0" err="1">
                <a:solidFill>
                  <a:srgbClr val="26476A"/>
                </a:solidFill>
                <a:latin typeface="Noto Sans SC"/>
                <a:ea typeface="Noto Sans SC"/>
                <a:cs typeface="Noto Sans SC"/>
                <a:sym typeface="Noto Sans SC"/>
              </a:rPr>
              <a:t>综合应用巩固</a:t>
            </a:r>
            <a:endParaRPr lang="en-US" sz="1600" b="1" i="0" u="none" strike="noStrike" dirty="0">
              <a:solidFill>
                <a:srgbClr val="26476A"/>
              </a:solidFill>
              <a:latin typeface="Noto Sans SC"/>
              <a:ea typeface="Noto Sans SC"/>
              <a:cs typeface="Noto Sans SC"/>
              <a:sym typeface="Noto Sans SC"/>
            </a:endParaRPr>
          </a:p>
        </p:txBody>
      </p:sp>
      <p:sp>
        <p:nvSpPr>
          <p:cNvPr id="65" name="AutoShape 29">
            <a:extLst>
              <a:ext uri="{FF2B5EF4-FFF2-40B4-BE49-F238E27FC236}">
                <a16:creationId xmlns:a16="http://schemas.microsoft.com/office/drawing/2014/main" id="{7F3E228F-429B-818B-C0BA-F425C7C0D3D6}"/>
              </a:ext>
            </a:extLst>
          </p:cNvPr>
          <p:cNvSpPr/>
          <p:nvPr/>
        </p:nvSpPr>
        <p:spPr>
          <a:xfrm>
            <a:off x="3987800" y="3797300"/>
            <a:ext cx="18034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r>
              <a:rPr lang="en-US" sz="1300" b="0" i="0" u="none" strike="noStrike">
                <a:solidFill>
                  <a:srgbClr val="404040"/>
                </a:solidFill>
                <a:latin typeface="Noto Sans SC"/>
                <a:ea typeface="Noto Sans SC"/>
                <a:cs typeface="Noto Sans SC"/>
                <a:sym typeface="Noto Sans SC"/>
              </a:rPr>
              <a:t>熟练操作Series与DataFrame结构，完成多源数据读取与清洗，灵活使用分组聚合、透视表与多表关联合并。</a:t>
            </a:r>
            <a:endParaRPr lang="en-US" sz="1100"/>
          </a:p>
        </p:txBody>
      </p:sp>
      <p:sp>
        <p:nvSpPr>
          <p:cNvPr id="67" name="AutoShape 31">
            <a:extLst>
              <a:ext uri="{FF2B5EF4-FFF2-40B4-BE49-F238E27FC236}">
                <a16:creationId xmlns:a16="http://schemas.microsoft.com/office/drawing/2014/main" id="{ECF42C52-B4B0-F826-D2CB-59E64EC2F6E3}"/>
              </a:ext>
            </a:extLst>
          </p:cNvPr>
          <p:cNvSpPr/>
          <p:nvPr/>
        </p:nvSpPr>
        <p:spPr>
          <a:xfrm>
            <a:off x="6426200" y="3784600"/>
            <a:ext cx="18034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r>
              <a:rPr lang="en-US" sz="1300" b="0" i="0" u="none" strike="noStrike">
                <a:solidFill>
                  <a:srgbClr val="404040"/>
                </a:solidFill>
                <a:latin typeface="Noto Sans SC"/>
                <a:ea typeface="Noto Sans SC"/>
                <a:cs typeface="Noto Sans SC"/>
                <a:sym typeface="Noto Sans SC"/>
              </a:rPr>
              <a:t>绘制折线、柱状、散点及饼图，制作双轴图、分组柱状图与热力图，掌握图表配色、样式美化与批量导出。</a:t>
            </a:r>
            <a:endParaRPr lang="en-US" sz="1100"/>
          </a:p>
        </p:txBody>
      </p:sp>
      <p:sp>
        <p:nvSpPr>
          <p:cNvPr id="69" name="AutoShape 32">
            <a:extLst>
              <a:ext uri="{FF2B5EF4-FFF2-40B4-BE49-F238E27FC236}">
                <a16:creationId xmlns:a16="http://schemas.microsoft.com/office/drawing/2014/main" id="{7F8FA0CC-F0F2-04CA-0BC1-BE4D6223EA58}"/>
              </a:ext>
            </a:extLst>
          </p:cNvPr>
          <p:cNvSpPr/>
          <p:nvPr/>
        </p:nvSpPr>
        <p:spPr>
          <a:xfrm>
            <a:off x="8915400" y="3797300"/>
            <a:ext cx="18034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r>
              <a:rPr lang="en-US" sz="1300" b="0" i="0" u="none" strike="noStrike">
                <a:solidFill>
                  <a:srgbClr val="404040"/>
                </a:solidFill>
                <a:latin typeface="Noto Sans SC"/>
                <a:ea typeface="Noto Sans SC"/>
                <a:cs typeface="Noto Sans SC"/>
                <a:sym typeface="Noto Sans SC"/>
              </a:rPr>
              <a:t>完成NumPy数组实操与电商订单经营分析，独立完成泰坦尼克号数据清洗与空气质量数据统计分析项目。</a:t>
            </a:r>
            <a:endParaRPr lang="en-US" sz="1100"/>
          </a:p>
        </p:txBody>
      </p:sp>
      <p:sp>
        <p:nvSpPr>
          <p:cNvPr id="71" name="AutoShape 53">
            <a:extLst>
              <a:ext uri="{FF2B5EF4-FFF2-40B4-BE49-F238E27FC236}">
                <a16:creationId xmlns:a16="http://schemas.microsoft.com/office/drawing/2014/main" id="{5AD58245-C10B-0E45-2E41-A0A4A93D8A55}"/>
              </a:ext>
            </a:extLst>
          </p:cNvPr>
          <p:cNvSpPr/>
          <p:nvPr/>
        </p:nvSpPr>
        <p:spPr>
          <a:xfrm>
            <a:off x="4700476" y="682552"/>
            <a:ext cx="2791047" cy="5207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2800" b="1" i="0" u="none" strike="noStrike" dirty="0" err="1">
                <a:solidFill>
                  <a:srgbClr val="26476A"/>
                </a:solidFill>
                <a:latin typeface="Noto Sans SC"/>
                <a:ea typeface="Noto Sans SC"/>
                <a:cs typeface="Noto Sans SC"/>
                <a:sym typeface="Noto Sans SC"/>
              </a:rPr>
              <a:t>数据分析核心库学习成果</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3" name="AutoShape 14">
            <a:extLst>
              <a:ext uri="{FF2B5EF4-FFF2-40B4-BE49-F238E27FC236}">
                <a16:creationId xmlns:a16="http://schemas.microsoft.com/office/drawing/2014/main" id="{B18030A4-F3D5-5D02-35A3-0921D8C6A3A0}"/>
              </a:ext>
            </a:extLst>
          </p:cNvPr>
          <p:cNvSpPr/>
          <p:nvPr/>
        </p:nvSpPr>
        <p:spPr>
          <a:xfrm>
            <a:off x="1574800" y="2070100"/>
            <a:ext cx="7137400" cy="11557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25000"/>
              </a:lnSpc>
              <a:defRPr/>
            </a:pPr>
            <a:r>
              <a:rPr lang="en-US" sz="1400" b="0" i="0" u="none" strike="noStrike" spc="100" dirty="0">
                <a:solidFill>
                  <a:srgbClr val="FFFFFF"/>
                </a:solidFill>
                <a:latin typeface="Noto Sans SC"/>
                <a:ea typeface="Noto Sans SC"/>
                <a:cs typeface="Noto Sans SC"/>
                <a:sym typeface="Noto Sans SC"/>
              </a:rPr>
              <a:t>本阶段系统掌握了网络数据采集的核心技术栈，从基础HTTP请求到动态页面自动化爬取均实现了深度实践。通过实战项目完成了十万级音乐专辑数据的采集与治理，打通了“数据获取-清洗转换-可视化呈现”的全链路，切实提升了数据工程化落地与分析应用的综合能力。</a:t>
            </a:r>
            <a:endParaRPr lang="en-US" sz="1100" dirty="0"/>
          </a:p>
        </p:txBody>
      </p:sp>
      <p:sp>
        <p:nvSpPr>
          <p:cNvPr id="35" name="AutoShape 19">
            <a:extLst>
              <a:ext uri="{FF2B5EF4-FFF2-40B4-BE49-F238E27FC236}">
                <a16:creationId xmlns:a16="http://schemas.microsoft.com/office/drawing/2014/main" id="{19BA955C-ABB8-C593-5401-35800C3DD34D}"/>
              </a:ext>
            </a:extLst>
          </p:cNvPr>
          <p:cNvSpPr/>
          <p:nvPr/>
        </p:nvSpPr>
        <p:spPr>
          <a:xfrm>
            <a:off x="1219200" y="4374420"/>
            <a:ext cx="2755900" cy="3683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00000"/>
              </a:lnSpc>
              <a:defRPr/>
            </a:pPr>
            <a:r>
              <a:rPr lang="en-US" sz="2000" b="1" i="0" u="none" strike="noStrike" spc="200" dirty="0">
                <a:solidFill>
                  <a:srgbClr val="26476A"/>
                </a:solidFill>
                <a:latin typeface="Noto Sans SC"/>
                <a:ea typeface="Noto Sans SC"/>
                <a:cs typeface="Noto Sans SC"/>
                <a:sym typeface="Noto Sans SC"/>
              </a:rPr>
              <a:t>01 </a:t>
            </a:r>
            <a:r>
              <a:rPr lang="en-US" sz="2000" b="1" i="0" u="none" strike="noStrike" spc="200" dirty="0" err="1">
                <a:solidFill>
                  <a:srgbClr val="26476A"/>
                </a:solidFill>
                <a:latin typeface="Noto Sans SC"/>
                <a:ea typeface="Noto Sans SC"/>
                <a:cs typeface="Noto Sans SC"/>
                <a:sym typeface="Noto Sans SC"/>
              </a:rPr>
              <a:t>核心采集技术</a:t>
            </a:r>
            <a:endParaRPr lang="en-US" sz="1100" dirty="0"/>
          </a:p>
        </p:txBody>
      </p:sp>
      <p:sp>
        <p:nvSpPr>
          <p:cNvPr id="37" name="AutoShape 20">
            <a:extLst>
              <a:ext uri="{FF2B5EF4-FFF2-40B4-BE49-F238E27FC236}">
                <a16:creationId xmlns:a16="http://schemas.microsoft.com/office/drawing/2014/main" id="{0ED8E275-706A-5AF8-FC27-87CF267114FC}"/>
              </a:ext>
            </a:extLst>
          </p:cNvPr>
          <p:cNvSpPr/>
          <p:nvPr/>
        </p:nvSpPr>
        <p:spPr>
          <a:xfrm>
            <a:off x="1320800" y="4687188"/>
            <a:ext cx="2476500" cy="8890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16666"/>
              </a:lnSpc>
              <a:defRPr/>
            </a:pPr>
            <a:r>
              <a:rPr lang="en-US" sz="1300" b="0" i="0" u="none" strike="noStrike">
                <a:solidFill>
                  <a:srgbClr val="505050"/>
                </a:solidFill>
                <a:latin typeface="Noto Sans SC"/>
                <a:ea typeface="Noto Sans SC"/>
                <a:cs typeface="Noto Sans SC"/>
                <a:sym typeface="Noto Sans SC"/>
              </a:rPr>
              <a:t>熟练运用Requests发起HTTP请求，结合BeautifulSoup与XPath精准解析HTML结构，掌握Selenium实现动态渲染页面的自动化爬取与元素定位。</a:t>
            </a:r>
            <a:endParaRPr lang="en-US" sz="1100"/>
          </a:p>
        </p:txBody>
      </p:sp>
      <p:sp>
        <p:nvSpPr>
          <p:cNvPr id="39" name="AutoShape 24">
            <a:extLst>
              <a:ext uri="{FF2B5EF4-FFF2-40B4-BE49-F238E27FC236}">
                <a16:creationId xmlns:a16="http://schemas.microsoft.com/office/drawing/2014/main" id="{3DE172D4-8344-D672-040B-7F89FDC4F474}"/>
              </a:ext>
            </a:extLst>
          </p:cNvPr>
          <p:cNvSpPr/>
          <p:nvPr/>
        </p:nvSpPr>
        <p:spPr>
          <a:xfrm>
            <a:off x="4762500" y="4374420"/>
            <a:ext cx="2781300" cy="3683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00000"/>
              </a:lnSpc>
              <a:defRPr/>
            </a:pPr>
            <a:r>
              <a:rPr lang="en-US" sz="2000" b="1" i="0" u="none" strike="noStrike" spc="200">
                <a:solidFill>
                  <a:srgbClr val="26476A"/>
                </a:solidFill>
                <a:latin typeface="Noto Sans SC"/>
                <a:ea typeface="Noto Sans SC"/>
                <a:cs typeface="Noto Sans SC"/>
                <a:sym typeface="Noto Sans SC"/>
              </a:rPr>
              <a:t>02 实战项目落地</a:t>
            </a:r>
            <a:endParaRPr lang="en-US" sz="1100"/>
          </a:p>
        </p:txBody>
      </p:sp>
      <p:sp>
        <p:nvSpPr>
          <p:cNvPr id="41" name="AutoShape 25">
            <a:extLst>
              <a:ext uri="{FF2B5EF4-FFF2-40B4-BE49-F238E27FC236}">
                <a16:creationId xmlns:a16="http://schemas.microsoft.com/office/drawing/2014/main" id="{5C20B8C2-712E-B3CA-196D-6088B73D7972}"/>
              </a:ext>
            </a:extLst>
          </p:cNvPr>
          <p:cNvSpPr/>
          <p:nvPr/>
        </p:nvSpPr>
        <p:spPr>
          <a:xfrm>
            <a:off x="4864100" y="4687188"/>
            <a:ext cx="2476500" cy="8890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16666"/>
              </a:lnSpc>
              <a:defRPr/>
            </a:pPr>
            <a:r>
              <a:rPr lang="en-US" sz="1300" b="0" i="0" u="none" strike="noStrike" dirty="0" err="1">
                <a:solidFill>
                  <a:srgbClr val="505050"/>
                </a:solidFill>
                <a:latin typeface="Noto Sans SC"/>
                <a:ea typeface="Noto Sans SC"/>
                <a:cs typeface="Noto Sans SC"/>
                <a:sym typeface="Noto Sans SC"/>
              </a:rPr>
              <a:t>完成十万级音乐专辑数据的实时爬取与探索性分析，高效处理数据缺失与异常值，并基于Grid</a:t>
            </a:r>
            <a:r>
              <a:rPr lang="en-US" sz="1300" b="0" i="0" u="none" strike="noStrike" dirty="0">
                <a:solidFill>
                  <a:srgbClr val="505050"/>
                </a:solidFill>
                <a:latin typeface="Noto Sans SC"/>
                <a:ea typeface="Noto Sans SC"/>
                <a:cs typeface="Noto Sans SC"/>
                <a:sym typeface="Noto Sans SC"/>
              </a:rPr>
              <a:t>/</a:t>
            </a:r>
            <a:r>
              <a:rPr lang="en-US" sz="1300" b="0" i="0" u="none" strike="noStrike" dirty="0" err="1">
                <a:solidFill>
                  <a:srgbClr val="505050"/>
                </a:solidFill>
                <a:latin typeface="Noto Sans SC"/>
                <a:ea typeface="Noto Sans SC"/>
                <a:cs typeface="Noto Sans SC"/>
                <a:sym typeface="Noto Sans SC"/>
              </a:rPr>
              <a:t>Page组件实现数据的分页可视化展示</a:t>
            </a:r>
            <a:r>
              <a:rPr lang="en-US" sz="1300" b="0" i="0" u="none" strike="noStrike" dirty="0">
                <a:solidFill>
                  <a:srgbClr val="505050"/>
                </a:solidFill>
                <a:latin typeface="Noto Sans SC"/>
                <a:ea typeface="Noto Sans SC"/>
                <a:cs typeface="Noto Sans SC"/>
                <a:sym typeface="Noto Sans SC"/>
              </a:rPr>
              <a:t>。</a:t>
            </a:r>
            <a:endParaRPr lang="en-US" sz="1100" dirty="0"/>
          </a:p>
        </p:txBody>
      </p:sp>
      <p:sp>
        <p:nvSpPr>
          <p:cNvPr id="43" name="AutoShape 26">
            <a:extLst>
              <a:ext uri="{FF2B5EF4-FFF2-40B4-BE49-F238E27FC236}">
                <a16:creationId xmlns:a16="http://schemas.microsoft.com/office/drawing/2014/main" id="{8D3E38D9-C5FA-E715-8D66-9A20BE9BE53D}"/>
              </a:ext>
            </a:extLst>
          </p:cNvPr>
          <p:cNvSpPr/>
          <p:nvPr/>
        </p:nvSpPr>
        <p:spPr>
          <a:xfrm>
            <a:off x="8293100" y="4374420"/>
            <a:ext cx="2768600" cy="3683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00000"/>
              </a:lnSpc>
              <a:defRPr/>
            </a:pPr>
            <a:r>
              <a:rPr lang="en-US" sz="2000" b="1" i="0" u="none" strike="noStrike" spc="200">
                <a:solidFill>
                  <a:srgbClr val="26476A"/>
                </a:solidFill>
                <a:latin typeface="Noto Sans SC"/>
                <a:ea typeface="Noto Sans SC"/>
                <a:cs typeface="Noto Sans SC"/>
                <a:sym typeface="Noto Sans SC"/>
              </a:rPr>
              <a:t>03 综合能力进阶</a:t>
            </a:r>
            <a:endParaRPr lang="en-US" sz="1100"/>
          </a:p>
        </p:txBody>
      </p:sp>
      <p:sp>
        <p:nvSpPr>
          <p:cNvPr id="45" name="AutoShape 27">
            <a:extLst>
              <a:ext uri="{FF2B5EF4-FFF2-40B4-BE49-F238E27FC236}">
                <a16:creationId xmlns:a16="http://schemas.microsoft.com/office/drawing/2014/main" id="{06FA4337-0A5B-132D-A1B5-4F7DBD0594AF}"/>
              </a:ext>
            </a:extLst>
          </p:cNvPr>
          <p:cNvSpPr/>
          <p:nvPr/>
        </p:nvSpPr>
        <p:spPr>
          <a:xfrm>
            <a:off x="8407400" y="4687188"/>
            <a:ext cx="2476500" cy="889000"/>
          </a:xfrm>
          <a:prstGeom prst="roundRect">
            <a:avLst>
              <a:gd name="adj" fmla="val 0"/>
            </a:avLst>
          </a:prstGeom>
          <a:noFill/>
          <a:ln w="25400" cap="flat" cmpd="sng">
            <a:noFill/>
            <a:prstDash val="solid"/>
            <a:round/>
          </a:ln>
        </p:spPr>
        <p:txBody>
          <a:bodyPr vert="horz" wrap="square" lIns="101600" tIns="38100" rIns="76200" bIns="38100" rtlCol="0" anchor="t" anchorCtr="0"/>
          <a:lstStyle/>
          <a:p>
            <a:pPr marL="0" indent="0" algn="l">
              <a:lnSpc>
                <a:spcPct val="116666"/>
              </a:lnSpc>
              <a:defRPr/>
            </a:pPr>
            <a:r>
              <a:rPr lang="en-US" sz="1300" b="0" i="0" u="none" strike="noStrike">
                <a:solidFill>
                  <a:srgbClr val="505050"/>
                </a:solidFill>
                <a:latin typeface="Noto Sans SC"/>
                <a:ea typeface="Noto Sans SC"/>
                <a:cs typeface="Noto Sans SC"/>
                <a:sym typeface="Noto Sans SC"/>
              </a:rPr>
              <a:t>具备从互联网自主获取异构数据的能力，能够应对真实业务中的数据噪声挑战，独立完成“采集-清洗-分析-报告”的全流程项目交付。</a:t>
            </a:r>
            <a:endParaRPr lang="en-US" sz="1100"/>
          </a:p>
        </p:txBody>
      </p:sp>
      <p:sp>
        <p:nvSpPr>
          <p:cNvPr id="47" name="AutoShape 31">
            <a:extLst>
              <a:ext uri="{FF2B5EF4-FFF2-40B4-BE49-F238E27FC236}">
                <a16:creationId xmlns:a16="http://schemas.microsoft.com/office/drawing/2014/main" id="{FBE11BF1-14B3-73ED-289D-78FCB3C84C9A}"/>
              </a:ext>
            </a:extLst>
          </p:cNvPr>
          <p:cNvSpPr/>
          <p:nvPr/>
        </p:nvSpPr>
        <p:spPr>
          <a:xfrm>
            <a:off x="4267200" y="698500"/>
            <a:ext cx="3644900" cy="5207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2800" b="1" i="0" u="none" strike="noStrike">
                <a:solidFill>
                  <a:srgbClr val="26476A"/>
                </a:solidFill>
                <a:latin typeface="Noto Sans SC"/>
                <a:ea typeface="Noto Sans SC"/>
                <a:cs typeface="Noto Sans SC"/>
                <a:sym typeface="Noto Sans SC"/>
              </a:rPr>
              <a:t>数据采集与综合实战学习成果</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44" name="AutoShape 37">
            <a:extLst>
              <a:ext uri="{FF2B5EF4-FFF2-40B4-BE49-F238E27FC236}">
                <a16:creationId xmlns:a16="http://schemas.microsoft.com/office/drawing/2014/main" id="{6DB88ACC-E171-6BD7-1801-879035991015}"/>
              </a:ext>
            </a:extLst>
          </p:cNvPr>
          <p:cNvSpPr/>
          <p:nvPr/>
        </p:nvSpPr>
        <p:spPr>
          <a:xfrm>
            <a:off x="2692400" y="2057400"/>
            <a:ext cx="8293100" cy="711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r>
              <a:rPr lang="en-US" sz="1600" b="0" i="0" u="none" strike="noStrike">
                <a:solidFill>
                  <a:srgbClr val="374151"/>
                </a:solidFill>
                <a:latin typeface="Noto Sans SC"/>
                <a:ea typeface="Noto Sans SC"/>
                <a:cs typeface="Noto Sans SC"/>
                <a:sym typeface="Noto Sans SC"/>
              </a:rPr>
              <a:t>音乐行业是典型的数据密集型领域，每年产出海量专辑信息、销量数据与专业/大众评分。这些数据沉淀着市场偏好、行业趋势与艺术价值的关联，通过系统化的数据分析，能够从繁杂信息中剥离出有价值的规律，为理解行业生态提供客观依据。</a:t>
            </a:r>
            <a:endParaRPr lang="en-US" sz="1100"/>
          </a:p>
        </p:txBody>
      </p:sp>
      <p:sp>
        <p:nvSpPr>
          <p:cNvPr id="46" name="AutoShape 38">
            <a:extLst>
              <a:ext uri="{FF2B5EF4-FFF2-40B4-BE49-F238E27FC236}">
                <a16:creationId xmlns:a16="http://schemas.microsoft.com/office/drawing/2014/main" id="{59E75596-5C95-F14F-8AF6-D50C3C06850F}"/>
              </a:ext>
            </a:extLst>
          </p:cNvPr>
          <p:cNvSpPr/>
          <p:nvPr/>
        </p:nvSpPr>
        <p:spPr>
          <a:xfrm>
            <a:off x="2692400" y="3314700"/>
            <a:ext cx="8293100" cy="711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r>
              <a:rPr lang="en-US" sz="1600" b="0" i="0" u="none" strike="noStrike" dirty="0">
                <a:solidFill>
                  <a:srgbClr val="374151"/>
                </a:solidFill>
                <a:latin typeface="Noto Sans SC"/>
                <a:ea typeface="Noto Sans SC"/>
                <a:cs typeface="Noto Sans SC"/>
                <a:sym typeface="Noto Sans SC"/>
              </a:rPr>
              <a:t>本次分析将围绕四大核心问题展开：探究各音乐类型的专辑发行数量差异；对比不同流派的市场销量表现；梳理近20年音乐行业的发展脉络与风格演变趋势；以及分析专业评分与大众口碑在不同品类中的表现异同。</a:t>
            </a:r>
            <a:endParaRPr lang="en-US" sz="1100" dirty="0"/>
          </a:p>
        </p:txBody>
      </p:sp>
      <p:sp>
        <p:nvSpPr>
          <p:cNvPr id="48" name="AutoShape 39">
            <a:extLst>
              <a:ext uri="{FF2B5EF4-FFF2-40B4-BE49-F238E27FC236}">
                <a16:creationId xmlns:a16="http://schemas.microsoft.com/office/drawing/2014/main" id="{189DE27E-5DBE-D05B-BF83-FF62084687A3}"/>
              </a:ext>
            </a:extLst>
          </p:cNvPr>
          <p:cNvSpPr/>
          <p:nvPr/>
        </p:nvSpPr>
        <p:spPr>
          <a:xfrm>
            <a:off x="2692400" y="4572000"/>
            <a:ext cx="8293100" cy="711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r>
              <a:rPr lang="en-US" sz="1600" b="0" i="0" u="none" strike="noStrike" dirty="0">
                <a:solidFill>
                  <a:srgbClr val="374151"/>
                </a:solidFill>
                <a:latin typeface="Noto Sans SC"/>
                <a:ea typeface="Noto Sans SC"/>
                <a:cs typeface="Noto Sans SC"/>
                <a:sym typeface="Noto Sans SC"/>
              </a:rPr>
              <a:t>分析目标是通过多维度的数据挖掘与交叉验证，量化呈现音乐市场的格局特征，揭示行业发展的关键驱动因素与潜在趋势，用客观数据还原音乐产业的发展逻辑，为行业洞察与相关决策提供坚实的数据支撑。</a:t>
            </a:r>
            <a:endParaRPr lang="en-US" sz="1100" dirty="0"/>
          </a:p>
        </p:txBody>
      </p:sp>
      <p:sp>
        <p:nvSpPr>
          <p:cNvPr id="50" name="AutoShape 42">
            <a:extLst>
              <a:ext uri="{FF2B5EF4-FFF2-40B4-BE49-F238E27FC236}">
                <a16:creationId xmlns:a16="http://schemas.microsoft.com/office/drawing/2014/main" id="{B6F73C20-F213-5F2C-C259-F14E36740070}"/>
              </a:ext>
            </a:extLst>
          </p:cNvPr>
          <p:cNvSpPr/>
          <p:nvPr/>
        </p:nvSpPr>
        <p:spPr>
          <a:xfrm>
            <a:off x="4267200" y="698500"/>
            <a:ext cx="3644900" cy="5207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2800" b="1" i="0" u="none" strike="noStrike" dirty="0" err="1">
                <a:solidFill>
                  <a:srgbClr val="26476A"/>
                </a:solidFill>
                <a:latin typeface="Noto Sans SC"/>
                <a:ea typeface="Noto Sans SC"/>
                <a:cs typeface="Noto Sans SC"/>
                <a:sym typeface="Noto Sans SC"/>
              </a:rPr>
              <a:t>项目背景：为何分析音乐行业</a:t>
            </a:r>
            <a:r>
              <a:rPr lang="en-US" sz="2800" b="1" i="0" u="none" strike="noStrike" dirty="0">
                <a:solidFill>
                  <a:srgbClr val="26476A"/>
                </a:solidFill>
                <a:latin typeface="Noto Sans SC"/>
                <a:ea typeface="Noto Sans SC"/>
                <a:cs typeface="Noto Sans SC"/>
                <a:sym typeface="Noto Sans SC"/>
              </a:rPr>
              <a: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3" name="AutoShape 13">
            <a:extLst>
              <a:ext uri="{FF2B5EF4-FFF2-40B4-BE49-F238E27FC236}">
                <a16:creationId xmlns:a16="http://schemas.microsoft.com/office/drawing/2014/main" id="{BAB603C9-0F0E-238C-E3BB-5CE6F1E65C95}"/>
              </a:ext>
            </a:extLst>
          </p:cNvPr>
          <p:cNvSpPr/>
          <p:nvPr/>
        </p:nvSpPr>
        <p:spPr>
          <a:xfrm>
            <a:off x="1905000" y="1761465"/>
            <a:ext cx="27051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spcAft>
                <a:spcPts val="1200"/>
              </a:spcAft>
              <a:defRPr/>
            </a:pPr>
            <a:r>
              <a:rPr lang="en-US" sz="2000" b="1" i="0" u="none" strike="noStrike" spc="100" dirty="0" err="1">
                <a:solidFill>
                  <a:srgbClr val="26476A"/>
                </a:solidFill>
                <a:latin typeface="Noto Sans SC"/>
                <a:ea typeface="Noto Sans SC"/>
                <a:cs typeface="Noto Sans SC"/>
                <a:sym typeface="Noto Sans SC"/>
              </a:rPr>
              <a:t>项目全流程独立负责</a:t>
            </a:r>
            <a:endParaRPr lang="en-US" sz="1100" dirty="0"/>
          </a:p>
        </p:txBody>
      </p:sp>
      <p:sp>
        <p:nvSpPr>
          <p:cNvPr id="25" name="AutoShape 14">
            <a:extLst>
              <a:ext uri="{FF2B5EF4-FFF2-40B4-BE49-F238E27FC236}">
                <a16:creationId xmlns:a16="http://schemas.microsoft.com/office/drawing/2014/main" id="{556E88E2-FFA3-F727-21E5-6FD4C4431065}"/>
              </a:ext>
            </a:extLst>
          </p:cNvPr>
          <p:cNvSpPr/>
          <p:nvPr/>
        </p:nvSpPr>
        <p:spPr>
          <a:xfrm>
            <a:off x="1257300" y="2037028"/>
            <a:ext cx="3987800" cy="3454688"/>
          </a:xfrm>
          <a:prstGeom prst="rect">
            <a:avLst/>
          </a:prstGeom>
          <a:noFill/>
          <a:ln w="12700" cap="flat" cmpd="sng">
            <a:noFill/>
            <a:prstDash val="solid"/>
            <a:round/>
          </a:ln>
        </p:spPr>
        <p:txBody>
          <a:bodyPr vert="horz" wrap="square" lIns="88900" tIns="50800" rIns="88900" bIns="50800" rtlCol="0" anchor="t" anchorCtr="0"/>
          <a:lstStyle/>
          <a:p>
            <a:pPr marL="0" marR="0" lvl="0" indent="0" algn="just" defTabSz="914400" rtl="0" eaLnBrk="1" fontAlgn="auto" latinLnBrk="0" hangingPunct="1">
              <a:lnSpc>
                <a:spcPct val="116666"/>
              </a:lnSpc>
              <a:spcBef>
                <a:spcPts val="0"/>
              </a:spcBef>
              <a:spcAft>
                <a:spcPts val="0"/>
              </a:spcAft>
              <a:buClrTx/>
              <a:buSzTx/>
              <a:buFontTx/>
              <a:buNone/>
              <a:tabLst/>
              <a:defRPr/>
            </a:pPr>
            <a:r>
              <a:rPr lang="en-US" sz="1600" b="0" i="0" u="none" strike="noStrike" spc="100" dirty="0" err="1">
                <a:solidFill>
                  <a:srgbClr val="262626"/>
                </a:solidFill>
                <a:latin typeface="Noto Sans SC"/>
                <a:ea typeface="Noto Sans SC"/>
                <a:cs typeface="Noto Sans SC"/>
                <a:sym typeface="Noto Sans SC"/>
              </a:rPr>
              <a:t>本项目由</a:t>
            </a:r>
            <a:r>
              <a:rPr lang="zh-CN" altLang="en-US" sz="1600" b="0" i="0" u="none" strike="noStrike" spc="100" dirty="0">
                <a:solidFill>
                  <a:srgbClr val="262626"/>
                </a:solidFill>
                <a:latin typeface="Noto Sans SC"/>
                <a:ea typeface="Noto Sans SC"/>
                <a:cs typeface="Noto Sans SC"/>
                <a:sym typeface="Noto Sans SC"/>
              </a:rPr>
              <a:t>小组合作</a:t>
            </a:r>
            <a:r>
              <a:rPr lang="en-US" sz="1600" b="0" i="0" u="none" strike="noStrike" spc="100" dirty="0">
                <a:solidFill>
                  <a:srgbClr val="262626"/>
                </a:solidFill>
                <a:latin typeface="Noto Sans SC"/>
                <a:ea typeface="Noto Sans SC"/>
                <a:cs typeface="Noto Sans SC"/>
                <a:sym typeface="Noto Sans SC"/>
              </a:rPr>
              <a:t>完成全流程开发，涵盖从数据获取、清洗处理到可视化呈现的完整闭环。全程自主把控项目节奏与质量，不仅完成了技术层面的落地实现，更在过程中锻炼了独立解决问题、项目统筹规划的综合素养。</a:t>
            </a:r>
            <a:r>
              <a:rPr kumimoji="0" lang="en-US" altLang="zh-CN" sz="1600" b="0" i="0" u="none" strike="noStrike" kern="1200" cap="none" spc="100" normalizeH="0" baseline="0" noProof="0" dirty="0">
                <a:ln>
                  <a:noFill/>
                </a:ln>
                <a:solidFill>
                  <a:srgbClr val="262626"/>
                </a:solidFill>
                <a:effectLst/>
                <a:uLnTx/>
                <a:uFillTx/>
                <a:latin typeface="Noto Sans SC"/>
                <a:ea typeface="Noto Sans SC"/>
                <a:cs typeface="Noto Sans SC"/>
                <a:sym typeface="Noto Sans SC"/>
              </a:rPr>
              <a:t>具体承担数据筛选、去噪与结构化处理工作，独立编写5个核心分析任务脚本，实现数据的自动化分析。同时负责将分析结果转化为清晰的可视化图表，并完成答辩PPT制作与陈述准备，确保项目成果逻辑清晰、呈现专业。</a:t>
            </a:r>
            <a:endParaRPr kumimoji="0" lang="en-US" altLang="zh-CN" sz="1100" b="0" i="0" u="none" strike="noStrike" kern="1200" cap="none" spc="0" normalizeH="0" baseline="0" noProof="0" dirty="0">
              <a:ln>
                <a:noFill/>
              </a:ln>
              <a:solidFill>
                <a:prstClr val="black"/>
              </a:solidFill>
              <a:effectLst/>
              <a:uLnTx/>
              <a:uFillTx/>
              <a:ea typeface="思源黑体 CN Regular"/>
              <a:cs typeface="+mn-cs"/>
            </a:endParaRPr>
          </a:p>
          <a:p>
            <a:pPr marL="0" indent="0" algn="just">
              <a:lnSpc>
                <a:spcPct val="116666"/>
              </a:lnSpc>
              <a:defRPr/>
            </a:pPr>
            <a:endParaRPr lang="en-US" sz="1100" dirty="0"/>
          </a:p>
        </p:txBody>
      </p:sp>
      <p:sp>
        <p:nvSpPr>
          <p:cNvPr id="27" name="AutoShape 17">
            <a:extLst>
              <a:ext uri="{FF2B5EF4-FFF2-40B4-BE49-F238E27FC236}">
                <a16:creationId xmlns:a16="http://schemas.microsoft.com/office/drawing/2014/main" id="{36EA3104-2C73-8D6C-6646-121C08ADBEFC}"/>
              </a:ext>
            </a:extLst>
          </p:cNvPr>
          <p:cNvSpPr/>
          <p:nvPr/>
        </p:nvSpPr>
        <p:spPr>
          <a:xfrm>
            <a:off x="7543800" y="1761465"/>
            <a:ext cx="2705100" cy="3048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spcAft>
                <a:spcPts val="1200"/>
              </a:spcAft>
              <a:defRPr/>
            </a:pPr>
            <a:r>
              <a:rPr lang="en-US" sz="2000" b="1" i="0" u="none" strike="noStrike" spc="100" dirty="0" err="1">
                <a:solidFill>
                  <a:srgbClr val="26476A"/>
                </a:solidFill>
                <a:latin typeface="Noto Sans SC"/>
                <a:ea typeface="Noto Sans SC"/>
                <a:cs typeface="Noto Sans SC"/>
                <a:sym typeface="Noto Sans SC"/>
              </a:rPr>
              <a:t>关键阶段与技能应用</a:t>
            </a:r>
            <a:endParaRPr lang="en-US" sz="1100" dirty="0"/>
          </a:p>
        </p:txBody>
      </p:sp>
      <p:sp>
        <p:nvSpPr>
          <p:cNvPr id="29" name="AutoShape 18">
            <a:extLst>
              <a:ext uri="{FF2B5EF4-FFF2-40B4-BE49-F238E27FC236}">
                <a16:creationId xmlns:a16="http://schemas.microsoft.com/office/drawing/2014/main" id="{5F7872B4-0BC9-B5B0-B54D-9839CDA925D8}"/>
              </a:ext>
            </a:extLst>
          </p:cNvPr>
          <p:cNvSpPr/>
          <p:nvPr/>
        </p:nvSpPr>
        <p:spPr>
          <a:xfrm>
            <a:off x="6896100" y="2037028"/>
            <a:ext cx="3987800" cy="3454688"/>
          </a:xfrm>
          <a:prstGeom prst="rect">
            <a:avLst/>
          </a:prstGeom>
          <a:noFill/>
          <a:ln w="12700" cap="flat" cmpd="sng">
            <a:noFill/>
            <a:prstDash val="solid"/>
            <a:round/>
          </a:ln>
        </p:spPr>
        <p:txBody>
          <a:bodyPr vert="horz" wrap="square" lIns="88900" tIns="50800" rIns="88900" bIns="50800" rtlCol="0" anchor="t" anchorCtr="0"/>
          <a:lstStyle/>
          <a:p>
            <a:pPr marL="0" marR="0" lvl="0" indent="0" algn="just" defTabSz="914400" rtl="0" eaLnBrk="1" fontAlgn="auto" latinLnBrk="0" hangingPunct="1">
              <a:lnSpc>
                <a:spcPct val="116666"/>
              </a:lnSpc>
              <a:spcBef>
                <a:spcPts val="0"/>
              </a:spcBef>
              <a:spcAft>
                <a:spcPts val="0"/>
              </a:spcAft>
              <a:buClrTx/>
              <a:buSzTx/>
              <a:buFontTx/>
              <a:buNone/>
              <a:tabLst/>
              <a:defRPr/>
            </a:pPr>
            <a:r>
              <a:rPr lang="en-US" sz="1600" b="0" i="0" u="none" strike="noStrike" spc="100" dirty="0">
                <a:solidFill>
                  <a:srgbClr val="262626"/>
                </a:solidFill>
                <a:latin typeface="Noto Sans SC"/>
                <a:ea typeface="Noto Sans SC"/>
                <a:cs typeface="Noto Sans SC"/>
                <a:sym typeface="Noto Sans SC"/>
              </a:rPr>
              <a:t>项目分为数据准备、清洗处理、代码开发、可视化与报告撰写五大核心阶段。熟练运用Pandas完成数据探索与清洗，基于NumPy实现高效数值计算，通过Matplotlib与Seaborn打造多维度可视化图表，实现数据价值的深度挖掘与直观传递。</a:t>
            </a:r>
            <a:r>
              <a:rPr kumimoji="0" lang="en-US" altLang="zh-CN" sz="1600" b="0" i="0" u="none" strike="noStrike" kern="1200" cap="none" spc="100" normalizeH="0" baseline="0" noProof="0" dirty="0">
                <a:ln>
                  <a:noFill/>
                </a:ln>
                <a:solidFill>
                  <a:srgbClr val="262626"/>
                </a:solidFill>
                <a:effectLst/>
                <a:uLnTx/>
                <a:uFillTx/>
                <a:latin typeface="Noto Sans SC"/>
                <a:ea typeface="Noto Sans SC"/>
                <a:cs typeface="Noto Sans SC"/>
                <a:sym typeface="Noto Sans SC"/>
              </a:rPr>
              <a:t>在技术落地中，重点攻克数据清洗的异常值处理与多表关联难题，实现分析脚本的模块化与可复用性。最终产出5张高质量可视化图表，精准呈现数据特征与分析结论，并以严谨的逻辑梳理项目过程，形成完整的成果报告。</a:t>
            </a:r>
            <a:endParaRPr kumimoji="0" lang="en-US" altLang="zh-CN" sz="1100" b="0" i="0" u="none" strike="noStrike" kern="1200" cap="none" spc="0" normalizeH="0" baseline="0" noProof="0" dirty="0">
              <a:ln>
                <a:noFill/>
              </a:ln>
              <a:solidFill>
                <a:prstClr val="black"/>
              </a:solidFill>
              <a:effectLst/>
              <a:uLnTx/>
              <a:uFillTx/>
              <a:ea typeface="思源黑体 CN Regular"/>
              <a:cs typeface="+mn-cs"/>
            </a:endParaRPr>
          </a:p>
          <a:p>
            <a:pPr marL="0" indent="0" algn="just">
              <a:lnSpc>
                <a:spcPct val="116666"/>
              </a:lnSpc>
              <a:defRPr/>
            </a:pPr>
            <a:endParaRPr lang="en-US" sz="1100" dirty="0"/>
          </a:p>
        </p:txBody>
      </p:sp>
      <p:sp>
        <p:nvSpPr>
          <p:cNvPr id="35" name="AutoShape 21">
            <a:extLst>
              <a:ext uri="{FF2B5EF4-FFF2-40B4-BE49-F238E27FC236}">
                <a16:creationId xmlns:a16="http://schemas.microsoft.com/office/drawing/2014/main" id="{6E56344C-A705-77F2-D95B-4BF5E406B283}"/>
              </a:ext>
            </a:extLst>
          </p:cNvPr>
          <p:cNvSpPr/>
          <p:nvPr/>
        </p:nvSpPr>
        <p:spPr>
          <a:xfrm>
            <a:off x="4267200" y="698500"/>
            <a:ext cx="3644900" cy="5207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2800" b="1" i="0" u="none" strike="noStrike">
                <a:solidFill>
                  <a:srgbClr val="26476A"/>
                </a:solidFill>
                <a:latin typeface="Noto Sans SC"/>
                <a:ea typeface="Noto Sans SC"/>
                <a:cs typeface="Noto Sans SC"/>
                <a:sym typeface="Noto Sans SC"/>
              </a:rPr>
              <a:t>团队协作与分工</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9" name="AutoShape 15">
            <a:extLst>
              <a:ext uri="{FF2B5EF4-FFF2-40B4-BE49-F238E27FC236}">
                <a16:creationId xmlns:a16="http://schemas.microsoft.com/office/drawing/2014/main" id="{7985AF0F-14DF-8628-66BB-B047986BD85E}"/>
              </a:ext>
            </a:extLst>
          </p:cNvPr>
          <p:cNvSpPr/>
          <p:nvPr/>
        </p:nvSpPr>
        <p:spPr>
          <a:xfrm>
            <a:off x="4817508" y="3152553"/>
            <a:ext cx="2556983" cy="784447"/>
          </a:xfrm>
          <a:prstGeom prst="rect">
            <a:avLst/>
          </a:prstGeom>
          <a:noFill/>
          <a:ln w="12700" cap="flat" cmpd="sng">
            <a:noFill/>
            <a:prstDash val="solid"/>
            <a:round/>
          </a:ln>
        </p:spPr>
        <p:txBody>
          <a:bodyPr vert="horz" wrap="none" lIns="88900" tIns="50800" rIns="88900" bIns="50800" rtlCol="0" anchor="t" anchorCtr="0"/>
          <a:lstStyle/>
          <a:p>
            <a:pPr marL="0" indent="0" algn="ctr">
              <a:lnSpc>
                <a:spcPct val="100000"/>
              </a:lnSpc>
              <a:defRPr/>
            </a:pPr>
            <a:r>
              <a:rPr lang="en-US" sz="2000" b="1" i="0" u="none" strike="noStrike" dirty="0" err="1">
                <a:solidFill>
                  <a:srgbClr val="404040"/>
                </a:solidFill>
                <a:latin typeface="Noto Sans SC"/>
                <a:ea typeface="Noto Sans SC"/>
                <a:cs typeface="Noto Sans SC"/>
                <a:sym typeface="Noto Sans SC"/>
              </a:rPr>
              <a:t>音乐专辑</a:t>
            </a:r>
            <a:endParaRPr lang="en-US" sz="2000" b="1" i="0" u="none" strike="noStrike" dirty="0">
              <a:solidFill>
                <a:srgbClr val="404040"/>
              </a:solidFill>
              <a:latin typeface="Noto Sans SC"/>
              <a:ea typeface="Noto Sans SC"/>
              <a:cs typeface="Noto Sans SC"/>
              <a:sym typeface="Noto Sans SC"/>
            </a:endParaRPr>
          </a:p>
          <a:p>
            <a:pPr marL="0" indent="0" algn="ctr">
              <a:lnSpc>
                <a:spcPct val="100000"/>
              </a:lnSpc>
              <a:defRPr/>
            </a:pPr>
            <a:r>
              <a:rPr lang="en-US" sz="2000" b="1" i="0" u="none" strike="noStrike" dirty="0" err="1">
                <a:solidFill>
                  <a:srgbClr val="404040"/>
                </a:solidFill>
                <a:latin typeface="Noto Sans SC"/>
                <a:ea typeface="Noto Sans SC"/>
                <a:cs typeface="Noto Sans SC"/>
                <a:sym typeface="Noto Sans SC"/>
              </a:rPr>
              <a:t>数据分析概览</a:t>
            </a:r>
            <a:endParaRPr lang="en-US" sz="1100" dirty="0"/>
          </a:p>
        </p:txBody>
      </p:sp>
      <p:sp>
        <p:nvSpPr>
          <p:cNvPr id="41" name="AutoShape 33">
            <a:extLst>
              <a:ext uri="{FF2B5EF4-FFF2-40B4-BE49-F238E27FC236}">
                <a16:creationId xmlns:a16="http://schemas.microsoft.com/office/drawing/2014/main" id="{F81AE7D5-02F4-C710-3CB8-4DDA4572A91C}"/>
              </a:ext>
            </a:extLst>
          </p:cNvPr>
          <p:cNvSpPr/>
          <p:nvPr/>
        </p:nvSpPr>
        <p:spPr>
          <a:xfrm>
            <a:off x="1435100" y="2400300"/>
            <a:ext cx="2844800" cy="9525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r>
              <a:rPr lang="en-US" sz="1400" b="1" i="0" u="none" strike="noStrike" dirty="0">
                <a:solidFill>
                  <a:srgbClr val="26476A"/>
                </a:solidFill>
                <a:latin typeface="Noto Sans SC"/>
                <a:ea typeface="Noto Sans SC"/>
                <a:cs typeface="Noto Sans SC"/>
                <a:sym typeface="Noto Sans SC"/>
              </a:rPr>
              <a:t>01 </a:t>
            </a:r>
            <a:r>
              <a:rPr lang="en-US" sz="1400" b="1" i="0" u="none" strike="noStrike" dirty="0" err="1">
                <a:solidFill>
                  <a:srgbClr val="26476A"/>
                </a:solidFill>
                <a:latin typeface="Noto Sans SC"/>
                <a:ea typeface="Noto Sans SC"/>
                <a:cs typeface="Noto Sans SC"/>
                <a:sym typeface="Noto Sans SC"/>
              </a:rPr>
              <a:t>数据来源</a:t>
            </a:r>
            <a:endParaRPr lang="en-US" sz="1100" dirty="0"/>
          </a:p>
          <a:p>
            <a:pPr marL="0" indent="0" algn="l">
              <a:lnSpc>
                <a:spcPct val="108333"/>
              </a:lnSpc>
            </a:pPr>
            <a:r>
              <a:rPr lang="en-US" sz="1400" b="0" i="0" u="none" strike="noStrike" dirty="0">
                <a:solidFill>
                  <a:srgbClr val="505050"/>
                </a:solidFill>
                <a:latin typeface="Noto Sans SC"/>
                <a:ea typeface="Noto Sans SC"/>
                <a:cs typeface="Noto Sans SC"/>
                <a:sym typeface="Noto Sans SC"/>
              </a:rPr>
              <a:t>基于Kaggle公开数据集albums.csv，收录全球范围内超10万条音乐专辑记录，数据覆盖多语种、多地区，具备广泛的代表性与研究价值。</a:t>
            </a:r>
          </a:p>
        </p:txBody>
      </p:sp>
      <p:sp>
        <p:nvSpPr>
          <p:cNvPr id="43" name="AutoShape 34">
            <a:extLst>
              <a:ext uri="{FF2B5EF4-FFF2-40B4-BE49-F238E27FC236}">
                <a16:creationId xmlns:a16="http://schemas.microsoft.com/office/drawing/2014/main" id="{653AB62A-84E0-9EEF-6ABC-487993359F43}"/>
              </a:ext>
            </a:extLst>
          </p:cNvPr>
          <p:cNvSpPr/>
          <p:nvPr/>
        </p:nvSpPr>
        <p:spPr>
          <a:xfrm>
            <a:off x="1435100" y="3898901"/>
            <a:ext cx="2844800" cy="9398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r>
              <a:rPr lang="en-US" sz="1400" b="1" i="0" u="none" strike="noStrike" dirty="0">
                <a:solidFill>
                  <a:srgbClr val="26476A"/>
                </a:solidFill>
                <a:latin typeface="Noto Sans SC"/>
                <a:ea typeface="Noto Sans SC"/>
                <a:cs typeface="Noto Sans SC"/>
                <a:sym typeface="Noto Sans SC"/>
              </a:rPr>
              <a:t>03 </a:t>
            </a:r>
            <a:r>
              <a:rPr lang="en-US" sz="1400" b="1" i="0" u="none" strike="noStrike" dirty="0" err="1">
                <a:solidFill>
                  <a:srgbClr val="26476A"/>
                </a:solidFill>
                <a:latin typeface="Noto Sans SC"/>
                <a:ea typeface="Noto Sans SC"/>
                <a:cs typeface="Noto Sans SC"/>
                <a:sym typeface="Noto Sans SC"/>
              </a:rPr>
              <a:t>多维分析视角</a:t>
            </a:r>
            <a:endParaRPr lang="en-US" sz="1100" dirty="0"/>
          </a:p>
          <a:p>
            <a:pPr marL="0" indent="0" algn="l">
              <a:lnSpc>
                <a:spcPct val="108333"/>
              </a:lnSpc>
            </a:pPr>
            <a:r>
              <a:rPr lang="en-US" sz="1400" b="0" i="0" u="none" strike="noStrike" dirty="0">
                <a:solidFill>
                  <a:srgbClr val="505050"/>
                </a:solidFill>
                <a:latin typeface="Noto Sans SC"/>
                <a:ea typeface="Noto Sans SC"/>
                <a:cs typeface="Noto Sans SC"/>
                <a:sym typeface="Noto Sans SC"/>
              </a:rPr>
              <a:t>涵盖流派数量统计、销量排行对比、近20年发行趋势，同时深挖头部流派的年份演变规律及用户评分差异，全方位解析音乐市场特征。</a:t>
            </a:r>
          </a:p>
        </p:txBody>
      </p:sp>
      <p:sp>
        <p:nvSpPr>
          <p:cNvPr id="45" name="AutoShape 35">
            <a:extLst>
              <a:ext uri="{FF2B5EF4-FFF2-40B4-BE49-F238E27FC236}">
                <a16:creationId xmlns:a16="http://schemas.microsoft.com/office/drawing/2014/main" id="{48A6C49E-2496-6AC9-0F67-93A0A5CFC275}"/>
              </a:ext>
            </a:extLst>
          </p:cNvPr>
          <p:cNvSpPr/>
          <p:nvPr/>
        </p:nvSpPr>
        <p:spPr>
          <a:xfrm>
            <a:off x="8039100" y="3898901"/>
            <a:ext cx="2844800" cy="9398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r>
              <a:rPr lang="en-US" sz="1400" b="1" i="0" u="none" strike="noStrike">
                <a:solidFill>
                  <a:srgbClr val="26476A"/>
                </a:solidFill>
                <a:latin typeface="Noto Sans SC"/>
                <a:ea typeface="Noto Sans SC"/>
                <a:cs typeface="Noto Sans SC"/>
                <a:sym typeface="Noto Sans SC"/>
              </a:rPr>
              <a:t>04 技术实现架构</a:t>
            </a:r>
            <a:endParaRPr lang="en-US" sz="1100"/>
          </a:p>
          <a:p>
            <a:pPr marL="0" indent="0" algn="l">
              <a:lnSpc>
                <a:spcPct val="108333"/>
              </a:lnSpc>
            </a:pPr>
            <a:r>
              <a:rPr lang="en-US" sz="1400" b="0" i="0" u="none" strike="noStrike">
                <a:solidFill>
                  <a:srgbClr val="505050"/>
                </a:solidFill>
                <a:latin typeface="Noto Sans SC"/>
                <a:ea typeface="Noto Sans SC"/>
                <a:cs typeface="Noto Sans SC"/>
                <a:sym typeface="Noto Sans SC"/>
              </a:rPr>
              <a:t>以Python为核心，利用Pandas进行高效的数据清洗与结构化处理，结合Matplotlib与Seaborn实现直观可视化，NumPy保障数值运算的高效性。</a:t>
            </a:r>
          </a:p>
        </p:txBody>
      </p:sp>
      <p:sp>
        <p:nvSpPr>
          <p:cNvPr id="47" name="AutoShape 36">
            <a:extLst>
              <a:ext uri="{FF2B5EF4-FFF2-40B4-BE49-F238E27FC236}">
                <a16:creationId xmlns:a16="http://schemas.microsoft.com/office/drawing/2014/main" id="{CA9FE783-82C2-2634-D78E-9C0C1C23C05C}"/>
              </a:ext>
            </a:extLst>
          </p:cNvPr>
          <p:cNvSpPr/>
          <p:nvPr/>
        </p:nvSpPr>
        <p:spPr>
          <a:xfrm>
            <a:off x="8026400" y="2374900"/>
            <a:ext cx="2844800" cy="9398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8333"/>
              </a:lnSpc>
              <a:defRPr/>
            </a:pPr>
            <a:r>
              <a:rPr lang="en-US" sz="1400" b="1" i="0" u="none" strike="noStrike">
                <a:solidFill>
                  <a:srgbClr val="26476A"/>
                </a:solidFill>
                <a:latin typeface="Noto Sans SC"/>
                <a:ea typeface="Noto Sans SC"/>
                <a:cs typeface="Noto Sans SC"/>
                <a:sym typeface="Noto Sans SC"/>
              </a:rPr>
              <a:t>02 核心数据字段</a:t>
            </a:r>
            <a:endParaRPr lang="en-US" sz="1100"/>
          </a:p>
          <a:p>
            <a:pPr marL="0" indent="0" algn="l">
              <a:lnSpc>
                <a:spcPct val="108333"/>
              </a:lnSpc>
            </a:pPr>
            <a:r>
              <a:rPr lang="en-US" sz="1400" b="0" i="0" u="none" strike="noStrike">
                <a:solidFill>
                  <a:srgbClr val="505050"/>
                </a:solidFill>
                <a:latin typeface="Noto Sans SC"/>
                <a:ea typeface="Noto Sans SC"/>
                <a:cs typeface="Noto Sans SC"/>
                <a:sym typeface="Noto Sans SC"/>
              </a:rPr>
              <a:t>筛选genre（音乐流派）、year_of_pub（发行年份）、num_of_sales（专辑销量）等7个关键指标，覆盖专辑的基础属性、商业表现与时间维度。</a:t>
            </a:r>
          </a:p>
        </p:txBody>
      </p:sp>
      <p:sp>
        <p:nvSpPr>
          <p:cNvPr id="49" name="AutoShape 37">
            <a:extLst>
              <a:ext uri="{FF2B5EF4-FFF2-40B4-BE49-F238E27FC236}">
                <a16:creationId xmlns:a16="http://schemas.microsoft.com/office/drawing/2014/main" id="{6A8D435F-0EC8-738E-B483-78026DA33AD5}"/>
              </a:ext>
            </a:extLst>
          </p:cNvPr>
          <p:cNvSpPr/>
          <p:nvPr/>
        </p:nvSpPr>
        <p:spPr>
          <a:xfrm>
            <a:off x="4267200" y="698500"/>
            <a:ext cx="3644900" cy="5207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2800" b="1" i="0" u="none" strike="noStrike">
                <a:solidFill>
                  <a:srgbClr val="26476A"/>
                </a:solidFill>
                <a:latin typeface="Noto Sans SC"/>
                <a:ea typeface="Noto Sans SC"/>
                <a:cs typeface="Noto Sans SC"/>
                <a:sym typeface="Noto Sans SC"/>
              </a:rPr>
              <a:t>数据来源与技术方案</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50" name="AutoShape 44">
            <a:extLst>
              <a:ext uri="{FF2B5EF4-FFF2-40B4-BE49-F238E27FC236}">
                <a16:creationId xmlns:a16="http://schemas.microsoft.com/office/drawing/2014/main" id="{44B1853E-8CF5-63D4-6D1F-E664D27B81FA}"/>
              </a:ext>
            </a:extLst>
          </p:cNvPr>
          <p:cNvSpPr/>
          <p:nvPr/>
        </p:nvSpPr>
        <p:spPr>
          <a:xfrm>
            <a:off x="6400800" y="15494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r>
              <a:rPr lang="en-US" sz="1500" b="1" i="0" u="none" strike="noStrike">
                <a:solidFill>
                  <a:srgbClr val="26476A"/>
                </a:solidFill>
                <a:latin typeface="Noto Sans SC"/>
                <a:ea typeface="Noto Sans SC"/>
                <a:cs typeface="Noto Sans SC"/>
                <a:sym typeface="Noto Sans SC"/>
              </a:rPr>
              <a:t>01 市场基石：发行与销量共振</a:t>
            </a:r>
            <a:br>
              <a:rPr lang="en-US" sz="1400" b="0" i="0" u="none" strike="noStrike">
                <a:solidFill>
                  <a:srgbClr val="1F2329"/>
                </a:solidFill>
                <a:latin typeface="Noto Sans SC"/>
                <a:ea typeface="Noto Sans SC"/>
                <a:cs typeface="Noto Sans SC"/>
                <a:sym typeface="Noto Sans SC"/>
              </a:rPr>
            </a:br>
            <a:r>
              <a:rPr lang="en-US" sz="1400" b="0" i="0" u="none" strike="noStrike">
                <a:solidFill>
                  <a:srgbClr val="595959"/>
                </a:solidFill>
                <a:latin typeface="Noto Sans SC"/>
                <a:ea typeface="Noto Sans SC"/>
                <a:cs typeface="Noto Sans SC"/>
                <a:sym typeface="Noto Sans SC"/>
              </a:rPr>
              <a:t>Rock与Pop在专辑发行量与销量上稳居前二，发行量与市场需求呈明显正相关，是主流音乐市场的核心支柱。</a:t>
            </a:r>
            <a:endParaRPr lang="en-US" sz="1100"/>
          </a:p>
        </p:txBody>
      </p:sp>
      <p:sp>
        <p:nvSpPr>
          <p:cNvPr id="52" name="AutoShape 45">
            <a:extLst>
              <a:ext uri="{FF2B5EF4-FFF2-40B4-BE49-F238E27FC236}">
                <a16:creationId xmlns:a16="http://schemas.microsoft.com/office/drawing/2014/main" id="{BC2EE69F-901B-B5EC-3003-3FEDF70F6997}"/>
              </a:ext>
            </a:extLst>
          </p:cNvPr>
          <p:cNvSpPr/>
          <p:nvPr/>
        </p:nvSpPr>
        <p:spPr>
          <a:xfrm>
            <a:off x="6413500" y="26924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r>
              <a:rPr lang="en-US" sz="1500" b="1" i="0" u="none" strike="noStrike">
                <a:solidFill>
                  <a:srgbClr val="26476A"/>
                </a:solidFill>
                <a:latin typeface="Noto Sans SC"/>
                <a:ea typeface="Noto Sans SC"/>
                <a:cs typeface="Noto Sans SC"/>
                <a:sym typeface="Noto Sans SC"/>
              </a:rPr>
              <a:t>02 时代趋势：供给侧的爆发增长</a:t>
            </a:r>
            <a:br>
              <a:rPr lang="en-US" sz="1400" b="0" i="0" u="none" strike="noStrike">
                <a:solidFill>
                  <a:srgbClr val="1F2329"/>
                </a:solidFill>
                <a:latin typeface="Noto Sans SC"/>
                <a:ea typeface="Noto Sans SC"/>
                <a:cs typeface="Noto Sans SC"/>
                <a:sym typeface="Noto Sans SC"/>
              </a:rPr>
            </a:br>
            <a:r>
              <a:rPr lang="en-US" sz="1400" b="0" i="0" u="none" strike="noStrike">
                <a:solidFill>
                  <a:srgbClr val="595959"/>
                </a:solidFill>
                <a:latin typeface="Noto Sans SC"/>
                <a:ea typeface="Noto Sans SC"/>
                <a:cs typeface="Noto Sans SC"/>
                <a:sym typeface="Noto Sans SC"/>
              </a:rPr>
              <a:t>近20年专辑与单曲数量持续上升，数字音乐技术大幅降低发行门槛，为音乐创作与传播带来了前所未有的便利。</a:t>
            </a:r>
            <a:endParaRPr lang="en-US" sz="1100"/>
          </a:p>
        </p:txBody>
      </p:sp>
      <p:sp>
        <p:nvSpPr>
          <p:cNvPr id="54" name="AutoShape 46">
            <a:extLst>
              <a:ext uri="{FF2B5EF4-FFF2-40B4-BE49-F238E27FC236}">
                <a16:creationId xmlns:a16="http://schemas.microsoft.com/office/drawing/2014/main" id="{292D25E7-A01C-7EA3-45CE-D63B35A2BF25}"/>
              </a:ext>
            </a:extLst>
          </p:cNvPr>
          <p:cNvSpPr/>
          <p:nvPr/>
        </p:nvSpPr>
        <p:spPr>
          <a:xfrm>
            <a:off x="6438900" y="38227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r>
              <a:rPr lang="en-US" sz="1500" b="1" i="0" u="none" strike="noStrike">
                <a:solidFill>
                  <a:srgbClr val="26476A"/>
                </a:solidFill>
                <a:latin typeface="Noto Sans SC"/>
                <a:ea typeface="Noto Sans SC"/>
                <a:cs typeface="Noto Sans SC"/>
                <a:sym typeface="Noto Sans SC"/>
              </a:rPr>
              <a:t>03 风格格局：常青树与黄金期</a:t>
            </a:r>
            <a:br>
              <a:rPr lang="en-US" sz="1400" b="0" i="0" u="none" strike="noStrike">
                <a:solidFill>
                  <a:srgbClr val="1F2329"/>
                </a:solidFill>
                <a:latin typeface="Noto Sans SC"/>
                <a:ea typeface="Noto Sans SC"/>
                <a:cs typeface="Noto Sans SC"/>
                <a:sym typeface="Noto Sans SC"/>
              </a:rPr>
            </a:br>
            <a:r>
              <a:rPr lang="en-US" sz="1400" b="0" i="0" u="none" strike="noStrike">
                <a:solidFill>
                  <a:srgbClr val="595959"/>
                </a:solidFill>
                <a:latin typeface="Noto Sans SC"/>
                <a:ea typeface="Noto Sans SC"/>
                <a:cs typeface="Noto Sans SC"/>
                <a:sym typeface="Noto Sans SC"/>
              </a:rPr>
              <a:t>Rock风格销量常年领跑，是市场常青树；而其他音乐类型各有独特的“黄金发展期”，呈现出交替繁荣的态势。</a:t>
            </a:r>
            <a:endParaRPr lang="en-US" sz="1100"/>
          </a:p>
        </p:txBody>
      </p:sp>
      <p:sp>
        <p:nvSpPr>
          <p:cNvPr id="56" name="AutoShape 47">
            <a:extLst>
              <a:ext uri="{FF2B5EF4-FFF2-40B4-BE49-F238E27FC236}">
                <a16:creationId xmlns:a16="http://schemas.microsoft.com/office/drawing/2014/main" id="{EDFD0CAC-13CD-918C-F5D3-C7DC493B8D9E}"/>
              </a:ext>
            </a:extLst>
          </p:cNvPr>
          <p:cNvSpPr/>
          <p:nvPr/>
        </p:nvSpPr>
        <p:spPr>
          <a:xfrm>
            <a:off x="6451600" y="4991100"/>
            <a:ext cx="3898900" cy="1028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r>
              <a:rPr lang="en-US" sz="1500" b="1" i="0" u="none" strike="noStrike">
                <a:solidFill>
                  <a:srgbClr val="26476A"/>
                </a:solidFill>
                <a:latin typeface="Noto Sans SC"/>
                <a:ea typeface="Noto Sans SC"/>
                <a:cs typeface="Noto Sans SC"/>
                <a:sym typeface="Noto Sans SC"/>
              </a:rPr>
              <a:t>04 评价体系：销量与口碑的独立</a:t>
            </a:r>
            <a:br>
              <a:rPr lang="en-US" sz="1400" b="0" i="0" u="none" strike="noStrike">
                <a:solidFill>
                  <a:srgbClr val="1F2329"/>
                </a:solidFill>
                <a:latin typeface="Noto Sans SC"/>
                <a:ea typeface="Noto Sans SC"/>
                <a:cs typeface="Noto Sans SC"/>
                <a:sym typeface="Noto Sans SC"/>
              </a:rPr>
            </a:br>
            <a:r>
              <a:rPr lang="en-US" sz="1400" b="0" i="0" u="none" strike="noStrike">
                <a:solidFill>
                  <a:srgbClr val="595959"/>
                </a:solidFill>
                <a:latin typeface="Noto Sans SC"/>
                <a:ea typeface="Noto Sans SC"/>
                <a:cs typeface="Noto Sans SC"/>
                <a:sym typeface="Noto Sans SC"/>
              </a:rPr>
              <a:t>平均评分集中在2.5-3.5区间，与销量无直接关联；专业媒体评分严苛，而大众与达人的评价则更为宽松包容。</a:t>
            </a:r>
            <a:endParaRPr lang="en-US" sz="1100"/>
          </a:p>
        </p:txBody>
      </p:sp>
      <p:sp>
        <p:nvSpPr>
          <p:cNvPr id="58" name="AutoShape 48">
            <a:extLst>
              <a:ext uri="{FF2B5EF4-FFF2-40B4-BE49-F238E27FC236}">
                <a16:creationId xmlns:a16="http://schemas.microsoft.com/office/drawing/2014/main" id="{F8A7A475-9448-B460-2B1B-18B17BF36A7C}"/>
              </a:ext>
            </a:extLst>
          </p:cNvPr>
          <p:cNvSpPr/>
          <p:nvPr/>
        </p:nvSpPr>
        <p:spPr>
          <a:xfrm>
            <a:off x="4267200" y="698500"/>
            <a:ext cx="3644900" cy="5207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2800" b="1" i="0" u="none" strike="noStrike" dirty="0" err="1">
                <a:solidFill>
                  <a:srgbClr val="26476A"/>
                </a:solidFill>
                <a:latin typeface="Noto Sans SC"/>
                <a:ea typeface="Noto Sans SC"/>
                <a:cs typeface="Noto Sans SC"/>
                <a:sym typeface="Noto Sans SC"/>
              </a:rPr>
              <a:t>五个维度的核心发现</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5" name="AutoShape 14">
            <a:extLst>
              <a:ext uri="{FF2B5EF4-FFF2-40B4-BE49-F238E27FC236}">
                <a16:creationId xmlns:a16="http://schemas.microsoft.com/office/drawing/2014/main" id="{968895D1-5603-E33F-6479-326848D82ECA}"/>
              </a:ext>
            </a:extLst>
          </p:cNvPr>
          <p:cNvSpPr/>
          <p:nvPr/>
        </p:nvSpPr>
        <p:spPr>
          <a:xfrm>
            <a:off x="977900" y="1790700"/>
            <a:ext cx="2324100" cy="4191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00000"/>
              </a:lnSpc>
              <a:defRPr/>
            </a:pPr>
            <a:r>
              <a:rPr lang="en-US" sz="2700" b="1" i="0" u="none" strike="noStrike">
                <a:solidFill>
                  <a:srgbClr val="FFFFFF"/>
                </a:solidFill>
                <a:latin typeface="Noto Sans SC"/>
                <a:ea typeface="Noto Sans SC"/>
                <a:cs typeface="Noto Sans SC"/>
                <a:sym typeface="Noto Sans SC"/>
              </a:rPr>
              <a:t>多维洞察概览</a:t>
            </a:r>
            <a:endParaRPr lang="en-US" sz="1100"/>
          </a:p>
        </p:txBody>
      </p:sp>
      <p:sp>
        <p:nvSpPr>
          <p:cNvPr id="27" name="AutoShape 15">
            <a:extLst>
              <a:ext uri="{FF2B5EF4-FFF2-40B4-BE49-F238E27FC236}">
                <a16:creationId xmlns:a16="http://schemas.microsoft.com/office/drawing/2014/main" id="{EC645CE2-4631-8EA8-B25E-DFFB9DF06D63}"/>
              </a:ext>
            </a:extLst>
          </p:cNvPr>
          <p:cNvSpPr/>
          <p:nvPr/>
        </p:nvSpPr>
        <p:spPr>
          <a:xfrm>
            <a:off x="977900" y="2286000"/>
            <a:ext cx="10388600" cy="9398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25000"/>
              </a:lnSpc>
              <a:defRPr/>
            </a:pPr>
            <a:r>
              <a:rPr lang="en-US" sz="1400" b="0" i="0" u="none" strike="noStrike">
                <a:solidFill>
                  <a:srgbClr val="FFFFFF"/>
                </a:solidFill>
                <a:latin typeface="Noto Sans SC"/>
                <a:ea typeface="Noto Sans SC"/>
                <a:cs typeface="Noto Sans SC"/>
                <a:sym typeface="Noto Sans SC"/>
              </a:rPr>
              <a:t>本页通过五张核心图表构建全方位的音乐市场分析体系：从专辑数量与销量的基础分布切入，延伸至近20年的时间维度趋势演变，最后结合专业与大众评分体系，深度剖析摇滚、流行等主流音乐类型的市场表现与口碑差异，直观呈现行业发展脉络。</a:t>
            </a:r>
            <a:endParaRPr lang="en-US" sz="1100"/>
          </a:p>
        </p:txBody>
      </p:sp>
      <p:sp>
        <p:nvSpPr>
          <p:cNvPr id="29" name="AutoShape 16">
            <a:extLst>
              <a:ext uri="{FF2B5EF4-FFF2-40B4-BE49-F238E27FC236}">
                <a16:creationId xmlns:a16="http://schemas.microsoft.com/office/drawing/2014/main" id="{C6419FA4-C30D-4018-F5B5-E3D213B3C2EC}"/>
              </a:ext>
            </a:extLst>
          </p:cNvPr>
          <p:cNvSpPr/>
          <p:nvPr/>
        </p:nvSpPr>
        <p:spPr>
          <a:xfrm>
            <a:off x="924739" y="4596513"/>
            <a:ext cx="2769191" cy="10668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25000"/>
              </a:lnSpc>
              <a:spcBef>
                <a:spcPts val="600"/>
              </a:spcBef>
              <a:defRPr/>
            </a:pPr>
            <a:r>
              <a:rPr lang="en-US" sz="1400" b="0" i="0" u="none" strike="noStrike" dirty="0">
                <a:solidFill>
                  <a:srgbClr val="404040"/>
                </a:solidFill>
                <a:latin typeface="Noto Sans SC"/>
                <a:ea typeface="Noto Sans SC"/>
                <a:cs typeface="Noto Sans SC"/>
                <a:sym typeface="Noto Sans SC"/>
              </a:rPr>
              <a:t>聚焦各音乐类型的发行基数与商业转化，通过柱状图清晰量化摇滚、流行等风格的市场存量规模，揭示不同品类的市场普及度与商业价值的直观差异。</a:t>
            </a:r>
            <a:endParaRPr lang="en-US" sz="1100" dirty="0"/>
          </a:p>
        </p:txBody>
      </p:sp>
      <p:sp>
        <p:nvSpPr>
          <p:cNvPr id="31" name="AutoShape 17">
            <a:extLst>
              <a:ext uri="{FF2B5EF4-FFF2-40B4-BE49-F238E27FC236}">
                <a16:creationId xmlns:a16="http://schemas.microsoft.com/office/drawing/2014/main" id="{6C335360-3DFC-3F1D-582A-5A62316AB438}"/>
              </a:ext>
            </a:extLst>
          </p:cNvPr>
          <p:cNvSpPr/>
          <p:nvPr/>
        </p:nvSpPr>
        <p:spPr>
          <a:xfrm>
            <a:off x="1119963" y="4139313"/>
            <a:ext cx="2336800" cy="4572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00000"/>
              </a:lnSpc>
              <a:defRPr/>
            </a:pPr>
            <a:r>
              <a:rPr lang="en-US" sz="2200" b="1" i="0" u="none" strike="noStrike" dirty="0" err="1">
                <a:solidFill>
                  <a:srgbClr val="26476A"/>
                </a:solidFill>
                <a:latin typeface="Noto Sans SC"/>
                <a:ea typeface="Noto Sans SC"/>
                <a:cs typeface="Noto Sans SC"/>
                <a:sym typeface="Noto Sans SC"/>
              </a:rPr>
              <a:t>存量与销量分布</a:t>
            </a:r>
            <a:endParaRPr lang="en-US" sz="1100" dirty="0"/>
          </a:p>
        </p:txBody>
      </p:sp>
      <p:sp>
        <p:nvSpPr>
          <p:cNvPr id="33" name="AutoShape 19">
            <a:extLst>
              <a:ext uri="{FF2B5EF4-FFF2-40B4-BE49-F238E27FC236}">
                <a16:creationId xmlns:a16="http://schemas.microsoft.com/office/drawing/2014/main" id="{B058BFD1-4A68-DAB1-5DAB-C44764F089FC}"/>
              </a:ext>
            </a:extLst>
          </p:cNvPr>
          <p:cNvSpPr/>
          <p:nvPr/>
        </p:nvSpPr>
        <p:spPr>
          <a:xfrm>
            <a:off x="4722039" y="4596513"/>
            <a:ext cx="2769191" cy="10668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25000"/>
              </a:lnSpc>
              <a:spcBef>
                <a:spcPts val="600"/>
              </a:spcBef>
              <a:defRPr/>
            </a:pPr>
            <a:r>
              <a:rPr lang="en-US" sz="1400" b="0" i="0" u="none" strike="noStrike">
                <a:solidFill>
                  <a:srgbClr val="404040"/>
                </a:solidFill>
                <a:latin typeface="Noto Sans SC"/>
                <a:ea typeface="Noto Sans SC"/>
                <a:cs typeface="Noto Sans SC"/>
                <a:sym typeface="Noto Sans SC"/>
              </a:rPr>
              <a:t>利用双轴图与折线图还原近20年专辑与单曲的数量走势，同时追踪头部音乐类型的年度销量波动，挖掘市场供给变化与品类热度的长期演变规律。</a:t>
            </a:r>
            <a:endParaRPr lang="en-US" sz="1100"/>
          </a:p>
        </p:txBody>
      </p:sp>
      <p:sp>
        <p:nvSpPr>
          <p:cNvPr id="35" name="AutoShape 20">
            <a:extLst>
              <a:ext uri="{FF2B5EF4-FFF2-40B4-BE49-F238E27FC236}">
                <a16:creationId xmlns:a16="http://schemas.microsoft.com/office/drawing/2014/main" id="{0759C662-4FDB-2A38-A1B9-3AABCDCEBE23}"/>
              </a:ext>
            </a:extLst>
          </p:cNvPr>
          <p:cNvSpPr/>
          <p:nvPr/>
        </p:nvSpPr>
        <p:spPr>
          <a:xfrm>
            <a:off x="4917263" y="4139313"/>
            <a:ext cx="2336800" cy="4572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00000"/>
              </a:lnSpc>
              <a:defRPr/>
            </a:pPr>
            <a:r>
              <a:rPr lang="en-US" sz="2200" b="1" i="0" u="none" strike="noStrike" dirty="0" err="1">
                <a:solidFill>
                  <a:srgbClr val="26476A"/>
                </a:solidFill>
                <a:latin typeface="Noto Sans SC"/>
                <a:ea typeface="Noto Sans SC"/>
                <a:cs typeface="Noto Sans SC"/>
                <a:sym typeface="Noto Sans SC"/>
              </a:rPr>
              <a:t>趋势与演变分析</a:t>
            </a:r>
            <a:endParaRPr lang="en-US" sz="1100" dirty="0"/>
          </a:p>
        </p:txBody>
      </p:sp>
      <p:sp>
        <p:nvSpPr>
          <p:cNvPr id="37" name="AutoShape 21">
            <a:extLst>
              <a:ext uri="{FF2B5EF4-FFF2-40B4-BE49-F238E27FC236}">
                <a16:creationId xmlns:a16="http://schemas.microsoft.com/office/drawing/2014/main" id="{C4FCD48D-B31A-1AE4-7E54-B3C1BE79680D}"/>
              </a:ext>
            </a:extLst>
          </p:cNvPr>
          <p:cNvSpPr/>
          <p:nvPr/>
        </p:nvSpPr>
        <p:spPr>
          <a:xfrm>
            <a:off x="8506639" y="4596513"/>
            <a:ext cx="2769191" cy="10668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25000"/>
              </a:lnSpc>
              <a:spcBef>
                <a:spcPts val="600"/>
              </a:spcBef>
              <a:defRPr/>
            </a:pPr>
            <a:r>
              <a:rPr lang="en-US" sz="1400" b="0" i="0" u="none" strike="noStrike">
                <a:solidFill>
                  <a:srgbClr val="404040"/>
                </a:solidFill>
                <a:latin typeface="Noto Sans SC"/>
                <a:ea typeface="Noto Sans SC"/>
                <a:cs typeface="Noto Sans SC"/>
                <a:sym typeface="Noto Sans SC"/>
              </a:rPr>
              <a:t>基于多维度评分体系的分组对比，量化头部音乐类型的专业认可度与大众喜爱度，剖析商业畅销度与艺术口碑之间的关联，为市场定位提供参考。</a:t>
            </a:r>
            <a:endParaRPr lang="en-US" sz="1100"/>
          </a:p>
        </p:txBody>
      </p:sp>
      <p:sp>
        <p:nvSpPr>
          <p:cNvPr id="39" name="AutoShape 22">
            <a:extLst>
              <a:ext uri="{FF2B5EF4-FFF2-40B4-BE49-F238E27FC236}">
                <a16:creationId xmlns:a16="http://schemas.microsoft.com/office/drawing/2014/main" id="{0E83EAF3-D03A-953C-69FC-5B0D70A7AF93}"/>
              </a:ext>
            </a:extLst>
          </p:cNvPr>
          <p:cNvSpPr/>
          <p:nvPr/>
        </p:nvSpPr>
        <p:spPr>
          <a:xfrm>
            <a:off x="8701863" y="4152013"/>
            <a:ext cx="2336800" cy="457200"/>
          </a:xfrm>
          <a:prstGeom prst="roundRect">
            <a:avLst>
              <a:gd name="adj" fmla="val 0"/>
            </a:avLst>
          </a:prstGeom>
          <a:noFill/>
          <a:ln w="25400" cap="flat" cmpd="sng">
            <a:noFill/>
            <a:prstDash val="solid"/>
            <a:round/>
          </a:ln>
        </p:spPr>
        <p:txBody>
          <a:bodyPr vert="horz" wrap="square" lIns="127000" tIns="63500" rIns="127000" bIns="63500" rtlCol="0" anchor="t" anchorCtr="0"/>
          <a:lstStyle/>
          <a:p>
            <a:pPr marL="0" indent="0" algn="ctr">
              <a:lnSpc>
                <a:spcPct val="100000"/>
              </a:lnSpc>
              <a:defRPr/>
            </a:pPr>
            <a:r>
              <a:rPr lang="en-US" sz="2200" b="1" i="0" u="none" strike="noStrike">
                <a:solidFill>
                  <a:srgbClr val="26476A"/>
                </a:solidFill>
                <a:latin typeface="Noto Sans SC"/>
                <a:ea typeface="Noto Sans SC"/>
                <a:cs typeface="Noto Sans SC"/>
                <a:sym typeface="Noto Sans SC"/>
              </a:rPr>
              <a:t>口碑与评分对标</a:t>
            </a:r>
            <a:endParaRPr lang="en-US" sz="1100"/>
          </a:p>
        </p:txBody>
      </p:sp>
      <p:sp>
        <p:nvSpPr>
          <p:cNvPr id="41" name="AutoShape 23">
            <a:extLst>
              <a:ext uri="{FF2B5EF4-FFF2-40B4-BE49-F238E27FC236}">
                <a16:creationId xmlns:a16="http://schemas.microsoft.com/office/drawing/2014/main" id="{D7350836-5784-38C7-47C5-C3F135DBEC3F}"/>
              </a:ext>
            </a:extLst>
          </p:cNvPr>
          <p:cNvSpPr/>
          <p:nvPr/>
        </p:nvSpPr>
        <p:spPr>
          <a:xfrm>
            <a:off x="4267200" y="698500"/>
            <a:ext cx="3644900" cy="5207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2800" b="1" i="0" u="none" strike="noStrike" dirty="0" err="1">
                <a:solidFill>
                  <a:srgbClr val="26476A"/>
                </a:solidFill>
                <a:latin typeface="Noto Sans SC"/>
                <a:ea typeface="Noto Sans SC"/>
                <a:cs typeface="Noto Sans SC"/>
                <a:sym typeface="Noto Sans SC"/>
              </a:rPr>
              <a:t>音乐专辑数据</a:t>
            </a:r>
            <a:endParaRPr lang="en-US" sz="2800" b="1" i="0" u="none" strike="noStrike" dirty="0">
              <a:solidFill>
                <a:srgbClr val="26476A"/>
              </a:solidFill>
              <a:latin typeface="Noto Sans SC"/>
              <a:ea typeface="Noto Sans SC"/>
              <a:cs typeface="Noto Sans SC"/>
              <a:sym typeface="Noto Sans SC"/>
            </a:endParaRPr>
          </a:p>
          <a:p>
            <a:pPr marL="0" indent="0" algn="ctr">
              <a:lnSpc>
                <a:spcPct val="100000"/>
              </a:lnSpc>
              <a:defRPr/>
            </a:pPr>
            <a:r>
              <a:rPr lang="en-US" sz="2800" b="1" i="0" u="none" strike="noStrike" dirty="0" err="1">
                <a:solidFill>
                  <a:srgbClr val="26476A"/>
                </a:solidFill>
                <a:latin typeface="Noto Sans SC"/>
                <a:ea typeface="Noto Sans SC"/>
                <a:cs typeface="Noto Sans SC"/>
                <a:sym typeface="Noto Sans SC"/>
              </a:rPr>
              <a:t>可视化分析</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8" name="AutoShape 14">
            <a:extLst>
              <a:ext uri="{FF2B5EF4-FFF2-40B4-BE49-F238E27FC236}">
                <a16:creationId xmlns:a16="http://schemas.microsoft.com/office/drawing/2014/main" id="{947CBE3A-DC35-8679-CF52-92E3733C441C}"/>
              </a:ext>
            </a:extLst>
          </p:cNvPr>
          <p:cNvSpPr/>
          <p:nvPr/>
        </p:nvSpPr>
        <p:spPr>
          <a:xfrm>
            <a:off x="1409700" y="4086152"/>
            <a:ext cx="2857500" cy="13589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r>
              <a:rPr lang="en-US" sz="1400" b="0" i="0" u="none" strike="noStrike" dirty="0">
                <a:solidFill>
                  <a:srgbClr val="000000"/>
                </a:solidFill>
                <a:latin typeface="Noto Sans SC"/>
                <a:ea typeface="Noto Sans SC"/>
                <a:cs typeface="Noto Sans SC"/>
                <a:sym typeface="Noto Sans SC"/>
              </a:rPr>
              <a:t>利用Pandas与Numpy的向量化特性替代传统逐行循环，将10万级数据的处理耗时压缩至数秒级，从底层运算逻辑上极大提升了数据处理的效率与吞吐量。</a:t>
            </a:r>
            <a:endParaRPr lang="en-US" sz="1100" dirty="0"/>
          </a:p>
        </p:txBody>
      </p:sp>
      <p:sp>
        <p:nvSpPr>
          <p:cNvPr id="30" name="AutoShape 15">
            <a:extLst>
              <a:ext uri="{FF2B5EF4-FFF2-40B4-BE49-F238E27FC236}">
                <a16:creationId xmlns:a16="http://schemas.microsoft.com/office/drawing/2014/main" id="{0BA853CD-7C14-51D0-3F65-215AB6D0E128}"/>
              </a:ext>
            </a:extLst>
          </p:cNvPr>
          <p:cNvSpPr/>
          <p:nvPr/>
        </p:nvSpPr>
        <p:spPr>
          <a:xfrm>
            <a:off x="1714500" y="2032000"/>
            <a:ext cx="2324100" cy="3683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r>
              <a:rPr lang="en-US" sz="1800" b="1" i="0" u="none" strike="noStrike" dirty="0">
                <a:solidFill>
                  <a:srgbClr val="FFFFFF"/>
                </a:solidFill>
                <a:latin typeface="Noto Sans SC"/>
                <a:ea typeface="Noto Sans SC"/>
                <a:cs typeface="Noto Sans SC"/>
                <a:sym typeface="Noto Sans SC"/>
              </a:rPr>
              <a:t>01 </a:t>
            </a:r>
            <a:r>
              <a:rPr lang="en-US" sz="1800" b="1" i="0" u="none" strike="noStrike" dirty="0" err="1">
                <a:solidFill>
                  <a:srgbClr val="FFFFFF"/>
                </a:solidFill>
                <a:latin typeface="Noto Sans SC"/>
                <a:ea typeface="Noto Sans SC"/>
                <a:cs typeface="Noto Sans SC"/>
                <a:sym typeface="Noto Sans SC"/>
              </a:rPr>
              <a:t>向量化计算</a:t>
            </a:r>
            <a:endParaRPr lang="en-US" sz="1100" dirty="0"/>
          </a:p>
        </p:txBody>
      </p:sp>
      <p:sp>
        <p:nvSpPr>
          <p:cNvPr id="32" name="AutoShape 19">
            <a:extLst>
              <a:ext uri="{FF2B5EF4-FFF2-40B4-BE49-F238E27FC236}">
                <a16:creationId xmlns:a16="http://schemas.microsoft.com/office/drawing/2014/main" id="{E03F32C9-CFC6-0DCE-DECB-BC1082F8A159}"/>
              </a:ext>
            </a:extLst>
          </p:cNvPr>
          <p:cNvSpPr/>
          <p:nvPr/>
        </p:nvSpPr>
        <p:spPr>
          <a:xfrm>
            <a:off x="4978400" y="2032000"/>
            <a:ext cx="2324100" cy="3683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r>
              <a:rPr lang="en-US" sz="1800" b="1" i="0" u="none" strike="noStrike" dirty="0">
                <a:solidFill>
                  <a:srgbClr val="FFFFFF"/>
                </a:solidFill>
                <a:latin typeface="Noto Sans SC"/>
                <a:ea typeface="Noto Sans SC"/>
                <a:cs typeface="Noto Sans SC"/>
                <a:sym typeface="Noto Sans SC"/>
              </a:rPr>
              <a:t>02 </a:t>
            </a:r>
            <a:r>
              <a:rPr lang="en-US" sz="1800" b="1" i="0" u="none" strike="noStrike" dirty="0" err="1">
                <a:solidFill>
                  <a:srgbClr val="FFFFFF"/>
                </a:solidFill>
                <a:latin typeface="Noto Sans SC"/>
                <a:ea typeface="Noto Sans SC"/>
                <a:cs typeface="Noto Sans SC"/>
                <a:sym typeface="Noto Sans SC"/>
              </a:rPr>
              <a:t>多维度交叉分析</a:t>
            </a:r>
            <a:endParaRPr lang="en-US" sz="1100" dirty="0"/>
          </a:p>
        </p:txBody>
      </p:sp>
      <p:sp>
        <p:nvSpPr>
          <p:cNvPr id="34" name="AutoShape 20">
            <a:extLst>
              <a:ext uri="{FF2B5EF4-FFF2-40B4-BE49-F238E27FC236}">
                <a16:creationId xmlns:a16="http://schemas.microsoft.com/office/drawing/2014/main" id="{CF152939-759C-062F-4F15-09D4B1417283}"/>
              </a:ext>
            </a:extLst>
          </p:cNvPr>
          <p:cNvSpPr/>
          <p:nvPr/>
        </p:nvSpPr>
        <p:spPr>
          <a:xfrm>
            <a:off x="4673600" y="4086152"/>
            <a:ext cx="2857500" cy="13589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r>
              <a:rPr lang="en-US" sz="1400" b="0" i="0" u="none" strike="noStrike" dirty="0">
                <a:solidFill>
                  <a:srgbClr val="000000"/>
                </a:solidFill>
                <a:latin typeface="Noto Sans SC"/>
                <a:ea typeface="Noto Sans SC"/>
                <a:cs typeface="Noto Sans SC"/>
                <a:sym typeface="Noto Sans SC"/>
              </a:rPr>
              <a:t>通过groupby多级分组与unstack透视重组，从音乐类型、发行年份、市场销量、用户评分四个核心维度展开交叉分析，深度挖掘数据间的内在关联与层次规律。</a:t>
            </a:r>
            <a:endParaRPr lang="en-US" sz="1100" dirty="0"/>
          </a:p>
        </p:txBody>
      </p:sp>
      <p:sp>
        <p:nvSpPr>
          <p:cNvPr id="36" name="AutoShape 24">
            <a:extLst>
              <a:ext uri="{FF2B5EF4-FFF2-40B4-BE49-F238E27FC236}">
                <a16:creationId xmlns:a16="http://schemas.microsoft.com/office/drawing/2014/main" id="{C0AE7838-CF27-AC97-5A71-FB3A4039C846}"/>
              </a:ext>
            </a:extLst>
          </p:cNvPr>
          <p:cNvSpPr/>
          <p:nvPr/>
        </p:nvSpPr>
        <p:spPr>
          <a:xfrm>
            <a:off x="8229600" y="2032000"/>
            <a:ext cx="2324100" cy="3683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00000"/>
              </a:lnSpc>
              <a:defRPr/>
            </a:pPr>
            <a:r>
              <a:rPr lang="en-US" sz="1800" b="1" i="0" u="none" strike="noStrike">
                <a:solidFill>
                  <a:srgbClr val="FFFFFF"/>
                </a:solidFill>
                <a:latin typeface="Noto Sans SC"/>
                <a:ea typeface="Noto Sans SC"/>
                <a:cs typeface="Noto Sans SC"/>
                <a:sym typeface="Noto Sans SC"/>
              </a:rPr>
              <a:t>03 双轴图可视化</a:t>
            </a:r>
            <a:endParaRPr lang="en-US" sz="1100"/>
          </a:p>
        </p:txBody>
      </p:sp>
      <p:sp>
        <p:nvSpPr>
          <p:cNvPr id="38" name="AutoShape 25">
            <a:extLst>
              <a:ext uri="{FF2B5EF4-FFF2-40B4-BE49-F238E27FC236}">
                <a16:creationId xmlns:a16="http://schemas.microsoft.com/office/drawing/2014/main" id="{19981A00-8BA5-1BE4-F53C-D25DAF1123C1}"/>
              </a:ext>
            </a:extLst>
          </p:cNvPr>
          <p:cNvSpPr/>
          <p:nvPr/>
        </p:nvSpPr>
        <p:spPr>
          <a:xfrm>
            <a:off x="7939276" y="4086152"/>
            <a:ext cx="2857500" cy="13589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l">
              <a:lnSpc>
                <a:spcPct val="116666"/>
              </a:lnSpc>
              <a:defRPr/>
            </a:pPr>
            <a:r>
              <a:rPr lang="en-US" sz="1400" b="0" i="0" u="none" strike="noStrike" dirty="0">
                <a:solidFill>
                  <a:srgbClr val="000000"/>
                </a:solidFill>
                <a:latin typeface="Noto Sans SC"/>
                <a:ea typeface="Noto Sans SC"/>
                <a:cs typeface="Noto Sans SC"/>
                <a:sym typeface="Noto Sans SC"/>
              </a:rPr>
              <a:t>采用双轴坐标系设计，以柱状图呈现专辑数量规模，折线图展示单曲数量趋势，在同一视图中清晰对比不同量纲指标的变化，高效解决多指标可视化难题。</a:t>
            </a:r>
            <a:endParaRPr lang="en-US" sz="1100" dirty="0"/>
          </a:p>
        </p:txBody>
      </p:sp>
      <p:sp>
        <p:nvSpPr>
          <p:cNvPr id="40" name="AutoShape 26">
            <a:extLst>
              <a:ext uri="{FF2B5EF4-FFF2-40B4-BE49-F238E27FC236}">
                <a16:creationId xmlns:a16="http://schemas.microsoft.com/office/drawing/2014/main" id="{35379350-331C-F385-A9F4-24FDDC4F5249}"/>
              </a:ext>
            </a:extLst>
          </p:cNvPr>
          <p:cNvSpPr/>
          <p:nvPr/>
        </p:nvSpPr>
        <p:spPr>
          <a:xfrm>
            <a:off x="4267200" y="698500"/>
            <a:ext cx="3644900" cy="5207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2800" b="1" i="0" u="none" strike="noStrike" dirty="0" err="1">
                <a:solidFill>
                  <a:srgbClr val="26476A"/>
                </a:solidFill>
                <a:latin typeface="Noto Sans SC"/>
                <a:ea typeface="Noto Sans SC"/>
                <a:cs typeface="Noto Sans SC"/>
                <a:sym typeface="Noto Sans SC"/>
              </a:rPr>
              <a:t>关键技术实现（一</a:t>
            </a:r>
            <a:r>
              <a:rPr lang="en-US" sz="2800" b="1" i="0" u="none" strike="noStrike" dirty="0">
                <a:solidFill>
                  <a:srgbClr val="26476A"/>
                </a:solidFill>
                <a:latin typeface="Noto Sans SC"/>
                <a:ea typeface="Noto Sans SC"/>
                <a:cs typeface="Noto Sans SC"/>
                <a:sym typeface="Noto Sans SC"/>
              </a:rPr>
              <a:t>）</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55" name="AutoShape 24">
            <a:extLst>
              <a:ext uri="{FF2B5EF4-FFF2-40B4-BE49-F238E27FC236}">
                <a16:creationId xmlns:a16="http://schemas.microsoft.com/office/drawing/2014/main" id="{4F2D13E6-8812-DF51-7978-0E71E7513533}"/>
              </a:ext>
            </a:extLst>
          </p:cNvPr>
          <p:cNvSpPr/>
          <p:nvPr/>
        </p:nvSpPr>
        <p:spPr>
          <a:xfrm>
            <a:off x="1524000" y="3771900"/>
            <a:ext cx="18542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r>
              <a:rPr lang="en-US" sz="1300" b="0" i="0" u="none" strike="noStrike">
                <a:solidFill>
                  <a:srgbClr val="404040"/>
                </a:solidFill>
                <a:latin typeface="Noto Sans SC"/>
                <a:ea typeface="Noto Sans SC"/>
                <a:cs typeface="Noto Sans SC"/>
                <a:sym typeface="Noto Sans SC"/>
              </a:rPr>
              <a:t>通过分组柱状图直观对比三种评分体系对不同音乐类型的评价差异，清晰呈现数据关联，让分析结果一目了然。</a:t>
            </a:r>
            <a:endParaRPr lang="en-US" sz="1100"/>
          </a:p>
        </p:txBody>
      </p:sp>
      <p:sp>
        <p:nvSpPr>
          <p:cNvPr id="57" name="AutoShape 25">
            <a:extLst>
              <a:ext uri="{FF2B5EF4-FFF2-40B4-BE49-F238E27FC236}">
                <a16:creationId xmlns:a16="http://schemas.microsoft.com/office/drawing/2014/main" id="{F8B87E04-7F9F-A694-F203-1C8DB8C63165}"/>
              </a:ext>
            </a:extLst>
          </p:cNvPr>
          <p:cNvSpPr/>
          <p:nvPr/>
        </p:nvSpPr>
        <p:spPr>
          <a:xfrm>
            <a:off x="1485900" y="3124200"/>
            <a:ext cx="1841500" cy="6477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1800" b="1" i="0" u="none" strike="noStrike" dirty="0" err="1">
                <a:solidFill>
                  <a:srgbClr val="26476A"/>
                </a:solidFill>
                <a:latin typeface="Noto Sans SC"/>
                <a:ea typeface="Noto Sans SC"/>
                <a:cs typeface="Noto Sans SC"/>
                <a:sym typeface="Noto Sans SC"/>
              </a:rPr>
              <a:t>分组对比分析</a:t>
            </a:r>
            <a:endParaRPr lang="en-US" sz="1100" dirty="0"/>
          </a:p>
        </p:txBody>
      </p:sp>
      <p:sp>
        <p:nvSpPr>
          <p:cNvPr id="59" name="AutoShape 26">
            <a:extLst>
              <a:ext uri="{FF2B5EF4-FFF2-40B4-BE49-F238E27FC236}">
                <a16:creationId xmlns:a16="http://schemas.microsoft.com/office/drawing/2014/main" id="{C6782BD7-E7BF-FC91-A833-D37B182099A1}"/>
              </a:ext>
            </a:extLst>
          </p:cNvPr>
          <p:cNvSpPr/>
          <p:nvPr/>
        </p:nvSpPr>
        <p:spPr>
          <a:xfrm>
            <a:off x="3949700" y="3124200"/>
            <a:ext cx="1841500" cy="647700"/>
          </a:xfrm>
          <a:prstGeom prst="rect">
            <a:avLst/>
          </a:prstGeom>
          <a:noFill/>
          <a:ln w="12700" cap="flat" cmpd="sng">
            <a:noFill/>
            <a:prstDash val="solid"/>
            <a:round/>
          </a:ln>
        </p:spPr>
        <p:txBody>
          <a:bodyPr vert="horz" wrap="none" lIns="88900" tIns="50800" rIns="88900" bIns="50800" rtlCol="0" anchor="t" anchorCtr="0"/>
          <a:lstStyle/>
          <a:p>
            <a:pPr marL="0" indent="0" algn="l">
              <a:lnSpc>
                <a:spcPct val="100000"/>
              </a:lnSpc>
              <a:defRPr/>
            </a:pPr>
            <a:r>
              <a:rPr lang="en-US" sz="1800" b="1" i="0" u="none" strike="noStrike" dirty="0" err="1">
                <a:solidFill>
                  <a:srgbClr val="26476A"/>
                </a:solidFill>
                <a:latin typeface="Noto Sans SC"/>
                <a:ea typeface="Noto Sans SC"/>
                <a:cs typeface="Noto Sans SC"/>
                <a:sym typeface="Noto Sans SC"/>
              </a:rPr>
              <a:t>模块化代码结构</a:t>
            </a:r>
            <a:endParaRPr lang="en-US" sz="1100" dirty="0"/>
          </a:p>
        </p:txBody>
      </p:sp>
      <p:sp>
        <p:nvSpPr>
          <p:cNvPr id="61" name="AutoShape 27">
            <a:extLst>
              <a:ext uri="{FF2B5EF4-FFF2-40B4-BE49-F238E27FC236}">
                <a16:creationId xmlns:a16="http://schemas.microsoft.com/office/drawing/2014/main" id="{C28FDCC8-CB19-2EF8-F717-623DBC71218C}"/>
              </a:ext>
            </a:extLst>
          </p:cNvPr>
          <p:cNvSpPr/>
          <p:nvPr/>
        </p:nvSpPr>
        <p:spPr>
          <a:xfrm>
            <a:off x="6451600" y="3124200"/>
            <a:ext cx="1803400" cy="927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1800" b="1" i="0" u="none" strike="noStrike" dirty="0" err="1">
                <a:solidFill>
                  <a:srgbClr val="26476A"/>
                </a:solidFill>
                <a:latin typeface="Noto Sans SC"/>
                <a:ea typeface="Noto Sans SC"/>
                <a:cs typeface="Noto Sans SC"/>
                <a:sym typeface="Noto Sans SC"/>
              </a:rPr>
              <a:t>Seaborn高级可视化</a:t>
            </a:r>
            <a:endParaRPr lang="en-US" sz="1100" dirty="0"/>
          </a:p>
        </p:txBody>
      </p:sp>
      <p:sp>
        <p:nvSpPr>
          <p:cNvPr id="63" name="AutoShape 28">
            <a:extLst>
              <a:ext uri="{FF2B5EF4-FFF2-40B4-BE49-F238E27FC236}">
                <a16:creationId xmlns:a16="http://schemas.microsoft.com/office/drawing/2014/main" id="{FACD29EC-F1B8-A7D3-9547-4E5609780E60}"/>
              </a:ext>
            </a:extLst>
          </p:cNvPr>
          <p:cNvSpPr/>
          <p:nvPr/>
        </p:nvSpPr>
        <p:spPr>
          <a:xfrm>
            <a:off x="8940800" y="3124200"/>
            <a:ext cx="1803400" cy="927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1800" b="1" i="0" u="none" strike="noStrike" dirty="0" err="1">
                <a:solidFill>
                  <a:srgbClr val="26476A"/>
                </a:solidFill>
                <a:latin typeface="Noto Sans SC"/>
                <a:ea typeface="Noto Sans SC"/>
                <a:cs typeface="Noto Sans SC"/>
                <a:sym typeface="Noto Sans SC"/>
              </a:rPr>
              <a:t>规范的代码注释</a:t>
            </a:r>
            <a:endParaRPr lang="en-US" sz="1100" dirty="0"/>
          </a:p>
        </p:txBody>
      </p:sp>
      <p:sp>
        <p:nvSpPr>
          <p:cNvPr id="65" name="AutoShape 29">
            <a:extLst>
              <a:ext uri="{FF2B5EF4-FFF2-40B4-BE49-F238E27FC236}">
                <a16:creationId xmlns:a16="http://schemas.microsoft.com/office/drawing/2014/main" id="{58C429E3-8996-56AB-6F7C-97AA61C9AD35}"/>
              </a:ext>
            </a:extLst>
          </p:cNvPr>
          <p:cNvSpPr/>
          <p:nvPr/>
        </p:nvSpPr>
        <p:spPr>
          <a:xfrm>
            <a:off x="3987800" y="3797300"/>
            <a:ext cx="18034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r>
              <a:rPr lang="en-US" sz="1300" b="0" i="0" u="none" strike="noStrike">
                <a:solidFill>
                  <a:srgbClr val="404040"/>
                </a:solidFill>
                <a:latin typeface="Noto Sans SC"/>
                <a:ea typeface="Noto Sans SC"/>
                <a:cs typeface="Noto Sans SC"/>
                <a:sym typeface="Noto Sans SC"/>
              </a:rPr>
              <a:t>将五个分析任务独立封装为模块，实现代码解耦与复用。各模块独立生成图表，便于调试、维护及报告的快速整合。</a:t>
            </a:r>
            <a:endParaRPr lang="en-US" sz="1100"/>
          </a:p>
        </p:txBody>
      </p:sp>
      <p:sp>
        <p:nvSpPr>
          <p:cNvPr id="67" name="AutoShape 31">
            <a:extLst>
              <a:ext uri="{FF2B5EF4-FFF2-40B4-BE49-F238E27FC236}">
                <a16:creationId xmlns:a16="http://schemas.microsoft.com/office/drawing/2014/main" id="{91FA4578-9089-E756-461C-04ED8B2D9B3D}"/>
              </a:ext>
            </a:extLst>
          </p:cNvPr>
          <p:cNvSpPr/>
          <p:nvPr/>
        </p:nvSpPr>
        <p:spPr>
          <a:xfrm>
            <a:off x="6426200" y="3784600"/>
            <a:ext cx="18034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r>
              <a:rPr lang="en-US" sz="1300" b="0" i="0" u="none" strike="noStrike">
                <a:solidFill>
                  <a:srgbClr val="404040"/>
                </a:solidFill>
                <a:latin typeface="Noto Sans SC"/>
                <a:ea typeface="Noto Sans SC"/>
                <a:cs typeface="Noto Sans SC"/>
                <a:sym typeface="Noto Sans SC"/>
              </a:rPr>
              <a:t>调用Seaborn的barplot、heatmap等高级接口，简化复杂绘图逻辑。优化配色与布局细节，显著提升图表的专业度与美观性。</a:t>
            </a:r>
            <a:endParaRPr lang="en-US" sz="1100"/>
          </a:p>
        </p:txBody>
      </p:sp>
      <p:sp>
        <p:nvSpPr>
          <p:cNvPr id="69" name="AutoShape 32">
            <a:extLst>
              <a:ext uri="{FF2B5EF4-FFF2-40B4-BE49-F238E27FC236}">
                <a16:creationId xmlns:a16="http://schemas.microsoft.com/office/drawing/2014/main" id="{23912A2E-4D38-3C79-75A4-54E3CD0886E2}"/>
              </a:ext>
            </a:extLst>
          </p:cNvPr>
          <p:cNvSpPr/>
          <p:nvPr/>
        </p:nvSpPr>
        <p:spPr>
          <a:xfrm>
            <a:off x="8915400" y="3797300"/>
            <a:ext cx="1803400" cy="1409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r>
              <a:rPr lang="en-US" sz="1300" b="0" i="0" u="none" strike="noStrike">
                <a:solidFill>
                  <a:srgbClr val="404040"/>
                </a:solidFill>
                <a:latin typeface="Noto Sans SC"/>
                <a:ea typeface="Noto Sans SC"/>
                <a:cs typeface="Noto Sans SC"/>
                <a:sym typeface="Noto Sans SC"/>
              </a:rPr>
              <a:t>保持代码高可读性，添加清晰的逻辑注释与文档说明。便于后期回顾、修改与复用，同时体现严谨规范的编程素养。</a:t>
            </a:r>
            <a:endParaRPr lang="en-US" sz="1100"/>
          </a:p>
        </p:txBody>
      </p:sp>
      <p:sp>
        <p:nvSpPr>
          <p:cNvPr id="71" name="AutoShape 53">
            <a:extLst>
              <a:ext uri="{FF2B5EF4-FFF2-40B4-BE49-F238E27FC236}">
                <a16:creationId xmlns:a16="http://schemas.microsoft.com/office/drawing/2014/main" id="{E51F20D6-0DEC-D5E8-FE4F-559B74D4795D}"/>
              </a:ext>
            </a:extLst>
          </p:cNvPr>
          <p:cNvSpPr/>
          <p:nvPr/>
        </p:nvSpPr>
        <p:spPr>
          <a:xfrm>
            <a:off x="4267200" y="698500"/>
            <a:ext cx="3644900" cy="5207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2800" b="1" i="0" u="none" strike="noStrike">
                <a:solidFill>
                  <a:srgbClr val="26476A"/>
                </a:solidFill>
                <a:latin typeface="Noto Sans SC"/>
                <a:ea typeface="Noto Sans SC"/>
                <a:cs typeface="Noto Sans SC"/>
                <a:sym typeface="Noto Sans SC"/>
              </a:rPr>
              <a:t>关键技术实现（二）</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grpSp>
        <p:nvGrpSpPr>
          <p:cNvPr id="38" name="组合 37">
            <a:extLst>
              <a:ext uri="{FF2B5EF4-FFF2-40B4-BE49-F238E27FC236}">
                <a16:creationId xmlns:a16="http://schemas.microsoft.com/office/drawing/2014/main" id="{77D0941E-897E-7258-C00B-715CE378C16A}"/>
              </a:ext>
            </a:extLst>
          </p:cNvPr>
          <p:cNvGrpSpPr/>
          <p:nvPr/>
        </p:nvGrpSpPr>
        <p:grpSpPr>
          <a:xfrm>
            <a:off x="6553200" y="5530112"/>
            <a:ext cx="3111500" cy="381000"/>
            <a:chOff x="2032000" y="5372100"/>
            <a:chExt cx="3111500" cy="381000"/>
          </a:xfrm>
        </p:grpSpPr>
        <p:sp>
          <p:nvSpPr>
            <p:cNvPr id="39" name="AutoShape 24">
              <a:extLst>
                <a:ext uri="{FF2B5EF4-FFF2-40B4-BE49-F238E27FC236}">
                  <a16:creationId xmlns:a16="http://schemas.microsoft.com/office/drawing/2014/main" id="{06D4A917-F794-B2A3-80B9-1AB909F04B8E}"/>
                </a:ext>
              </a:extLst>
            </p:cNvPr>
            <p:cNvSpPr/>
            <p:nvPr/>
          </p:nvSpPr>
          <p:spPr>
            <a:xfrm>
              <a:off x="2032000" y="5397500"/>
              <a:ext cx="165100" cy="1651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0" name="AutoShape 25">
              <a:extLst>
                <a:ext uri="{FF2B5EF4-FFF2-40B4-BE49-F238E27FC236}">
                  <a16:creationId xmlns:a16="http://schemas.microsoft.com/office/drawing/2014/main" id="{15CA8129-120B-0C0E-E33E-4ABF4A6B031A}"/>
                </a:ext>
              </a:extLst>
            </p:cNvPr>
            <p:cNvSpPr/>
            <p:nvPr/>
          </p:nvSpPr>
          <p:spPr>
            <a:xfrm>
              <a:off x="2349500" y="5372100"/>
              <a:ext cx="2794000" cy="381000"/>
            </a:xfrm>
            <a:prstGeom prst="rect">
              <a:avLst/>
            </a:prstGeom>
            <a:noFill/>
            <a:ln w="12700" cap="flat" cmpd="sng">
              <a:noFill/>
              <a:prstDash val="solid"/>
              <a:round/>
            </a:ln>
          </p:spPr>
          <p:txBody>
            <a:bodyPr vert="horz" wrap="none" lIns="0" tIns="0" rIns="0" bIns="0" rtlCol="0" anchor="t" anchorCtr="0"/>
            <a:lstStyle/>
            <a:p>
              <a:pPr marL="0" indent="0" algn="l">
                <a:lnSpc>
                  <a:spcPct val="100000"/>
                </a:lnSpc>
                <a:defRPr/>
              </a:pPr>
              <a:r>
                <a:rPr lang="en-US" sz="1600" b="1" i="0" u="none" strike="noStrike" dirty="0">
                  <a:solidFill>
                    <a:srgbClr val="26476A"/>
                  </a:solidFill>
                  <a:latin typeface="Noto Sans SC"/>
                  <a:ea typeface="Noto Sans SC"/>
                  <a:cs typeface="Noto Sans SC"/>
                  <a:sym typeface="Noto Sans SC"/>
                </a:rPr>
                <a:t>日期：2026年7月</a:t>
              </a:r>
              <a:endParaRPr lang="en-US" sz="1100" dirty="0"/>
            </a:p>
          </p:txBody>
        </p:sp>
      </p:grpSp>
      <p:grpSp>
        <p:nvGrpSpPr>
          <p:cNvPr id="41" name="组合 40">
            <a:extLst>
              <a:ext uri="{FF2B5EF4-FFF2-40B4-BE49-F238E27FC236}">
                <a16:creationId xmlns:a16="http://schemas.microsoft.com/office/drawing/2014/main" id="{90734D3B-0DB7-9845-13E4-31C78B4EEFC8}"/>
              </a:ext>
            </a:extLst>
          </p:cNvPr>
          <p:cNvGrpSpPr/>
          <p:nvPr/>
        </p:nvGrpSpPr>
        <p:grpSpPr>
          <a:xfrm>
            <a:off x="2032000" y="4889500"/>
            <a:ext cx="3606800" cy="381000"/>
            <a:chOff x="2032000" y="5372100"/>
            <a:chExt cx="3606800" cy="381000"/>
          </a:xfrm>
        </p:grpSpPr>
        <p:sp>
          <p:nvSpPr>
            <p:cNvPr id="42" name="AutoShape 24">
              <a:extLst>
                <a:ext uri="{FF2B5EF4-FFF2-40B4-BE49-F238E27FC236}">
                  <a16:creationId xmlns:a16="http://schemas.microsoft.com/office/drawing/2014/main" id="{5E9BF573-FDB0-C63A-2126-BF33C7FFD708}"/>
                </a:ext>
              </a:extLst>
            </p:cNvPr>
            <p:cNvSpPr/>
            <p:nvPr/>
          </p:nvSpPr>
          <p:spPr>
            <a:xfrm>
              <a:off x="2032000" y="5397500"/>
              <a:ext cx="165100" cy="1651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3" name="AutoShape 25">
              <a:extLst>
                <a:ext uri="{FF2B5EF4-FFF2-40B4-BE49-F238E27FC236}">
                  <a16:creationId xmlns:a16="http://schemas.microsoft.com/office/drawing/2014/main" id="{5DE0DD00-2B9F-44D3-5C73-FAE523C20A7D}"/>
                </a:ext>
              </a:extLst>
            </p:cNvPr>
            <p:cNvSpPr/>
            <p:nvPr/>
          </p:nvSpPr>
          <p:spPr>
            <a:xfrm>
              <a:off x="2349500" y="5372100"/>
              <a:ext cx="3289300" cy="381000"/>
            </a:xfrm>
            <a:prstGeom prst="rect">
              <a:avLst/>
            </a:prstGeom>
            <a:noFill/>
            <a:ln w="12700" cap="flat" cmpd="sng">
              <a:noFill/>
              <a:prstDash val="solid"/>
              <a:round/>
            </a:ln>
          </p:spPr>
          <p:txBody>
            <a:bodyPr vert="horz" wrap="none" lIns="0" tIns="0" rIns="0" bIns="0" rtlCol="0" anchor="t" anchorCtr="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zh-CN" altLang="en-US" sz="1600" b="1" i="0" u="none" strike="noStrike" kern="0" cap="none" spc="0" normalizeH="0" baseline="0" noProof="0" dirty="0">
                  <a:ln>
                    <a:noFill/>
                  </a:ln>
                  <a:solidFill>
                    <a:srgbClr val="26476A"/>
                  </a:solidFill>
                  <a:effectLst/>
                  <a:uLnTx/>
                  <a:uFillTx/>
                  <a:latin typeface="Noto Sans SC"/>
                  <a:ea typeface="Noto Sans SC"/>
                  <a:cs typeface="Arial"/>
                  <a:sym typeface="Noto Sans SC"/>
                </a:rPr>
                <a:t>项目小组：超级无敌雷霆暴龙战士组</a:t>
              </a:r>
              <a:endParaRPr kumimoji="0" lang="en-US" altLang="zh-CN" sz="1100" b="0" i="0" u="none" strike="noStrike" kern="0" cap="none" spc="0" normalizeH="0" baseline="0" noProof="0" dirty="0">
                <a:ln>
                  <a:noFill/>
                </a:ln>
                <a:solidFill>
                  <a:srgbClr val="000000"/>
                </a:solidFill>
                <a:effectLst/>
                <a:uLnTx/>
                <a:uFillTx/>
                <a:latin typeface="Arial"/>
                <a:cs typeface="Arial"/>
                <a:sym typeface="Arial"/>
              </a:endParaRPr>
            </a:p>
            <a:p>
              <a:pPr marL="0" indent="0" algn="l">
                <a:lnSpc>
                  <a:spcPct val="100000"/>
                </a:lnSpc>
                <a:defRPr/>
              </a:pPr>
              <a:endParaRPr lang="en-US" sz="1100" dirty="0"/>
            </a:p>
          </p:txBody>
        </p:sp>
      </p:grpSp>
      <p:grpSp>
        <p:nvGrpSpPr>
          <p:cNvPr id="44" name="组合 43">
            <a:extLst>
              <a:ext uri="{FF2B5EF4-FFF2-40B4-BE49-F238E27FC236}">
                <a16:creationId xmlns:a16="http://schemas.microsoft.com/office/drawing/2014/main" id="{7BEFF8F1-2FC4-4007-97A1-294122597134}"/>
              </a:ext>
            </a:extLst>
          </p:cNvPr>
          <p:cNvGrpSpPr/>
          <p:nvPr/>
        </p:nvGrpSpPr>
        <p:grpSpPr>
          <a:xfrm>
            <a:off x="6553200" y="4885956"/>
            <a:ext cx="3606800" cy="381000"/>
            <a:chOff x="2032000" y="5372100"/>
            <a:chExt cx="3606800" cy="381000"/>
          </a:xfrm>
        </p:grpSpPr>
        <p:sp>
          <p:nvSpPr>
            <p:cNvPr id="45" name="AutoShape 24">
              <a:extLst>
                <a:ext uri="{FF2B5EF4-FFF2-40B4-BE49-F238E27FC236}">
                  <a16:creationId xmlns:a16="http://schemas.microsoft.com/office/drawing/2014/main" id="{E4023CF4-83EE-1536-9387-F1DA4EF61CFD}"/>
                </a:ext>
              </a:extLst>
            </p:cNvPr>
            <p:cNvSpPr/>
            <p:nvPr/>
          </p:nvSpPr>
          <p:spPr>
            <a:xfrm>
              <a:off x="2032000" y="5397500"/>
              <a:ext cx="165100" cy="1651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6" name="AutoShape 25">
              <a:extLst>
                <a:ext uri="{FF2B5EF4-FFF2-40B4-BE49-F238E27FC236}">
                  <a16:creationId xmlns:a16="http://schemas.microsoft.com/office/drawing/2014/main" id="{134690D6-FEF3-0FCF-0A03-17658110314F}"/>
                </a:ext>
              </a:extLst>
            </p:cNvPr>
            <p:cNvSpPr/>
            <p:nvPr/>
          </p:nvSpPr>
          <p:spPr>
            <a:xfrm>
              <a:off x="2349500" y="5372100"/>
              <a:ext cx="3289300" cy="381000"/>
            </a:xfrm>
            <a:prstGeom prst="rect">
              <a:avLst/>
            </a:prstGeom>
            <a:noFill/>
            <a:ln w="12700" cap="flat" cmpd="sng">
              <a:noFill/>
              <a:prstDash val="solid"/>
              <a:round/>
            </a:ln>
          </p:spPr>
          <p:txBody>
            <a:bodyPr vert="horz" wrap="none" lIns="0" tIns="0" rIns="0" bIns="0" rtlCol="0" anchor="t" anchorCtr="0"/>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zh-CN" altLang="en-US" sz="1600" b="1" i="0" u="none" strike="noStrike" kern="0" cap="none" spc="0" normalizeH="0" baseline="0" noProof="0" dirty="0">
                  <a:ln>
                    <a:noFill/>
                  </a:ln>
                  <a:solidFill>
                    <a:srgbClr val="26476A"/>
                  </a:solidFill>
                  <a:effectLst/>
                  <a:uLnTx/>
                  <a:uFillTx/>
                  <a:latin typeface="Noto Sans SC"/>
                  <a:ea typeface="Noto Sans SC"/>
                  <a:cs typeface="Arial"/>
                  <a:sym typeface="Noto Sans SC"/>
                </a:rPr>
                <a:t>项目成员：钟翌，刁英东，李晨</a:t>
              </a:r>
              <a:endParaRPr kumimoji="0" lang="en-US" altLang="zh-CN" sz="1100" b="0" i="0" u="none" strike="noStrike" kern="0" cap="none" spc="0" normalizeH="0" baseline="0" noProof="0" dirty="0">
                <a:ln>
                  <a:noFill/>
                </a:ln>
                <a:solidFill>
                  <a:srgbClr val="000000"/>
                </a:solidFill>
                <a:effectLst/>
                <a:uLnTx/>
                <a:uFillTx/>
                <a:latin typeface="Arial"/>
                <a:cs typeface="Arial"/>
                <a:sym typeface="Arial"/>
              </a:endParaRPr>
            </a:p>
            <a:p>
              <a:pPr marL="0" indent="0" algn="l">
                <a:lnSpc>
                  <a:spcPct val="100000"/>
                </a:lnSpc>
                <a:defRPr/>
              </a:pPr>
              <a:endParaRPr lang="en-US" sz="1100" dirty="0"/>
            </a:p>
          </p:txBody>
        </p:sp>
      </p:grpSp>
      <p:grpSp>
        <p:nvGrpSpPr>
          <p:cNvPr id="47" name="组合 46">
            <a:extLst>
              <a:ext uri="{FF2B5EF4-FFF2-40B4-BE49-F238E27FC236}">
                <a16:creationId xmlns:a16="http://schemas.microsoft.com/office/drawing/2014/main" id="{B12FAD40-4221-154D-96A1-2E1F186FAA8F}"/>
              </a:ext>
            </a:extLst>
          </p:cNvPr>
          <p:cNvGrpSpPr/>
          <p:nvPr/>
        </p:nvGrpSpPr>
        <p:grpSpPr>
          <a:xfrm>
            <a:off x="2032000" y="5530112"/>
            <a:ext cx="3111500" cy="381000"/>
            <a:chOff x="2032000" y="5372100"/>
            <a:chExt cx="3111500" cy="381000"/>
          </a:xfrm>
        </p:grpSpPr>
        <p:sp>
          <p:nvSpPr>
            <p:cNvPr id="48" name="AutoShape 24">
              <a:extLst>
                <a:ext uri="{FF2B5EF4-FFF2-40B4-BE49-F238E27FC236}">
                  <a16:creationId xmlns:a16="http://schemas.microsoft.com/office/drawing/2014/main" id="{5C60F880-52E6-02BF-5D0A-78BB57D27DD1}"/>
                </a:ext>
              </a:extLst>
            </p:cNvPr>
            <p:cNvSpPr/>
            <p:nvPr/>
          </p:nvSpPr>
          <p:spPr>
            <a:xfrm>
              <a:off x="2032000" y="5397500"/>
              <a:ext cx="165100" cy="165100"/>
            </a:xfrm>
            <a:prstGeom prst="roundRect">
              <a:avLst>
                <a:gd name="adj" fmla="val 0"/>
              </a:avLst>
            </a:prstGeom>
            <a:solidFill>
              <a:srgbClr val="26476A">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9" name="AutoShape 25">
              <a:extLst>
                <a:ext uri="{FF2B5EF4-FFF2-40B4-BE49-F238E27FC236}">
                  <a16:creationId xmlns:a16="http://schemas.microsoft.com/office/drawing/2014/main" id="{C12E886D-E2A5-B22A-61C3-383CEED9D3DD}"/>
                </a:ext>
              </a:extLst>
            </p:cNvPr>
            <p:cNvSpPr/>
            <p:nvPr/>
          </p:nvSpPr>
          <p:spPr>
            <a:xfrm>
              <a:off x="2349500" y="5372100"/>
              <a:ext cx="2794000" cy="381000"/>
            </a:xfrm>
            <a:prstGeom prst="rect">
              <a:avLst/>
            </a:prstGeom>
            <a:noFill/>
            <a:ln w="12700" cap="flat" cmpd="sng">
              <a:noFill/>
              <a:prstDash val="solid"/>
              <a:round/>
            </a:ln>
          </p:spPr>
          <p:txBody>
            <a:bodyPr vert="horz" wrap="none" lIns="0" tIns="0" rIns="0" bIns="0" rtlCol="0" anchor="t" anchorCtr="0"/>
            <a:lstStyle/>
            <a:p>
              <a:pPr marL="0" indent="0" algn="l">
                <a:lnSpc>
                  <a:spcPct val="100000"/>
                </a:lnSpc>
                <a:defRPr/>
              </a:pPr>
              <a:r>
                <a:rPr lang="zh-CN" altLang="en-US" sz="1600" b="1" dirty="0">
                  <a:solidFill>
                    <a:srgbClr val="26476A"/>
                  </a:solidFill>
                  <a:latin typeface="Noto Sans SC"/>
                  <a:ea typeface="Noto Sans SC"/>
                  <a:sym typeface="Noto Sans SC"/>
                </a:rPr>
                <a:t>汇报人：钟翌</a:t>
              </a:r>
              <a:endParaRPr lang="en-US" sz="1100" dirty="0"/>
            </a:p>
          </p:txBody>
        </p:sp>
      </p:grpSp>
      <p:sp>
        <p:nvSpPr>
          <p:cNvPr id="51" name="AutoShape 18">
            <a:extLst>
              <a:ext uri="{FF2B5EF4-FFF2-40B4-BE49-F238E27FC236}">
                <a16:creationId xmlns:a16="http://schemas.microsoft.com/office/drawing/2014/main" id="{824E0D68-7F4C-51C7-E896-2898FF7F75F6}"/>
              </a:ext>
            </a:extLst>
          </p:cNvPr>
          <p:cNvSpPr/>
          <p:nvPr/>
        </p:nvSpPr>
        <p:spPr>
          <a:xfrm>
            <a:off x="1016000" y="2616200"/>
            <a:ext cx="10160000" cy="1270000"/>
          </a:xfrm>
          <a:prstGeom prst="rect">
            <a:avLst/>
          </a:prstGeom>
          <a:noFill/>
          <a:ln w="12700" cap="flat" cmpd="sng">
            <a:noFill/>
            <a:prstDash val="solid"/>
            <a:round/>
          </a:ln>
        </p:spPr>
        <p:txBody>
          <a:bodyPr vert="horz" wrap="none" lIns="0" tIns="0" rIns="0" bIns="0" rtlCol="0" anchor="t" anchorCtr="0"/>
          <a:lstStyle/>
          <a:p>
            <a:pPr marL="0" indent="0" algn="ctr">
              <a:lnSpc>
                <a:spcPct val="100000"/>
              </a:lnSpc>
              <a:defRPr/>
            </a:pPr>
            <a:r>
              <a:rPr lang="zh-CN" altLang="en-US" sz="7200" dirty="0">
                <a:solidFill>
                  <a:srgbClr val="26476A"/>
                </a:solidFill>
                <a:latin typeface="Noto Sans SC"/>
                <a:ea typeface="Noto Sans SC"/>
                <a:sym typeface="Noto Sans SC"/>
              </a:rPr>
              <a:t>谢谢观看</a:t>
            </a:r>
            <a:endParaRPr lang="en-US" sz="1100" dirty="0"/>
          </a:p>
        </p:txBody>
      </p:sp>
      <p:sp>
        <p:nvSpPr>
          <p:cNvPr id="53" name="AutoShape 19">
            <a:extLst>
              <a:ext uri="{FF2B5EF4-FFF2-40B4-BE49-F238E27FC236}">
                <a16:creationId xmlns:a16="http://schemas.microsoft.com/office/drawing/2014/main" id="{D665ACDC-5D67-5CA9-A317-3D762AADC003}"/>
              </a:ext>
            </a:extLst>
          </p:cNvPr>
          <p:cNvSpPr/>
          <p:nvPr/>
        </p:nvSpPr>
        <p:spPr>
          <a:xfrm>
            <a:off x="3530600" y="3851643"/>
            <a:ext cx="5156200" cy="310414"/>
          </a:xfrm>
          <a:prstGeom prst="rect">
            <a:avLst/>
          </a:prstGeom>
          <a:noFill/>
          <a:ln w="12700" cap="flat" cmpd="sng">
            <a:noFill/>
            <a:prstDash val="solid"/>
            <a:round/>
          </a:ln>
        </p:spPr>
        <p:txBody>
          <a:bodyPr vert="horz" wrap="none" lIns="0" tIns="0" rIns="0" bIns="0" rtlCol="0" anchor="t" anchorCtr="0"/>
          <a:lstStyle/>
          <a:p>
            <a:pPr marL="0" indent="0" algn="ctr">
              <a:lnSpc>
                <a:spcPct val="100000"/>
              </a:lnSpc>
              <a:defRPr/>
            </a:pPr>
            <a:r>
              <a:rPr lang="en-US" b="0" i="0" u="none" strike="noStrike" dirty="0">
                <a:solidFill>
                  <a:srgbClr val="26476A"/>
                </a:solidFill>
                <a:latin typeface="Noto Sans SC"/>
                <a:ea typeface="Noto Sans SC"/>
                <a:cs typeface="Noto Sans SC"/>
                <a:sym typeface="Noto Sans SC"/>
              </a:rPr>
              <a:t>THANKS</a:t>
            </a:r>
            <a:endParaRPr lang="en-US" sz="1000" dirty="0"/>
          </a:p>
        </p:txBody>
      </p:sp>
    </p:spTree>
  </p:cSld>
  <p:clrMapOvr>
    <a:masterClrMapping/>
  </p:clrMapOvr>
</p:sld>
</file>

<file path=ppt/theme/theme1.xml><?xml version="1.0" encoding="utf-8"?>
<a:theme xmlns:a="http://schemas.openxmlformats.org/drawingml/2006/main" name="深蓝色学术风项目答辩PPT模板">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深蓝色学术风项目答辩PPT模板" id="{B81C11D0-DD4B-40B8-893F-200624FA9622}" vid="{A480BCF9-7CB7-4B6E-AE45-338217376A1C}"/>
    </a:ext>
  </a:extLst>
</a:theme>
</file>

<file path=ppt/theme/theme2.xml><?xml version="1.0" encoding="utf-8"?>
<a:theme xmlns:a="http://schemas.openxmlformats.org/drawingml/2006/main" name="Office 主题​​">
  <a:themeElements>
    <a:clrScheme name="自定义 19">
      <a:dk1>
        <a:sysClr val="windowText" lastClr="000000"/>
      </a:dk1>
      <a:lt1>
        <a:sysClr val="window" lastClr="FFFFFF"/>
      </a:lt1>
      <a:dk2>
        <a:srgbClr val="17406D"/>
      </a:dk2>
      <a:lt2>
        <a:srgbClr val="DBEFF9"/>
      </a:lt2>
      <a:accent1>
        <a:srgbClr val="26476A"/>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自定义 5">
      <a:majorFont>
        <a:latin typeface="思源宋体 CN Heavy"/>
        <a:ea typeface="思源宋体 CN Heavy"/>
        <a:cs typeface=""/>
      </a:majorFont>
      <a:minorFont>
        <a:latin typeface="思源黑体 CN Regular"/>
        <a:ea typeface="思源黑体 C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深蓝色学术风项目答辩PPT模板">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深蓝色学术风项目答辩PPT模板" id="{91907723-3685-4C06-9771-9601C123EE11}" vid="{BF62F9DD-D198-4A8C-B8EA-A12FC5136952}"/>
    </a:ext>
  </a:extLst>
</a:theme>
</file>

<file path=ppt/theme/theme4.xml><?xml version="1.0" encoding="utf-8"?>
<a:theme xmlns:a="http://schemas.openxmlformats.org/drawingml/2006/main" name="1_Office 主题​​">
  <a:themeElements>
    <a:clrScheme name="自定义 19">
      <a:dk1>
        <a:sysClr val="windowText" lastClr="000000"/>
      </a:dk1>
      <a:lt1>
        <a:sysClr val="window" lastClr="FFFFFF"/>
      </a:lt1>
      <a:dk2>
        <a:srgbClr val="17406D"/>
      </a:dk2>
      <a:lt2>
        <a:srgbClr val="DBEFF9"/>
      </a:lt2>
      <a:accent1>
        <a:srgbClr val="26476A"/>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自定义 5">
      <a:majorFont>
        <a:latin typeface="思源宋体 CN Heavy"/>
        <a:ea typeface="思源宋体 CN Heavy"/>
        <a:cs typeface=""/>
      </a:majorFont>
      <a:minorFont>
        <a:latin typeface="思源黑体 CN Regular"/>
        <a:ea typeface="思源黑体 C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Office 主题​​">
  <a:themeElements>
    <a:clrScheme name="自定义 19">
      <a:dk1>
        <a:sysClr val="windowText" lastClr="000000"/>
      </a:dk1>
      <a:lt1>
        <a:sysClr val="window" lastClr="FFFFFF"/>
      </a:lt1>
      <a:dk2>
        <a:srgbClr val="17406D"/>
      </a:dk2>
      <a:lt2>
        <a:srgbClr val="DBEFF9"/>
      </a:lt2>
      <a:accent1>
        <a:srgbClr val="26476A"/>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自定义 5">
      <a:majorFont>
        <a:latin typeface="思源宋体 CN Heavy"/>
        <a:ea typeface="思源宋体 CN Heavy"/>
        <a:cs typeface=""/>
      </a:majorFont>
      <a:minorFont>
        <a:latin typeface="思源黑体 CN Regular"/>
        <a:ea typeface="思源黑体 C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2_深蓝色学术风项目答辩PPT模板">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深蓝色学术风项目答辩PPT模板" id="{A07A827A-5D6E-46DB-B74B-AA1422761E5A}" vid="{7C067DC9-0F57-4C9B-8FBD-4F913BADF1CD}"/>
    </a:ext>
  </a:extLst>
</a:theme>
</file>

<file path=ppt/theme/theme7.xml><?xml version="1.0" encoding="utf-8"?>
<a:theme xmlns:a="http://schemas.openxmlformats.org/drawingml/2006/main" name="3_Office 主题​​">
  <a:themeElements>
    <a:clrScheme name="自定义 19">
      <a:dk1>
        <a:sysClr val="windowText" lastClr="000000"/>
      </a:dk1>
      <a:lt1>
        <a:sysClr val="window" lastClr="FFFFFF"/>
      </a:lt1>
      <a:dk2>
        <a:srgbClr val="17406D"/>
      </a:dk2>
      <a:lt2>
        <a:srgbClr val="DBEFF9"/>
      </a:lt2>
      <a:accent1>
        <a:srgbClr val="26476A"/>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自定义 5">
      <a:majorFont>
        <a:latin typeface="思源宋体 CN Heavy"/>
        <a:ea typeface="思源宋体 CN Heavy"/>
        <a:cs typeface=""/>
      </a:majorFont>
      <a:minorFont>
        <a:latin typeface="思源黑体 CN Regular"/>
        <a:ea typeface="思源黑体 C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3_深蓝色学术风项目答辩PPT模板">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深蓝色学术风项目答辩PPT模板" id="{29FA6CC9-F464-40AA-AB83-F1707CAFA71A}" vid="{4C644483-669E-4E6C-804A-AE0D3B34F7C5}"/>
    </a:ext>
  </a:extLst>
</a:theme>
</file>

<file path=ppt/theme/theme9.xml><?xml version="1.0" encoding="utf-8"?>
<a:theme xmlns:a="http://schemas.openxmlformats.org/drawingml/2006/main" name="4_Office 主题​​">
  <a:themeElements>
    <a:clrScheme name="自定义 19">
      <a:dk1>
        <a:sysClr val="windowText" lastClr="000000"/>
      </a:dk1>
      <a:lt1>
        <a:sysClr val="window" lastClr="FFFFFF"/>
      </a:lt1>
      <a:dk2>
        <a:srgbClr val="17406D"/>
      </a:dk2>
      <a:lt2>
        <a:srgbClr val="DBEFF9"/>
      </a:lt2>
      <a:accent1>
        <a:srgbClr val="26476A"/>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自定义 5">
      <a:majorFont>
        <a:latin typeface="思源宋体 CN Heavy"/>
        <a:ea typeface="思源宋体 CN Heavy"/>
        <a:cs typeface=""/>
      </a:majorFont>
      <a:minorFont>
        <a:latin typeface="思源黑体 CN Regular"/>
        <a:ea typeface="思源黑体 C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深蓝色学术风项目答辩PPT模板</Template>
  <TotalTime>67</TotalTime>
  <Words>1257</Words>
  <Application>Microsoft Office PowerPoint</Application>
  <PresentationFormat>宽屏</PresentationFormat>
  <Paragraphs>164</Paragraphs>
  <Slides>15</Slides>
  <Notes>15</Notes>
  <HiddenSlides>2</HiddenSlides>
  <MMClips>0</MMClips>
  <ScaleCrop>false</ScaleCrop>
  <HeadingPairs>
    <vt:vector size="6" baseType="variant">
      <vt:variant>
        <vt:lpstr>已用的字体</vt:lpstr>
      </vt:variant>
      <vt:variant>
        <vt:i4>4</vt:i4>
      </vt:variant>
      <vt:variant>
        <vt:lpstr>主题</vt:lpstr>
      </vt:variant>
      <vt:variant>
        <vt:i4>9</vt:i4>
      </vt:variant>
      <vt:variant>
        <vt:lpstr>幻灯片标题</vt:lpstr>
      </vt:variant>
      <vt:variant>
        <vt:i4>15</vt:i4>
      </vt:variant>
    </vt:vector>
  </HeadingPairs>
  <TitlesOfParts>
    <vt:vector size="28" baseType="lpstr">
      <vt:lpstr>思源黑体 CN Regular</vt:lpstr>
      <vt:lpstr>Arial</vt:lpstr>
      <vt:lpstr>Noto Sans SC</vt:lpstr>
      <vt:lpstr>等线</vt:lpstr>
      <vt:lpstr>深蓝色学术风项目答辩PPT模板</vt:lpstr>
      <vt:lpstr>Office 主题​​</vt:lpstr>
      <vt:lpstr>1_深蓝色学术风项目答辩PPT模板</vt:lpstr>
      <vt:lpstr>1_Office 主题​​</vt:lpstr>
      <vt:lpstr>2_Office 主题​​</vt:lpstr>
      <vt:lpstr>2_深蓝色学术风项目答辩PPT模板</vt:lpstr>
      <vt:lpstr>3_Office 主题​​</vt:lpstr>
      <vt:lpstr>3_深蓝色学术风项目答辩PPT模板</vt:lpstr>
      <vt:lpstr>4_Office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d yd</dc:creator>
  <cp:lastModifiedBy>d yd</cp:lastModifiedBy>
  <cp:revision>4</cp:revision>
  <dcterms:modified xsi:type="dcterms:W3CDTF">2026-07-12T09:56:55Z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{"Label":"1","ContentProducer":"001191110102MACQD9K64010000","ProduceID":"7661545051965066471","ReservedCode1":"","ContentPropagator":"","PropagateID":"","ReservedCode2":""}</vt:lpwstr>
  </property>
</Properties>
</file>